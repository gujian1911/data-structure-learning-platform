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300" r:id="rId6"/>
    <p:sldId id="301" r:id="rId7"/>
    <p:sldId id="303" r:id="rId8"/>
    <p:sldId id="260" r:id="rId9"/>
    <p:sldId id="302" r:id="rId10"/>
    <p:sldId id="261" r:id="rId11"/>
    <p:sldId id="304" r:id="rId12"/>
    <p:sldId id="262" r:id="rId13"/>
    <p:sldId id="263" r:id="rId14"/>
    <p:sldId id="305" r:id="rId15"/>
    <p:sldId id="306" r:id="rId16"/>
    <p:sldId id="307" r:id="rId17"/>
    <p:sldId id="264" r:id="rId18"/>
    <p:sldId id="308" r:id="rId19"/>
    <p:sldId id="265" r:id="rId20"/>
    <p:sldId id="309" r:id="rId21"/>
    <p:sldId id="310" r:id="rId22"/>
    <p:sldId id="266" r:id="rId23"/>
    <p:sldId id="311" r:id="rId24"/>
    <p:sldId id="312" r:id="rId25"/>
    <p:sldId id="268" r:id="rId26"/>
    <p:sldId id="269" r:id="rId27"/>
    <p:sldId id="297" r:id="rId28"/>
    <p:sldId id="313" r:id="rId29"/>
    <p:sldId id="270" r:id="rId30"/>
    <p:sldId id="271" r:id="rId31"/>
    <p:sldId id="272" r:id="rId32"/>
    <p:sldId id="273" r:id="rId33"/>
    <p:sldId id="274" r:id="rId34"/>
    <p:sldId id="275" r:id="rId35"/>
    <p:sldId id="314" r:id="rId36"/>
    <p:sldId id="276" r:id="rId37"/>
    <p:sldId id="277" r:id="rId38"/>
    <p:sldId id="278" r:id="rId39"/>
    <p:sldId id="315" r:id="rId40"/>
    <p:sldId id="316" r:id="rId41"/>
    <p:sldId id="317" r:id="rId42"/>
    <p:sldId id="318" r:id="rId43"/>
    <p:sldId id="319" r:id="rId44"/>
    <p:sldId id="279" r:id="rId45"/>
    <p:sldId id="320" r:id="rId46"/>
    <p:sldId id="280" r:id="rId47"/>
    <p:sldId id="298" r:id="rId48"/>
    <p:sldId id="282" r:id="rId49"/>
    <p:sldId id="299" r:id="rId50"/>
    <p:sldId id="283" r:id="rId51"/>
    <p:sldId id="321" r:id="rId52"/>
    <p:sldId id="284" r:id="rId53"/>
    <p:sldId id="322" r:id="rId54"/>
    <p:sldId id="285" r:id="rId55"/>
    <p:sldId id="294" r:id="rId56"/>
    <p:sldId id="295" r:id="rId5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3333FF"/>
    <a:srgbClr val="000000"/>
    <a:srgbClr val="6600CC"/>
    <a:srgbClr val="FF5050"/>
    <a:srgbClr val="CC0000"/>
    <a:srgbClr val="FFFF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91"/>
    <p:restoredTop sz="87833"/>
  </p:normalViewPr>
  <p:slideViewPr>
    <p:cSldViewPr showGuides="1">
      <p:cViewPr varScale="1">
        <p:scale>
          <a:sx n="46" d="100"/>
          <a:sy n="46" d="100"/>
        </p:scale>
        <p:origin x="-64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0722"/>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2162" name="页眉占位符 92161"/>
          <p:cNvSpPr>
            <a:spLocks noGrp="1"/>
          </p:cNvSpPr>
          <p:nvPr>
            <p:ph type="hdr" sz="quarter"/>
          </p:nvPr>
        </p:nvSpPr>
        <p:spPr>
          <a:xfrm>
            <a:off x="0" y="0"/>
            <a:ext cx="2971800" cy="457200"/>
          </a:xfrm>
          <a:prstGeom prst="rect">
            <a:avLst/>
          </a:prstGeom>
          <a:noFill/>
          <a:ln w="9525">
            <a:noFill/>
          </a:ln>
        </p:spPr>
        <p:txBody>
          <a:bodyPr/>
          <a:p>
            <a:pPr lvl="0" fontAlgn="base"/>
            <a:endParaRPr lang="zh-CN" altLang="en-US" sz="1200" strike="noStrike" noProof="1" dirty="0">
              <a:latin typeface="Times New Roman" panose="02020603050405020304" pitchFamily="18" charset="0"/>
            </a:endParaRPr>
          </a:p>
        </p:txBody>
      </p:sp>
      <p:sp>
        <p:nvSpPr>
          <p:cNvPr id="92163" name="日期占位符 92162"/>
          <p:cNvSpPr>
            <a:spLocks noGrp="1"/>
          </p:cNvSpPr>
          <p:nvPr>
            <p:ph type="dt" idx="1"/>
          </p:nvPr>
        </p:nvSpPr>
        <p:spPr>
          <a:xfrm>
            <a:off x="3886200" y="0"/>
            <a:ext cx="2971800" cy="457200"/>
          </a:xfrm>
          <a:prstGeom prst="rect">
            <a:avLst/>
          </a:prstGeom>
          <a:noFill/>
          <a:ln w="9525">
            <a:noFill/>
          </a:ln>
        </p:spPr>
        <p:txBody>
          <a:bodyPr/>
          <a:p>
            <a:pPr lvl="0" algn="r" fontAlgn="base"/>
            <a:endParaRPr lang="zh-CN" altLang="en-US" sz="1200" strike="noStrike" noProof="1" dirty="0">
              <a:latin typeface="Times New Roman" panose="02020603050405020304" pitchFamily="18" charset="0"/>
            </a:endParaRPr>
          </a:p>
        </p:txBody>
      </p:sp>
      <p:sp>
        <p:nvSpPr>
          <p:cNvPr id="8196" name="幻灯片图像占位符 92163"/>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文本占位符 92164"/>
          <p:cNvSpPr>
            <a:spLocks noGrp="1"/>
          </p:cNvSpPr>
          <p:nvPr>
            <p:ph type="body" sz="quarter"/>
          </p:nvPr>
        </p:nvSpPr>
        <p:spPr>
          <a:xfrm>
            <a:off x="914400" y="4343400"/>
            <a:ext cx="5029200" cy="4114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166" name="页脚占位符 92165"/>
          <p:cNvSpPr>
            <a:spLocks noGrp="1"/>
          </p:cNvSpPr>
          <p:nvPr>
            <p:ph type="ftr" sz="quarter" idx="4"/>
          </p:nvPr>
        </p:nvSpPr>
        <p:spPr>
          <a:xfrm>
            <a:off x="0" y="8686800"/>
            <a:ext cx="2971800" cy="457200"/>
          </a:xfrm>
          <a:prstGeom prst="rect">
            <a:avLst/>
          </a:prstGeom>
          <a:noFill/>
          <a:ln w="9525">
            <a:noFill/>
          </a:ln>
        </p:spPr>
        <p:txBody>
          <a:bodyPr anchor="b" anchorCtr="0"/>
          <a:p>
            <a:pPr lvl="0" fontAlgn="base"/>
            <a:endParaRPr lang="zh-CN" altLang="en-US" sz="1200" strike="noStrike" noProof="1" dirty="0">
              <a:latin typeface="Times New Roman" panose="02020603050405020304" pitchFamily="18" charset="0"/>
            </a:endParaRPr>
          </a:p>
        </p:txBody>
      </p:sp>
      <p:sp>
        <p:nvSpPr>
          <p:cNvPr id="92167" name="灯片编号占位符 92166"/>
          <p:cNvSpPr>
            <a:spLocks noGrp="1"/>
          </p:cNvSpPr>
          <p:nvPr>
            <p:ph type="sldNum" sz="quarter" idx="5"/>
          </p:nvPr>
        </p:nvSpPr>
        <p:spPr>
          <a:xfrm>
            <a:off x="3886200" y="8686800"/>
            <a:ext cx="2971800" cy="457200"/>
          </a:xfrm>
          <a:prstGeom prst="rect">
            <a:avLst/>
          </a:prstGeom>
          <a:noFill/>
          <a:ln w="9525">
            <a:noFill/>
          </a:ln>
        </p:spPr>
        <p:txBody>
          <a:bodyPr anchor="b" anchorCtr="0"/>
          <a:p>
            <a:pPr lvl="0" algn="r" fontAlgn="base"/>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10242" name="幻灯片图像占位符 93185"/>
          <p:cNvSpPr>
            <a:spLocks noTextEdit="1"/>
          </p:cNvSpPr>
          <p:nvPr>
            <p:ph type="sldImg"/>
          </p:nvPr>
        </p:nvSpPr>
        <p:spPr/>
      </p:sp>
      <p:sp>
        <p:nvSpPr>
          <p:cNvPr id="10243" name="文本占位符 93186"/>
          <p:cNvSpPr>
            <a:spLocks noGrp="1"/>
          </p:cNvSpPr>
          <p:nvPr>
            <p:ph type="body"/>
          </p:nvPr>
        </p:nvSpPr>
        <p:spPr/>
        <p:txBody>
          <a:bodyPr anchor="t" anchorCtr="0"/>
          <a:p>
            <a:pPr lvl="0"/>
            <a:r>
              <a:rPr lang="zh-CN" altLang="en-US" dirty="0"/>
              <a:t>从数据结构的定义开始。</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12290" name="幻灯片图像占位符 95233"/>
          <p:cNvSpPr>
            <a:spLocks noTextEdit="1"/>
          </p:cNvSpPr>
          <p:nvPr>
            <p:ph type="sldImg"/>
          </p:nvPr>
        </p:nvSpPr>
        <p:spPr/>
      </p:sp>
      <p:sp>
        <p:nvSpPr>
          <p:cNvPr id="12291" name="文本占位符 95234"/>
          <p:cNvSpPr>
            <a:spLocks noGrp="1"/>
          </p:cNvSpPr>
          <p:nvPr>
            <p:ph type="body"/>
          </p:nvPr>
        </p:nvSpPr>
        <p:spPr/>
        <p:txBody>
          <a:bodyPr anchor="t" anchorCtr="0"/>
          <a:p>
            <a:pPr lvl="0"/>
            <a:r>
              <a:rPr lang="zh-CN" altLang="en-US" dirty="0"/>
              <a:t>特点：这种数据结构的数据元素之间是一对一的关系，即线性关系故称为为线性表 </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14338" name="幻灯片图像占位符 94209"/>
          <p:cNvSpPr>
            <a:spLocks noTextEdit="1"/>
          </p:cNvSpPr>
          <p:nvPr>
            <p:ph type="sldImg"/>
          </p:nvPr>
        </p:nvSpPr>
        <p:spPr/>
      </p:sp>
      <p:sp>
        <p:nvSpPr>
          <p:cNvPr id="14339" name="文本占位符 94210"/>
          <p:cNvSpPr>
            <a:spLocks noGrp="1"/>
          </p:cNvSpPr>
          <p:nvPr>
            <p:ph type="body"/>
          </p:nvPr>
        </p:nvSpPr>
        <p:spPr/>
        <p:txBody>
          <a:bodyPr anchor="t" anchorCtr="0"/>
          <a:p>
            <a:pPr lvl="0"/>
            <a:r>
              <a:rPr lang="en-US" altLang="zh-CN"/>
              <a:t>N=0 </a:t>
            </a:r>
            <a:r>
              <a:rPr lang="zh-CN" altLang="en-US" dirty="0"/>
              <a:t>空表 </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16386" name="幻灯片图像占位符 97281"/>
          <p:cNvSpPr>
            <a:spLocks noTextEdit="1"/>
          </p:cNvSpPr>
          <p:nvPr>
            <p:ph type="sldImg"/>
          </p:nvPr>
        </p:nvSpPr>
        <p:spPr>
          <a:solidFill>
            <a:srgbClr val="FFFFFF"/>
          </a:solidFill>
        </p:spPr>
      </p:sp>
      <p:sp>
        <p:nvSpPr>
          <p:cNvPr id="16387" name="文本占位符 97282"/>
          <p:cNvSpPr>
            <a:spLocks noGrp="1"/>
          </p:cNvSpPr>
          <p:nvPr>
            <p:ph type="body"/>
          </p:nvPr>
        </p:nvSpPr>
        <p:spPr>
          <a:solidFill>
            <a:srgbClr val="FFFFFF"/>
          </a:solidFill>
          <a:ln>
            <a:solidFill>
              <a:srgbClr val="000000"/>
            </a:solidFill>
            <a:miter/>
          </a:ln>
        </p:spPr>
        <p:txBody>
          <a:bodyPr anchor="t" anchorCtr="0"/>
          <a:p>
            <a:pPr lvl="0"/>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19458" name="幻灯片图像占位符 123905"/>
          <p:cNvSpPr>
            <a:spLocks noTextEdit="1"/>
          </p:cNvSpPr>
          <p:nvPr>
            <p:ph type="sldImg"/>
          </p:nvPr>
        </p:nvSpPr>
        <p:spPr/>
      </p:sp>
      <p:sp>
        <p:nvSpPr>
          <p:cNvPr id="19459" name="文本占位符 123906"/>
          <p:cNvSpPr>
            <a:spLocks noGrp="1"/>
          </p:cNvSpPr>
          <p:nvPr>
            <p:ph type="body"/>
          </p:nvPr>
        </p:nvSpPr>
        <p:spPr/>
        <p:txBody>
          <a:bodyPr anchor="t" anchorCtr="0"/>
          <a:p>
            <a:pPr lvl="0"/>
            <a:r>
              <a:rPr lang="zh-CN" altLang="en-US" dirty="0"/>
              <a:t>这些操作和线性表的存储方式密切相关。</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33794" name="幻灯片图像占位符 106497"/>
          <p:cNvSpPr>
            <a:spLocks noTextEdit="1"/>
          </p:cNvSpPr>
          <p:nvPr>
            <p:ph type="sldImg"/>
          </p:nvPr>
        </p:nvSpPr>
        <p:spPr/>
      </p:sp>
      <p:sp>
        <p:nvSpPr>
          <p:cNvPr id="33795" name="文本占位符 106498"/>
          <p:cNvSpPr>
            <a:spLocks noGrp="1"/>
          </p:cNvSpPr>
          <p:nvPr>
            <p:ph type="body"/>
          </p:nvPr>
        </p:nvSpPr>
        <p:spPr/>
        <p:txBody>
          <a:bodyPr anchor="t" anchorCtr="0"/>
          <a:p>
            <a:pPr lvl="0"/>
            <a:r>
              <a:rPr lang="zh-CN" altLang="en-US" dirty="0"/>
              <a:t>用这种结构体数据类型去定义结构体变量来存放各个节点的信息了。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38914" name="幻灯片图像占位符 108545"/>
          <p:cNvSpPr>
            <a:spLocks noTextEdit="1"/>
          </p:cNvSpPr>
          <p:nvPr>
            <p:ph type="sldImg"/>
          </p:nvPr>
        </p:nvSpPr>
        <p:spPr/>
      </p:sp>
      <p:sp>
        <p:nvSpPr>
          <p:cNvPr id="38915" name="文本占位符 108546"/>
          <p:cNvSpPr>
            <a:spLocks noGrp="1"/>
          </p:cNvSpPr>
          <p:nvPr>
            <p:ph type="body"/>
          </p:nvPr>
        </p:nvSpPr>
        <p:spPr/>
        <p:txBody>
          <a:bodyPr anchor="t" anchorCtr="0"/>
          <a:p>
            <a:pPr lvl="0"/>
            <a:r>
              <a:rPr lang="en-US" altLang="zh-CN" err="1"/>
              <a:t>Malloc</a:t>
            </a:r>
            <a:r>
              <a:rPr lang="zh-CN" altLang="en-US" dirty="0"/>
              <a:t>函数功能是分配若干个字节的存储区</a:t>
            </a:r>
            <a:r>
              <a:rPr lang="en-US" altLang="zh-CN" dirty="0"/>
              <a:t>.</a:t>
            </a:r>
            <a:r>
              <a:rPr lang="zh-CN" altLang="en-US" dirty="0"/>
              <a:t>返回值一般是</a:t>
            </a:r>
            <a:r>
              <a:rPr lang="en-US" altLang="zh-CN"/>
              <a:t>void</a:t>
            </a:r>
            <a:r>
              <a:rPr lang="zh-CN" altLang="en-US" dirty="0"/>
              <a:t>指针</a:t>
            </a:r>
            <a:r>
              <a:rPr lang="en-US" altLang="zh-CN" dirty="0"/>
              <a:t>,</a:t>
            </a:r>
            <a:r>
              <a:rPr lang="zh-CN" altLang="en-US" dirty="0"/>
              <a:t>一般要求用强制类型转换方法将其转换为所需类型</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57346" name="幻灯片图像占位符 117761"/>
          <p:cNvSpPr>
            <a:spLocks noTextEdit="1"/>
          </p:cNvSpPr>
          <p:nvPr>
            <p:ph type="sldImg"/>
          </p:nvPr>
        </p:nvSpPr>
        <p:spPr/>
      </p:sp>
      <p:sp>
        <p:nvSpPr>
          <p:cNvPr id="57347" name="文本占位符 117762"/>
          <p:cNvSpPr>
            <a:spLocks noGrp="1"/>
          </p:cNvSpPr>
          <p:nvPr>
            <p:ph type="body"/>
          </p:nvPr>
        </p:nvSpPr>
        <p:spPr/>
        <p:txBody>
          <a:bodyPr anchor="t" anchorCtr="0"/>
          <a:p>
            <a:pPr lvl="0"/>
            <a:r>
              <a:rPr lang="zh-CN" altLang="en-US" dirty="0"/>
              <a:t>单链表的一种，只有一个指针域（后继）。只能向后搜索。</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67586" name="幻灯片图像占位符 122881"/>
          <p:cNvSpPr>
            <a:spLocks noTextEdit="1"/>
          </p:cNvSpPr>
          <p:nvPr>
            <p:ph type="sldImg"/>
          </p:nvPr>
        </p:nvSpPr>
        <p:spPr/>
      </p:sp>
      <p:sp>
        <p:nvSpPr>
          <p:cNvPr id="67587" name="文本占位符 122882"/>
          <p:cNvSpPr>
            <a:spLocks noGrp="1"/>
          </p:cNvSpPr>
          <p:nvPr>
            <p:ph type="body"/>
          </p:nvPr>
        </p:nvSpPr>
        <p:spPr/>
        <p:txBody>
          <a:bodyPr anchor="t" anchorCtr="0"/>
          <a:p>
            <a:pPr lvl="0"/>
            <a:r>
              <a:rPr lang="zh-CN" altLang="en-US" dirty="0"/>
              <a:t>下面来看如何在计算机上存储和实现。</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灯片编号占位符 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
        <p:nvSpPr>
          <p:cNvPr id="70658" name="幻灯片图像占位符 121857"/>
          <p:cNvSpPr>
            <a:spLocks noTextEdit="1"/>
          </p:cNvSpPr>
          <p:nvPr>
            <p:ph type="sldImg"/>
          </p:nvPr>
        </p:nvSpPr>
        <p:spPr/>
      </p:sp>
      <p:sp>
        <p:nvSpPr>
          <p:cNvPr id="70659" name="文本占位符 121858"/>
          <p:cNvSpPr>
            <a:spLocks noGrp="1"/>
          </p:cNvSpPr>
          <p:nvPr>
            <p:ph type="body"/>
          </p:nvPr>
        </p:nvSpPr>
        <p:spPr/>
        <p:txBody>
          <a:bodyPr anchor="t" anchorCtr="0"/>
          <a:p>
            <a:pPr lvl="0">
              <a:spcBef>
                <a:spcPct val="0"/>
              </a:spcBef>
            </a:pPr>
            <a:endParaRPr lang="zh-CN" altLang="zh-CN" sz="2800" b="1">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image" Target="../media/image9.svg"/><Relationship Id="rId12" Type="http://schemas.openxmlformats.org/officeDocument/2006/relationships/image" Target="../media/image8.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8" Type="http://schemas.openxmlformats.org/officeDocument/2006/relationships/image" Target="../media/image13.svg"/><Relationship Id="rId17" Type="http://schemas.openxmlformats.org/officeDocument/2006/relationships/image" Target="../media/image12.png"/><Relationship Id="rId16" Type="http://schemas.openxmlformats.org/officeDocument/2006/relationships/tags" Target="../tags/tag37.xml"/><Relationship Id="rId15" Type="http://schemas.openxmlformats.org/officeDocument/2006/relationships/image" Target="../media/image11.svg"/><Relationship Id="rId14" Type="http://schemas.openxmlformats.org/officeDocument/2006/relationships/image" Target="../media/image10.png"/><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9" Type="http://schemas.openxmlformats.org/officeDocument/2006/relationships/image" Target="../media/image15.svg"/><Relationship Id="rId18" Type="http://schemas.openxmlformats.org/officeDocument/2006/relationships/image" Target="../media/image14.png"/><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2" Type="http://schemas.openxmlformats.org/officeDocument/2006/relationships/image" Target="../media/image16.png"/><Relationship Id="rId21" Type="http://schemas.openxmlformats.org/officeDocument/2006/relationships/tags" Target="../tags/tag103.xml"/><Relationship Id="rId20" Type="http://schemas.openxmlformats.org/officeDocument/2006/relationships/tags" Target="../tags/tag102.xml"/><Relationship Id="rId2" Type="http://schemas.openxmlformats.org/officeDocument/2006/relationships/tags" Target="../tags/tag84.xml"/><Relationship Id="rId19" Type="http://schemas.openxmlformats.org/officeDocument/2006/relationships/tags" Target="../tags/tag101.xml"/><Relationship Id="rId18" Type="http://schemas.openxmlformats.org/officeDocument/2006/relationships/tags" Target="../tags/tag100.xml"/><Relationship Id="rId17" Type="http://schemas.openxmlformats.org/officeDocument/2006/relationships/tags" Target="../tags/tag99.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blipFill>
        <a:effectLst/>
      </p:bgPr>
    </p:bg>
    <p:spTree>
      <p:nvGrpSpPr>
        <p:cNvPr id="1" name=""/>
        <p:cNvGrpSpPr/>
        <p:nvPr/>
      </p:nvGrpSpPr>
      <p:grpSpPr/>
      <p:grpSp>
        <p:nvGrpSpPr>
          <p:cNvPr id="3074" name="组合 89089"/>
          <p:cNvGrpSpPr/>
          <p:nvPr/>
        </p:nvGrpSpPr>
        <p:grpSpPr>
          <a:xfrm>
            <a:off x="19050" y="1109663"/>
            <a:ext cx="9156700" cy="757237"/>
            <a:chOff x="0" y="0"/>
            <a:chExt cx="5768" cy="477"/>
          </a:xfrm>
        </p:grpSpPr>
        <p:sp>
          <p:nvSpPr>
            <p:cNvPr id="3075" name="任意多边形 89090"/>
            <p:cNvSpPr/>
            <p:nvPr userDrawn="1"/>
          </p:nvSpPr>
          <p:spPr>
            <a:xfrm>
              <a:off x="5" y="0"/>
              <a:ext cx="5763" cy="477"/>
            </a:xfrm>
            <a:custGeom>
              <a:avLst/>
              <a:gdLst/>
              <a:ahLst/>
              <a:cxnLst/>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a:noFill/>
            </a:ln>
          </p:spPr>
          <p:txBody>
            <a:bodyPr/>
            <a:p>
              <a:endParaRPr lang="zh-CN" altLang="en-US">
                <a:latin typeface="+mn-lt"/>
                <a:ea typeface="+mn-ea"/>
              </a:endParaRPr>
            </a:p>
          </p:txBody>
        </p:sp>
        <p:sp>
          <p:nvSpPr>
            <p:cNvPr id="3076" name="任意多边形 89091"/>
            <p:cNvSpPr/>
            <p:nvPr userDrawn="1"/>
          </p:nvSpPr>
          <p:spPr>
            <a:xfrm>
              <a:off x="0" y="98"/>
              <a:ext cx="256" cy="253"/>
            </a:xfrm>
            <a:custGeom>
              <a:avLst/>
              <a:gdLst/>
              <a:ahLst/>
              <a:cxnLst/>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77" name="任意多边形 89092"/>
            <p:cNvSpPr/>
            <p:nvPr userDrawn="1"/>
          </p:nvSpPr>
          <p:spPr>
            <a:xfrm>
              <a:off x="56" y="0"/>
              <a:ext cx="708" cy="459"/>
            </a:xfrm>
            <a:custGeom>
              <a:avLst/>
              <a:gdLst/>
              <a:ahLst/>
              <a:cxnLst/>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3078" name="任意多边形 89093"/>
            <p:cNvSpPr/>
            <p:nvPr userDrawn="1"/>
          </p:nvSpPr>
          <p:spPr>
            <a:xfrm>
              <a:off x="131" y="269"/>
              <a:ext cx="251" cy="194"/>
            </a:xfrm>
            <a:custGeom>
              <a:avLst/>
              <a:gdLst/>
              <a:ahLst/>
              <a:cxnLst/>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79" name="任意多边形 89094"/>
            <p:cNvSpPr/>
            <p:nvPr userDrawn="1"/>
          </p:nvSpPr>
          <p:spPr>
            <a:xfrm>
              <a:off x="341" y="0"/>
              <a:ext cx="159" cy="72"/>
            </a:xfrm>
            <a:custGeom>
              <a:avLst/>
              <a:gdLst/>
              <a:ahLst/>
              <a:cxnLst/>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80" name="任意多边形 89095"/>
            <p:cNvSpPr/>
            <p:nvPr userDrawn="1"/>
          </p:nvSpPr>
          <p:spPr>
            <a:xfrm>
              <a:off x="488" y="0"/>
              <a:ext cx="455" cy="216"/>
            </a:xfrm>
            <a:custGeom>
              <a:avLst/>
              <a:gdLst/>
              <a:ahLst/>
              <a:cxnLst/>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tileRect/>
            </a:gradFill>
            <a:ln w="9525">
              <a:noFill/>
            </a:ln>
          </p:spPr>
          <p:txBody>
            <a:bodyPr/>
            <a:p>
              <a:endParaRPr lang="zh-CN" altLang="en-US">
                <a:latin typeface="+mn-lt"/>
                <a:ea typeface="+mn-ea"/>
              </a:endParaRPr>
            </a:p>
          </p:txBody>
        </p:sp>
        <p:sp>
          <p:nvSpPr>
            <p:cNvPr id="3081" name="任意多边形 89096"/>
            <p:cNvSpPr/>
            <p:nvPr userDrawn="1"/>
          </p:nvSpPr>
          <p:spPr>
            <a:xfrm>
              <a:off x="1448" y="37"/>
              <a:ext cx="414" cy="108"/>
            </a:xfrm>
            <a:custGeom>
              <a:avLst/>
              <a:gdLst/>
              <a:ahLst/>
              <a:cxnLst/>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3082" name="任意多边形 89097"/>
            <p:cNvSpPr/>
            <p:nvPr userDrawn="1"/>
          </p:nvSpPr>
          <p:spPr>
            <a:xfrm>
              <a:off x="1790" y="0"/>
              <a:ext cx="520" cy="225"/>
            </a:xfrm>
            <a:custGeom>
              <a:avLst/>
              <a:gdLst/>
              <a:ahLst/>
              <a:cxnLst/>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83" name="任意多边形 89098"/>
            <p:cNvSpPr/>
            <p:nvPr userDrawn="1"/>
          </p:nvSpPr>
          <p:spPr>
            <a:xfrm>
              <a:off x="1943" y="154"/>
              <a:ext cx="431" cy="233"/>
            </a:xfrm>
            <a:custGeom>
              <a:avLst/>
              <a:gdLst/>
              <a:ahLst/>
              <a:cxnLst/>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84" name="任意多边形 89099"/>
            <p:cNvSpPr/>
            <p:nvPr userDrawn="1"/>
          </p:nvSpPr>
          <p:spPr>
            <a:xfrm>
              <a:off x="2262" y="87"/>
              <a:ext cx="396" cy="227"/>
            </a:xfrm>
            <a:custGeom>
              <a:avLst/>
              <a:gdLst/>
              <a:ahLst/>
              <a:cxnLst/>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85" name="任意多边形 89100"/>
            <p:cNvSpPr/>
            <p:nvPr userDrawn="1"/>
          </p:nvSpPr>
          <p:spPr>
            <a:xfrm>
              <a:off x="2264" y="240"/>
              <a:ext cx="516" cy="223"/>
            </a:xfrm>
            <a:custGeom>
              <a:avLst/>
              <a:gdLst/>
              <a:ahLst/>
              <a:cxnLst/>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tileRect/>
            </a:gradFill>
            <a:ln w="9525">
              <a:noFill/>
            </a:ln>
          </p:spPr>
          <p:txBody>
            <a:bodyPr/>
            <a:p>
              <a:endParaRPr lang="zh-CN" altLang="en-US">
                <a:latin typeface="+mn-lt"/>
                <a:ea typeface="+mn-ea"/>
              </a:endParaRPr>
            </a:p>
          </p:txBody>
        </p:sp>
        <p:sp>
          <p:nvSpPr>
            <p:cNvPr id="3086" name="任意多边形 89101"/>
            <p:cNvSpPr/>
            <p:nvPr userDrawn="1"/>
          </p:nvSpPr>
          <p:spPr>
            <a:xfrm>
              <a:off x="2723" y="324"/>
              <a:ext cx="414" cy="100"/>
            </a:xfrm>
            <a:custGeom>
              <a:avLst/>
              <a:gdLst/>
              <a:ahLst/>
              <a:cxnLst/>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3087" name="任意多边形 89102"/>
            <p:cNvSpPr/>
            <p:nvPr userDrawn="1"/>
          </p:nvSpPr>
          <p:spPr>
            <a:xfrm>
              <a:off x="3165" y="375"/>
              <a:ext cx="150" cy="72"/>
            </a:xfrm>
            <a:custGeom>
              <a:avLst/>
              <a:gdLst/>
              <a:ahLst/>
              <a:cxnLst/>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3088" name="任意多边形 89103"/>
            <p:cNvSpPr/>
            <p:nvPr userDrawn="1"/>
          </p:nvSpPr>
          <p:spPr>
            <a:xfrm>
              <a:off x="3463" y="267"/>
              <a:ext cx="148" cy="91"/>
            </a:xfrm>
            <a:custGeom>
              <a:avLst/>
              <a:gdLst/>
              <a:ahLst/>
              <a:cxnLst/>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tileRect/>
            </a:gradFill>
            <a:ln w="9525">
              <a:noFill/>
            </a:ln>
          </p:spPr>
          <p:txBody>
            <a:bodyPr/>
            <a:p>
              <a:endParaRPr lang="zh-CN" altLang="en-US">
                <a:latin typeface="+mn-lt"/>
                <a:ea typeface="+mn-ea"/>
              </a:endParaRPr>
            </a:p>
          </p:txBody>
        </p:sp>
        <p:sp>
          <p:nvSpPr>
            <p:cNvPr id="3089" name="任意多边形 89104"/>
            <p:cNvSpPr/>
            <p:nvPr userDrawn="1"/>
          </p:nvSpPr>
          <p:spPr>
            <a:xfrm>
              <a:off x="3580" y="58"/>
              <a:ext cx="938" cy="158"/>
            </a:xfrm>
            <a:custGeom>
              <a:avLst/>
              <a:gdLst/>
              <a:ahLst/>
              <a:cxnLst/>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3090" name="任意多边形 89105"/>
            <p:cNvSpPr/>
            <p:nvPr userDrawn="1"/>
          </p:nvSpPr>
          <p:spPr>
            <a:xfrm>
              <a:off x="3686" y="145"/>
              <a:ext cx="372" cy="98"/>
            </a:xfrm>
            <a:custGeom>
              <a:avLst/>
              <a:gdLst/>
              <a:ahLst/>
              <a:cxnLst/>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3091" name="任意多边形 89106"/>
            <p:cNvSpPr/>
            <p:nvPr userDrawn="1"/>
          </p:nvSpPr>
          <p:spPr>
            <a:xfrm>
              <a:off x="3618" y="308"/>
              <a:ext cx="318" cy="158"/>
            </a:xfrm>
            <a:custGeom>
              <a:avLst/>
              <a:gdLst/>
              <a:ahLst/>
              <a:cxnLst/>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tileRect/>
            </a:gradFill>
            <a:ln w="9525">
              <a:noFill/>
            </a:ln>
          </p:spPr>
          <p:txBody>
            <a:bodyPr/>
            <a:p>
              <a:endParaRPr lang="zh-CN" altLang="en-US">
                <a:latin typeface="+mn-lt"/>
                <a:ea typeface="+mn-ea"/>
              </a:endParaRPr>
            </a:p>
          </p:txBody>
        </p:sp>
        <p:sp>
          <p:nvSpPr>
            <p:cNvPr id="3092" name="任意多边形 89107"/>
            <p:cNvSpPr/>
            <p:nvPr userDrawn="1"/>
          </p:nvSpPr>
          <p:spPr>
            <a:xfrm>
              <a:off x="3413" y="291"/>
              <a:ext cx="380" cy="174"/>
            </a:xfrm>
            <a:custGeom>
              <a:avLst/>
              <a:gdLst/>
              <a:ahLst/>
              <a:cxnLst/>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3093" name="任意多边形 89108"/>
            <p:cNvSpPr/>
            <p:nvPr userDrawn="1"/>
          </p:nvSpPr>
          <p:spPr>
            <a:xfrm>
              <a:off x="4178" y="187"/>
              <a:ext cx="523" cy="69"/>
            </a:xfrm>
            <a:custGeom>
              <a:avLst/>
              <a:gdLst/>
              <a:ahLst/>
              <a:cxnLst/>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tileRect/>
            </a:gradFill>
            <a:ln w="9525">
              <a:noFill/>
            </a:ln>
          </p:spPr>
          <p:txBody>
            <a:bodyPr/>
            <a:p>
              <a:endParaRPr lang="zh-CN" altLang="en-US">
                <a:latin typeface="+mn-lt"/>
                <a:ea typeface="+mn-ea"/>
              </a:endParaRPr>
            </a:p>
          </p:txBody>
        </p:sp>
        <p:sp>
          <p:nvSpPr>
            <p:cNvPr id="3094" name="任意多边形 89109"/>
            <p:cNvSpPr/>
            <p:nvPr userDrawn="1"/>
          </p:nvSpPr>
          <p:spPr>
            <a:xfrm>
              <a:off x="4689" y="186"/>
              <a:ext cx="537" cy="120"/>
            </a:xfrm>
            <a:custGeom>
              <a:avLst/>
              <a:gdLst/>
              <a:ahLst/>
              <a:cxnLst/>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3095" name="任意多边形 89110"/>
            <p:cNvSpPr/>
            <p:nvPr userDrawn="1"/>
          </p:nvSpPr>
          <p:spPr>
            <a:xfrm>
              <a:off x="4968" y="312"/>
              <a:ext cx="800" cy="143"/>
            </a:xfrm>
            <a:custGeom>
              <a:avLst/>
              <a:gdLst/>
              <a:ahLst/>
              <a:cxnLst/>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tileRect/>
            </a:gradFill>
            <a:ln w="9525">
              <a:noFill/>
            </a:ln>
          </p:spPr>
          <p:txBody>
            <a:bodyPr/>
            <a:p>
              <a:endParaRPr lang="zh-CN" altLang="en-US">
                <a:latin typeface="+mn-lt"/>
                <a:ea typeface="+mn-ea"/>
              </a:endParaRPr>
            </a:p>
          </p:txBody>
        </p:sp>
        <p:sp>
          <p:nvSpPr>
            <p:cNvPr id="3096" name="任意多边形 89111"/>
            <p:cNvSpPr/>
            <p:nvPr userDrawn="1"/>
          </p:nvSpPr>
          <p:spPr>
            <a:xfrm>
              <a:off x="5318" y="240"/>
              <a:ext cx="402" cy="115"/>
            </a:xfrm>
            <a:custGeom>
              <a:avLst/>
              <a:gdLst/>
              <a:ahLst/>
              <a:cxnLst/>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grpSp>
      <p:grpSp>
        <p:nvGrpSpPr>
          <p:cNvPr id="3097" name="组合 89112"/>
          <p:cNvGrpSpPr/>
          <p:nvPr/>
        </p:nvGrpSpPr>
        <p:grpSpPr>
          <a:xfrm>
            <a:off x="20638" y="6161088"/>
            <a:ext cx="9169400" cy="138112"/>
            <a:chOff x="0" y="4032"/>
            <a:chExt cx="5776" cy="87"/>
          </a:xfrm>
        </p:grpSpPr>
        <p:sp>
          <p:nvSpPr>
            <p:cNvPr id="3098" name="任意多边形 89113"/>
            <p:cNvSpPr/>
            <p:nvPr userDrawn="1"/>
          </p:nvSpPr>
          <p:spPr>
            <a:xfrm>
              <a:off x="4041" y="4047"/>
              <a:ext cx="1735" cy="72"/>
            </a:xfrm>
            <a:custGeom>
              <a:avLst/>
              <a:gdLst/>
              <a:ahLst/>
              <a:cxnLst/>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3099" name="任意多边形 89114"/>
            <p:cNvSpPr/>
            <p:nvPr userDrawn="1"/>
          </p:nvSpPr>
          <p:spPr>
            <a:xfrm>
              <a:off x="1727" y="4038"/>
              <a:ext cx="2655" cy="60"/>
            </a:xfrm>
            <a:custGeom>
              <a:avLst/>
              <a:gdLst/>
              <a:ahLst/>
              <a:cxnLst/>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3100" name="任意多边形 89115"/>
            <p:cNvSpPr/>
            <p:nvPr userDrawn="1"/>
          </p:nvSpPr>
          <p:spPr>
            <a:xfrm>
              <a:off x="0" y="4032"/>
              <a:ext cx="2041" cy="62"/>
            </a:xfrm>
            <a:custGeom>
              <a:avLst/>
              <a:gdLst/>
              <a:ahLst/>
              <a:cxnLst/>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grpSp>
      <p:pic>
        <p:nvPicPr>
          <p:cNvPr id="3101" name="图片 89137" descr="01"/>
          <p:cNvPicPr>
            <a:picLocks noChangeAspect="1"/>
          </p:cNvPicPr>
          <p:nvPr userDrawn="1"/>
        </p:nvPicPr>
        <p:blipFill>
          <a:blip r:embed="rId3">
            <a:clrChange>
              <a:clrFrom>
                <a:srgbClr val="FFFFFF"/>
              </a:clrFrom>
              <a:clrTo>
                <a:srgbClr val="FFFFFF">
                  <a:alpha val="0"/>
                </a:srgbClr>
              </a:clrTo>
            </a:clrChange>
          </a:blip>
          <a:stretch>
            <a:fillRect/>
          </a:stretch>
        </p:blipFill>
        <p:spPr>
          <a:xfrm>
            <a:off x="0" y="0"/>
            <a:ext cx="973138" cy="1295400"/>
          </a:xfrm>
          <a:prstGeom prst="rect">
            <a:avLst/>
          </a:prstGeom>
          <a:noFill/>
          <a:ln w="9525">
            <a:noFill/>
          </a:ln>
        </p:spPr>
      </p:pic>
      <p:sp>
        <p:nvSpPr>
          <p:cNvPr id="3102" name="文本框 89138"/>
          <p:cNvSpPr txBox="1"/>
          <p:nvPr userDrawn="1"/>
        </p:nvSpPr>
        <p:spPr>
          <a:xfrm>
            <a:off x="7620000" y="228600"/>
            <a:ext cx="1295400" cy="398780"/>
          </a:xfrm>
          <a:prstGeom prst="rect">
            <a:avLst/>
          </a:prstGeom>
          <a:noFill/>
          <a:ln w="9525">
            <a:noFill/>
          </a:ln>
        </p:spPr>
        <p:txBody>
          <a:bodyPr anchor="t" anchorCtr="0">
            <a:spAutoFit/>
          </a:bodyPr>
          <a:p>
            <a:pPr lvl="0">
              <a:spcBef>
                <a:spcPct val="50000"/>
              </a:spcBef>
            </a:pPr>
            <a:r>
              <a:rPr lang="zh-CN" altLang="en-US" sz="2000" b="1" i="1" dirty="0">
                <a:solidFill>
                  <a:srgbClr val="6600CC"/>
                </a:solidFill>
                <a:latin typeface="+mn-lt"/>
                <a:ea typeface="+mn-ea"/>
              </a:rPr>
              <a:t>数据结构</a:t>
            </a:r>
            <a:endParaRPr lang="zh-CN" altLang="en-US" sz="2000" b="1" i="1" dirty="0">
              <a:solidFill>
                <a:srgbClr val="6600CC"/>
              </a:solidFill>
              <a:latin typeface="+mn-lt"/>
              <a:ea typeface="+mn-ea"/>
            </a:endParaRPr>
          </a:p>
        </p:txBody>
      </p:sp>
      <p:sp>
        <p:nvSpPr>
          <p:cNvPr id="89117" name="标题 89116"/>
          <p:cNvSpPr>
            <a:spLocks noGrp="1"/>
          </p:cNvSpPr>
          <p:nvPr>
            <p:ph type="ctrTitle" sz="quarter"/>
          </p:nvPr>
        </p:nvSpPr>
        <p:spPr>
          <a:xfrm>
            <a:off x="685800" y="2133600"/>
            <a:ext cx="7772400" cy="1335088"/>
          </a:xfrm>
          <a:prstGeom prst="rect">
            <a:avLst/>
          </a:prstGeom>
          <a:noFill/>
          <a:ln w="9525">
            <a:noFill/>
          </a:ln>
        </p:spPr>
        <p:txBody>
          <a:bodyPr anchor="b" anchorCtr="1"/>
          <a:lstStyle>
            <a:lvl1pPr lvl="0">
              <a:buClrTx/>
              <a:buSzTx/>
              <a:buFontTx/>
              <a:defRPr/>
            </a:lvl1pPr>
          </a:lstStyle>
          <a:p>
            <a:pPr lvl="0" fontAlgn="base"/>
            <a:r>
              <a:rPr lang="zh-CN" altLang="en-US" strike="noStrike" noProof="1" dirty="0"/>
              <a:t>单击此处编辑母版标题样式</a:t>
            </a:r>
            <a:endParaRPr lang="zh-CN" altLang="en-US" strike="noStrike" noProof="1" dirty="0"/>
          </a:p>
        </p:txBody>
      </p:sp>
      <p:sp>
        <p:nvSpPr>
          <p:cNvPr id="89118" name="副标题 89117"/>
          <p:cNvSpPr>
            <a:spLocks noGrp="1"/>
          </p:cNvSpPr>
          <p:nvPr>
            <p:ph type="subTitle" sz="quarter" idx="1"/>
          </p:nvPr>
        </p:nvSpPr>
        <p:spPr>
          <a:xfrm>
            <a:off x="1273175" y="3729038"/>
            <a:ext cx="6400800" cy="1371600"/>
          </a:xfrm>
          <a:prstGeom prst="rect">
            <a:avLst/>
          </a:prstGeom>
          <a:noFill/>
          <a:ln w="9525">
            <a:noFill/>
          </a:ln>
        </p:spPr>
        <p:txBody>
          <a:bodyPr anchor="t" anchorCtr="1"/>
          <a:lstStyle>
            <a:lvl1pPr marL="0" lvl="0" indent="0" algn="ctr">
              <a:buClrTx/>
              <a:buSzPct val="90000"/>
              <a:buFontTx/>
              <a:buNone/>
              <a:defRPr/>
            </a:lvl1pPr>
            <a:lvl2pPr marL="457200" lvl="1" indent="0" algn="ctr">
              <a:buClrTx/>
              <a:buSzPct val="80000"/>
              <a:buFontTx/>
              <a:buNone/>
              <a:defRPr/>
            </a:lvl2pPr>
            <a:lvl3pPr marL="914400" lvl="2" indent="0" algn="ctr">
              <a:buClrTx/>
              <a:buSzPct val="70000"/>
              <a:buFontTx/>
              <a:buNone/>
              <a:defRPr/>
            </a:lvl3pPr>
            <a:lvl4pPr marL="1371600" lvl="3" indent="0" algn="ctr">
              <a:buClrTx/>
              <a:buSzPct val="70000"/>
              <a:buFontTx/>
              <a:buNone/>
              <a:defRPr/>
            </a:lvl4pPr>
            <a:lvl5pPr marL="1828800" lvl="4" indent="0" algn="ctr">
              <a:buClrTx/>
              <a:buSzPct val="70000"/>
              <a:buFontTx/>
              <a:buNone/>
              <a:defRPr/>
            </a:lvl5pPr>
          </a:lstStyle>
          <a:p>
            <a:pPr lvl="0" fontAlgn="base"/>
            <a:r>
              <a:rPr lang="zh-CN" altLang="en-US" strike="noStrike" noProof="1" dirty="0"/>
              <a:t>单击此处编辑母版副标题样式</a:t>
            </a:r>
            <a:endParaRPr lang="zh-CN" altLang="en-US" strike="noStrike" noProof="1" dirty="0"/>
          </a:p>
        </p:txBody>
      </p:sp>
    </p:spTree>
  </p:cSld>
  <p:clrMapOvr>
    <a:masterClrMapping/>
  </p:clrMapOvr>
  <p:transition/>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1143000"/>
            <a:ext cx="4256532" cy="5257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8868" y="1143000"/>
            <a:ext cx="4256532" cy="5257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457200"/>
            <a:ext cx="21717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457200"/>
            <a:ext cx="6389204"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8" name="任意多边形: 形状 27"/>
          <p:cNvSpPr/>
          <p:nvPr userDrawn="1">
            <p:custDataLst>
              <p:tags r:id="rId2"/>
            </p:custDataLst>
          </p:nvPr>
        </p:nvSpPr>
        <p:spPr>
          <a:xfrm>
            <a:off x="476" y="3437165"/>
            <a:ext cx="9143524" cy="2563109"/>
          </a:xfrm>
          <a:custGeom>
            <a:avLst/>
            <a:gdLst>
              <a:gd name="connsiteX0" fmla="*/ 0 w 12191365"/>
              <a:gd name="connsiteY0" fmla="*/ 0 h 3417478"/>
              <a:gd name="connsiteX1" fmla="*/ 12191365 w 12191365"/>
              <a:gd name="connsiteY1" fmla="*/ 0 h 3417478"/>
              <a:gd name="connsiteX2" fmla="*/ 12191365 w 12191365"/>
              <a:gd name="connsiteY2" fmla="*/ 3417478 h 3417478"/>
              <a:gd name="connsiteX3" fmla="*/ 0 w 12191365"/>
              <a:gd name="connsiteY3" fmla="*/ 3417478 h 3417478"/>
              <a:gd name="connsiteX4" fmla="*/ 0 w 12191365"/>
              <a:gd name="connsiteY4" fmla="*/ 0 h 3417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17478">
                <a:moveTo>
                  <a:pt x="0" y="0"/>
                </a:moveTo>
                <a:lnTo>
                  <a:pt x="12191365" y="0"/>
                </a:lnTo>
                <a:lnTo>
                  <a:pt x="12191365" y="3417478"/>
                </a:lnTo>
                <a:lnTo>
                  <a:pt x="0" y="3417478"/>
                </a:lnTo>
                <a:lnTo>
                  <a:pt x="0" y="0"/>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p:nvSpPr>
          <p:cNvPr id="27" name="任意多边形: 形状 26"/>
          <p:cNvSpPr/>
          <p:nvPr userDrawn="1">
            <p:custDataLst>
              <p:tags r:id="rId3"/>
            </p:custDataLst>
          </p:nvPr>
        </p:nvSpPr>
        <p:spPr>
          <a:xfrm>
            <a:off x="476" y="857726"/>
            <a:ext cx="9143524" cy="2579439"/>
          </a:xfrm>
          <a:custGeom>
            <a:avLst/>
            <a:gdLst>
              <a:gd name="connsiteX0" fmla="*/ 0 w 12191365"/>
              <a:gd name="connsiteY0" fmla="*/ 0 h 3439252"/>
              <a:gd name="connsiteX1" fmla="*/ 12191365 w 12191365"/>
              <a:gd name="connsiteY1" fmla="*/ 0 h 3439252"/>
              <a:gd name="connsiteX2" fmla="*/ 12191365 w 12191365"/>
              <a:gd name="connsiteY2" fmla="*/ 3439252 h 3439252"/>
              <a:gd name="connsiteX3" fmla="*/ 0 w 12191365"/>
              <a:gd name="connsiteY3" fmla="*/ 3439252 h 3439252"/>
              <a:gd name="connsiteX4" fmla="*/ 0 w 12191365"/>
              <a:gd name="connsiteY4" fmla="*/ 0 h 3439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39252">
                <a:moveTo>
                  <a:pt x="0" y="0"/>
                </a:moveTo>
                <a:lnTo>
                  <a:pt x="12191365" y="0"/>
                </a:lnTo>
                <a:lnTo>
                  <a:pt x="12191365" y="3439252"/>
                </a:lnTo>
                <a:lnTo>
                  <a:pt x="0" y="3439252"/>
                </a:lnTo>
                <a:lnTo>
                  <a:pt x="0" y="0"/>
                </a:ln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useBgFill="1">
        <p:nvSpPr>
          <p:cNvPr id="13" name="圆角矩形 12"/>
          <p:cNvSpPr/>
          <p:nvPr userDrawn="1">
            <p:custDataLst>
              <p:tags r:id="rId4"/>
            </p:custDataLst>
          </p:nvPr>
        </p:nvSpPr>
        <p:spPr>
          <a:xfrm>
            <a:off x="114300" y="995839"/>
            <a:ext cx="8922068" cy="4867275"/>
          </a:xfrm>
          <a:prstGeom prst="roundRect">
            <a:avLst>
              <a:gd name="adj" fmla="val 26281"/>
            </a:avLst>
          </a:prstGeom>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3" name="圆角矩形 2"/>
          <p:cNvSpPr/>
          <p:nvPr userDrawn="1">
            <p:custDataLst>
              <p:tags r:id="rId5"/>
            </p:custDataLst>
          </p:nvPr>
        </p:nvSpPr>
        <p:spPr>
          <a:xfrm>
            <a:off x="114300" y="995839"/>
            <a:ext cx="8922068" cy="4867275"/>
          </a:xfrm>
          <a:prstGeom prst="roundRect">
            <a:avLst>
              <a:gd name="adj" fmla="val 26281"/>
            </a:avLst>
          </a:prstGeom>
          <a:gradFill>
            <a:gsLst>
              <a:gs pos="100000">
                <a:schemeClr val="accent4">
                  <a:alpha val="13000"/>
                </a:schemeClr>
              </a:gs>
              <a:gs pos="0">
                <a:schemeClr val="accent4">
                  <a:alpha val="0"/>
                </a:schemeClr>
              </a:gs>
            </a:gsLst>
            <a:lin ang="27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8"/>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9"/>
            </p:custDataLst>
          </p:nvPr>
        </p:nvSpPr>
        <p:spPr>
          <a:xfrm>
            <a:off x="3519488" y="4404836"/>
            <a:ext cx="2105025" cy="378143"/>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350">
                <a:solidFill>
                  <a:srgbClr val="FFFFFF"/>
                </a:solidFill>
              </a:defRPr>
            </a:lvl1pPr>
          </a:lstStyle>
          <a:p>
            <a:pPr lvl="0"/>
            <a:r>
              <a:rPr lang="zh-CN" altLang="en-US" dirty="0"/>
              <a:t>署名</a:t>
            </a:r>
            <a:endParaRPr lang="zh-CN" altLang="en-US" dirty="0"/>
          </a:p>
        </p:txBody>
      </p:sp>
      <p:sp>
        <p:nvSpPr>
          <p:cNvPr id="2" name="标题 1"/>
          <p:cNvSpPr>
            <a:spLocks noGrp="1"/>
          </p:cNvSpPr>
          <p:nvPr>
            <p:ph type="ctrTitle" hasCustomPrompt="1"/>
            <p:custDataLst>
              <p:tags r:id="rId10"/>
            </p:custDataLst>
          </p:nvPr>
        </p:nvSpPr>
        <p:spPr>
          <a:xfrm>
            <a:off x="521970" y="2747963"/>
            <a:ext cx="8114348" cy="898684"/>
          </a:xfrm>
        </p:spPr>
        <p:txBody>
          <a:bodyPr wrap="square" anchor="ctr" anchorCtr="0">
            <a:normAutofit/>
          </a:bodyPr>
          <a:lstStyle>
            <a:lvl1pPr algn="ctr">
              <a:lnSpc>
                <a:spcPct val="100000"/>
              </a:lnSpc>
              <a:defRPr sz="4500">
                <a:ln>
                  <a:noFill/>
                </a:ln>
                <a:solidFill>
                  <a:schemeClr val="accent1"/>
                </a:solidFill>
              </a:defRPr>
            </a:lvl1pPr>
          </a:lstStyle>
          <a:p>
            <a:r>
              <a:rPr lang="zh-CN" altLang="en-US" dirty="0"/>
              <a:t>单击编辑母版标题</a:t>
            </a:r>
            <a:endParaRPr lang="zh-CN" altLang="en-US" dirty="0"/>
          </a:p>
        </p:txBody>
      </p:sp>
      <p:pic>
        <p:nvPicPr>
          <p:cNvPr id="16" name="图形 13"/>
          <p:cNvPicPr>
            <a:picLocks noChangeAspect="1"/>
          </p:cNvPicPr>
          <p:nvPr userDrawn="1">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1846898" y="1895951"/>
            <a:ext cx="5451158" cy="852488"/>
          </a:xfrm>
          <a:prstGeom prst="rect">
            <a:avLst/>
          </a:prstGeom>
        </p:spPr>
      </p:pic>
      <p:sp>
        <p:nvSpPr>
          <p:cNvPr id="18" name="副标题 17"/>
          <p:cNvSpPr>
            <a:spLocks noGrp="1"/>
          </p:cNvSpPr>
          <p:nvPr>
            <p:ph type="subTitle" idx="1" hasCustomPrompt="1"/>
            <p:custDataLst>
              <p:tags r:id="rId14"/>
            </p:custDataLst>
          </p:nvPr>
        </p:nvSpPr>
        <p:spPr>
          <a:xfrm>
            <a:off x="1970723" y="3725810"/>
            <a:ext cx="5202555" cy="529483"/>
          </a:xfrm>
        </p:spPr>
        <p:txBody>
          <a:bodyPr wrap="square">
            <a:normAutofit/>
          </a:bodyPr>
          <a:lstStyle>
            <a:lvl1pPr marL="0" indent="0" algn="ctr">
              <a:lnSpc>
                <a:spcPct val="100000"/>
              </a:lnSpc>
              <a:buNone/>
              <a:defRPr sz="2400" b="0">
                <a:solidFill>
                  <a:schemeClr val="accent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sym typeface="+mn-ea"/>
              </a:rPr>
              <a:t>编辑副标题</a:t>
            </a:r>
            <a:endParaRPr lang="zh-CN" altLang="en-US" dirty="0"/>
          </a:p>
        </p:txBody>
      </p:sp>
      <p:sp useBgFill="1">
        <p:nvSpPr>
          <p:cNvPr id="21" name="椭圆 20"/>
          <p:cNvSpPr/>
          <p:nvPr userDrawn="1">
            <p:custDataLst>
              <p:tags r:id="rId15"/>
            </p:custDataLst>
          </p:nvPr>
        </p:nvSpPr>
        <p:spPr>
          <a:xfrm>
            <a:off x="123825"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2" name="椭圆 21"/>
          <p:cNvSpPr/>
          <p:nvPr userDrawn="1">
            <p:custDataLst>
              <p:tags r:id="rId16"/>
            </p:custDataLst>
          </p:nvPr>
        </p:nvSpPr>
        <p:spPr>
          <a:xfrm>
            <a:off x="123825"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19" name="椭圆 18"/>
          <p:cNvSpPr/>
          <p:nvPr userDrawn="1">
            <p:custDataLst>
              <p:tags r:id="rId17"/>
            </p:custDataLst>
          </p:nvPr>
        </p:nvSpPr>
        <p:spPr>
          <a:xfrm>
            <a:off x="8794580"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0" name="椭圆 19"/>
          <p:cNvSpPr/>
          <p:nvPr userDrawn="1">
            <p:custDataLst>
              <p:tags r:id="rId18"/>
            </p:custDataLst>
          </p:nvPr>
        </p:nvSpPr>
        <p:spPr>
          <a:xfrm>
            <a:off x="8794580"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p:nvSpPr>
          <p:cNvPr id="38" name="等腰三角形 37"/>
          <p:cNvSpPr/>
          <p:nvPr userDrawn="1">
            <p:custDataLst>
              <p:tags r:id="rId19"/>
            </p:custDataLst>
          </p:nvPr>
        </p:nvSpPr>
        <p:spPr>
          <a:xfrm rot="885258">
            <a:off x="1230599" y="2413156"/>
            <a:ext cx="291989" cy="254468"/>
          </a:xfrm>
          <a:prstGeom prst="triangle">
            <a:avLst>
              <a:gd name="adj" fmla="val 5122"/>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39" name="矩形 38"/>
          <p:cNvSpPr/>
          <p:nvPr userDrawn="1">
            <p:custDataLst>
              <p:tags r:id="rId20"/>
            </p:custDataLst>
          </p:nvPr>
        </p:nvSpPr>
        <p:spPr>
          <a:xfrm rot="18960000">
            <a:off x="7628096" y="2723674"/>
            <a:ext cx="324803" cy="93821"/>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40" name="椭圆 39"/>
          <p:cNvSpPr/>
          <p:nvPr userDrawn="1">
            <p:custDataLst>
              <p:tags r:id="rId21"/>
            </p:custDataLst>
          </p:nvPr>
        </p:nvSpPr>
        <p:spPr>
          <a:xfrm>
            <a:off x="1441609" y="2380298"/>
            <a:ext cx="150019" cy="150019"/>
          </a:xfrm>
          <a:prstGeom prst="ellipse">
            <a:avLst/>
          </a:prstGeom>
          <a:no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p:nvSpPr>
          <p:cNvPr id="972" name="任意多边形: 形状 971"/>
          <p:cNvSpPr/>
          <p:nvPr userDrawn="1">
            <p:custDataLst>
              <p:tags r:id="rId22"/>
            </p:custDataLst>
          </p:nvPr>
        </p:nvSpPr>
        <p:spPr>
          <a:xfrm rot="3120000">
            <a:off x="7775258" y="2867978"/>
            <a:ext cx="246698" cy="246698"/>
          </a:xfrm>
          <a:custGeom>
            <a:avLst/>
            <a:gdLst>
              <a:gd name="connsiteX0" fmla="*/ 325167 w 328797"/>
              <a:gd name="connsiteY0" fmla="*/ 170115 h 328797"/>
              <a:gd name="connsiteX1" fmla="*/ 170115 w 328797"/>
              <a:gd name="connsiteY1" fmla="*/ 325167 h 328797"/>
              <a:gd name="connsiteX2" fmla="*/ 161712 w 328797"/>
              <a:gd name="connsiteY2" fmla="*/ 328196 h 328797"/>
              <a:gd name="connsiteX3" fmla="*/ 158683 w 328797"/>
              <a:gd name="connsiteY3" fmla="*/ 325167 h 328797"/>
              <a:gd name="connsiteX4" fmla="*/ 3630 w 328797"/>
              <a:gd name="connsiteY4" fmla="*/ 170115 h 328797"/>
              <a:gd name="connsiteX5" fmla="*/ 601 w 328797"/>
              <a:gd name="connsiteY5" fmla="*/ 161712 h 328797"/>
              <a:gd name="connsiteX6" fmla="*/ 3630 w 328797"/>
              <a:gd name="connsiteY6" fmla="*/ 158683 h 328797"/>
              <a:gd name="connsiteX7" fmla="*/ 158683 w 328797"/>
              <a:gd name="connsiteY7" fmla="*/ 3630 h 328797"/>
              <a:gd name="connsiteX8" fmla="*/ 167086 w 328797"/>
              <a:gd name="connsiteY8" fmla="*/ 601 h 328797"/>
              <a:gd name="connsiteX9" fmla="*/ 170115 w 328797"/>
              <a:gd name="connsiteY9" fmla="*/ 3630 h 328797"/>
              <a:gd name="connsiteX10" fmla="*/ 325167 w 328797"/>
              <a:gd name="connsiteY10" fmla="*/ 158683 h 328797"/>
              <a:gd name="connsiteX11" fmla="*/ 328196 w 328797"/>
              <a:gd name="connsiteY11" fmla="*/ 167086 h 328797"/>
              <a:gd name="connsiteX12" fmla="*/ 325167 w 328797"/>
              <a:gd name="connsiteY12" fmla="*/ 170115 h 32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8797" h="328797">
                <a:moveTo>
                  <a:pt x="325167" y="170115"/>
                </a:moveTo>
                <a:cubicBezTo>
                  <a:pt x="231315" y="201378"/>
                  <a:pt x="201378" y="231315"/>
                  <a:pt x="170115" y="325167"/>
                </a:cubicBezTo>
                <a:cubicBezTo>
                  <a:pt x="168631" y="328324"/>
                  <a:pt x="164869" y="329680"/>
                  <a:pt x="161712" y="328196"/>
                </a:cubicBezTo>
                <a:cubicBezTo>
                  <a:pt x="160380" y="327570"/>
                  <a:pt x="159309" y="326499"/>
                  <a:pt x="158683" y="325167"/>
                </a:cubicBezTo>
                <a:cubicBezTo>
                  <a:pt x="127420" y="231315"/>
                  <a:pt x="97420" y="201378"/>
                  <a:pt x="3630" y="170115"/>
                </a:cubicBezTo>
                <a:cubicBezTo>
                  <a:pt x="474" y="168631"/>
                  <a:pt x="-882" y="164869"/>
                  <a:pt x="601" y="161712"/>
                </a:cubicBezTo>
                <a:cubicBezTo>
                  <a:pt x="1228" y="160380"/>
                  <a:pt x="2299" y="159309"/>
                  <a:pt x="3630" y="158683"/>
                </a:cubicBezTo>
                <a:cubicBezTo>
                  <a:pt x="97420" y="127420"/>
                  <a:pt x="127420" y="97420"/>
                  <a:pt x="158683" y="3630"/>
                </a:cubicBezTo>
                <a:cubicBezTo>
                  <a:pt x="160167" y="474"/>
                  <a:pt x="163929" y="-882"/>
                  <a:pt x="167086" y="601"/>
                </a:cubicBezTo>
                <a:cubicBezTo>
                  <a:pt x="168418" y="1228"/>
                  <a:pt x="169489" y="2299"/>
                  <a:pt x="170115" y="3630"/>
                </a:cubicBezTo>
                <a:cubicBezTo>
                  <a:pt x="201378" y="97420"/>
                  <a:pt x="231315" y="127420"/>
                  <a:pt x="325167" y="158683"/>
                </a:cubicBezTo>
                <a:cubicBezTo>
                  <a:pt x="328324" y="160167"/>
                  <a:pt x="329680" y="163929"/>
                  <a:pt x="328196" y="167086"/>
                </a:cubicBezTo>
                <a:cubicBezTo>
                  <a:pt x="327570" y="168418"/>
                  <a:pt x="326499" y="169489"/>
                  <a:pt x="325167" y="170115"/>
                </a:cubicBezTo>
                <a:close/>
              </a:path>
            </a:pathLst>
          </a:custGeom>
          <a:solidFill>
            <a:schemeClr val="accent1"/>
          </a:solidFill>
          <a:ln w="6183" cap="flat">
            <a:noFill/>
            <a:prstDash val="solid"/>
            <a:miter/>
          </a:ln>
        </p:spPr>
        <p:txBody>
          <a:bodyPr rtlCol="0" anchor="ctr"/>
          <a:lstStyle/>
          <a:p>
            <a:pPr fontAlgn="auto"/>
            <a:endParaRPr lang="zh-CN" altLang="en-US" sz="1350">
              <a:latin typeface="+mn-lt"/>
              <a:ea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wrap="square">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7" name="标题 6"/>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476" y="857726"/>
            <a:ext cx="9143524" cy="5142548"/>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1350">
              <a:sym typeface="+mn-ea"/>
            </a:endParaRPr>
          </a:p>
        </p:txBody>
      </p:sp>
      <p:sp useBgFill="1">
        <p:nvSpPr>
          <p:cNvPr id="5" name="圆角矩形 4"/>
          <p:cNvSpPr/>
          <p:nvPr userDrawn="1">
            <p:custDataLst>
              <p:tags r:id="rId3"/>
            </p:custDataLst>
          </p:nvPr>
        </p:nvSpPr>
        <p:spPr>
          <a:xfrm>
            <a:off x="118110" y="1214438"/>
            <a:ext cx="8922068" cy="4430078"/>
          </a:xfrm>
          <a:prstGeom prst="roundRect">
            <a:avLst>
              <a:gd name="adj" fmla="val 26281"/>
            </a:avLst>
          </a:prstGeom>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useBgFill="1">
        <p:nvSpPr>
          <p:cNvPr id="42" name="圆角矩形 41"/>
          <p:cNvSpPr/>
          <p:nvPr userDrawn="1">
            <p:custDataLst>
              <p:tags r:id="rId4"/>
            </p:custDataLst>
          </p:nvPr>
        </p:nvSpPr>
        <p:spPr>
          <a:xfrm>
            <a:off x="118110" y="1214438"/>
            <a:ext cx="8922068" cy="4430078"/>
          </a:xfrm>
          <a:prstGeom prst="roundRect">
            <a:avLst>
              <a:gd name="adj" fmla="val 26281"/>
            </a:avLst>
          </a:prstGeom>
          <a:gradFill>
            <a:gsLst>
              <a:gs pos="100000">
                <a:schemeClr val="accent4">
                  <a:alpha val="13000"/>
                </a:schemeClr>
              </a:gs>
              <a:gs pos="0">
                <a:schemeClr val="accent4">
                  <a:alpha val="0"/>
                </a:schemeClr>
              </a:gs>
            </a:gsLst>
            <a:lin ang="27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1350">
              <a:sym typeface="+mn-ea"/>
            </a:endParaRPr>
          </a:p>
        </p:txBody>
      </p:sp>
      <p:sp>
        <p:nvSpPr>
          <p:cNvPr id="2" name="标题 1"/>
          <p:cNvSpPr>
            <a:spLocks noGrp="1"/>
          </p:cNvSpPr>
          <p:nvPr>
            <p:ph type="title" hasCustomPrompt="1"/>
            <p:custDataLst>
              <p:tags r:id="rId5"/>
            </p:custDataLst>
          </p:nvPr>
        </p:nvSpPr>
        <p:spPr>
          <a:xfrm>
            <a:off x="3950970" y="1440656"/>
            <a:ext cx="1243965" cy="811054"/>
          </a:xfrm>
        </p:spPr>
        <p:txBody>
          <a:bodyPr wrap="square" anchor="b">
            <a:normAutofit/>
          </a:bodyPr>
          <a:lstStyle>
            <a:lvl1pPr algn="ctr">
              <a:defRPr sz="4500">
                <a:solidFill>
                  <a:schemeClr val="accent2"/>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useBgFill="1">
        <p:nvSpPr>
          <p:cNvPr id="21" name="椭圆 20"/>
          <p:cNvSpPr/>
          <p:nvPr userDrawn="1">
            <p:custDataLst>
              <p:tags r:id="rId9"/>
            </p:custDataLst>
          </p:nvPr>
        </p:nvSpPr>
        <p:spPr>
          <a:xfrm>
            <a:off x="123825"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2" name="椭圆 21"/>
          <p:cNvSpPr/>
          <p:nvPr userDrawn="1">
            <p:custDataLst>
              <p:tags r:id="rId10"/>
            </p:custDataLst>
          </p:nvPr>
        </p:nvSpPr>
        <p:spPr>
          <a:xfrm>
            <a:off x="123825"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6" name="椭圆 5"/>
          <p:cNvSpPr/>
          <p:nvPr userDrawn="1">
            <p:custDataLst>
              <p:tags r:id="rId11"/>
            </p:custDataLst>
          </p:nvPr>
        </p:nvSpPr>
        <p:spPr>
          <a:xfrm>
            <a:off x="8794580"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0" name="椭圆 19"/>
          <p:cNvSpPr/>
          <p:nvPr userDrawn="1">
            <p:custDataLst>
              <p:tags r:id="rId12"/>
            </p:custDataLst>
          </p:nvPr>
        </p:nvSpPr>
        <p:spPr>
          <a:xfrm>
            <a:off x="8794580"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pic>
        <p:nvPicPr>
          <p:cNvPr id="11" name="图形 1"/>
          <p:cNvPicPr>
            <a:picLocks noChangeAspect="1"/>
          </p:cNvPicPr>
          <p:nvPr userDrawn="1">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rot="20760000">
            <a:off x="183356" y="5056823"/>
            <a:ext cx="832961" cy="643414"/>
          </a:xfrm>
          <a:prstGeom prst="rect">
            <a:avLst/>
          </a:prstGeom>
        </p:spPr>
      </p:pic>
      <p:pic>
        <p:nvPicPr>
          <p:cNvPr id="14" name="图形 28"/>
          <p:cNvPicPr>
            <a:picLocks noChangeAspect="1"/>
          </p:cNvPicPr>
          <p:nvPr userDrawn="1">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rot="1020000">
            <a:off x="8111966" y="4982528"/>
            <a:ext cx="840105" cy="701516"/>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0" name="任意多边形: 形状 29"/>
          <p:cNvSpPr/>
          <p:nvPr userDrawn="1">
            <p:custDataLst>
              <p:tags r:id="rId2"/>
            </p:custDataLst>
          </p:nvPr>
        </p:nvSpPr>
        <p:spPr>
          <a:xfrm>
            <a:off x="476" y="3437165"/>
            <a:ext cx="9143524" cy="2563109"/>
          </a:xfrm>
          <a:custGeom>
            <a:avLst/>
            <a:gdLst>
              <a:gd name="connsiteX0" fmla="*/ 0 w 12191365"/>
              <a:gd name="connsiteY0" fmla="*/ 0 h 3417478"/>
              <a:gd name="connsiteX1" fmla="*/ 12191365 w 12191365"/>
              <a:gd name="connsiteY1" fmla="*/ 0 h 3417478"/>
              <a:gd name="connsiteX2" fmla="*/ 12191365 w 12191365"/>
              <a:gd name="connsiteY2" fmla="*/ 3417478 h 3417478"/>
              <a:gd name="connsiteX3" fmla="*/ 0 w 12191365"/>
              <a:gd name="connsiteY3" fmla="*/ 3417478 h 3417478"/>
              <a:gd name="connsiteX4" fmla="*/ 0 w 12191365"/>
              <a:gd name="connsiteY4" fmla="*/ 0 h 3417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17478">
                <a:moveTo>
                  <a:pt x="0" y="0"/>
                </a:moveTo>
                <a:lnTo>
                  <a:pt x="12191365" y="0"/>
                </a:lnTo>
                <a:lnTo>
                  <a:pt x="12191365" y="3417478"/>
                </a:lnTo>
                <a:lnTo>
                  <a:pt x="0" y="3417478"/>
                </a:lnTo>
                <a:lnTo>
                  <a:pt x="0" y="0"/>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p:nvSpPr>
          <p:cNvPr id="31" name="任意多边形: 形状 30"/>
          <p:cNvSpPr/>
          <p:nvPr userDrawn="1">
            <p:custDataLst>
              <p:tags r:id="rId3"/>
            </p:custDataLst>
          </p:nvPr>
        </p:nvSpPr>
        <p:spPr>
          <a:xfrm>
            <a:off x="476" y="857726"/>
            <a:ext cx="9143524" cy="2579439"/>
          </a:xfrm>
          <a:custGeom>
            <a:avLst/>
            <a:gdLst>
              <a:gd name="connsiteX0" fmla="*/ 0 w 12191365"/>
              <a:gd name="connsiteY0" fmla="*/ 0 h 3439252"/>
              <a:gd name="connsiteX1" fmla="*/ 12191365 w 12191365"/>
              <a:gd name="connsiteY1" fmla="*/ 0 h 3439252"/>
              <a:gd name="connsiteX2" fmla="*/ 12191365 w 12191365"/>
              <a:gd name="connsiteY2" fmla="*/ 3439252 h 3439252"/>
              <a:gd name="connsiteX3" fmla="*/ 0 w 12191365"/>
              <a:gd name="connsiteY3" fmla="*/ 3439252 h 3439252"/>
              <a:gd name="connsiteX4" fmla="*/ 0 w 12191365"/>
              <a:gd name="connsiteY4" fmla="*/ 0 h 3439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39252">
                <a:moveTo>
                  <a:pt x="0" y="0"/>
                </a:moveTo>
                <a:lnTo>
                  <a:pt x="12191365" y="0"/>
                </a:lnTo>
                <a:lnTo>
                  <a:pt x="12191365" y="3439252"/>
                </a:lnTo>
                <a:lnTo>
                  <a:pt x="0" y="3439252"/>
                </a:lnTo>
                <a:lnTo>
                  <a:pt x="0" y="0"/>
                </a:ln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useBgFill="1">
        <p:nvSpPr>
          <p:cNvPr id="21" name="圆角矩形 12"/>
          <p:cNvSpPr/>
          <p:nvPr userDrawn="1">
            <p:custDataLst>
              <p:tags r:id="rId4"/>
            </p:custDataLst>
          </p:nvPr>
        </p:nvSpPr>
        <p:spPr>
          <a:xfrm>
            <a:off x="114300" y="995839"/>
            <a:ext cx="8922068" cy="4867275"/>
          </a:xfrm>
          <a:prstGeom prst="roundRect">
            <a:avLst>
              <a:gd name="adj" fmla="val 26281"/>
            </a:avLst>
          </a:prstGeom>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useBgFill="1">
        <p:nvSpPr>
          <p:cNvPr id="22" name="椭圆 21"/>
          <p:cNvSpPr/>
          <p:nvPr userDrawn="1">
            <p:custDataLst>
              <p:tags r:id="rId5"/>
            </p:custDataLst>
          </p:nvPr>
        </p:nvSpPr>
        <p:spPr>
          <a:xfrm>
            <a:off x="123825"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solidFill>
                <a:schemeClr val="bg2"/>
              </a:solidFill>
              <a:cs typeface="Montserrat Medium" panose="00000600000000000000" charset="0"/>
            </a:endParaRPr>
          </a:p>
        </p:txBody>
      </p:sp>
      <p:sp useBgFill="1">
        <p:nvSpPr>
          <p:cNvPr id="24" name="椭圆 23"/>
          <p:cNvSpPr/>
          <p:nvPr userDrawn="1">
            <p:custDataLst>
              <p:tags r:id="rId6"/>
            </p:custDataLst>
          </p:nvPr>
        </p:nvSpPr>
        <p:spPr>
          <a:xfrm>
            <a:off x="123825"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5" name="椭圆 24"/>
          <p:cNvSpPr/>
          <p:nvPr userDrawn="1">
            <p:custDataLst>
              <p:tags r:id="rId7"/>
            </p:custDataLst>
          </p:nvPr>
        </p:nvSpPr>
        <p:spPr>
          <a:xfrm>
            <a:off x="8794580"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6" name="椭圆 25"/>
          <p:cNvSpPr/>
          <p:nvPr userDrawn="1">
            <p:custDataLst>
              <p:tags r:id="rId8"/>
            </p:custDataLst>
          </p:nvPr>
        </p:nvSpPr>
        <p:spPr>
          <a:xfrm>
            <a:off x="8794580"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p:nvSpPr>
          <p:cNvPr id="7" name="圆角矩形 6"/>
          <p:cNvSpPr/>
          <p:nvPr userDrawn="1">
            <p:custDataLst>
              <p:tags r:id="rId9"/>
            </p:custDataLst>
          </p:nvPr>
        </p:nvSpPr>
        <p:spPr>
          <a:xfrm>
            <a:off x="114300" y="995839"/>
            <a:ext cx="8922068" cy="4867275"/>
          </a:xfrm>
          <a:prstGeom prst="roundRect">
            <a:avLst>
              <a:gd name="adj" fmla="val 26281"/>
            </a:avLst>
          </a:prstGeom>
          <a:gradFill>
            <a:gsLst>
              <a:gs pos="100000">
                <a:schemeClr val="accent4">
                  <a:alpha val="13000"/>
                </a:schemeClr>
              </a:gs>
              <a:gs pos="0">
                <a:schemeClr val="accent4">
                  <a:alpha val="0"/>
                </a:schemeClr>
              </a:gs>
            </a:gsLst>
            <a:lin ang="27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27" name="矩形: 圆角 26"/>
          <p:cNvSpPr/>
          <p:nvPr userDrawn="1">
            <p:custDataLst>
              <p:tags r:id="rId10"/>
            </p:custDataLst>
          </p:nvPr>
        </p:nvSpPr>
        <p:spPr>
          <a:xfrm>
            <a:off x="964169" y="3335655"/>
            <a:ext cx="6775575" cy="1195864"/>
          </a:xfrm>
          <a:prstGeom prst="roundRect">
            <a:avLst>
              <a:gd name="adj" fmla="val 50000"/>
            </a:avLst>
          </a:prstGeom>
          <a:solidFill>
            <a:schemeClr val="accent2"/>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a:cs typeface="Montserrat Medium" panose="00000600000000000000" charset="0"/>
            </a:endParaRPr>
          </a:p>
        </p:txBody>
      </p:sp>
      <p:sp>
        <p:nvSpPr>
          <p:cNvPr id="2" name="标题 1"/>
          <p:cNvSpPr>
            <a:spLocks noGrp="1"/>
          </p:cNvSpPr>
          <p:nvPr>
            <p:ph type="title" hasCustomPrompt="1"/>
            <p:custDataLst>
              <p:tags r:id="rId11"/>
            </p:custDataLst>
          </p:nvPr>
        </p:nvSpPr>
        <p:spPr>
          <a:xfrm>
            <a:off x="1381601" y="3354229"/>
            <a:ext cx="4442460" cy="685800"/>
          </a:xfrm>
        </p:spPr>
        <p:txBody>
          <a:bodyPr wrap="square" anchor="ctr" anchorCtr="0">
            <a:normAutofit/>
          </a:bodyPr>
          <a:lstStyle>
            <a:lvl1pPr algn="l">
              <a:defRPr sz="3900">
                <a:solidFill>
                  <a:srgbClr val="FFFFFF"/>
                </a:solidFill>
              </a:defRPr>
            </a:lvl1pPr>
          </a:lstStyle>
          <a:p>
            <a:r>
              <a:rPr lang="zh-CN" altLang="en-US" dirty="0">
                <a:sym typeface="+mn-ea"/>
              </a:rPr>
              <a:t>编辑母版标题</a:t>
            </a:r>
            <a:endParaRPr lang="zh-CN" altLang="en-US" dirty="0"/>
          </a:p>
        </p:txBody>
      </p:sp>
      <p:sp>
        <p:nvSpPr>
          <p:cNvPr id="3" name="文本占位符 2"/>
          <p:cNvSpPr>
            <a:spLocks noGrp="1"/>
          </p:cNvSpPr>
          <p:nvPr>
            <p:ph type="body" idx="1" hasCustomPrompt="1"/>
            <p:custDataLst>
              <p:tags r:id="rId12"/>
            </p:custDataLst>
          </p:nvPr>
        </p:nvSpPr>
        <p:spPr>
          <a:xfrm>
            <a:off x="1392283" y="4074251"/>
            <a:ext cx="3395186" cy="302010"/>
          </a:xfrm>
        </p:spPr>
        <p:txBody>
          <a:bodyPr wrap="square" anchor="t">
            <a:normAutofit/>
          </a:bodyPr>
          <a:lstStyle>
            <a:lvl1pPr marL="0" indent="0" algn="l">
              <a:buNone/>
              <a:defRPr sz="1500">
                <a:solidFill>
                  <a:srgbClr val="FFFFFF"/>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13"/>
            </p:custDataLst>
          </p:nvPr>
        </p:nvSpPr>
        <p:spPr>
          <a:xfrm>
            <a:off x="1364864" y="1992086"/>
            <a:ext cx="4458993" cy="1316355"/>
          </a:xfrm>
          <a:noFill/>
        </p:spPr>
        <p:txBody>
          <a:bodyPr wrap="none" anchor="b" anchorCtr="0">
            <a:normAutofit/>
          </a:bodyPr>
          <a:lstStyle>
            <a:lvl1pPr marL="0" indent="0" algn="l">
              <a:buNone/>
              <a:defRPr sz="6000" b="1">
                <a:solidFill>
                  <a:schemeClr val="accent2"/>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pic>
        <p:nvPicPr>
          <p:cNvPr id="40" name="图形 2"/>
          <p:cNvPicPr>
            <a:picLocks noChangeAspect="1"/>
          </p:cNvPicPr>
          <p:nvPr userDrawn="1">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rot="10800000">
            <a:off x="5703094" y="1830705"/>
            <a:ext cx="2165033" cy="270081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521970" y="1833563"/>
            <a:ext cx="3992880" cy="3656888"/>
          </a:xfrm>
        </p:spPr>
        <p:txBody>
          <a:bodyPr wrap="square">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4629150" y="1833563"/>
            <a:ext cx="3992880" cy="3656888"/>
          </a:xfrm>
        </p:spPr>
        <p:txBody>
          <a:bodyPr wrap="square">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521970" y="1833563"/>
            <a:ext cx="3992880" cy="308477"/>
          </a:xfrm>
        </p:spPr>
        <p:txBody>
          <a:bodyPr wrap="square" anchor="b">
            <a:normAutofit/>
          </a:bodyPr>
          <a:lstStyle>
            <a:lvl1pPr marL="0" indent="0">
              <a:buNone/>
              <a:defRPr sz="18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521970" y="2263574"/>
            <a:ext cx="3992880" cy="3225207"/>
          </a:xfrm>
        </p:spPr>
        <p:txBody>
          <a:bodyPr wrap="square">
            <a:normAutofit/>
          </a:bodyPr>
          <a:lstStyle>
            <a:lvl1pPr>
              <a:defRPr sz="165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4629150" y="1833563"/>
            <a:ext cx="3992880" cy="308477"/>
          </a:xfrm>
        </p:spPr>
        <p:txBody>
          <a:bodyPr wrap="square" anchor="b">
            <a:normAutofit/>
          </a:bodyPr>
          <a:lstStyle>
            <a:lvl1pPr marL="0" indent="0">
              <a:buNone/>
              <a:defRPr sz="18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4629150" y="2263574"/>
            <a:ext cx="3992880" cy="3225207"/>
          </a:xfrm>
        </p:spPr>
        <p:txBody>
          <a:bodyPr wrap="square">
            <a:normAutofit/>
          </a:bodyPr>
          <a:lstStyle>
            <a:lvl1pPr>
              <a:defRPr sz="165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521970" y="1127284"/>
            <a:ext cx="8101489" cy="4363403"/>
          </a:xfrm>
        </p:spPr>
        <p:txBody>
          <a:bodyPr wrap="square">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833563"/>
            <a:ext cx="8099316" cy="304165"/>
          </a:xfrm>
        </p:spPr>
        <p:txBody>
          <a:bodyPr wrap="square" anchor="t">
            <a:norm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8" name="任意多边形: 形状 27"/>
          <p:cNvSpPr/>
          <p:nvPr userDrawn="1">
            <p:custDataLst>
              <p:tags r:id="rId2"/>
            </p:custDataLst>
          </p:nvPr>
        </p:nvSpPr>
        <p:spPr>
          <a:xfrm>
            <a:off x="476" y="3437165"/>
            <a:ext cx="9143524" cy="2563109"/>
          </a:xfrm>
          <a:custGeom>
            <a:avLst/>
            <a:gdLst>
              <a:gd name="connsiteX0" fmla="*/ 0 w 12191365"/>
              <a:gd name="connsiteY0" fmla="*/ 0 h 3417478"/>
              <a:gd name="connsiteX1" fmla="*/ 12191365 w 12191365"/>
              <a:gd name="connsiteY1" fmla="*/ 0 h 3417478"/>
              <a:gd name="connsiteX2" fmla="*/ 12191365 w 12191365"/>
              <a:gd name="connsiteY2" fmla="*/ 3417478 h 3417478"/>
              <a:gd name="connsiteX3" fmla="*/ 0 w 12191365"/>
              <a:gd name="connsiteY3" fmla="*/ 3417478 h 3417478"/>
              <a:gd name="connsiteX4" fmla="*/ 0 w 12191365"/>
              <a:gd name="connsiteY4" fmla="*/ 0 h 3417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17478">
                <a:moveTo>
                  <a:pt x="0" y="0"/>
                </a:moveTo>
                <a:lnTo>
                  <a:pt x="12191365" y="0"/>
                </a:lnTo>
                <a:lnTo>
                  <a:pt x="12191365" y="3417478"/>
                </a:lnTo>
                <a:lnTo>
                  <a:pt x="0" y="3417478"/>
                </a:lnTo>
                <a:lnTo>
                  <a:pt x="0" y="0"/>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p:nvSpPr>
          <p:cNvPr id="2" name="任意多边形: 形状 26"/>
          <p:cNvSpPr/>
          <p:nvPr userDrawn="1">
            <p:custDataLst>
              <p:tags r:id="rId3"/>
            </p:custDataLst>
          </p:nvPr>
        </p:nvSpPr>
        <p:spPr>
          <a:xfrm>
            <a:off x="476" y="857726"/>
            <a:ext cx="9143524" cy="2579439"/>
          </a:xfrm>
          <a:custGeom>
            <a:avLst/>
            <a:gdLst>
              <a:gd name="connsiteX0" fmla="*/ 0 w 12191365"/>
              <a:gd name="connsiteY0" fmla="*/ 0 h 3439252"/>
              <a:gd name="connsiteX1" fmla="*/ 12191365 w 12191365"/>
              <a:gd name="connsiteY1" fmla="*/ 0 h 3439252"/>
              <a:gd name="connsiteX2" fmla="*/ 12191365 w 12191365"/>
              <a:gd name="connsiteY2" fmla="*/ 3439252 h 3439252"/>
              <a:gd name="connsiteX3" fmla="*/ 0 w 12191365"/>
              <a:gd name="connsiteY3" fmla="*/ 3439252 h 3439252"/>
              <a:gd name="connsiteX4" fmla="*/ 0 w 12191365"/>
              <a:gd name="connsiteY4" fmla="*/ 0 h 3439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365" h="3439252">
                <a:moveTo>
                  <a:pt x="0" y="0"/>
                </a:moveTo>
                <a:lnTo>
                  <a:pt x="12191365" y="0"/>
                </a:lnTo>
                <a:lnTo>
                  <a:pt x="12191365" y="3439252"/>
                </a:lnTo>
                <a:lnTo>
                  <a:pt x="0" y="3439252"/>
                </a:lnTo>
                <a:lnTo>
                  <a:pt x="0" y="0"/>
                </a:ln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fontAlgn="auto"/>
            <a:endParaRPr lang="zh-CN" altLang="en-US" sz="1350"/>
          </a:p>
        </p:txBody>
      </p:sp>
      <p:sp useBgFill="1">
        <p:nvSpPr>
          <p:cNvPr id="13" name="圆角矩形 12"/>
          <p:cNvSpPr/>
          <p:nvPr userDrawn="1">
            <p:custDataLst>
              <p:tags r:id="rId4"/>
            </p:custDataLst>
          </p:nvPr>
        </p:nvSpPr>
        <p:spPr>
          <a:xfrm>
            <a:off x="114300" y="995839"/>
            <a:ext cx="8922068" cy="4867275"/>
          </a:xfrm>
          <a:prstGeom prst="roundRect">
            <a:avLst>
              <a:gd name="adj" fmla="val 26281"/>
            </a:avLst>
          </a:prstGeom>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3" name="圆角矩形 2"/>
          <p:cNvSpPr/>
          <p:nvPr userDrawn="1">
            <p:custDataLst>
              <p:tags r:id="rId5"/>
            </p:custDataLst>
          </p:nvPr>
        </p:nvSpPr>
        <p:spPr>
          <a:xfrm>
            <a:off x="114300" y="995839"/>
            <a:ext cx="8922068" cy="4867275"/>
          </a:xfrm>
          <a:prstGeom prst="roundRect">
            <a:avLst>
              <a:gd name="adj" fmla="val 26281"/>
            </a:avLst>
          </a:prstGeom>
          <a:gradFill>
            <a:gsLst>
              <a:gs pos="100000">
                <a:schemeClr val="accent4">
                  <a:alpha val="13000"/>
                </a:schemeClr>
              </a:gs>
              <a:gs pos="0">
                <a:schemeClr val="accent4">
                  <a:alpha val="0"/>
                </a:schemeClr>
              </a:gs>
            </a:gsLst>
            <a:lin ang="27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8"/>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useBgFill="1">
        <p:nvSpPr>
          <p:cNvPr id="7" name="椭圆 6"/>
          <p:cNvSpPr/>
          <p:nvPr userDrawn="1">
            <p:custDataLst>
              <p:tags r:id="rId9"/>
            </p:custDataLst>
          </p:nvPr>
        </p:nvSpPr>
        <p:spPr>
          <a:xfrm>
            <a:off x="123825"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8" name="椭圆 7"/>
          <p:cNvSpPr/>
          <p:nvPr userDrawn="1">
            <p:custDataLst>
              <p:tags r:id="rId10"/>
            </p:custDataLst>
          </p:nvPr>
        </p:nvSpPr>
        <p:spPr>
          <a:xfrm>
            <a:off x="123825"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19" name="椭圆 18"/>
          <p:cNvSpPr/>
          <p:nvPr userDrawn="1">
            <p:custDataLst>
              <p:tags r:id="rId11"/>
            </p:custDataLst>
          </p:nvPr>
        </p:nvSpPr>
        <p:spPr>
          <a:xfrm>
            <a:off x="8794580" y="100965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useBgFill="1">
        <p:nvSpPr>
          <p:cNvPr id="20" name="椭圆 19"/>
          <p:cNvSpPr/>
          <p:nvPr userDrawn="1">
            <p:custDataLst>
              <p:tags r:id="rId12"/>
            </p:custDataLst>
          </p:nvPr>
        </p:nvSpPr>
        <p:spPr>
          <a:xfrm>
            <a:off x="8794580" y="5606710"/>
            <a:ext cx="241640" cy="241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p:nvSpPr>
          <p:cNvPr id="49" name="矩形 48"/>
          <p:cNvSpPr/>
          <p:nvPr userDrawn="1">
            <p:custDataLst>
              <p:tags r:id="rId13"/>
            </p:custDataLst>
          </p:nvPr>
        </p:nvSpPr>
        <p:spPr>
          <a:xfrm rot="18960000">
            <a:off x="4631055" y="2274094"/>
            <a:ext cx="324803" cy="93821"/>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972" name="任意多边形: 形状 971"/>
          <p:cNvSpPr/>
          <p:nvPr userDrawn="1">
            <p:custDataLst>
              <p:tags r:id="rId14"/>
            </p:custDataLst>
          </p:nvPr>
        </p:nvSpPr>
        <p:spPr>
          <a:xfrm rot="3120000">
            <a:off x="4778216" y="2418398"/>
            <a:ext cx="246698" cy="246698"/>
          </a:xfrm>
          <a:custGeom>
            <a:avLst/>
            <a:gdLst>
              <a:gd name="connsiteX0" fmla="*/ 325167 w 328797"/>
              <a:gd name="connsiteY0" fmla="*/ 170115 h 328797"/>
              <a:gd name="connsiteX1" fmla="*/ 170115 w 328797"/>
              <a:gd name="connsiteY1" fmla="*/ 325167 h 328797"/>
              <a:gd name="connsiteX2" fmla="*/ 161712 w 328797"/>
              <a:gd name="connsiteY2" fmla="*/ 328196 h 328797"/>
              <a:gd name="connsiteX3" fmla="*/ 158683 w 328797"/>
              <a:gd name="connsiteY3" fmla="*/ 325167 h 328797"/>
              <a:gd name="connsiteX4" fmla="*/ 3630 w 328797"/>
              <a:gd name="connsiteY4" fmla="*/ 170115 h 328797"/>
              <a:gd name="connsiteX5" fmla="*/ 601 w 328797"/>
              <a:gd name="connsiteY5" fmla="*/ 161712 h 328797"/>
              <a:gd name="connsiteX6" fmla="*/ 3630 w 328797"/>
              <a:gd name="connsiteY6" fmla="*/ 158683 h 328797"/>
              <a:gd name="connsiteX7" fmla="*/ 158683 w 328797"/>
              <a:gd name="connsiteY7" fmla="*/ 3630 h 328797"/>
              <a:gd name="connsiteX8" fmla="*/ 167086 w 328797"/>
              <a:gd name="connsiteY8" fmla="*/ 601 h 328797"/>
              <a:gd name="connsiteX9" fmla="*/ 170115 w 328797"/>
              <a:gd name="connsiteY9" fmla="*/ 3630 h 328797"/>
              <a:gd name="connsiteX10" fmla="*/ 325167 w 328797"/>
              <a:gd name="connsiteY10" fmla="*/ 158683 h 328797"/>
              <a:gd name="connsiteX11" fmla="*/ 328196 w 328797"/>
              <a:gd name="connsiteY11" fmla="*/ 167086 h 328797"/>
              <a:gd name="connsiteX12" fmla="*/ 325167 w 328797"/>
              <a:gd name="connsiteY12" fmla="*/ 170115 h 32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8797" h="328797">
                <a:moveTo>
                  <a:pt x="325167" y="170115"/>
                </a:moveTo>
                <a:cubicBezTo>
                  <a:pt x="231315" y="201378"/>
                  <a:pt x="201378" y="231315"/>
                  <a:pt x="170115" y="325167"/>
                </a:cubicBezTo>
                <a:cubicBezTo>
                  <a:pt x="168631" y="328324"/>
                  <a:pt x="164869" y="329680"/>
                  <a:pt x="161712" y="328196"/>
                </a:cubicBezTo>
                <a:cubicBezTo>
                  <a:pt x="160380" y="327570"/>
                  <a:pt x="159309" y="326499"/>
                  <a:pt x="158683" y="325167"/>
                </a:cubicBezTo>
                <a:cubicBezTo>
                  <a:pt x="127420" y="231315"/>
                  <a:pt x="97420" y="201378"/>
                  <a:pt x="3630" y="170115"/>
                </a:cubicBezTo>
                <a:cubicBezTo>
                  <a:pt x="474" y="168631"/>
                  <a:pt x="-882" y="164869"/>
                  <a:pt x="601" y="161712"/>
                </a:cubicBezTo>
                <a:cubicBezTo>
                  <a:pt x="1228" y="160380"/>
                  <a:pt x="2299" y="159309"/>
                  <a:pt x="3630" y="158683"/>
                </a:cubicBezTo>
                <a:cubicBezTo>
                  <a:pt x="97420" y="127420"/>
                  <a:pt x="127420" y="97420"/>
                  <a:pt x="158683" y="3630"/>
                </a:cubicBezTo>
                <a:cubicBezTo>
                  <a:pt x="160167" y="474"/>
                  <a:pt x="163929" y="-882"/>
                  <a:pt x="167086" y="601"/>
                </a:cubicBezTo>
                <a:cubicBezTo>
                  <a:pt x="168418" y="1228"/>
                  <a:pt x="169489" y="2299"/>
                  <a:pt x="170115" y="3630"/>
                </a:cubicBezTo>
                <a:cubicBezTo>
                  <a:pt x="201378" y="97420"/>
                  <a:pt x="231315" y="127420"/>
                  <a:pt x="325167" y="158683"/>
                </a:cubicBezTo>
                <a:cubicBezTo>
                  <a:pt x="328324" y="160167"/>
                  <a:pt x="329680" y="163929"/>
                  <a:pt x="328196" y="167086"/>
                </a:cubicBezTo>
                <a:cubicBezTo>
                  <a:pt x="327570" y="168418"/>
                  <a:pt x="326499" y="169489"/>
                  <a:pt x="325167" y="170115"/>
                </a:cubicBezTo>
                <a:close/>
              </a:path>
            </a:pathLst>
          </a:custGeom>
          <a:solidFill>
            <a:schemeClr val="accent1"/>
          </a:solidFill>
          <a:ln w="6183" cap="flat">
            <a:noFill/>
            <a:prstDash val="solid"/>
            <a:miter/>
          </a:ln>
        </p:spPr>
        <p:txBody>
          <a:bodyPr rtlCol="0" anchor="ctr"/>
          <a:lstStyle/>
          <a:p>
            <a:pPr fontAlgn="auto"/>
            <a:endParaRPr lang="zh-CN" altLang="en-US" sz="1350">
              <a:latin typeface="+mn-lt"/>
              <a:ea typeface="+mn-ea"/>
            </a:endParaRPr>
          </a:p>
        </p:txBody>
      </p:sp>
      <p:sp>
        <p:nvSpPr>
          <p:cNvPr id="27" name="署名占位符 10"/>
          <p:cNvSpPr>
            <a:spLocks noGrp="1"/>
          </p:cNvSpPr>
          <p:nvPr>
            <p:ph type="body" sz="quarter" idx="17" hasCustomPrompt="1"/>
            <p:custDataLst>
              <p:tags r:id="rId15"/>
            </p:custDataLst>
          </p:nvPr>
        </p:nvSpPr>
        <p:spPr>
          <a:xfrm>
            <a:off x="970598" y="4191953"/>
            <a:ext cx="1925479" cy="378143"/>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350">
                <a:solidFill>
                  <a:srgbClr val="FFFFFF"/>
                </a:solidFill>
              </a:defRPr>
            </a:lvl1pPr>
          </a:lstStyle>
          <a:p>
            <a:pPr lvl="0"/>
            <a:r>
              <a:rPr lang="zh-CN" altLang="en-US" dirty="0"/>
              <a:t>署名</a:t>
            </a:r>
            <a:endParaRPr lang="zh-CN" altLang="en-US" dirty="0"/>
          </a:p>
        </p:txBody>
      </p:sp>
      <p:sp>
        <p:nvSpPr>
          <p:cNvPr id="31" name="标题 1"/>
          <p:cNvSpPr>
            <a:spLocks noGrp="1"/>
          </p:cNvSpPr>
          <p:nvPr>
            <p:ph type="ctrTitle" hasCustomPrompt="1"/>
            <p:custDataLst>
              <p:tags r:id="rId16"/>
            </p:custDataLst>
          </p:nvPr>
        </p:nvSpPr>
        <p:spPr>
          <a:xfrm>
            <a:off x="953453" y="3038951"/>
            <a:ext cx="4742974" cy="1104424"/>
          </a:xfrm>
        </p:spPr>
        <p:txBody>
          <a:bodyPr wrap="square" anchor="t" anchorCtr="0">
            <a:normAutofit/>
          </a:bodyPr>
          <a:lstStyle>
            <a:lvl1pPr algn="l">
              <a:lnSpc>
                <a:spcPct val="100000"/>
              </a:lnSpc>
              <a:defRPr sz="4500">
                <a:ln>
                  <a:noFill/>
                </a:ln>
                <a:solidFill>
                  <a:schemeClr val="accent1"/>
                </a:solidFill>
              </a:defRPr>
            </a:lvl1pPr>
          </a:lstStyle>
          <a:p>
            <a:r>
              <a:rPr lang="zh-CN" altLang="en-US" dirty="0"/>
              <a:t>单击编辑母版标题</a:t>
            </a:r>
            <a:endParaRPr lang="zh-CN" altLang="en-US" dirty="0"/>
          </a:p>
        </p:txBody>
      </p:sp>
      <p:sp>
        <p:nvSpPr>
          <p:cNvPr id="33" name="副标题 17"/>
          <p:cNvSpPr>
            <a:spLocks noGrp="1"/>
          </p:cNvSpPr>
          <p:nvPr>
            <p:ph type="subTitle" idx="1" hasCustomPrompt="1"/>
            <p:custDataLst>
              <p:tags r:id="rId17"/>
            </p:custDataLst>
          </p:nvPr>
        </p:nvSpPr>
        <p:spPr>
          <a:xfrm>
            <a:off x="944880" y="2469833"/>
            <a:ext cx="4758214" cy="529590"/>
          </a:xfrm>
        </p:spPr>
        <p:txBody>
          <a:bodyPr wrap="square">
            <a:normAutofit/>
          </a:bodyPr>
          <a:lstStyle>
            <a:lvl1pPr marL="0" indent="0" algn="l">
              <a:lnSpc>
                <a:spcPct val="100000"/>
              </a:lnSpc>
              <a:buNone/>
              <a:defRPr sz="3600" b="0">
                <a:solidFill>
                  <a:schemeClr val="accent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sym typeface="+mn-ea"/>
              </a:rPr>
              <a:t>编辑副标题</a:t>
            </a:r>
            <a:endParaRPr lang="zh-CN" altLang="en-US" dirty="0"/>
          </a:p>
        </p:txBody>
      </p:sp>
      <p:sp>
        <p:nvSpPr>
          <p:cNvPr id="21" name="任意多边形 20"/>
          <p:cNvSpPr/>
          <p:nvPr>
            <p:custDataLst>
              <p:tags r:id="rId18"/>
            </p:custDataLst>
          </p:nvPr>
        </p:nvSpPr>
        <p:spPr>
          <a:xfrm rot="2580000">
            <a:off x="1255596" y="2040898"/>
            <a:ext cx="218887" cy="217328"/>
          </a:xfrm>
          <a:custGeom>
            <a:avLst/>
            <a:gdLst/>
            <a:ahLst/>
            <a:cxnLst>
              <a:cxn ang="3">
                <a:pos x="hc" y="t"/>
              </a:cxn>
              <a:cxn ang="cd2">
                <a:pos x="l" y="vc"/>
              </a:cxn>
              <a:cxn ang="cd4">
                <a:pos x="hc" y="b"/>
              </a:cxn>
              <a:cxn ang="0">
                <a:pos x="r" y="vc"/>
              </a:cxn>
            </a:cxnLst>
            <a:rect l="l" t="t" r="r" b="b"/>
            <a:pathLst>
              <a:path w="460" h="456">
                <a:moveTo>
                  <a:pt x="189" y="0"/>
                </a:moveTo>
                <a:lnTo>
                  <a:pt x="460" y="9"/>
                </a:lnTo>
                <a:lnTo>
                  <a:pt x="450" y="280"/>
                </a:lnTo>
                <a:lnTo>
                  <a:pt x="261" y="456"/>
                </a:lnTo>
                <a:lnTo>
                  <a:pt x="271" y="185"/>
                </a:lnTo>
                <a:lnTo>
                  <a:pt x="0" y="176"/>
                </a:lnTo>
                <a:lnTo>
                  <a:pt x="189" y="0"/>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a:p>
        </p:txBody>
      </p:sp>
      <p:sp>
        <p:nvSpPr>
          <p:cNvPr id="22" name="任意多边形 21"/>
          <p:cNvSpPr/>
          <p:nvPr>
            <p:custDataLst>
              <p:tags r:id="rId19"/>
            </p:custDataLst>
          </p:nvPr>
        </p:nvSpPr>
        <p:spPr>
          <a:xfrm rot="2580000">
            <a:off x="1086317" y="2040898"/>
            <a:ext cx="218887" cy="217328"/>
          </a:xfrm>
          <a:custGeom>
            <a:avLst/>
            <a:gdLst/>
            <a:ahLst/>
            <a:cxnLst>
              <a:cxn ang="3">
                <a:pos x="hc" y="t"/>
              </a:cxn>
              <a:cxn ang="cd2">
                <a:pos x="l" y="vc"/>
              </a:cxn>
              <a:cxn ang="cd4">
                <a:pos x="hc" y="b"/>
              </a:cxn>
              <a:cxn ang="0">
                <a:pos x="r" y="vc"/>
              </a:cxn>
            </a:cxnLst>
            <a:rect l="l" t="t" r="r" b="b"/>
            <a:pathLst>
              <a:path w="460" h="456">
                <a:moveTo>
                  <a:pt x="189" y="0"/>
                </a:moveTo>
                <a:lnTo>
                  <a:pt x="460" y="9"/>
                </a:lnTo>
                <a:lnTo>
                  <a:pt x="450" y="280"/>
                </a:lnTo>
                <a:lnTo>
                  <a:pt x="261" y="456"/>
                </a:lnTo>
                <a:lnTo>
                  <a:pt x="271" y="185"/>
                </a:lnTo>
                <a:lnTo>
                  <a:pt x="0" y="176"/>
                </a:lnTo>
                <a:lnTo>
                  <a:pt x="189" y="0"/>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a:p>
        </p:txBody>
      </p:sp>
      <p:sp>
        <p:nvSpPr>
          <p:cNvPr id="25" name="任意多边形 24"/>
          <p:cNvSpPr/>
          <p:nvPr>
            <p:custDataLst>
              <p:tags r:id="rId20"/>
            </p:custDataLst>
          </p:nvPr>
        </p:nvSpPr>
        <p:spPr>
          <a:xfrm rot="2580000">
            <a:off x="917038" y="2040898"/>
            <a:ext cx="218887" cy="217328"/>
          </a:xfrm>
          <a:custGeom>
            <a:avLst/>
            <a:gdLst/>
            <a:ahLst/>
            <a:cxnLst>
              <a:cxn ang="3">
                <a:pos x="hc" y="t"/>
              </a:cxn>
              <a:cxn ang="cd2">
                <a:pos x="l" y="vc"/>
              </a:cxn>
              <a:cxn ang="cd4">
                <a:pos x="hc" y="b"/>
              </a:cxn>
              <a:cxn ang="0">
                <a:pos x="r" y="vc"/>
              </a:cxn>
            </a:cxnLst>
            <a:rect l="l" t="t" r="r" b="b"/>
            <a:pathLst>
              <a:path w="460" h="456">
                <a:moveTo>
                  <a:pt x="189" y="0"/>
                </a:moveTo>
                <a:lnTo>
                  <a:pt x="460" y="9"/>
                </a:lnTo>
                <a:lnTo>
                  <a:pt x="450" y="280"/>
                </a:lnTo>
                <a:lnTo>
                  <a:pt x="261" y="456"/>
                </a:lnTo>
                <a:lnTo>
                  <a:pt x="271" y="185"/>
                </a:lnTo>
                <a:lnTo>
                  <a:pt x="0" y="176"/>
                </a:lnTo>
                <a:lnTo>
                  <a:pt x="189" y="0"/>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a:p>
        </p:txBody>
      </p:sp>
      <p:pic>
        <p:nvPicPr>
          <p:cNvPr id="35" name="图片 34" descr="5663512"/>
          <p:cNvPicPr>
            <a:picLocks noChangeAspect="1"/>
          </p:cNvPicPr>
          <p:nvPr userDrawn="1">
            <p:custDataLst>
              <p:tags r:id="rId21"/>
            </p:custDataLst>
          </p:nvPr>
        </p:nvPicPr>
        <p:blipFill>
          <a:blip r:embed="rId22"/>
          <a:srcRect b="6990"/>
          <a:stretch>
            <a:fillRect/>
          </a:stretch>
        </p:blipFill>
        <p:spPr>
          <a:xfrm>
            <a:off x="5122069" y="2071688"/>
            <a:ext cx="4009549" cy="392906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12.xml"/><Relationship Id="rId2" Type="http://schemas.openxmlformats.org/officeDocument/2006/relationships/slideLayout" Target="../slideLayouts/slideLayout13.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grpSp>
        <p:nvGrpSpPr>
          <p:cNvPr id="1026" name="组合 88065"/>
          <p:cNvGrpSpPr/>
          <p:nvPr/>
        </p:nvGrpSpPr>
        <p:grpSpPr>
          <a:xfrm>
            <a:off x="0" y="0"/>
            <a:ext cx="9156700" cy="757238"/>
            <a:chOff x="0" y="0"/>
            <a:chExt cx="5768" cy="477"/>
          </a:xfrm>
        </p:grpSpPr>
        <p:sp>
          <p:nvSpPr>
            <p:cNvPr id="1027" name="任意多边形 88066"/>
            <p:cNvSpPr/>
            <p:nvPr userDrawn="1"/>
          </p:nvSpPr>
          <p:spPr>
            <a:xfrm>
              <a:off x="5" y="0"/>
              <a:ext cx="5763" cy="477"/>
            </a:xfrm>
            <a:custGeom>
              <a:avLst/>
              <a:gdLst/>
              <a:ahLst/>
              <a:cxnLst/>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a:noFill/>
            </a:ln>
          </p:spPr>
          <p:txBody>
            <a:bodyPr/>
            <a:p>
              <a:endParaRPr lang="zh-CN" altLang="en-US">
                <a:latin typeface="+mn-lt"/>
                <a:ea typeface="+mn-ea"/>
              </a:endParaRPr>
            </a:p>
          </p:txBody>
        </p:sp>
        <p:sp>
          <p:nvSpPr>
            <p:cNvPr id="1028" name="任意多边形 88067"/>
            <p:cNvSpPr/>
            <p:nvPr userDrawn="1"/>
          </p:nvSpPr>
          <p:spPr>
            <a:xfrm>
              <a:off x="0" y="98"/>
              <a:ext cx="256" cy="253"/>
            </a:xfrm>
            <a:custGeom>
              <a:avLst/>
              <a:gdLst/>
              <a:ahLst/>
              <a:cxnLst/>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29" name="任意多边形 88068"/>
            <p:cNvSpPr/>
            <p:nvPr userDrawn="1"/>
          </p:nvSpPr>
          <p:spPr>
            <a:xfrm>
              <a:off x="56" y="0"/>
              <a:ext cx="708" cy="459"/>
            </a:xfrm>
            <a:custGeom>
              <a:avLst/>
              <a:gdLst/>
              <a:ahLst/>
              <a:cxnLst/>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1030" name="任意多边形 88069"/>
            <p:cNvSpPr/>
            <p:nvPr userDrawn="1"/>
          </p:nvSpPr>
          <p:spPr>
            <a:xfrm>
              <a:off x="131" y="269"/>
              <a:ext cx="251" cy="194"/>
            </a:xfrm>
            <a:custGeom>
              <a:avLst/>
              <a:gdLst/>
              <a:ahLst/>
              <a:cxnLst/>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31" name="任意多边形 88070"/>
            <p:cNvSpPr/>
            <p:nvPr userDrawn="1"/>
          </p:nvSpPr>
          <p:spPr>
            <a:xfrm>
              <a:off x="341" y="0"/>
              <a:ext cx="159" cy="72"/>
            </a:xfrm>
            <a:custGeom>
              <a:avLst/>
              <a:gdLst/>
              <a:ahLst/>
              <a:cxnLst/>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32" name="任意多边形 88071"/>
            <p:cNvSpPr/>
            <p:nvPr userDrawn="1"/>
          </p:nvSpPr>
          <p:spPr>
            <a:xfrm>
              <a:off x="488" y="0"/>
              <a:ext cx="455" cy="216"/>
            </a:xfrm>
            <a:custGeom>
              <a:avLst/>
              <a:gdLst/>
              <a:ahLst/>
              <a:cxnLst/>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tileRect/>
            </a:gradFill>
            <a:ln w="9525">
              <a:noFill/>
            </a:ln>
          </p:spPr>
          <p:txBody>
            <a:bodyPr/>
            <a:p>
              <a:endParaRPr lang="zh-CN" altLang="en-US">
                <a:latin typeface="+mn-lt"/>
                <a:ea typeface="+mn-ea"/>
              </a:endParaRPr>
            </a:p>
          </p:txBody>
        </p:sp>
        <p:sp>
          <p:nvSpPr>
            <p:cNvPr id="1033" name="任意多边形 88072"/>
            <p:cNvSpPr/>
            <p:nvPr userDrawn="1"/>
          </p:nvSpPr>
          <p:spPr>
            <a:xfrm>
              <a:off x="1448" y="37"/>
              <a:ext cx="414" cy="108"/>
            </a:xfrm>
            <a:custGeom>
              <a:avLst/>
              <a:gdLst/>
              <a:ahLst/>
              <a:cxnLst/>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1034" name="任意多边形 88073"/>
            <p:cNvSpPr/>
            <p:nvPr userDrawn="1"/>
          </p:nvSpPr>
          <p:spPr>
            <a:xfrm>
              <a:off x="1790" y="0"/>
              <a:ext cx="520" cy="225"/>
            </a:xfrm>
            <a:custGeom>
              <a:avLst/>
              <a:gdLst/>
              <a:ahLst/>
              <a:cxnLst/>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35" name="任意多边形 88074"/>
            <p:cNvSpPr/>
            <p:nvPr userDrawn="1"/>
          </p:nvSpPr>
          <p:spPr>
            <a:xfrm>
              <a:off x="1943" y="154"/>
              <a:ext cx="431" cy="233"/>
            </a:xfrm>
            <a:custGeom>
              <a:avLst/>
              <a:gdLst/>
              <a:ahLst/>
              <a:cxnLst/>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36" name="任意多边形 88075"/>
            <p:cNvSpPr/>
            <p:nvPr userDrawn="1"/>
          </p:nvSpPr>
          <p:spPr>
            <a:xfrm>
              <a:off x="2262" y="87"/>
              <a:ext cx="396" cy="227"/>
            </a:xfrm>
            <a:custGeom>
              <a:avLst/>
              <a:gdLst/>
              <a:ahLst/>
              <a:cxnLst/>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37" name="任意多边形 88076"/>
            <p:cNvSpPr/>
            <p:nvPr userDrawn="1"/>
          </p:nvSpPr>
          <p:spPr>
            <a:xfrm>
              <a:off x="2264" y="240"/>
              <a:ext cx="516" cy="223"/>
            </a:xfrm>
            <a:custGeom>
              <a:avLst/>
              <a:gdLst/>
              <a:ahLst/>
              <a:cxnLst/>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tileRect/>
            </a:gradFill>
            <a:ln w="9525">
              <a:noFill/>
            </a:ln>
          </p:spPr>
          <p:txBody>
            <a:bodyPr/>
            <a:p>
              <a:endParaRPr lang="zh-CN" altLang="en-US">
                <a:latin typeface="+mn-lt"/>
                <a:ea typeface="+mn-ea"/>
              </a:endParaRPr>
            </a:p>
          </p:txBody>
        </p:sp>
        <p:sp>
          <p:nvSpPr>
            <p:cNvPr id="1038" name="任意多边形 88077"/>
            <p:cNvSpPr/>
            <p:nvPr userDrawn="1"/>
          </p:nvSpPr>
          <p:spPr>
            <a:xfrm>
              <a:off x="2723" y="324"/>
              <a:ext cx="414" cy="100"/>
            </a:xfrm>
            <a:custGeom>
              <a:avLst/>
              <a:gdLst/>
              <a:ahLst/>
              <a:cxnLst/>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1039" name="任意多边形 88078"/>
            <p:cNvSpPr/>
            <p:nvPr userDrawn="1"/>
          </p:nvSpPr>
          <p:spPr>
            <a:xfrm>
              <a:off x="3165" y="375"/>
              <a:ext cx="150" cy="72"/>
            </a:xfrm>
            <a:custGeom>
              <a:avLst/>
              <a:gdLst/>
              <a:ahLst/>
              <a:cxnLst/>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1040" name="任意多边形 88079"/>
            <p:cNvSpPr/>
            <p:nvPr userDrawn="1"/>
          </p:nvSpPr>
          <p:spPr>
            <a:xfrm>
              <a:off x="3463" y="267"/>
              <a:ext cx="148" cy="91"/>
            </a:xfrm>
            <a:custGeom>
              <a:avLst/>
              <a:gdLst/>
              <a:ahLst/>
              <a:cxnLst/>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tileRect/>
            </a:gradFill>
            <a:ln w="9525">
              <a:noFill/>
            </a:ln>
          </p:spPr>
          <p:txBody>
            <a:bodyPr/>
            <a:p>
              <a:endParaRPr lang="zh-CN" altLang="en-US">
                <a:latin typeface="+mn-lt"/>
                <a:ea typeface="+mn-ea"/>
              </a:endParaRPr>
            </a:p>
          </p:txBody>
        </p:sp>
        <p:sp>
          <p:nvSpPr>
            <p:cNvPr id="1041" name="任意多边形 88080"/>
            <p:cNvSpPr/>
            <p:nvPr userDrawn="1"/>
          </p:nvSpPr>
          <p:spPr>
            <a:xfrm>
              <a:off x="3580" y="58"/>
              <a:ext cx="938" cy="158"/>
            </a:xfrm>
            <a:custGeom>
              <a:avLst/>
              <a:gdLst/>
              <a:ahLst/>
              <a:cxnLst/>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1042" name="任意多边形 88081"/>
            <p:cNvSpPr/>
            <p:nvPr userDrawn="1"/>
          </p:nvSpPr>
          <p:spPr>
            <a:xfrm>
              <a:off x="3686" y="145"/>
              <a:ext cx="372" cy="98"/>
            </a:xfrm>
            <a:custGeom>
              <a:avLst/>
              <a:gdLst/>
              <a:ahLst/>
              <a:cxnLst/>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tileRect/>
            </a:gradFill>
            <a:ln w="9525">
              <a:noFill/>
            </a:ln>
          </p:spPr>
          <p:txBody>
            <a:bodyPr/>
            <a:p>
              <a:endParaRPr lang="zh-CN" altLang="en-US">
                <a:latin typeface="+mn-lt"/>
                <a:ea typeface="+mn-ea"/>
              </a:endParaRPr>
            </a:p>
          </p:txBody>
        </p:sp>
        <p:sp>
          <p:nvSpPr>
            <p:cNvPr id="1043" name="任意多边形 88082"/>
            <p:cNvSpPr/>
            <p:nvPr userDrawn="1"/>
          </p:nvSpPr>
          <p:spPr>
            <a:xfrm>
              <a:off x="3618" y="308"/>
              <a:ext cx="318" cy="158"/>
            </a:xfrm>
            <a:custGeom>
              <a:avLst/>
              <a:gdLst/>
              <a:ahLst/>
              <a:cxnLst/>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tileRect/>
            </a:gradFill>
            <a:ln w="9525">
              <a:noFill/>
            </a:ln>
          </p:spPr>
          <p:txBody>
            <a:bodyPr/>
            <a:p>
              <a:endParaRPr lang="zh-CN" altLang="en-US">
                <a:latin typeface="+mn-lt"/>
                <a:ea typeface="+mn-ea"/>
              </a:endParaRPr>
            </a:p>
          </p:txBody>
        </p:sp>
        <p:sp>
          <p:nvSpPr>
            <p:cNvPr id="1044" name="任意多边形 88083"/>
            <p:cNvSpPr/>
            <p:nvPr userDrawn="1"/>
          </p:nvSpPr>
          <p:spPr>
            <a:xfrm>
              <a:off x="3413" y="291"/>
              <a:ext cx="380" cy="174"/>
            </a:xfrm>
            <a:custGeom>
              <a:avLst/>
              <a:gdLst/>
              <a:ahLst/>
              <a:cxnLst/>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sp>
          <p:nvSpPr>
            <p:cNvPr id="1045" name="任意多边形 88084"/>
            <p:cNvSpPr/>
            <p:nvPr userDrawn="1"/>
          </p:nvSpPr>
          <p:spPr>
            <a:xfrm>
              <a:off x="4178" y="187"/>
              <a:ext cx="523" cy="69"/>
            </a:xfrm>
            <a:custGeom>
              <a:avLst/>
              <a:gdLst/>
              <a:ahLst/>
              <a:cxnLst/>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tileRect/>
            </a:gradFill>
            <a:ln w="9525">
              <a:noFill/>
            </a:ln>
          </p:spPr>
          <p:txBody>
            <a:bodyPr/>
            <a:p>
              <a:endParaRPr lang="zh-CN" altLang="en-US">
                <a:latin typeface="+mn-lt"/>
                <a:ea typeface="+mn-ea"/>
              </a:endParaRPr>
            </a:p>
          </p:txBody>
        </p:sp>
        <p:sp>
          <p:nvSpPr>
            <p:cNvPr id="1046" name="任意多边形 88085"/>
            <p:cNvSpPr/>
            <p:nvPr userDrawn="1"/>
          </p:nvSpPr>
          <p:spPr>
            <a:xfrm>
              <a:off x="4689" y="186"/>
              <a:ext cx="537" cy="120"/>
            </a:xfrm>
            <a:custGeom>
              <a:avLst/>
              <a:gdLst/>
              <a:ahLst/>
              <a:cxnLst/>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tileRect/>
            </a:gradFill>
            <a:ln w="9525">
              <a:noFill/>
            </a:ln>
          </p:spPr>
          <p:txBody>
            <a:bodyPr/>
            <a:p>
              <a:endParaRPr lang="zh-CN" altLang="en-US">
                <a:latin typeface="+mn-lt"/>
                <a:ea typeface="+mn-ea"/>
              </a:endParaRPr>
            </a:p>
          </p:txBody>
        </p:sp>
        <p:sp>
          <p:nvSpPr>
            <p:cNvPr id="1047" name="任意多边形 88086"/>
            <p:cNvSpPr/>
            <p:nvPr userDrawn="1"/>
          </p:nvSpPr>
          <p:spPr>
            <a:xfrm>
              <a:off x="4968" y="312"/>
              <a:ext cx="800" cy="143"/>
            </a:xfrm>
            <a:custGeom>
              <a:avLst/>
              <a:gdLst/>
              <a:ahLst/>
              <a:cxnLst/>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tileRect/>
            </a:gradFill>
            <a:ln w="9525">
              <a:noFill/>
            </a:ln>
          </p:spPr>
          <p:txBody>
            <a:bodyPr/>
            <a:p>
              <a:endParaRPr lang="zh-CN" altLang="en-US">
                <a:latin typeface="+mn-lt"/>
                <a:ea typeface="+mn-ea"/>
              </a:endParaRPr>
            </a:p>
          </p:txBody>
        </p:sp>
        <p:sp>
          <p:nvSpPr>
            <p:cNvPr id="1048" name="任意多边形 88087"/>
            <p:cNvSpPr/>
            <p:nvPr userDrawn="1"/>
          </p:nvSpPr>
          <p:spPr>
            <a:xfrm>
              <a:off x="5318" y="240"/>
              <a:ext cx="402" cy="115"/>
            </a:xfrm>
            <a:custGeom>
              <a:avLst/>
              <a:gdLst/>
              <a:ahLst/>
              <a:cxnLst/>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tileRect/>
            </a:gradFill>
            <a:ln w="9525">
              <a:noFill/>
            </a:ln>
          </p:spPr>
          <p:txBody>
            <a:bodyPr/>
            <a:p>
              <a:endParaRPr lang="zh-CN" altLang="en-US">
                <a:latin typeface="+mn-lt"/>
                <a:ea typeface="+mn-ea"/>
              </a:endParaRPr>
            </a:p>
          </p:txBody>
        </p:sp>
      </p:grpSp>
      <p:grpSp>
        <p:nvGrpSpPr>
          <p:cNvPr id="1049" name="组合 88088"/>
          <p:cNvGrpSpPr/>
          <p:nvPr/>
        </p:nvGrpSpPr>
        <p:grpSpPr>
          <a:xfrm>
            <a:off x="0" y="6553200"/>
            <a:ext cx="9169400" cy="138113"/>
            <a:chOff x="0" y="4032"/>
            <a:chExt cx="5776" cy="87"/>
          </a:xfrm>
        </p:grpSpPr>
        <p:sp>
          <p:nvSpPr>
            <p:cNvPr id="1050" name="任意多边形 88089"/>
            <p:cNvSpPr/>
            <p:nvPr userDrawn="1"/>
          </p:nvSpPr>
          <p:spPr>
            <a:xfrm>
              <a:off x="4041" y="4047"/>
              <a:ext cx="1735" cy="72"/>
            </a:xfrm>
            <a:custGeom>
              <a:avLst/>
              <a:gdLst/>
              <a:ahLst/>
              <a:cxnLst/>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1051" name="任意多边形 88090"/>
            <p:cNvSpPr/>
            <p:nvPr userDrawn="1"/>
          </p:nvSpPr>
          <p:spPr>
            <a:xfrm>
              <a:off x="1727" y="4038"/>
              <a:ext cx="2655" cy="60"/>
            </a:xfrm>
            <a:custGeom>
              <a:avLst/>
              <a:gdLst/>
              <a:ahLst/>
              <a:cxnLst/>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sp>
          <p:nvSpPr>
            <p:cNvPr id="1052" name="任意多边形 88091"/>
            <p:cNvSpPr/>
            <p:nvPr userDrawn="1"/>
          </p:nvSpPr>
          <p:spPr>
            <a:xfrm>
              <a:off x="0" y="4032"/>
              <a:ext cx="2041" cy="62"/>
            </a:xfrm>
            <a:custGeom>
              <a:avLst/>
              <a:gdLst/>
              <a:ahLst/>
              <a:cxnLst/>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tileRect/>
            </a:gradFill>
            <a:ln w="9525">
              <a:noFill/>
            </a:ln>
          </p:spPr>
          <p:txBody>
            <a:bodyPr/>
            <a:p>
              <a:endParaRPr lang="zh-CN" altLang="en-US">
                <a:latin typeface="+mn-lt"/>
                <a:ea typeface="+mn-ea"/>
              </a:endParaRPr>
            </a:p>
          </p:txBody>
        </p:sp>
      </p:grpSp>
      <p:sp>
        <p:nvSpPr>
          <p:cNvPr id="1053" name="标题 88092"/>
          <p:cNvSpPr>
            <a:spLocks noGrp="1"/>
          </p:cNvSpPr>
          <p:nvPr>
            <p:ph type="title"/>
          </p:nvPr>
        </p:nvSpPr>
        <p:spPr>
          <a:xfrm>
            <a:off x="1143000" y="457200"/>
            <a:ext cx="6781800" cy="6096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54" name="文本占位符 88093"/>
          <p:cNvSpPr>
            <a:spLocks noGrp="1"/>
          </p:cNvSpPr>
          <p:nvPr>
            <p:ph type="body"/>
          </p:nvPr>
        </p:nvSpPr>
        <p:spPr>
          <a:xfrm>
            <a:off x="228600" y="1143000"/>
            <a:ext cx="8686800" cy="5257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p:txBody>
      </p:sp>
      <p:pic>
        <p:nvPicPr>
          <p:cNvPr id="1055" name="图片 88110" descr="01"/>
          <p:cNvPicPr>
            <a:picLocks noChangeAspect="1"/>
          </p:cNvPicPr>
          <p:nvPr userDrawn="1"/>
        </p:nvPicPr>
        <p:blipFill>
          <a:blip r:embed="rId13">
            <a:clrChange>
              <a:clrFrom>
                <a:srgbClr val="FFFFFF"/>
              </a:clrFrom>
              <a:clrTo>
                <a:srgbClr val="FFFFFF">
                  <a:alpha val="0"/>
                </a:srgbClr>
              </a:clrTo>
            </a:clrChange>
          </a:blip>
          <a:stretch>
            <a:fillRect/>
          </a:stretch>
        </p:blipFill>
        <p:spPr>
          <a:xfrm>
            <a:off x="0" y="0"/>
            <a:ext cx="973138" cy="1143000"/>
          </a:xfrm>
          <a:prstGeom prst="rect">
            <a:avLst/>
          </a:prstGeom>
          <a:noFill/>
          <a:ln w="9525">
            <a:noFill/>
          </a:ln>
        </p:spPr>
      </p:pic>
      <p:sp>
        <p:nvSpPr>
          <p:cNvPr id="1056" name="文本框 88111"/>
          <p:cNvSpPr txBox="1"/>
          <p:nvPr userDrawn="1"/>
        </p:nvSpPr>
        <p:spPr>
          <a:xfrm>
            <a:off x="7772400" y="166688"/>
            <a:ext cx="1295400" cy="398780"/>
          </a:xfrm>
          <a:prstGeom prst="rect">
            <a:avLst/>
          </a:prstGeom>
          <a:noFill/>
          <a:ln w="9525">
            <a:noFill/>
          </a:ln>
        </p:spPr>
        <p:txBody>
          <a:bodyPr anchor="t" anchorCtr="0">
            <a:spAutoFit/>
          </a:bodyPr>
          <a:p>
            <a:pPr lvl="0">
              <a:spcBef>
                <a:spcPct val="50000"/>
              </a:spcBef>
            </a:pPr>
            <a:r>
              <a:rPr lang="zh-CN" altLang="en-US" sz="2000" b="1" i="1" dirty="0">
                <a:solidFill>
                  <a:srgbClr val="6600CC"/>
                </a:solidFill>
                <a:latin typeface="+mn-lt"/>
                <a:ea typeface="+mn-ea"/>
              </a:rPr>
              <a:t>数据结构</a:t>
            </a:r>
            <a:endParaRPr lang="zh-CN" altLang="en-US" sz="2000" b="1" i="1" dirty="0">
              <a:solidFill>
                <a:srgbClr val="6600CC"/>
              </a:solidFill>
              <a:latin typeface="+mn-lt"/>
              <a:ea typeface="+mn-ea"/>
            </a:endParaRPr>
          </a:p>
        </p:txBody>
      </p:sp>
      <p:sp>
        <p:nvSpPr>
          <p:cNvPr id="1057" name="动作按钮: 后退或前一项 88112">
            <a:hlinkClick r:id="" action="ppaction://hlinkshowjump?jump=previousslide"/>
          </p:cNvPr>
          <p:cNvSpPr/>
          <p:nvPr userDrawn="1"/>
        </p:nvSpPr>
        <p:spPr>
          <a:xfrm>
            <a:off x="152400" y="6553200"/>
            <a:ext cx="304800" cy="2286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nchor="t" anchorCtr="0"/>
          <a:p>
            <a:pPr lvl="0"/>
            <a:endParaRPr lang="zh-CN" altLang="en-US">
              <a:latin typeface="+mn-lt"/>
              <a:ea typeface="+mn-ea"/>
            </a:endParaRPr>
          </a:p>
        </p:txBody>
      </p:sp>
      <p:sp>
        <p:nvSpPr>
          <p:cNvPr id="1058" name="动作按钮: 前进或下一项 88113">
            <a:hlinkClick r:id="" action="ppaction://hlinkshowjump?jump=nextslide"/>
          </p:cNvPr>
          <p:cNvSpPr/>
          <p:nvPr userDrawn="1"/>
        </p:nvSpPr>
        <p:spPr>
          <a:xfrm>
            <a:off x="533400" y="6553200"/>
            <a:ext cx="304800" cy="228600"/>
          </a:xfrm>
          <a:prstGeom prst="actionButtonForwardNext">
            <a:avLst/>
          </a:prstGeom>
          <a:solidFill>
            <a:schemeClr val="accent1"/>
          </a:solidFill>
          <a:ln w="9525" cap="flat" cmpd="sng">
            <a:solidFill>
              <a:schemeClr val="tx1"/>
            </a:solidFill>
            <a:prstDash val="solid"/>
            <a:miter/>
            <a:headEnd type="none" w="med" len="med"/>
            <a:tailEnd type="none" w="med" len="med"/>
          </a:ln>
        </p:spPr>
        <p:txBody>
          <a:bodyPr anchor="t" anchorCtr="0"/>
          <a:p>
            <a:pPr lvl="0"/>
            <a:endParaRPr lang="zh-CN" altLang="en-US">
              <a:latin typeface="+mn-lt"/>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ctr" defTabSz="914400" rtl="0" eaLnBrk="1" fontAlgn="base" latinLnBrk="0" hangingPunct="1">
        <a:lnSpc>
          <a:spcPct val="100000"/>
        </a:lnSpc>
        <a:spcBef>
          <a:spcPct val="0"/>
        </a:spcBef>
        <a:spcAft>
          <a:spcPct val="0"/>
        </a:spcAft>
        <a:buNone/>
        <a:defRPr sz="40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SzPct val="90000"/>
        <a:buBlip>
          <a:blip r:embed="rId14"/>
        </a:buBlip>
        <a:defRPr sz="3200" b="1" i="0" u="none" kern="1200" baseline="0">
          <a:solidFill>
            <a:srgbClr val="000000"/>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SzPct val="80000"/>
        <a:buBlip>
          <a:blip r:embed="rId15"/>
        </a:buBlip>
        <a:defRPr sz="2800" b="1" i="0" u="none" kern="1200" baseline="0">
          <a:solidFill>
            <a:srgbClr val="000000"/>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SzPct val="70000"/>
        <a:buBlip>
          <a:blip r:embed="rId16"/>
        </a:buBlip>
        <a:defRPr sz="2400" b="1" i="0" u="none" kern="1200" baseline="0">
          <a:solidFill>
            <a:srgbClr val="000000"/>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SzPct val="70000"/>
        <a:buBlip>
          <a:blip r:embed="rId17"/>
        </a:buBlip>
        <a:defRPr sz="2000" b="1" i="0" u="none" kern="1200" baseline="0">
          <a:solidFill>
            <a:srgbClr val="000000"/>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SzPct val="70000"/>
        <a:buBlip>
          <a:blip r:embed="rId18"/>
        </a:buBlip>
        <a:defRPr sz="2000" b="1" i="0" u="none" kern="1200" baseline="0">
          <a:solidFill>
            <a:srgbClr val="000000"/>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SzPct val="70000"/>
        <a:buBlip>
          <a:blip r:embed="rId18"/>
        </a:buBlip>
        <a:defRPr sz="2000" b="1" i="0" u="none" kern="1200" baseline="0">
          <a:solidFill>
            <a:srgbClr val="000000"/>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SzPct val="70000"/>
        <a:buBlip>
          <a:blip r:embed="rId18"/>
        </a:buBlip>
        <a:defRPr sz="2000" b="1" i="0" u="none" kern="1200" baseline="0">
          <a:solidFill>
            <a:srgbClr val="000000"/>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SzPct val="70000"/>
        <a:buBlip>
          <a:blip r:embed="rId18"/>
        </a:buBlip>
        <a:defRPr sz="2000" b="1" i="0" u="none" kern="1200" baseline="0">
          <a:solidFill>
            <a:srgbClr val="000000"/>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SzPct val="70000"/>
        <a:buBlip>
          <a:blip r:embed="rId18"/>
        </a:buBlip>
        <a:defRPr sz="2000" b="1" i="0" u="none" kern="1200" baseline="0">
          <a:solidFill>
            <a:srgbClr val="000000"/>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同侧圆角矩形 7"/>
          <p:cNvSpPr/>
          <p:nvPr userDrawn="1">
            <p:custDataLst>
              <p:tags r:id="rId12"/>
            </p:custDataLst>
          </p:nvPr>
        </p:nvSpPr>
        <p:spPr>
          <a:xfrm>
            <a:off x="0" y="857250"/>
            <a:ext cx="9135904" cy="5143500"/>
          </a:xfrm>
          <a:prstGeom prst="round2SameRect">
            <a:avLst>
              <a:gd name="adj1" fmla="val 13455"/>
              <a:gd name="adj2" fmla="val 0"/>
            </a:avLst>
          </a:prstGeom>
          <a:gradFill>
            <a:gsLst>
              <a:gs pos="100000">
                <a:schemeClr val="accent4">
                  <a:alpha val="13000"/>
                </a:schemeClr>
              </a:gs>
              <a:gs pos="0">
                <a:schemeClr val="accent4">
                  <a:alpha val="0"/>
                </a:schemeClr>
              </a:gs>
            </a:gsLst>
            <a:lin ang="27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350"/>
          </a:p>
        </p:txBody>
      </p:sp>
      <p:sp>
        <p:nvSpPr>
          <p:cNvPr id="34" name="任意多边形 33"/>
          <p:cNvSpPr/>
          <p:nvPr userDrawn="1">
            <p:custDataLst>
              <p:tags r:id="rId13"/>
            </p:custDataLst>
          </p:nvPr>
        </p:nvSpPr>
        <p:spPr>
          <a:xfrm flipH="1">
            <a:off x="8478679" y="857250"/>
            <a:ext cx="665321" cy="665321"/>
          </a:xfrm>
          <a:custGeom>
            <a:avLst/>
            <a:gdLst/>
            <a:ahLst/>
            <a:cxnLst>
              <a:cxn ang="3">
                <a:pos x="hc" y="t"/>
              </a:cxn>
              <a:cxn ang="cd2">
                <a:pos x="l" y="vc"/>
              </a:cxn>
              <a:cxn ang="cd4">
                <a:pos x="hc" y="b"/>
              </a:cxn>
              <a:cxn ang="0">
                <a:pos x="r" y="vc"/>
              </a:cxn>
            </a:cxnLst>
            <a:rect l="l" t="t" r="r" b="b"/>
            <a:pathLst>
              <a:path w="812" h="812">
                <a:moveTo>
                  <a:pt x="0" y="0"/>
                </a:moveTo>
                <a:lnTo>
                  <a:pt x="812" y="0"/>
                </a:lnTo>
                <a:lnTo>
                  <a:pt x="805" y="2"/>
                </a:lnTo>
                <a:cubicBezTo>
                  <a:pt x="407" y="93"/>
                  <a:pt x="93" y="407"/>
                  <a:pt x="2" y="805"/>
                </a:cubicBezTo>
                <a:lnTo>
                  <a:pt x="0" y="812"/>
                </a:lnTo>
                <a:lnTo>
                  <a:pt x="0" y="0"/>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a:p>
        </p:txBody>
      </p:sp>
      <p:sp>
        <p:nvSpPr>
          <p:cNvPr id="2" name="标题占位符 1"/>
          <p:cNvSpPr>
            <a:spLocks noGrp="1"/>
          </p:cNvSpPr>
          <p:nvPr>
            <p:ph type="title"/>
            <p:custDataLst>
              <p:tags r:id="rId14"/>
            </p:custDataLst>
          </p:nvPr>
        </p:nvSpPr>
        <p:spPr>
          <a:xfrm>
            <a:off x="521970" y="1127250"/>
            <a:ext cx="8100000" cy="54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521970" y="1833562"/>
            <a:ext cx="8100000" cy="3655219"/>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6"/>
            </p:custDataLst>
          </p:nvPr>
        </p:nvSpPr>
        <p:spPr>
          <a:xfrm>
            <a:off x="521970" y="5624513"/>
            <a:ext cx="2057400" cy="273844"/>
          </a:xfrm>
          <a:prstGeom prst="rect">
            <a:avLst/>
          </a:prstGeom>
        </p:spPr>
        <p:txBody>
          <a:bodyPr vert="horz" wrap="square" lIns="91440" tIns="45720" rIns="91440" bIns="45720" rtlCol="0" anchor="ctr">
            <a:normAutofit/>
          </a:bodyPr>
          <a:lstStyle>
            <a:lvl1pPr algn="l">
              <a:defRPr sz="9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3028950" y="5624513"/>
            <a:ext cx="3086100" cy="273844"/>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6565487" y="5624513"/>
            <a:ext cx="2057400" cy="273844"/>
          </a:xfrm>
          <a:prstGeom prst="rect">
            <a:avLst/>
          </a:prstGeom>
        </p:spPr>
        <p:txBody>
          <a:bodyPr vert="horz" wrap="square" lIns="91440" tIns="45720" rIns="91440" bIns="45720" rtlCol="0" anchor="ctr">
            <a:normAutofit/>
          </a:bodyPr>
          <a:lstStyle>
            <a:lvl1pPr algn="r">
              <a:defRPr sz="900">
                <a:solidFill>
                  <a:schemeClr val="tx1">
                    <a:tint val="75000"/>
                  </a:schemeClr>
                </a:solidFill>
              </a:defRPr>
            </a:lvl1pPr>
          </a:lstStyle>
          <a:p>
            <a:fld id="{BE5F26B5-172A-4DC2-B0B7-181CFC56B87C}" type="slidenum">
              <a:rPr lang="zh-CN" altLang="en-US" smtClean="0"/>
            </a:fld>
            <a:endParaRPr lang="zh-CN" altLang="en-US"/>
          </a:p>
        </p:txBody>
      </p:sp>
      <p:sp useBgFill="1">
        <p:nvSpPr>
          <p:cNvPr id="36" name="椭圆 35"/>
          <p:cNvSpPr/>
          <p:nvPr userDrawn="1">
            <p:custDataLst>
              <p:tags r:id="rId19"/>
            </p:custDataLst>
          </p:nvPr>
        </p:nvSpPr>
        <p:spPr>
          <a:xfrm>
            <a:off x="8945404" y="926783"/>
            <a:ext cx="120015" cy="1200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350">
              <a:cs typeface="Montserrat Medium" panose="00000600000000000000" charset="0"/>
            </a:endParaRPr>
          </a:p>
        </p:txBody>
      </p:sp>
      <p:sp>
        <p:nvSpPr>
          <p:cNvPr id="9" name="KSO_TEMPLATE" hidden="1"/>
          <p:cNvSpPr/>
          <p:nvPr userDrawn="1">
            <p:custDataLst>
              <p:tags r:id="rId20"/>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100000"/>
        </a:lnSpc>
        <a:spcBef>
          <a:spcPct val="0"/>
        </a:spcBef>
        <a:buNone/>
        <a:defRPr sz="2400" b="1" kern="1200">
          <a:solidFill>
            <a:schemeClr val="accent1"/>
          </a:solidFill>
          <a:latin typeface="+mj-lt"/>
          <a:ea typeface="+mj-ea"/>
          <a:cs typeface="+mj-cs"/>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mn-lt"/>
          <a:ea typeface="+mn-ea"/>
          <a:cs typeface="+mn-cs"/>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solidFill>
          <a:latin typeface="+mn-lt"/>
          <a:ea typeface="+mn-ea"/>
          <a:cs typeface="+mn-cs"/>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solidFill>
          <a:latin typeface="+mn-lt"/>
          <a:ea typeface="+mn-ea"/>
          <a:cs typeface="+mn-cs"/>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solidFill>
          <a:latin typeface="+mn-lt"/>
          <a:ea typeface="+mn-ea"/>
          <a:cs typeface="+mn-cs"/>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3.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2.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slide" Target="slide47.xml"/><Relationship Id="rId6" Type="http://schemas.openxmlformats.org/officeDocument/2006/relationships/tags" Target="../tags/tag121.xml"/><Relationship Id="rId5" Type="http://schemas.openxmlformats.org/officeDocument/2006/relationships/slide" Target="slide19.xml"/><Relationship Id="rId4" Type="http://schemas.openxmlformats.org/officeDocument/2006/relationships/tags" Target="../tags/tag120.xml"/><Relationship Id="rId3" Type="http://schemas.openxmlformats.org/officeDocument/2006/relationships/slide" Target="slide7.xml"/><Relationship Id="rId2" Type="http://schemas.openxmlformats.org/officeDocument/2006/relationships/tags" Target="../tags/tag119.xml"/><Relationship Id="rId13" Type="http://schemas.openxmlformats.org/officeDocument/2006/relationships/notesSlide" Target="../notesSlides/notesSlide2.xml"/><Relationship Id="rId12" Type="http://schemas.openxmlformats.org/officeDocument/2006/relationships/slideLayout" Target="../slideLayouts/slideLayout13.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tags" Target="../tags/tag118.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3.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image" Target="../media/image17.png"/><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7.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153.xml"/><Relationship Id="rId7" Type="http://schemas.openxmlformats.org/officeDocument/2006/relationships/image" Target="../media/image18.png"/><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1" Type="http://schemas.openxmlformats.org/officeDocument/2006/relationships/slideLayout" Target="../slideLayouts/slideLayout19.xml"/><Relationship Id="rId10" Type="http://schemas.openxmlformats.org/officeDocument/2006/relationships/tags" Target="../tags/tag154.xml"/><Relationship Id="rId1" Type="http://schemas.openxmlformats.org/officeDocument/2006/relationships/tags" Target="../tags/tag14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164.xml"/><Relationship Id="rId6" Type="http://schemas.openxmlformats.org/officeDocument/2006/relationships/image" Target="../media/image19.png"/><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image" Target="../media/image20.png"/><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image" Target="../media/image21.png"/><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0" Type="http://schemas.openxmlformats.org/officeDocument/2006/relationships/notesSlide" Target="../notesSlides/notesSlide6.xml"/><Relationship Id="rId1" Type="http://schemas.openxmlformats.org/officeDocument/2006/relationships/tags" Target="../tags/tag205.xml"/></Relationships>
</file>

<file path=ppt/slides/_rels/slide20.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3" Type="http://schemas.openxmlformats.org/officeDocument/2006/relationships/slideLayout" Target="../slideLayouts/slideLayout13.xml"/><Relationship Id="rId32" Type="http://schemas.openxmlformats.org/officeDocument/2006/relationships/tags" Target="../tags/tag238.xml"/><Relationship Id="rId31" Type="http://schemas.openxmlformats.org/officeDocument/2006/relationships/tags" Target="../tags/tag237.xml"/><Relationship Id="rId30" Type="http://schemas.openxmlformats.org/officeDocument/2006/relationships/tags" Target="../tags/tag236.xml"/><Relationship Id="rId3" Type="http://schemas.openxmlformats.org/officeDocument/2006/relationships/tags" Target="../tags/tag214.xml"/><Relationship Id="rId29" Type="http://schemas.openxmlformats.org/officeDocument/2006/relationships/tags" Target="../tags/tag235.xml"/><Relationship Id="rId28" Type="http://schemas.openxmlformats.org/officeDocument/2006/relationships/tags" Target="../tags/tag234.xml"/><Relationship Id="rId27" Type="http://schemas.openxmlformats.org/officeDocument/2006/relationships/tags" Target="../tags/tag233.xml"/><Relationship Id="rId26" Type="http://schemas.openxmlformats.org/officeDocument/2006/relationships/tags" Target="../tags/tag232.xml"/><Relationship Id="rId25" Type="http://schemas.openxmlformats.org/officeDocument/2006/relationships/tags" Target="../tags/tag231.xml"/><Relationship Id="rId24" Type="http://schemas.openxmlformats.org/officeDocument/2006/relationships/tags" Target="../tags/tag230.xml"/><Relationship Id="rId23" Type="http://schemas.openxmlformats.org/officeDocument/2006/relationships/tags" Target="../tags/tag229.xml"/><Relationship Id="rId22" Type="http://schemas.openxmlformats.org/officeDocument/2006/relationships/tags" Target="../tags/tag228.xml"/><Relationship Id="rId21" Type="http://schemas.openxmlformats.org/officeDocument/2006/relationships/tags" Target="../tags/tag227.xml"/><Relationship Id="rId20" Type="http://schemas.openxmlformats.org/officeDocument/2006/relationships/tags" Target="../tags/tag226.xml"/><Relationship Id="rId2" Type="http://schemas.openxmlformats.org/officeDocument/2006/relationships/tags" Target="../tags/tag213.xml"/><Relationship Id="rId19" Type="http://schemas.openxmlformats.org/officeDocument/2006/relationships/tags" Target="../tags/tag225.xml"/><Relationship Id="rId18" Type="http://schemas.openxmlformats.org/officeDocument/2006/relationships/tags" Target="../tags/tag224.xml"/><Relationship Id="rId17" Type="http://schemas.openxmlformats.org/officeDocument/2006/relationships/tags" Target="../tags/tag223.xml"/><Relationship Id="rId16" Type="http://schemas.openxmlformats.org/officeDocument/2006/relationships/tags" Target="../tags/tag222.xml"/><Relationship Id="rId15" Type="http://schemas.openxmlformats.org/officeDocument/2006/relationships/tags" Target="../tags/tag221.xml"/><Relationship Id="rId14" Type="http://schemas.openxmlformats.org/officeDocument/2006/relationships/tags" Target="../tags/tag220.xml"/><Relationship Id="rId13" Type="http://schemas.openxmlformats.org/officeDocument/2006/relationships/tags" Target="../tags/tag219.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12.xml"/></Relationships>
</file>

<file path=ppt/slides/_rels/slide21.xml.rels><?xml version="1.0" encoding="UTF-8" standalone="yes"?>
<Relationships xmlns="http://schemas.openxmlformats.org/package/2006/relationships"><Relationship Id="rId96" Type="http://schemas.openxmlformats.org/officeDocument/2006/relationships/slideLayout" Target="../slideLayouts/slideLayout13.xml"/><Relationship Id="rId95" Type="http://schemas.openxmlformats.org/officeDocument/2006/relationships/tags" Target="../tags/tag333.xml"/><Relationship Id="rId94" Type="http://schemas.openxmlformats.org/officeDocument/2006/relationships/tags" Target="../tags/tag332.xml"/><Relationship Id="rId93" Type="http://schemas.openxmlformats.org/officeDocument/2006/relationships/tags" Target="../tags/tag331.xml"/><Relationship Id="rId92" Type="http://schemas.openxmlformats.org/officeDocument/2006/relationships/tags" Target="../tags/tag330.xml"/><Relationship Id="rId91" Type="http://schemas.openxmlformats.org/officeDocument/2006/relationships/tags" Target="../tags/tag329.xml"/><Relationship Id="rId90" Type="http://schemas.openxmlformats.org/officeDocument/2006/relationships/tags" Target="../tags/tag328.xml"/><Relationship Id="rId9" Type="http://schemas.openxmlformats.org/officeDocument/2006/relationships/tags" Target="../tags/tag247.xml"/><Relationship Id="rId89" Type="http://schemas.openxmlformats.org/officeDocument/2006/relationships/tags" Target="../tags/tag327.xml"/><Relationship Id="rId88" Type="http://schemas.openxmlformats.org/officeDocument/2006/relationships/tags" Target="../tags/tag326.xml"/><Relationship Id="rId87" Type="http://schemas.openxmlformats.org/officeDocument/2006/relationships/tags" Target="../tags/tag325.xml"/><Relationship Id="rId86" Type="http://schemas.openxmlformats.org/officeDocument/2006/relationships/tags" Target="../tags/tag324.xml"/><Relationship Id="rId85" Type="http://schemas.openxmlformats.org/officeDocument/2006/relationships/tags" Target="../tags/tag323.xml"/><Relationship Id="rId84" Type="http://schemas.openxmlformats.org/officeDocument/2006/relationships/tags" Target="../tags/tag322.xml"/><Relationship Id="rId83" Type="http://schemas.openxmlformats.org/officeDocument/2006/relationships/tags" Target="../tags/tag321.xml"/><Relationship Id="rId82" Type="http://schemas.openxmlformats.org/officeDocument/2006/relationships/tags" Target="../tags/tag320.xml"/><Relationship Id="rId81" Type="http://schemas.openxmlformats.org/officeDocument/2006/relationships/tags" Target="../tags/tag319.xml"/><Relationship Id="rId80" Type="http://schemas.openxmlformats.org/officeDocument/2006/relationships/tags" Target="../tags/tag318.xml"/><Relationship Id="rId8" Type="http://schemas.openxmlformats.org/officeDocument/2006/relationships/tags" Target="../tags/tag246.xml"/><Relationship Id="rId79" Type="http://schemas.openxmlformats.org/officeDocument/2006/relationships/tags" Target="../tags/tag317.xml"/><Relationship Id="rId78" Type="http://schemas.openxmlformats.org/officeDocument/2006/relationships/tags" Target="../tags/tag316.xml"/><Relationship Id="rId77" Type="http://schemas.openxmlformats.org/officeDocument/2006/relationships/tags" Target="../tags/tag315.xml"/><Relationship Id="rId76" Type="http://schemas.openxmlformats.org/officeDocument/2006/relationships/tags" Target="../tags/tag314.xml"/><Relationship Id="rId75" Type="http://schemas.openxmlformats.org/officeDocument/2006/relationships/tags" Target="../tags/tag313.xml"/><Relationship Id="rId74" Type="http://schemas.openxmlformats.org/officeDocument/2006/relationships/tags" Target="../tags/tag312.xml"/><Relationship Id="rId73" Type="http://schemas.openxmlformats.org/officeDocument/2006/relationships/tags" Target="../tags/tag311.xml"/><Relationship Id="rId72" Type="http://schemas.openxmlformats.org/officeDocument/2006/relationships/tags" Target="../tags/tag310.xml"/><Relationship Id="rId71" Type="http://schemas.openxmlformats.org/officeDocument/2006/relationships/tags" Target="../tags/tag309.xml"/><Relationship Id="rId70" Type="http://schemas.openxmlformats.org/officeDocument/2006/relationships/tags" Target="../tags/tag308.xml"/><Relationship Id="rId7" Type="http://schemas.openxmlformats.org/officeDocument/2006/relationships/tags" Target="../tags/tag245.xml"/><Relationship Id="rId69" Type="http://schemas.openxmlformats.org/officeDocument/2006/relationships/tags" Target="../tags/tag307.xml"/><Relationship Id="rId68" Type="http://schemas.openxmlformats.org/officeDocument/2006/relationships/tags" Target="../tags/tag306.xml"/><Relationship Id="rId67" Type="http://schemas.openxmlformats.org/officeDocument/2006/relationships/tags" Target="../tags/tag305.xml"/><Relationship Id="rId66" Type="http://schemas.openxmlformats.org/officeDocument/2006/relationships/tags" Target="../tags/tag304.xml"/><Relationship Id="rId65" Type="http://schemas.openxmlformats.org/officeDocument/2006/relationships/tags" Target="../tags/tag303.xml"/><Relationship Id="rId64" Type="http://schemas.openxmlformats.org/officeDocument/2006/relationships/tags" Target="../tags/tag302.xml"/><Relationship Id="rId63" Type="http://schemas.openxmlformats.org/officeDocument/2006/relationships/tags" Target="../tags/tag301.xml"/><Relationship Id="rId62" Type="http://schemas.openxmlformats.org/officeDocument/2006/relationships/tags" Target="../tags/tag300.xml"/><Relationship Id="rId61" Type="http://schemas.openxmlformats.org/officeDocument/2006/relationships/tags" Target="../tags/tag299.xml"/><Relationship Id="rId60" Type="http://schemas.openxmlformats.org/officeDocument/2006/relationships/tags" Target="../tags/tag298.xml"/><Relationship Id="rId6" Type="http://schemas.openxmlformats.org/officeDocument/2006/relationships/tags" Target="../tags/tag244.xml"/><Relationship Id="rId59" Type="http://schemas.openxmlformats.org/officeDocument/2006/relationships/tags" Target="../tags/tag297.xml"/><Relationship Id="rId58" Type="http://schemas.openxmlformats.org/officeDocument/2006/relationships/tags" Target="../tags/tag296.xml"/><Relationship Id="rId57" Type="http://schemas.openxmlformats.org/officeDocument/2006/relationships/tags" Target="../tags/tag295.xml"/><Relationship Id="rId56" Type="http://schemas.openxmlformats.org/officeDocument/2006/relationships/tags" Target="../tags/tag294.xml"/><Relationship Id="rId55" Type="http://schemas.openxmlformats.org/officeDocument/2006/relationships/tags" Target="../tags/tag293.xml"/><Relationship Id="rId54" Type="http://schemas.openxmlformats.org/officeDocument/2006/relationships/tags" Target="../tags/tag292.xml"/><Relationship Id="rId53" Type="http://schemas.openxmlformats.org/officeDocument/2006/relationships/tags" Target="../tags/tag291.xml"/><Relationship Id="rId52" Type="http://schemas.openxmlformats.org/officeDocument/2006/relationships/tags" Target="../tags/tag290.xml"/><Relationship Id="rId51" Type="http://schemas.openxmlformats.org/officeDocument/2006/relationships/tags" Target="../tags/tag289.xml"/><Relationship Id="rId50" Type="http://schemas.openxmlformats.org/officeDocument/2006/relationships/tags" Target="../tags/tag288.xml"/><Relationship Id="rId5" Type="http://schemas.openxmlformats.org/officeDocument/2006/relationships/tags" Target="../tags/tag243.xml"/><Relationship Id="rId49" Type="http://schemas.openxmlformats.org/officeDocument/2006/relationships/tags" Target="../tags/tag287.xml"/><Relationship Id="rId48" Type="http://schemas.openxmlformats.org/officeDocument/2006/relationships/tags" Target="../tags/tag286.xml"/><Relationship Id="rId47" Type="http://schemas.openxmlformats.org/officeDocument/2006/relationships/tags" Target="../tags/tag285.xml"/><Relationship Id="rId46" Type="http://schemas.openxmlformats.org/officeDocument/2006/relationships/tags" Target="../tags/tag284.xml"/><Relationship Id="rId45" Type="http://schemas.openxmlformats.org/officeDocument/2006/relationships/tags" Target="../tags/tag283.xml"/><Relationship Id="rId44" Type="http://schemas.openxmlformats.org/officeDocument/2006/relationships/tags" Target="../tags/tag282.xml"/><Relationship Id="rId43" Type="http://schemas.openxmlformats.org/officeDocument/2006/relationships/tags" Target="../tags/tag281.xml"/><Relationship Id="rId42" Type="http://schemas.openxmlformats.org/officeDocument/2006/relationships/tags" Target="../tags/tag280.xml"/><Relationship Id="rId41" Type="http://schemas.openxmlformats.org/officeDocument/2006/relationships/tags" Target="../tags/tag279.xml"/><Relationship Id="rId40" Type="http://schemas.openxmlformats.org/officeDocument/2006/relationships/tags" Target="../tags/tag278.xml"/><Relationship Id="rId4" Type="http://schemas.openxmlformats.org/officeDocument/2006/relationships/tags" Target="../tags/tag242.xml"/><Relationship Id="rId39" Type="http://schemas.openxmlformats.org/officeDocument/2006/relationships/tags" Target="../tags/tag277.xml"/><Relationship Id="rId38" Type="http://schemas.openxmlformats.org/officeDocument/2006/relationships/tags" Target="../tags/tag276.xml"/><Relationship Id="rId37" Type="http://schemas.openxmlformats.org/officeDocument/2006/relationships/tags" Target="../tags/tag275.xml"/><Relationship Id="rId36" Type="http://schemas.openxmlformats.org/officeDocument/2006/relationships/tags" Target="../tags/tag274.xml"/><Relationship Id="rId35" Type="http://schemas.openxmlformats.org/officeDocument/2006/relationships/tags" Target="../tags/tag273.xml"/><Relationship Id="rId34" Type="http://schemas.openxmlformats.org/officeDocument/2006/relationships/tags" Target="../tags/tag272.xml"/><Relationship Id="rId33" Type="http://schemas.openxmlformats.org/officeDocument/2006/relationships/tags" Target="../tags/tag271.xml"/><Relationship Id="rId32" Type="http://schemas.openxmlformats.org/officeDocument/2006/relationships/tags" Target="../tags/tag270.xml"/><Relationship Id="rId31" Type="http://schemas.openxmlformats.org/officeDocument/2006/relationships/tags" Target="../tags/tag269.xml"/><Relationship Id="rId30" Type="http://schemas.openxmlformats.org/officeDocument/2006/relationships/tags" Target="../tags/tag268.xml"/><Relationship Id="rId3" Type="http://schemas.openxmlformats.org/officeDocument/2006/relationships/tags" Target="../tags/tag241.xml"/><Relationship Id="rId29" Type="http://schemas.openxmlformats.org/officeDocument/2006/relationships/tags" Target="../tags/tag267.xml"/><Relationship Id="rId28" Type="http://schemas.openxmlformats.org/officeDocument/2006/relationships/tags" Target="../tags/tag266.xml"/><Relationship Id="rId27" Type="http://schemas.openxmlformats.org/officeDocument/2006/relationships/tags" Target="../tags/tag265.xml"/><Relationship Id="rId26" Type="http://schemas.openxmlformats.org/officeDocument/2006/relationships/tags" Target="../tags/tag264.xml"/><Relationship Id="rId25" Type="http://schemas.openxmlformats.org/officeDocument/2006/relationships/tags" Target="../tags/tag263.xml"/><Relationship Id="rId24" Type="http://schemas.openxmlformats.org/officeDocument/2006/relationships/tags" Target="../tags/tag262.xml"/><Relationship Id="rId23" Type="http://schemas.openxmlformats.org/officeDocument/2006/relationships/tags" Target="../tags/tag261.xml"/><Relationship Id="rId22" Type="http://schemas.openxmlformats.org/officeDocument/2006/relationships/tags" Target="../tags/tag260.xml"/><Relationship Id="rId21" Type="http://schemas.openxmlformats.org/officeDocument/2006/relationships/tags" Target="../tags/tag259.xml"/><Relationship Id="rId20" Type="http://schemas.openxmlformats.org/officeDocument/2006/relationships/tags" Target="../tags/tag258.xml"/><Relationship Id="rId2" Type="http://schemas.openxmlformats.org/officeDocument/2006/relationships/tags" Target="../tags/tag240.xml"/><Relationship Id="rId19" Type="http://schemas.openxmlformats.org/officeDocument/2006/relationships/tags" Target="../tags/tag257.xml"/><Relationship Id="rId18" Type="http://schemas.openxmlformats.org/officeDocument/2006/relationships/tags" Target="../tags/tag256.xml"/><Relationship Id="rId17" Type="http://schemas.openxmlformats.org/officeDocument/2006/relationships/tags" Target="../tags/tag255.xml"/><Relationship Id="rId16" Type="http://schemas.openxmlformats.org/officeDocument/2006/relationships/tags" Target="../tags/tag254.xml"/><Relationship Id="rId15" Type="http://schemas.openxmlformats.org/officeDocument/2006/relationships/tags" Target="../tags/tag253.xml"/><Relationship Id="rId14" Type="http://schemas.openxmlformats.org/officeDocument/2006/relationships/tags" Target="../tags/tag252.xml"/><Relationship Id="rId13" Type="http://schemas.openxmlformats.org/officeDocument/2006/relationships/tags" Target="../tags/tag251.xml"/><Relationship Id="rId12" Type="http://schemas.openxmlformats.org/officeDocument/2006/relationships/tags" Target="../tags/tag250.xml"/><Relationship Id="rId11" Type="http://schemas.openxmlformats.org/officeDocument/2006/relationships/tags" Target="../tags/tag249.xml"/><Relationship Id="rId10" Type="http://schemas.openxmlformats.org/officeDocument/2006/relationships/tags" Target="../tags/tag248.xml"/><Relationship Id="rId1" Type="http://schemas.openxmlformats.org/officeDocument/2006/relationships/tags" Target="../tags/tag239.xm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3.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51.xml"/><Relationship Id="rId2" Type="http://schemas.openxmlformats.org/officeDocument/2006/relationships/tags" Target="../tags/tag350.xml"/><Relationship Id="rId1" Type="http://schemas.openxmlformats.org/officeDocument/2006/relationships/tags" Target="../tags/tag349.xml"/></Relationships>
</file>

<file path=ppt/slides/_rels/slide26.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0" Type="http://schemas.openxmlformats.org/officeDocument/2006/relationships/slideLayout" Target="../slideLayouts/slideLayout13.xml"/><Relationship Id="rId1" Type="http://schemas.openxmlformats.org/officeDocument/2006/relationships/tags" Target="../tags/tag352.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tags" Target="../tags/tag361.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372.xml"/><Relationship Id="rId5" Type="http://schemas.openxmlformats.org/officeDocument/2006/relationships/tags" Target="../tags/tag371.xml"/><Relationship Id="rId4" Type="http://schemas.openxmlformats.org/officeDocument/2006/relationships/tags" Target="../tags/tag370.xml"/><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s>
</file>

<file path=ppt/slides/_rels/slide29.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378.xml"/><Relationship Id="rId5" Type="http://schemas.openxmlformats.org/officeDocument/2006/relationships/tags" Target="../tags/tag377.xml"/><Relationship Id="rId44" Type="http://schemas.openxmlformats.org/officeDocument/2006/relationships/slideLayout" Target="../slideLayouts/slideLayout13.xml"/><Relationship Id="rId43" Type="http://schemas.openxmlformats.org/officeDocument/2006/relationships/tags" Target="../tags/tag410.xml"/><Relationship Id="rId42" Type="http://schemas.openxmlformats.org/officeDocument/2006/relationships/tags" Target="../tags/tag409.xml"/><Relationship Id="rId41" Type="http://schemas.openxmlformats.org/officeDocument/2006/relationships/tags" Target="../tags/tag408.xml"/><Relationship Id="rId40" Type="http://schemas.openxmlformats.org/officeDocument/2006/relationships/tags" Target="../tags/tag407.xml"/><Relationship Id="rId4" Type="http://schemas.openxmlformats.org/officeDocument/2006/relationships/tags" Target="../tags/tag376.xml"/><Relationship Id="rId39" Type="http://schemas.openxmlformats.org/officeDocument/2006/relationships/tags" Target="../tags/tag406.xml"/><Relationship Id="rId38" Type="http://schemas.openxmlformats.org/officeDocument/2006/relationships/tags" Target="../tags/tag405.xml"/><Relationship Id="rId37" Type="http://schemas.openxmlformats.org/officeDocument/2006/relationships/tags" Target="../tags/tag404.xml"/><Relationship Id="rId36" Type="http://schemas.openxmlformats.org/officeDocument/2006/relationships/tags" Target="../tags/tag403.xml"/><Relationship Id="rId35" Type="http://schemas.openxmlformats.org/officeDocument/2006/relationships/tags" Target="../tags/tag402.xml"/><Relationship Id="rId34" Type="http://schemas.openxmlformats.org/officeDocument/2006/relationships/tags" Target="../tags/tag401.xml"/><Relationship Id="rId33" Type="http://schemas.openxmlformats.org/officeDocument/2006/relationships/tags" Target="../tags/tag400.xml"/><Relationship Id="rId32" Type="http://schemas.openxmlformats.org/officeDocument/2006/relationships/tags" Target="../tags/tag399.xml"/><Relationship Id="rId31" Type="http://schemas.openxmlformats.org/officeDocument/2006/relationships/tags" Target="../tags/tag398.xml"/><Relationship Id="rId30" Type="http://schemas.openxmlformats.org/officeDocument/2006/relationships/tags" Target="../tags/tag397.xml"/><Relationship Id="rId3" Type="http://schemas.openxmlformats.org/officeDocument/2006/relationships/tags" Target="../tags/tag375.xml"/><Relationship Id="rId29" Type="http://schemas.openxmlformats.org/officeDocument/2006/relationships/tags" Target="../tags/tag396.xml"/><Relationship Id="rId28" Type="http://schemas.openxmlformats.org/officeDocument/2006/relationships/tags" Target="../tags/tag395.xml"/><Relationship Id="rId27" Type="http://schemas.openxmlformats.org/officeDocument/2006/relationships/tags" Target="../tags/tag394.xml"/><Relationship Id="rId26" Type="http://schemas.openxmlformats.org/officeDocument/2006/relationships/tags" Target="../tags/tag393.xml"/><Relationship Id="rId25" Type="http://schemas.openxmlformats.org/officeDocument/2006/relationships/tags" Target="../tags/tag392.xml"/><Relationship Id="rId24" Type="http://schemas.openxmlformats.org/officeDocument/2006/relationships/tags" Target="../tags/tag391.xml"/><Relationship Id="rId23" Type="http://schemas.openxmlformats.org/officeDocument/2006/relationships/tags" Target="../tags/tag390.xml"/><Relationship Id="rId22" Type="http://schemas.openxmlformats.org/officeDocument/2006/relationships/tags" Target="../tags/tag389.xml"/><Relationship Id="rId21" Type="http://schemas.openxmlformats.org/officeDocument/2006/relationships/tags" Target="../tags/tag388.xml"/><Relationship Id="rId20" Type="http://schemas.openxmlformats.org/officeDocument/2006/relationships/tags" Target="../tags/tag387.xml"/><Relationship Id="rId2" Type="http://schemas.openxmlformats.org/officeDocument/2006/relationships/tags" Target="../tags/tag374.xml"/><Relationship Id="rId19" Type="http://schemas.openxmlformats.org/officeDocument/2006/relationships/tags" Target="../tags/tag386.xml"/><Relationship Id="rId18" Type="http://schemas.openxmlformats.org/officeDocument/2006/relationships/tags" Target="../tags/tag385.xml"/><Relationship Id="rId17" Type="http://schemas.openxmlformats.org/officeDocument/2006/relationships/tags" Target="../tags/tag384.xml"/><Relationship Id="rId16" Type="http://schemas.openxmlformats.org/officeDocument/2006/relationships/tags" Target="../tags/tag383.xml"/><Relationship Id="rId15" Type="http://schemas.openxmlformats.org/officeDocument/2006/relationships/tags" Target="../tags/tag382.xml"/><Relationship Id="rId14" Type="http://schemas.openxmlformats.org/officeDocument/2006/relationships/tags" Target="../tags/tag381.xml"/><Relationship Id="rId13" Type="http://schemas.openxmlformats.org/officeDocument/2006/relationships/tags" Target="../tags/tag380.xml"/><Relationship Id="rId12" Type="http://schemas.openxmlformats.org/officeDocument/2006/relationships/tags" Target="../tags/tag379.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tags" Target="../tags/tag373.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tags" Target="../tags/tag412.xml"/><Relationship Id="rId1" Type="http://schemas.openxmlformats.org/officeDocument/2006/relationships/tags" Target="../tags/tag41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tags" Target="../tags/tag416.xml"/><Relationship Id="rId1" Type="http://schemas.openxmlformats.org/officeDocument/2006/relationships/tags" Target="../tags/tag415.xml"/></Relationships>
</file>

<file path=ppt/slides/_rels/slide32.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8" Type="http://schemas.openxmlformats.org/officeDocument/2006/relationships/slideLayout" Target="../slideLayouts/slideLayout18.xml"/><Relationship Id="rId37" Type="http://schemas.openxmlformats.org/officeDocument/2006/relationships/tags" Target="../tags/tag451.xml"/><Relationship Id="rId36" Type="http://schemas.openxmlformats.org/officeDocument/2006/relationships/tags" Target="../tags/tag450.xml"/><Relationship Id="rId35" Type="http://schemas.openxmlformats.org/officeDocument/2006/relationships/tags" Target="../tags/tag449.xml"/><Relationship Id="rId34" Type="http://schemas.openxmlformats.org/officeDocument/2006/relationships/tags" Target="../tags/tag448.xml"/><Relationship Id="rId33" Type="http://schemas.openxmlformats.org/officeDocument/2006/relationships/tags" Target="../tags/tag447.xml"/><Relationship Id="rId32" Type="http://schemas.openxmlformats.org/officeDocument/2006/relationships/tags" Target="../tags/tag446.xml"/><Relationship Id="rId31" Type="http://schemas.openxmlformats.org/officeDocument/2006/relationships/tags" Target="../tags/tag445.xml"/><Relationship Id="rId30" Type="http://schemas.openxmlformats.org/officeDocument/2006/relationships/tags" Target="../tags/tag444.xml"/><Relationship Id="rId3" Type="http://schemas.openxmlformats.org/officeDocument/2006/relationships/image" Target="../media/image4.png"/><Relationship Id="rId29" Type="http://schemas.openxmlformats.org/officeDocument/2006/relationships/tags" Target="../tags/tag443.xml"/><Relationship Id="rId28" Type="http://schemas.openxmlformats.org/officeDocument/2006/relationships/tags" Target="../tags/tag442.xml"/><Relationship Id="rId27" Type="http://schemas.openxmlformats.org/officeDocument/2006/relationships/tags" Target="../tags/tag441.xml"/><Relationship Id="rId26" Type="http://schemas.openxmlformats.org/officeDocument/2006/relationships/tags" Target="../tags/tag440.xml"/><Relationship Id="rId25" Type="http://schemas.openxmlformats.org/officeDocument/2006/relationships/tags" Target="../tags/tag439.xml"/><Relationship Id="rId24" Type="http://schemas.openxmlformats.org/officeDocument/2006/relationships/tags" Target="../tags/tag438.xml"/><Relationship Id="rId23" Type="http://schemas.openxmlformats.org/officeDocument/2006/relationships/tags" Target="../tags/tag437.xml"/><Relationship Id="rId22" Type="http://schemas.openxmlformats.org/officeDocument/2006/relationships/tags" Target="../tags/tag436.xml"/><Relationship Id="rId21" Type="http://schemas.openxmlformats.org/officeDocument/2006/relationships/tags" Target="../tags/tag435.xml"/><Relationship Id="rId20" Type="http://schemas.openxmlformats.org/officeDocument/2006/relationships/tags" Target="../tags/tag434.xml"/><Relationship Id="rId2" Type="http://schemas.openxmlformats.org/officeDocument/2006/relationships/image" Target="../media/image3.png"/><Relationship Id="rId19" Type="http://schemas.openxmlformats.org/officeDocument/2006/relationships/tags" Target="../tags/tag433.xml"/><Relationship Id="rId18" Type="http://schemas.openxmlformats.org/officeDocument/2006/relationships/tags" Target="../tags/tag432.xml"/><Relationship Id="rId17" Type="http://schemas.openxmlformats.org/officeDocument/2006/relationships/tags" Target="../tags/tag431.xml"/><Relationship Id="rId16" Type="http://schemas.openxmlformats.org/officeDocument/2006/relationships/tags" Target="../tags/tag430.xml"/><Relationship Id="rId15" Type="http://schemas.openxmlformats.org/officeDocument/2006/relationships/tags" Target="../tags/tag429.xml"/><Relationship Id="rId14" Type="http://schemas.openxmlformats.org/officeDocument/2006/relationships/tags" Target="../tags/tag428.xml"/><Relationship Id="rId13" Type="http://schemas.openxmlformats.org/officeDocument/2006/relationships/tags" Target="../tags/tag427.xml"/><Relationship Id="rId12" Type="http://schemas.openxmlformats.org/officeDocument/2006/relationships/tags" Target="../tags/tag426.xml"/><Relationship Id="rId11" Type="http://schemas.openxmlformats.org/officeDocument/2006/relationships/tags" Target="../tags/tag425.xml"/><Relationship Id="rId10" Type="http://schemas.openxmlformats.org/officeDocument/2006/relationships/tags" Target="../tags/tag424.xml"/><Relationship Id="rId1" Type="http://schemas.openxmlformats.org/officeDocument/2006/relationships/tags" Target="../tags/tag420.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455.xml"/><Relationship Id="rId3" Type="http://schemas.openxmlformats.org/officeDocument/2006/relationships/tags" Target="../tags/tag454.xml"/><Relationship Id="rId2" Type="http://schemas.openxmlformats.org/officeDocument/2006/relationships/tags" Target="../tags/tag453.xml"/><Relationship Id="rId1" Type="http://schemas.openxmlformats.org/officeDocument/2006/relationships/tags" Target="../tags/tag452.xml"/></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461.xml"/><Relationship Id="rId5" Type="http://schemas.openxmlformats.org/officeDocument/2006/relationships/tags" Target="../tags/tag460.xml"/><Relationship Id="rId4" Type="http://schemas.openxmlformats.org/officeDocument/2006/relationships/tags" Target="../tags/tag459.xml"/><Relationship Id="rId3" Type="http://schemas.openxmlformats.org/officeDocument/2006/relationships/tags" Target="../tags/tag458.xml"/><Relationship Id="rId2" Type="http://schemas.openxmlformats.org/officeDocument/2006/relationships/tags" Target="../tags/tag457.xml"/><Relationship Id="rId1" Type="http://schemas.openxmlformats.org/officeDocument/2006/relationships/tags" Target="../tags/tag456.xml"/></Relationships>
</file>

<file path=ppt/slides/_rels/slide35.xml.rels><?xml version="1.0" encoding="UTF-8" standalone="yes"?>
<Relationships xmlns="http://schemas.openxmlformats.org/package/2006/relationships"><Relationship Id="rId9" Type="http://schemas.openxmlformats.org/officeDocument/2006/relationships/tags" Target="../tags/tag470.xml"/><Relationship Id="rId84" Type="http://schemas.openxmlformats.org/officeDocument/2006/relationships/slideLayout" Target="../slideLayouts/slideLayout13.xml"/><Relationship Id="rId83" Type="http://schemas.openxmlformats.org/officeDocument/2006/relationships/tags" Target="../tags/tag544.xml"/><Relationship Id="rId82" Type="http://schemas.openxmlformats.org/officeDocument/2006/relationships/tags" Target="../tags/tag543.xml"/><Relationship Id="rId81" Type="http://schemas.openxmlformats.org/officeDocument/2006/relationships/tags" Target="../tags/tag542.xml"/><Relationship Id="rId80" Type="http://schemas.openxmlformats.org/officeDocument/2006/relationships/tags" Target="../tags/tag541.xml"/><Relationship Id="rId8" Type="http://schemas.openxmlformats.org/officeDocument/2006/relationships/tags" Target="../tags/tag469.xml"/><Relationship Id="rId79" Type="http://schemas.openxmlformats.org/officeDocument/2006/relationships/tags" Target="../tags/tag540.xml"/><Relationship Id="rId78" Type="http://schemas.openxmlformats.org/officeDocument/2006/relationships/tags" Target="../tags/tag539.xml"/><Relationship Id="rId77" Type="http://schemas.openxmlformats.org/officeDocument/2006/relationships/tags" Target="../tags/tag538.xml"/><Relationship Id="rId76" Type="http://schemas.openxmlformats.org/officeDocument/2006/relationships/tags" Target="../tags/tag537.xml"/><Relationship Id="rId75" Type="http://schemas.openxmlformats.org/officeDocument/2006/relationships/tags" Target="../tags/tag536.xml"/><Relationship Id="rId74" Type="http://schemas.openxmlformats.org/officeDocument/2006/relationships/tags" Target="../tags/tag535.xml"/><Relationship Id="rId73" Type="http://schemas.openxmlformats.org/officeDocument/2006/relationships/tags" Target="../tags/tag534.xml"/><Relationship Id="rId72" Type="http://schemas.openxmlformats.org/officeDocument/2006/relationships/tags" Target="../tags/tag533.xml"/><Relationship Id="rId71" Type="http://schemas.openxmlformats.org/officeDocument/2006/relationships/tags" Target="../tags/tag532.xml"/><Relationship Id="rId70" Type="http://schemas.openxmlformats.org/officeDocument/2006/relationships/tags" Target="../tags/tag531.xml"/><Relationship Id="rId7" Type="http://schemas.openxmlformats.org/officeDocument/2006/relationships/tags" Target="../tags/tag468.xml"/><Relationship Id="rId69" Type="http://schemas.openxmlformats.org/officeDocument/2006/relationships/tags" Target="../tags/tag530.xml"/><Relationship Id="rId68" Type="http://schemas.openxmlformats.org/officeDocument/2006/relationships/tags" Target="../tags/tag529.xml"/><Relationship Id="rId67" Type="http://schemas.openxmlformats.org/officeDocument/2006/relationships/tags" Target="../tags/tag528.xml"/><Relationship Id="rId66" Type="http://schemas.openxmlformats.org/officeDocument/2006/relationships/tags" Target="../tags/tag527.xml"/><Relationship Id="rId65" Type="http://schemas.openxmlformats.org/officeDocument/2006/relationships/tags" Target="../tags/tag526.xml"/><Relationship Id="rId64" Type="http://schemas.openxmlformats.org/officeDocument/2006/relationships/tags" Target="../tags/tag525.xml"/><Relationship Id="rId63" Type="http://schemas.openxmlformats.org/officeDocument/2006/relationships/tags" Target="../tags/tag524.xml"/><Relationship Id="rId62" Type="http://schemas.openxmlformats.org/officeDocument/2006/relationships/tags" Target="../tags/tag523.xml"/><Relationship Id="rId61" Type="http://schemas.openxmlformats.org/officeDocument/2006/relationships/tags" Target="../tags/tag522.xml"/><Relationship Id="rId60" Type="http://schemas.openxmlformats.org/officeDocument/2006/relationships/tags" Target="../tags/tag521.xml"/><Relationship Id="rId6" Type="http://schemas.openxmlformats.org/officeDocument/2006/relationships/tags" Target="../tags/tag467.xml"/><Relationship Id="rId59" Type="http://schemas.openxmlformats.org/officeDocument/2006/relationships/tags" Target="../tags/tag520.xml"/><Relationship Id="rId58" Type="http://schemas.openxmlformats.org/officeDocument/2006/relationships/tags" Target="../tags/tag519.xml"/><Relationship Id="rId57" Type="http://schemas.openxmlformats.org/officeDocument/2006/relationships/tags" Target="../tags/tag518.xml"/><Relationship Id="rId56" Type="http://schemas.openxmlformats.org/officeDocument/2006/relationships/tags" Target="../tags/tag517.xml"/><Relationship Id="rId55" Type="http://schemas.openxmlformats.org/officeDocument/2006/relationships/tags" Target="../tags/tag516.xml"/><Relationship Id="rId54" Type="http://schemas.openxmlformats.org/officeDocument/2006/relationships/tags" Target="../tags/tag515.xml"/><Relationship Id="rId53" Type="http://schemas.openxmlformats.org/officeDocument/2006/relationships/tags" Target="../tags/tag514.xml"/><Relationship Id="rId52" Type="http://schemas.openxmlformats.org/officeDocument/2006/relationships/tags" Target="../tags/tag513.xml"/><Relationship Id="rId51" Type="http://schemas.openxmlformats.org/officeDocument/2006/relationships/tags" Target="../tags/tag512.xml"/><Relationship Id="rId50" Type="http://schemas.openxmlformats.org/officeDocument/2006/relationships/tags" Target="../tags/tag511.xml"/><Relationship Id="rId5" Type="http://schemas.openxmlformats.org/officeDocument/2006/relationships/tags" Target="../tags/tag466.xml"/><Relationship Id="rId49" Type="http://schemas.openxmlformats.org/officeDocument/2006/relationships/tags" Target="../tags/tag510.xml"/><Relationship Id="rId48" Type="http://schemas.openxmlformats.org/officeDocument/2006/relationships/tags" Target="../tags/tag509.xml"/><Relationship Id="rId47" Type="http://schemas.openxmlformats.org/officeDocument/2006/relationships/tags" Target="../tags/tag508.xml"/><Relationship Id="rId46" Type="http://schemas.openxmlformats.org/officeDocument/2006/relationships/tags" Target="../tags/tag507.xml"/><Relationship Id="rId45" Type="http://schemas.openxmlformats.org/officeDocument/2006/relationships/tags" Target="../tags/tag506.xml"/><Relationship Id="rId44" Type="http://schemas.openxmlformats.org/officeDocument/2006/relationships/tags" Target="../tags/tag505.xml"/><Relationship Id="rId43" Type="http://schemas.openxmlformats.org/officeDocument/2006/relationships/tags" Target="../tags/tag504.xml"/><Relationship Id="rId42" Type="http://schemas.openxmlformats.org/officeDocument/2006/relationships/tags" Target="../tags/tag503.xml"/><Relationship Id="rId41" Type="http://schemas.openxmlformats.org/officeDocument/2006/relationships/tags" Target="../tags/tag502.xml"/><Relationship Id="rId40" Type="http://schemas.openxmlformats.org/officeDocument/2006/relationships/tags" Target="../tags/tag501.xml"/><Relationship Id="rId4" Type="http://schemas.openxmlformats.org/officeDocument/2006/relationships/tags" Target="../tags/tag465.xml"/><Relationship Id="rId39" Type="http://schemas.openxmlformats.org/officeDocument/2006/relationships/tags" Target="../tags/tag500.xml"/><Relationship Id="rId38" Type="http://schemas.openxmlformats.org/officeDocument/2006/relationships/tags" Target="../tags/tag499.xml"/><Relationship Id="rId37" Type="http://schemas.openxmlformats.org/officeDocument/2006/relationships/tags" Target="../tags/tag498.xml"/><Relationship Id="rId36" Type="http://schemas.openxmlformats.org/officeDocument/2006/relationships/tags" Target="../tags/tag497.xml"/><Relationship Id="rId35" Type="http://schemas.openxmlformats.org/officeDocument/2006/relationships/tags" Target="../tags/tag496.xml"/><Relationship Id="rId34" Type="http://schemas.openxmlformats.org/officeDocument/2006/relationships/tags" Target="../tags/tag495.xml"/><Relationship Id="rId33" Type="http://schemas.openxmlformats.org/officeDocument/2006/relationships/tags" Target="../tags/tag494.xml"/><Relationship Id="rId32" Type="http://schemas.openxmlformats.org/officeDocument/2006/relationships/tags" Target="../tags/tag493.xml"/><Relationship Id="rId31" Type="http://schemas.openxmlformats.org/officeDocument/2006/relationships/tags" Target="../tags/tag492.xml"/><Relationship Id="rId30" Type="http://schemas.openxmlformats.org/officeDocument/2006/relationships/tags" Target="../tags/tag491.xml"/><Relationship Id="rId3" Type="http://schemas.openxmlformats.org/officeDocument/2006/relationships/tags" Target="../tags/tag464.xml"/><Relationship Id="rId29" Type="http://schemas.openxmlformats.org/officeDocument/2006/relationships/tags" Target="../tags/tag490.xml"/><Relationship Id="rId28" Type="http://schemas.openxmlformats.org/officeDocument/2006/relationships/tags" Target="../tags/tag489.xml"/><Relationship Id="rId27" Type="http://schemas.openxmlformats.org/officeDocument/2006/relationships/tags" Target="../tags/tag488.xml"/><Relationship Id="rId26" Type="http://schemas.openxmlformats.org/officeDocument/2006/relationships/tags" Target="../tags/tag487.xml"/><Relationship Id="rId25" Type="http://schemas.openxmlformats.org/officeDocument/2006/relationships/tags" Target="../tags/tag486.xml"/><Relationship Id="rId24" Type="http://schemas.openxmlformats.org/officeDocument/2006/relationships/tags" Target="../tags/tag485.xml"/><Relationship Id="rId23" Type="http://schemas.openxmlformats.org/officeDocument/2006/relationships/tags" Target="../tags/tag484.xml"/><Relationship Id="rId22" Type="http://schemas.openxmlformats.org/officeDocument/2006/relationships/tags" Target="../tags/tag483.xml"/><Relationship Id="rId21" Type="http://schemas.openxmlformats.org/officeDocument/2006/relationships/tags" Target="../tags/tag482.xml"/><Relationship Id="rId20" Type="http://schemas.openxmlformats.org/officeDocument/2006/relationships/tags" Target="../tags/tag481.xml"/><Relationship Id="rId2" Type="http://schemas.openxmlformats.org/officeDocument/2006/relationships/tags" Target="../tags/tag463.xml"/><Relationship Id="rId19" Type="http://schemas.openxmlformats.org/officeDocument/2006/relationships/tags" Target="../tags/tag480.xml"/><Relationship Id="rId18" Type="http://schemas.openxmlformats.org/officeDocument/2006/relationships/tags" Target="../tags/tag479.xml"/><Relationship Id="rId17" Type="http://schemas.openxmlformats.org/officeDocument/2006/relationships/tags" Target="../tags/tag478.xml"/><Relationship Id="rId16" Type="http://schemas.openxmlformats.org/officeDocument/2006/relationships/tags" Target="../tags/tag477.xml"/><Relationship Id="rId15" Type="http://schemas.openxmlformats.org/officeDocument/2006/relationships/tags" Target="../tags/tag476.xml"/><Relationship Id="rId14" Type="http://schemas.openxmlformats.org/officeDocument/2006/relationships/tags" Target="../tags/tag475.xml"/><Relationship Id="rId13" Type="http://schemas.openxmlformats.org/officeDocument/2006/relationships/tags" Target="../tags/tag474.xml"/><Relationship Id="rId12" Type="http://schemas.openxmlformats.org/officeDocument/2006/relationships/tags" Target="../tags/tag473.xml"/><Relationship Id="rId11" Type="http://schemas.openxmlformats.org/officeDocument/2006/relationships/tags" Target="../tags/tag472.xml"/><Relationship Id="rId10" Type="http://schemas.openxmlformats.org/officeDocument/2006/relationships/tags" Target="../tags/tag471.xml"/><Relationship Id="rId1" Type="http://schemas.openxmlformats.org/officeDocument/2006/relationships/tags" Target="../tags/tag462.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554.xml"/><Relationship Id="rId4" Type="http://schemas.openxmlformats.org/officeDocument/2006/relationships/tags" Target="../tags/tag553.xml"/><Relationship Id="rId3" Type="http://schemas.openxmlformats.org/officeDocument/2006/relationships/tags" Target="../tags/tag552.xml"/><Relationship Id="rId2" Type="http://schemas.openxmlformats.org/officeDocument/2006/relationships/tags" Target="../tags/tag551.xml"/><Relationship Id="rId1" Type="http://schemas.openxmlformats.org/officeDocument/2006/relationships/tags" Target="../tags/tag550.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557.xml"/><Relationship Id="rId2" Type="http://schemas.openxmlformats.org/officeDocument/2006/relationships/tags" Target="../tags/tag556.xml"/><Relationship Id="rId1" Type="http://schemas.openxmlformats.org/officeDocument/2006/relationships/tags" Target="../tags/tag555.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561.xml"/><Relationship Id="rId3" Type="http://schemas.openxmlformats.org/officeDocument/2006/relationships/tags" Target="../tags/tag560.xml"/><Relationship Id="rId2" Type="http://schemas.openxmlformats.org/officeDocument/2006/relationships/tags" Target="../tags/tag559.xml"/><Relationship Id="rId1" Type="http://schemas.openxmlformats.org/officeDocument/2006/relationships/tags" Target="../tags/tag558.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3.xml"/><Relationship Id="rId4" Type="http://schemas.openxmlformats.org/officeDocument/2006/relationships/tags" Target="../tags/tag565.xml"/><Relationship Id="rId3" Type="http://schemas.openxmlformats.org/officeDocument/2006/relationships/tags" Target="../tags/tag564.xml"/><Relationship Id="rId2" Type="http://schemas.openxmlformats.org/officeDocument/2006/relationships/tags" Target="../tags/tag563.xml"/><Relationship Id="rId1" Type="http://schemas.openxmlformats.org/officeDocument/2006/relationships/tags" Target="../tags/tag562.xml"/></Relationships>
</file>

<file path=ppt/slides/_rels/slide41.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572.xml"/><Relationship Id="rId7" Type="http://schemas.openxmlformats.org/officeDocument/2006/relationships/tags" Target="../tags/tag571.xml"/><Relationship Id="rId6" Type="http://schemas.openxmlformats.org/officeDocument/2006/relationships/image" Target="../media/image22.png"/><Relationship Id="rId5" Type="http://schemas.openxmlformats.org/officeDocument/2006/relationships/tags" Target="../tags/tag570.xml"/><Relationship Id="rId4" Type="http://schemas.openxmlformats.org/officeDocument/2006/relationships/tags" Target="../tags/tag569.xml"/><Relationship Id="rId3" Type="http://schemas.openxmlformats.org/officeDocument/2006/relationships/tags" Target="../tags/tag568.xml"/><Relationship Id="rId2" Type="http://schemas.openxmlformats.org/officeDocument/2006/relationships/tags" Target="../tags/tag567.xml"/><Relationship Id="rId12" Type="http://schemas.openxmlformats.org/officeDocument/2006/relationships/slideLayout" Target="../slideLayouts/slideLayout13.xml"/><Relationship Id="rId11" Type="http://schemas.openxmlformats.org/officeDocument/2006/relationships/tags" Target="../tags/tag574.xml"/><Relationship Id="rId10" Type="http://schemas.openxmlformats.org/officeDocument/2006/relationships/tags" Target="../tags/tag573.xml"/><Relationship Id="rId1" Type="http://schemas.openxmlformats.org/officeDocument/2006/relationships/tags" Target="../tags/tag566.xml"/></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581.xml"/><Relationship Id="rId7" Type="http://schemas.openxmlformats.org/officeDocument/2006/relationships/tags" Target="../tags/tag580.xml"/><Relationship Id="rId6" Type="http://schemas.openxmlformats.org/officeDocument/2006/relationships/tags" Target="../tags/tag579.xml"/><Relationship Id="rId5" Type="http://schemas.openxmlformats.org/officeDocument/2006/relationships/tags" Target="../tags/tag578.xml"/><Relationship Id="rId4" Type="http://schemas.openxmlformats.org/officeDocument/2006/relationships/image" Target="../media/image22.png"/><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587.xml"/><Relationship Id="rId6" Type="http://schemas.openxmlformats.org/officeDocument/2006/relationships/tags" Target="../tags/tag586.xml"/><Relationship Id="rId5" Type="http://schemas.openxmlformats.org/officeDocument/2006/relationships/tags" Target="../tags/tag585.xml"/><Relationship Id="rId4" Type="http://schemas.openxmlformats.org/officeDocument/2006/relationships/image" Target="../media/image24.png"/><Relationship Id="rId3" Type="http://schemas.openxmlformats.org/officeDocument/2006/relationships/tags" Target="../tags/tag584.xml"/><Relationship Id="rId2" Type="http://schemas.openxmlformats.org/officeDocument/2006/relationships/tags" Target="../tags/tag583.xml"/><Relationship Id="rId1" Type="http://schemas.openxmlformats.org/officeDocument/2006/relationships/tags" Target="../tags/tag582.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591.xml"/><Relationship Id="rId3" Type="http://schemas.openxmlformats.org/officeDocument/2006/relationships/tags" Target="../tags/tag590.xml"/><Relationship Id="rId2" Type="http://schemas.openxmlformats.org/officeDocument/2006/relationships/tags" Target="../tags/tag589.xml"/><Relationship Id="rId1" Type="http://schemas.openxmlformats.org/officeDocument/2006/relationships/tags" Target="../tags/tag588.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597.xml"/><Relationship Id="rId6" Type="http://schemas.openxmlformats.org/officeDocument/2006/relationships/tags" Target="../tags/tag596.xml"/><Relationship Id="rId5" Type="http://schemas.openxmlformats.org/officeDocument/2006/relationships/image" Target="../media/image25.png"/><Relationship Id="rId4" Type="http://schemas.openxmlformats.org/officeDocument/2006/relationships/tags" Target="../tags/tag595.xml"/><Relationship Id="rId3" Type="http://schemas.openxmlformats.org/officeDocument/2006/relationships/tags" Target="../tags/tag594.xml"/><Relationship Id="rId2" Type="http://schemas.openxmlformats.org/officeDocument/2006/relationships/tags" Target="../tags/tag593.xml"/><Relationship Id="rId1" Type="http://schemas.openxmlformats.org/officeDocument/2006/relationships/tags" Target="../tags/tag592.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601.xml"/><Relationship Id="rId3" Type="http://schemas.openxmlformats.org/officeDocument/2006/relationships/tags" Target="../tags/tag600.xml"/><Relationship Id="rId2" Type="http://schemas.openxmlformats.org/officeDocument/2006/relationships/tags" Target="../tags/tag599.xml"/><Relationship Id="rId1" Type="http://schemas.openxmlformats.org/officeDocument/2006/relationships/tags" Target="../tags/tag598.xml"/></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606.xml"/><Relationship Id="rId5" Type="http://schemas.openxmlformats.org/officeDocument/2006/relationships/tags" Target="../tags/tag605.xml"/><Relationship Id="rId4" Type="http://schemas.openxmlformats.org/officeDocument/2006/relationships/image" Target="../media/image26.png"/><Relationship Id="rId3" Type="http://schemas.openxmlformats.org/officeDocument/2006/relationships/tags" Target="../tags/tag604.xml"/><Relationship Id="rId2" Type="http://schemas.openxmlformats.org/officeDocument/2006/relationships/tags" Target="../tags/tag603.xml"/><Relationship Id="rId1" Type="http://schemas.openxmlformats.org/officeDocument/2006/relationships/tags" Target="../tags/tag602.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610.xml"/><Relationship Id="rId3" Type="http://schemas.openxmlformats.org/officeDocument/2006/relationships/tags" Target="../tags/tag609.xml"/><Relationship Id="rId2" Type="http://schemas.openxmlformats.org/officeDocument/2006/relationships/tags" Target="../tags/tag608.xml"/><Relationship Id="rId1" Type="http://schemas.openxmlformats.org/officeDocument/2006/relationships/tags" Target="../tags/tag607.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8.xml"/><Relationship Id="rId4" Type="http://schemas.openxmlformats.org/officeDocument/2006/relationships/tags" Target="../tags/tag614.xml"/><Relationship Id="rId3" Type="http://schemas.openxmlformats.org/officeDocument/2006/relationships/tags" Target="../tags/tag613.xml"/><Relationship Id="rId2" Type="http://schemas.openxmlformats.org/officeDocument/2006/relationships/tags" Target="../tags/tag612.xml"/><Relationship Id="rId1" Type="http://schemas.openxmlformats.org/officeDocument/2006/relationships/tags" Target="../tags/tag611.xml"/></Relationships>
</file>

<file path=ppt/slides/_rels/slide50.xml.rels><?xml version="1.0" encoding="UTF-8" standalone="yes"?>
<Relationships xmlns="http://schemas.openxmlformats.org/package/2006/relationships"><Relationship Id="rId9" Type="http://schemas.openxmlformats.org/officeDocument/2006/relationships/tags" Target="../tags/tag622.xml"/><Relationship Id="rId8" Type="http://schemas.openxmlformats.org/officeDocument/2006/relationships/tags" Target="../tags/tag621.xml"/><Relationship Id="rId7" Type="http://schemas.openxmlformats.org/officeDocument/2006/relationships/tags" Target="../tags/tag620.xml"/><Relationship Id="rId6" Type="http://schemas.openxmlformats.org/officeDocument/2006/relationships/tags" Target="../tags/tag619.xml"/><Relationship Id="rId5" Type="http://schemas.openxmlformats.org/officeDocument/2006/relationships/image" Target="../media/image27.png"/><Relationship Id="rId4" Type="http://schemas.openxmlformats.org/officeDocument/2006/relationships/tags" Target="../tags/tag618.xml"/><Relationship Id="rId3" Type="http://schemas.openxmlformats.org/officeDocument/2006/relationships/tags" Target="../tags/tag617.xml"/><Relationship Id="rId2" Type="http://schemas.openxmlformats.org/officeDocument/2006/relationships/tags" Target="../tags/tag616.xml"/><Relationship Id="rId10" Type="http://schemas.openxmlformats.org/officeDocument/2006/relationships/slideLayout" Target="../slideLayouts/slideLayout13.xml"/><Relationship Id="rId1" Type="http://schemas.openxmlformats.org/officeDocument/2006/relationships/tags" Target="../tags/tag615.xml"/></Relationships>
</file>

<file path=ppt/slides/_rels/slide51.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3.xml"/><Relationship Id="rId7" Type="http://schemas.openxmlformats.org/officeDocument/2006/relationships/tags" Target="../tags/tag628.xml"/><Relationship Id="rId6" Type="http://schemas.openxmlformats.org/officeDocument/2006/relationships/tags" Target="../tags/tag627.xml"/><Relationship Id="rId5" Type="http://schemas.openxmlformats.org/officeDocument/2006/relationships/image" Target="../media/image28.png"/><Relationship Id="rId4" Type="http://schemas.openxmlformats.org/officeDocument/2006/relationships/tags" Target="../tags/tag626.xml"/><Relationship Id="rId3" Type="http://schemas.openxmlformats.org/officeDocument/2006/relationships/tags" Target="../tags/tag625.xml"/><Relationship Id="rId2" Type="http://schemas.openxmlformats.org/officeDocument/2006/relationships/tags" Target="../tags/tag624.xml"/><Relationship Id="rId1" Type="http://schemas.openxmlformats.org/officeDocument/2006/relationships/tags" Target="../tags/tag623.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632.xml"/><Relationship Id="rId3" Type="http://schemas.openxmlformats.org/officeDocument/2006/relationships/tags" Target="../tags/tag631.xml"/><Relationship Id="rId2" Type="http://schemas.openxmlformats.org/officeDocument/2006/relationships/tags" Target="../tags/tag630.xml"/><Relationship Id="rId1" Type="http://schemas.openxmlformats.org/officeDocument/2006/relationships/tags" Target="../tags/tag629.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636.xml"/><Relationship Id="rId3" Type="http://schemas.openxmlformats.org/officeDocument/2006/relationships/tags" Target="../tags/tag635.xml"/><Relationship Id="rId2" Type="http://schemas.openxmlformats.org/officeDocument/2006/relationships/tags" Target="../tags/tag634.xml"/><Relationship Id="rId1" Type="http://schemas.openxmlformats.org/officeDocument/2006/relationships/tags" Target="../tags/tag6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9217" name="副标题 7172"/>
          <p:cNvSpPr>
            <a:spLocks noGrp="1"/>
          </p:cNvSpPr>
          <p:nvPr>
            <p:custDataLst>
              <p:tags r:id="rId2"/>
            </p:custDataLst>
          </p:nvPr>
        </p:nvSpPr>
        <p:spPr>
          <a:xfrm>
            <a:off x="381000" y="1219200"/>
            <a:ext cx="2971800" cy="609600"/>
          </a:xfrm>
          <a:prstGeom prst="rect">
            <a:avLst/>
          </a:prstGeom>
          <a:noFill/>
          <a:ln w="9525">
            <a:noFill/>
          </a:ln>
        </p:spPr>
        <p:txBody>
          <a:bodyPr wrap="square" anchor="t" anchorCtr="1">
            <a:normAutofit fontScale="80000"/>
          </a:bodyPr>
          <a:p>
            <a:pPr>
              <a:lnSpc>
                <a:spcPct val="90000"/>
              </a:lnSpc>
              <a:spcBef>
                <a:spcPct val="18000"/>
              </a:spcBef>
              <a:buClrTx/>
              <a:buSzPct val="90000"/>
              <a:buFontTx/>
            </a:pPr>
            <a:r>
              <a:rPr lang="zh-CN" altLang="en-US" sz="3200" b="1" dirty="0">
                <a:solidFill>
                  <a:schemeClr val="accent1">
                    <a:lumMod val="50000"/>
                  </a:schemeClr>
                </a:solidFill>
                <a:latin typeface="+mn-lt"/>
                <a:ea typeface="+mn-ea"/>
              </a:rPr>
              <a:t>学习目的要求</a:t>
            </a:r>
            <a:r>
              <a:rPr lang="en-US" altLang="zh-CN" sz="3200" b="1" dirty="0">
                <a:solidFill>
                  <a:schemeClr val="accent1">
                    <a:lumMod val="50000"/>
                  </a:schemeClr>
                </a:solidFill>
                <a:latin typeface="+mn-lt"/>
                <a:ea typeface="+mn-ea"/>
              </a:rPr>
              <a:t>:</a:t>
            </a:r>
            <a:endParaRPr lang="en-US" altLang="zh-CN" sz="3200" b="1" dirty="0">
              <a:solidFill>
                <a:schemeClr val="accent1">
                  <a:lumMod val="50000"/>
                </a:schemeClr>
              </a:solidFill>
              <a:latin typeface="+mn-lt"/>
              <a:ea typeface="+mn-ea"/>
            </a:endParaRPr>
          </a:p>
        </p:txBody>
      </p:sp>
      <p:sp>
        <p:nvSpPr>
          <p:cNvPr id="9218" name="文本框 7174"/>
          <p:cNvSpPr txBox="1"/>
          <p:nvPr>
            <p:custDataLst>
              <p:tags r:id="rId3"/>
            </p:custDataLst>
          </p:nvPr>
        </p:nvSpPr>
        <p:spPr>
          <a:xfrm>
            <a:off x="1066800" y="2209800"/>
            <a:ext cx="7162800" cy="2889885"/>
          </a:xfrm>
          <a:prstGeom prst="rect">
            <a:avLst/>
          </a:prstGeom>
          <a:noFill/>
          <a:ln w="9525">
            <a:noFill/>
          </a:ln>
        </p:spPr>
        <p:txBody>
          <a:bodyPr anchor="t" anchorCtr="0">
            <a:spAutoFit/>
          </a:bodyPr>
          <a:p>
            <a:pPr marL="342900" indent="-342900">
              <a:lnSpc>
                <a:spcPct val="130000"/>
              </a:lnSpc>
              <a:buAutoNum type="arabicPeriod"/>
            </a:pPr>
            <a:r>
              <a:rPr lang="zh-CN" altLang="en-US" sz="2800" b="1" dirty="0">
                <a:solidFill>
                  <a:schemeClr val="tx1"/>
                </a:solidFill>
                <a:latin typeface="+mn-lt"/>
                <a:ea typeface="+mn-ea"/>
              </a:rPr>
              <a:t>线性表的定义和线性表的特征。</a:t>
            </a:r>
            <a:endParaRPr lang="zh-CN" altLang="en-US" sz="2800" b="1" dirty="0">
              <a:solidFill>
                <a:schemeClr val="tx1"/>
              </a:solidFill>
              <a:latin typeface="+mn-lt"/>
              <a:ea typeface="+mn-ea"/>
            </a:endParaRPr>
          </a:p>
          <a:p>
            <a:pPr marL="342900" indent="-342900">
              <a:lnSpc>
                <a:spcPct val="130000"/>
              </a:lnSpc>
              <a:buAutoNum type="arabicPeriod"/>
            </a:pPr>
            <a:r>
              <a:rPr lang="zh-CN" altLang="en-US" sz="2800" b="1" dirty="0">
                <a:solidFill>
                  <a:schemeClr val="tx1"/>
                </a:solidFill>
                <a:latin typeface="+mn-lt"/>
                <a:ea typeface="+mn-ea"/>
              </a:rPr>
              <a:t>线性表的顺序存储结构及其算法的实现。</a:t>
            </a:r>
            <a:endParaRPr lang="zh-CN" altLang="en-US" sz="2800" b="1" dirty="0">
              <a:solidFill>
                <a:schemeClr val="tx1"/>
              </a:solidFill>
              <a:latin typeface="+mn-lt"/>
              <a:ea typeface="+mn-ea"/>
            </a:endParaRPr>
          </a:p>
          <a:p>
            <a:pPr marL="342900" indent="-342900">
              <a:lnSpc>
                <a:spcPct val="130000"/>
              </a:lnSpc>
              <a:buAutoNum type="arabicPeriod"/>
            </a:pPr>
            <a:r>
              <a:rPr lang="zh-CN" altLang="en-US" sz="2800" b="1" dirty="0">
                <a:solidFill>
                  <a:schemeClr val="tx1"/>
                </a:solidFill>
                <a:latin typeface="+mn-lt"/>
                <a:ea typeface="+mn-ea"/>
              </a:rPr>
              <a:t>线性链表的描述及其算法的实现。</a:t>
            </a:r>
            <a:endParaRPr lang="zh-CN" altLang="en-US" sz="2800" b="1" dirty="0">
              <a:solidFill>
                <a:schemeClr val="tx1"/>
              </a:solidFill>
              <a:latin typeface="+mn-lt"/>
              <a:ea typeface="+mn-ea"/>
            </a:endParaRPr>
          </a:p>
          <a:p>
            <a:pPr marL="342900" indent="-342900">
              <a:lnSpc>
                <a:spcPct val="130000"/>
              </a:lnSpc>
              <a:buAutoNum type="arabicPeriod"/>
            </a:pPr>
            <a:r>
              <a:rPr lang="zh-CN" altLang="en-US" sz="2800" b="1" dirty="0">
                <a:solidFill>
                  <a:schemeClr val="tx1"/>
                </a:solidFill>
                <a:latin typeface="+mn-lt"/>
                <a:ea typeface="+mn-ea"/>
              </a:rPr>
              <a:t>循环链表和双向循环链表的描述。</a:t>
            </a:r>
            <a:endParaRPr lang="zh-CN" altLang="en-US" sz="2800" b="1" dirty="0">
              <a:solidFill>
                <a:schemeClr val="tx1"/>
              </a:solidFill>
              <a:latin typeface="+mn-lt"/>
              <a:ea typeface="+mn-ea"/>
            </a:endParaRPr>
          </a:p>
          <a:p>
            <a:pPr marL="342900" indent="-342900">
              <a:lnSpc>
                <a:spcPct val="130000"/>
              </a:lnSpc>
              <a:buAutoNum type="arabicPeriod"/>
            </a:pPr>
            <a:r>
              <a:rPr lang="zh-CN" altLang="en-US" sz="2800" b="1" dirty="0">
                <a:solidFill>
                  <a:schemeClr val="tx1"/>
                </a:solidFill>
                <a:latin typeface="+mn-lt"/>
                <a:ea typeface="+mn-ea"/>
              </a:rPr>
              <a:t>数组的顺序存储和矩阵的压缩存储的描述。</a:t>
            </a:r>
            <a:endParaRPr lang="zh-CN" altLang="en-US" sz="2800" b="1" dirty="0">
              <a:solidFill>
                <a:schemeClr val="tx1"/>
              </a:solidFill>
              <a:latin typeface="+mn-lt"/>
              <a:ea typeface="+mn-ea"/>
            </a:endParaRPr>
          </a:p>
        </p:txBody>
      </p:sp>
      <p:sp>
        <p:nvSpPr>
          <p:cNvPr id="9219" name="标题 3"/>
          <p:cNvSpPr>
            <a:spLocks noGrp="1"/>
          </p:cNvSpPr>
          <p:nvPr>
            <p:ph type="title"/>
            <p:custDataLst>
              <p:tags r:id="rId4"/>
            </p:custDataLst>
          </p:nvPr>
        </p:nvSpPr>
        <p:spPr>
          <a:xfrm>
            <a:off x="685800" y="152525"/>
            <a:ext cx="8100000" cy="540000"/>
          </a:xfrm>
        </p:spPr>
        <p:txBody>
          <a:bodyPr vert="horz" wrap="square" lIns="0" tIns="0" rIns="0" bIns="0" rtlCol="0" anchor="b" anchorCtr="0">
            <a:normAutofit/>
          </a:bodyPr>
          <a:lstStyle/>
          <a:p>
            <a:pPr lvl="0" algn="ctr">
              <a:buClrTx/>
              <a:buSzTx/>
              <a:buFontTx/>
            </a:pPr>
            <a:r>
              <a:rPr lang="zh-CN" altLang="en-US">
                <a:sym typeface="+mn-ea"/>
              </a:rPr>
              <a:t>第二章  线性表</a:t>
            </a:r>
            <a:endParaRPr lang="zh-CN" altLang="en-US">
              <a:sym typeface="+mn-ea"/>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84996" name="矩形 84995">
            <a:hlinkClick r:id="" action="ppaction://noaction"/>
          </p:cNvPr>
          <p:cNvSpPr/>
          <p:nvPr>
            <p:custDataLst>
              <p:tags r:id="rId2"/>
            </p:custDataLst>
          </p:nvPr>
        </p:nvSpPr>
        <p:spPr>
          <a:xfrm>
            <a:off x="1371600" y="1524000"/>
            <a:ext cx="4343400" cy="609600"/>
          </a:xfrm>
          <a:prstGeom prst="rect">
            <a:avLst/>
          </a:prstGeom>
          <a:noFill/>
          <a:ln w="9525">
            <a:noFill/>
          </a:ln>
        </p:spPr>
        <p:txBody>
          <a:bodyPr wrap="square">
            <a:normAutofit fontScale="80000"/>
          </a:bodyPr>
          <a:p>
            <a:pPr fontAlgn="base"/>
            <a:r>
              <a:rPr lang="en-US" altLang="en-US" sz="3200" b="1" strike="noStrike" noProof="1">
                <a:solidFill>
                  <a:schemeClr val="accent1">
                    <a:lumMod val="50000"/>
                  </a:schemeClr>
                </a:solidFill>
                <a:effectLst>
                  <a:outerShdw blurRad="38100" dist="38100" dir="2700000">
                    <a:srgbClr val="000000"/>
                  </a:outerShdw>
                </a:effectLst>
                <a:latin typeface="+mn-lt"/>
                <a:ea typeface="+mn-ea"/>
                <a:cs typeface="+mn-cs"/>
              </a:rPr>
              <a:t>2.1 线性表的</a:t>
            </a:r>
            <a:r>
              <a:rPr lang="en-US" altLang="en-US" sz="3200" b="1" strike="noStrike" noProof="1" err="1">
                <a:solidFill>
                  <a:schemeClr val="accent1">
                    <a:lumMod val="50000"/>
                  </a:schemeClr>
                </a:solidFill>
                <a:effectLst>
                  <a:outerShdw blurRad="38100" dist="38100" dir="2700000">
                    <a:srgbClr val="000000"/>
                  </a:outerShdw>
                </a:effectLst>
                <a:latin typeface="+mn-lt"/>
                <a:ea typeface="+mn-ea"/>
                <a:cs typeface="+mn-cs"/>
              </a:rPr>
              <a:t>基本概念</a:t>
            </a:r>
            <a:endParaRPr lang="en-US" altLang="en-US" sz="3200" b="1" strike="noStrike" noProof="1" err="1">
              <a:solidFill>
                <a:schemeClr val="accent1">
                  <a:lumMod val="50000"/>
                </a:schemeClr>
              </a:solidFill>
              <a:effectLst>
                <a:outerShdw blurRad="38100" dist="38100" dir="2700000">
                  <a:srgbClr val="000000"/>
                </a:outerShdw>
              </a:effectLst>
              <a:latin typeface="+mn-lt"/>
              <a:ea typeface="+mn-ea"/>
              <a:cs typeface="+mn-cs"/>
            </a:endParaRPr>
          </a:p>
        </p:txBody>
      </p:sp>
      <p:sp>
        <p:nvSpPr>
          <p:cNvPr id="84997" name="矩形 84996">
            <a:hlinkClick r:id="rId3" action="ppaction://hlinksldjump"/>
          </p:cNvPr>
          <p:cNvSpPr/>
          <p:nvPr>
            <p:custDataLst>
              <p:tags r:id="rId4"/>
            </p:custDataLst>
          </p:nvPr>
        </p:nvSpPr>
        <p:spPr>
          <a:xfrm>
            <a:off x="1371600" y="2438400"/>
            <a:ext cx="6629400" cy="609600"/>
          </a:xfrm>
          <a:prstGeom prst="rect">
            <a:avLst/>
          </a:prstGeom>
          <a:noFill/>
          <a:ln w="9525">
            <a:noFill/>
          </a:ln>
        </p:spPr>
        <p:txBody>
          <a:bodyPr wrap="square">
            <a:normAutofit fontScale="80000"/>
          </a:bodyPr>
          <a:p>
            <a:pPr fontAlgn="base"/>
            <a:r>
              <a:rPr lang="en-US" altLang="en-US" sz="3200" b="1" strike="noStrike" noProof="1">
                <a:solidFill>
                  <a:schemeClr val="accent1">
                    <a:lumMod val="50000"/>
                  </a:schemeClr>
                </a:solidFill>
                <a:effectLst>
                  <a:outerShdw blurRad="38100" dist="38100" dir="2700000">
                    <a:srgbClr val="000000"/>
                  </a:outerShdw>
                </a:effectLst>
                <a:latin typeface="+mn-lt"/>
                <a:ea typeface="+mn-ea"/>
                <a:cs typeface="+mn-cs"/>
              </a:rPr>
              <a:t>2.2 线性表的</a:t>
            </a:r>
            <a:r>
              <a:rPr lang="en-US" altLang="en-US" sz="3200" b="1" strike="noStrike" noProof="1" err="1">
                <a:solidFill>
                  <a:schemeClr val="accent1">
                    <a:lumMod val="50000"/>
                  </a:schemeClr>
                </a:solidFill>
                <a:effectLst>
                  <a:outerShdw blurRad="38100" dist="38100" dir="2700000">
                    <a:srgbClr val="000000"/>
                  </a:outerShdw>
                </a:effectLst>
                <a:latin typeface="+mn-lt"/>
                <a:ea typeface="+mn-ea"/>
                <a:cs typeface="+mn-cs"/>
              </a:rPr>
              <a:t>顺序存储</a:t>
            </a:r>
            <a:r>
              <a:rPr lang="en-US" altLang="en-US" sz="3200" b="1" strike="noStrike" noProof="1">
                <a:solidFill>
                  <a:schemeClr val="accent1">
                    <a:lumMod val="50000"/>
                  </a:schemeClr>
                </a:solidFill>
                <a:effectLst>
                  <a:outerShdw blurRad="38100" dist="38100" dir="2700000">
                    <a:srgbClr val="000000"/>
                  </a:outerShdw>
                </a:effectLst>
                <a:latin typeface="+mn-lt"/>
                <a:ea typeface="+mn-ea"/>
                <a:cs typeface="+mn-cs"/>
              </a:rPr>
              <a:t>结构</a:t>
            </a:r>
            <a:r>
              <a:rPr lang="en-US" altLang="en-US" sz="3200" b="1" strike="noStrike" noProof="1" err="1">
                <a:solidFill>
                  <a:schemeClr val="accent1">
                    <a:lumMod val="50000"/>
                  </a:schemeClr>
                </a:solidFill>
                <a:effectLst>
                  <a:outerShdw blurRad="38100" dist="38100" dir="2700000">
                    <a:srgbClr val="000000"/>
                  </a:outerShdw>
                </a:effectLst>
                <a:latin typeface="+mn-lt"/>
                <a:ea typeface="+mn-ea"/>
                <a:cs typeface="+mn-cs"/>
              </a:rPr>
              <a:t>及其</a:t>
            </a:r>
            <a:r>
              <a:rPr lang="en-US" altLang="en-US" sz="3200" b="1" strike="noStrike" noProof="1">
                <a:solidFill>
                  <a:schemeClr val="accent1">
                    <a:lumMod val="50000"/>
                  </a:schemeClr>
                </a:solidFill>
                <a:effectLst>
                  <a:outerShdw blurRad="38100" dist="38100" dir="2700000">
                    <a:srgbClr val="000000"/>
                  </a:outerShdw>
                </a:effectLst>
                <a:latin typeface="+mn-lt"/>
                <a:ea typeface="+mn-ea"/>
                <a:cs typeface="+mn-cs"/>
              </a:rPr>
              <a:t>算法</a:t>
            </a:r>
            <a:endParaRPr lang="en-US" altLang="en-US" sz="3200" b="1" strike="noStrike" noProof="1">
              <a:solidFill>
                <a:schemeClr val="accent1">
                  <a:lumMod val="50000"/>
                </a:schemeClr>
              </a:solidFill>
              <a:effectLst>
                <a:outerShdw blurRad="38100" dist="38100" dir="2700000">
                  <a:srgbClr val="000000"/>
                </a:outerShdw>
              </a:effectLst>
              <a:latin typeface="+mn-lt"/>
              <a:ea typeface="+mn-ea"/>
              <a:cs typeface="+mn-cs"/>
            </a:endParaRPr>
          </a:p>
        </p:txBody>
      </p:sp>
      <p:sp>
        <p:nvSpPr>
          <p:cNvPr id="84998" name="矩形 84997">
            <a:hlinkClick r:id="rId5" action="ppaction://hlinksldjump"/>
          </p:cNvPr>
          <p:cNvSpPr/>
          <p:nvPr>
            <p:custDataLst>
              <p:tags r:id="rId6"/>
            </p:custDataLst>
          </p:nvPr>
        </p:nvSpPr>
        <p:spPr>
          <a:xfrm>
            <a:off x="1447800" y="3200400"/>
            <a:ext cx="6629400" cy="609600"/>
          </a:xfrm>
          <a:prstGeom prst="rect">
            <a:avLst/>
          </a:prstGeom>
          <a:noFill/>
          <a:ln w="9525">
            <a:noFill/>
          </a:ln>
        </p:spPr>
        <p:txBody>
          <a:bodyPr wrap="square">
            <a:normAutofit fontScale="80000"/>
          </a:bodyPr>
          <a:p>
            <a:pPr fontAlgn="base"/>
            <a:r>
              <a:rPr lang="en-US" altLang="zh-CN" sz="3200" b="1" strike="noStrike" noProof="1" dirty="0">
                <a:solidFill>
                  <a:schemeClr val="accent1">
                    <a:lumMod val="50000"/>
                  </a:schemeClr>
                </a:solidFill>
                <a:effectLst>
                  <a:outerShdw blurRad="38100" dist="38100" dir="2700000">
                    <a:srgbClr val="000000"/>
                  </a:outerShdw>
                </a:effectLst>
                <a:latin typeface="+mn-lt"/>
                <a:ea typeface="+mn-ea"/>
                <a:cs typeface="+mn-cs"/>
              </a:rPr>
              <a:t>2.3 </a:t>
            </a:r>
            <a:r>
              <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rPr>
              <a:t>线性表的链式存储结构及其运算</a:t>
            </a:r>
            <a:endPar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endParaRPr>
          </a:p>
        </p:txBody>
      </p:sp>
      <p:sp>
        <p:nvSpPr>
          <p:cNvPr id="84999" name="矩形 84998">
            <a:hlinkClick r:id="rId7" action="ppaction://hlinksldjump"/>
          </p:cNvPr>
          <p:cNvSpPr/>
          <p:nvPr>
            <p:custDataLst>
              <p:tags r:id="rId8"/>
            </p:custDataLst>
          </p:nvPr>
        </p:nvSpPr>
        <p:spPr>
          <a:xfrm>
            <a:off x="1447800" y="4038600"/>
            <a:ext cx="3352800" cy="609600"/>
          </a:xfrm>
          <a:prstGeom prst="rect">
            <a:avLst/>
          </a:prstGeom>
          <a:noFill/>
          <a:ln w="9525">
            <a:noFill/>
          </a:ln>
        </p:spPr>
        <p:txBody>
          <a:bodyPr wrap="square">
            <a:normAutofit fontScale="80000"/>
          </a:bodyPr>
          <a:p>
            <a:pPr fontAlgn="base"/>
            <a:r>
              <a:rPr lang="en-US" altLang="zh-CN" sz="3200" b="1" strike="noStrike" noProof="1" dirty="0">
                <a:solidFill>
                  <a:schemeClr val="accent1">
                    <a:lumMod val="50000"/>
                  </a:schemeClr>
                </a:solidFill>
                <a:effectLst>
                  <a:outerShdw blurRad="38100" dist="38100" dir="2700000">
                    <a:srgbClr val="000000"/>
                  </a:outerShdw>
                </a:effectLst>
                <a:latin typeface="+mn-lt"/>
                <a:ea typeface="+mn-ea"/>
                <a:cs typeface="+mn-cs"/>
              </a:rPr>
              <a:t>2.4 </a:t>
            </a:r>
            <a:r>
              <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rPr>
              <a:t>算法应用举例</a:t>
            </a:r>
            <a:endPar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endParaRPr>
          </a:p>
        </p:txBody>
      </p:sp>
      <p:sp>
        <p:nvSpPr>
          <p:cNvPr id="85000" name="矩形 84999">
            <a:hlinkClick r:id="" action="ppaction://noaction"/>
          </p:cNvPr>
          <p:cNvSpPr/>
          <p:nvPr>
            <p:custDataLst>
              <p:tags r:id="rId9"/>
            </p:custDataLst>
          </p:nvPr>
        </p:nvSpPr>
        <p:spPr>
          <a:xfrm>
            <a:off x="1447800" y="4800600"/>
            <a:ext cx="2925763" cy="563563"/>
          </a:xfrm>
          <a:prstGeom prst="rect">
            <a:avLst/>
          </a:prstGeom>
          <a:noFill/>
          <a:ln w="9525">
            <a:noFill/>
          </a:ln>
        </p:spPr>
        <p:txBody>
          <a:bodyPr/>
          <a:p>
            <a:pPr fontAlgn="base"/>
            <a:r>
              <a:rPr lang="en-US" altLang="zh-CN" sz="3200" b="1" strike="noStrike" noProof="1" dirty="0">
                <a:solidFill>
                  <a:schemeClr val="accent1">
                    <a:lumMod val="50000"/>
                  </a:schemeClr>
                </a:solidFill>
                <a:effectLst>
                  <a:outerShdw blurRad="38100" dist="38100" dir="2700000">
                    <a:srgbClr val="000000"/>
                  </a:outerShdw>
                </a:effectLst>
                <a:latin typeface="+mn-lt"/>
                <a:ea typeface="+mn-ea"/>
                <a:cs typeface="+mn-cs"/>
              </a:rPr>
              <a:t>2.5 </a:t>
            </a:r>
            <a:r>
              <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rPr>
              <a:t>数组</a:t>
            </a:r>
            <a:endParaRPr lang="zh-CN" altLang="en-US" sz="3200" b="1" strike="noStrike" noProof="1" dirty="0">
              <a:solidFill>
                <a:schemeClr val="accent1">
                  <a:lumMod val="50000"/>
                </a:schemeClr>
              </a:solidFill>
              <a:effectLst>
                <a:outerShdw blurRad="38100" dist="38100" dir="2700000">
                  <a:srgbClr val="000000"/>
                </a:outerShdw>
              </a:effectLst>
              <a:latin typeface="+mn-lt"/>
              <a:ea typeface="+mn-ea"/>
              <a:cs typeface="+mn-cs"/>
            </a:endParaRPr>
          </a:p>
        </p:txBody>
      </p:sp>
      <p:sp>
        <p:nvSpPr>
          <p:cNvPr id="11270" name="标题 2"/>
          <p:cNvSpPr>
            <a:spLocks noGrp="1"/>
          </p:cNvSpPr>
          <p:nvPr>
            <p:ph type="title"/>
            <p:custDataLst>
              <p:tags r:id="rId10"/>
            </p:custDataLst>
          </p:nvPr>
        </p:nvSpPr>
        <p:spPr>
          <a:xfrm>
            <a:off x="228600" y="228725"/>
            <a:ext cx="8100000" cy="540000"/>
          </a:xfrm>
        </p:spPr>
        <p:txBody>
          <a:bodyPr vert="horz" wrap="square" lIns="0" tIns="0" rIns="0" bIns="0" rtlCol="0" anchor="b" anchorCtr="0">
            <a:normAutofit/>
          </a:bodyPr>
          <a:lstStyle/>
          <a:p>
            <a:pPr lvl="0" algn="l">
              <a:buClrTx/>
              <a:buSzTx/>
              <a:buFontTx/>
            </a:pPr>
            <a:r>
              <a:rPr lang="zh-CN" altLang="en-US">
                <a:sym typeface="+mn-ea"/>
              </a:rPr>
              <a:t>第二章  线性表</a:t>
            </a:r>
            <a:endParaRPr lang="zh-CN" altLang="en-US">
              <a:sym typeface="+mn-ea"/>
            </a:endParaRPr>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3313" name="文本框 1031"/>
          <p:cNvSpPr txBox="1"/>
          <p:nvPr>
            <p:custDataLst>
              <p:tags r:id="rId2"/>
            </p:custDataLst>
          </p:nvPr>
        </p:nvSpPr>
        <p:spPr>
          <a:xfrm>
            <a:off x="381000" y="996950"/>
            <a:ext cx="3962400" cy="609600"/>
          </a:xfrm>
          <a:prstGeom prst="rect">
            <a:avLst/>
          </a:prstGeom>
          <a:noFill/>
          <a:ln w="9525">
            <a:noFill/>
          </a:ln>
        </p:spPr>
        <p:txBody>
          <a:bodyPr wrap="square" anchor="t" anchorCtr="0">
            <a:normAutofit fontScale="80000"/>
          </a:bodyPr>
          <a:p>
            <a:pPr>
              <a:lnSpc>
                <a:spcPct val="90000"/>
              </a:lnSpc>
              <a:spcBef>
                <a:spcPct val="18000"/>
              </a:spcBef>
            </a:pPr>
            <a:r>
              <a:rPr lang="en-US" altLang="zh-CN" sz="3200" b="1" dirty="0">
                <a:solidFill>
                  <a:schemeClr val="accent1">
                    <a:lumMod val="50000"/>
                  </a:schemeClr>
                </a:solidFill>
                <a:latin typeface="+mn-lt"/>
                <a:ea typeface="+mn-ea"/>
              </a:rPr>
              <a:t>2.1.1 </a:t>
            </a:r>
            <a:r>
              <a:rPr lang="zh-CN" altLang="en-US" sz="3200" b="1" dirty="0">
                <a:solidFill>
                  <a:schemeClr val="accent1">
                    <a:lumMod val="50000"/>
                  </a:schemeClr>
                </a:solidFill>
                <a:latin typeface="+mn-lt"/>
                <a:ea typeface="+mn-ea"/>
              </a:rPr>
              <a:t>线性表的定义</a:t>
            </a:r>
            <a:endParaRPr lang="zh-CN" altLang="en-US" sz="3200" b="1" dirty="0">
              <a:solidFill>
                <a:schemeClr val="accent1">
                  <a:lumMod val="50000"/>
                </a:schemeClr>
              </a:solidFill>
              <a:latin typeface="+mn-lt"/>
              <a:ea typeface="+mn-ea"/>
            </a:endParaRPr>
          </a:p>
        </p:txBody>
      </p:sp>
      <p:sp>
        <p:nvSpPr>
          <p:cNvPr id="13314" name="文本框 1033"/>
          <p:cNvSpPr txBox="1"/>
          <p:nvPr>
            <p:custDataLst>
              <p:tags r:id="rId3"/>
            </p:custDataLst>
          </p:nvPr>
        </p:nvSpPr>
        <p:spPr>
          <a:xfrm>
            <a:off x="647700" y="1752600"/>
            <a:ext cx="7848600" cy="829945"/>
          </a:xfrm>
          <a:prstGeom prst="rect">
            <a:avLst/>
          </a:prstGeom>
          <a:noFill/>
          <a:ln w="9525">
            <a:noFill/>
          </a:ln>
        </p:spPr>
        <p:txBody>
          <a:bodyPr anchor="t" anchorCtr="0">
            <a:spAutoFit/>
          </a:bodyPr>
          <a:p>
            <a:r>
              <a:rPr lang="zh-CN" altLang="en-US" b="1" dirty="0">
                <a:solidFill>
                  <a:schemeClr val="tx1"/>
                </a:solidFill>
                <a:latin typeface="+mn-lt"/>
                <a:ea typeface="+mn-ea"/>
              </a:rPr>
              <a:t>线性表（</a:t>
            </a:r>
            <a:r>
              <a:rPr lang="en-US" altLang="zh-CN" b="1">
                <a:solidFill>
                  <a:schemeClr val="tx1"/>
                </a:solidFill>
                <a:latin typeface="+mn-lt"/>
                <a:ea typeface="+mn-ea"/>
              </a:rPr>
              <a:t>linear  list</a:t>
            </a:r>
            <a:r>
              <a:rPr lang="zh-CN" altLang="en-US" b="1">
                <a:solidFill>
                  <a:schemeClr val="tx1"/>
                </a:solidFill>
                <a:latin typeface="+mn-lt"/>
                <a:ea typeface="+mn-ea"/>
              </a:rPr>
              <a:t>）</a:t>
            </a:r>
            <a:r>
              <a:rPr lang="zh-CN" altLang="en-US" b="1" dirty="0">
                <a:solidFill>
                  <a:schemeClr val="tx1"/>
                </a:solidFill>
                <a:latin typeface="+mn-lt"/>
                <a:ea typeface="+mn-ea"/>
              </a:rPr>
              <a:t>是由 </a:t>
            </a:r>
            <a:r>
              <a:rPr lang="en-US" altLang="zh-CN" b="1">
                <a:solidFill>
                  <a:schemeClr val="tx1"/>
                </a:solidFill>
                <a:latin typeface="+mn-lt"/>
                <a:ea typeface="+mn-ea"/>
              </a:rPr>
              <a:t>n</a:t>
            </a:r>
            <a:r>
              <a:rPr lang="zh-CN" altLang="en-US" b="1" dirty="0">
                <a:solidFill>
                  <a:schemeClr val="tx1"/>
                </a:solidFill>
                <a:latin typeface="+mn-lt"/>
                <a:ea typeface="+mn-ea"/>
              </a:rPr>
              <a:t>个数据元素组成的有限序列。</a:t>
            </a:r>
            <a:r>
              <a:rPr lang="zh-CN" altLang="en-US" b="1">
                <a:solidFill>
                  <a:schemeClr val="tx1"/>
                </a:solidFill>
                <a:latin typeface="+mn-lt"/>
                <a:ea typeface="+mn-ea"/>
              </a:rPr>
              <a:t>  </a:t>
            </a:r>
            <a:r>
              <a:rPr lang="zh-CN" altLang="en-US" b="1" dirty="0">
                <a:solidFill>
                  <a:schemeClr val="tx1"/>
                </a:solidFill>
                <a:latin typeface="+mn-lt"/>
                <a:ea typeface="+mn-ea"/>
              </a:rPr>
              <a:t>记作</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1</a:t>
            </a:r>
            <a:r>
              <a:rPr lang="en-US" altLang="zh-CN" b="1">
                <a:solidFill>
                  <a:schemeClr val="tx1"/>
                </a:solidFill>
                <a:latin typeface="+mn-lt"/>
                <a:ea typeface="+mn-ea"/>
              </a:rPr>
              <a:t>  </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2</a:t>
            </a:r>
            <a:r>
              <a:rPr lang="en-US" altLang="zh-CN" b="1">
                <a:solidFill>
                  <a:schemeClr val="tx1"/>
                </a:solidFill>
                <a:latin typeface="+mn-lt"/>
                <a:ea typeface="+mn-ea"/>
              </a:rPr>
              <a:t>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r>
              <a:rPr lang="en-US" altLang="zh-CN" b="1" err="1">
                <a:solidFill>
                  <a:schemeClr val="tx1"/>
                </a:solidFill>
                <a:latin typeface="+mn-lt"/>
                <a:ea typeface="+mn-ea"/>
              </a:rPr>
              <a:t>a</a:t>
            </a:r>
            <a:r>
              <a:rPr lang="en-US" altLang="zh-CN" b="1" baseline="-25000" err="1">
                <a:solidFill>
                  <a:schemeClr val="tx1"/>
                </a:solidFill>
                <a:latin typeface="+mn-lt"/>
                <a:ea typeface="+mn-ea"/>
              </a:rPr>
              <a:t>i</a:t>
            </a:r>
            <a:r>
              <a:rPr lang="en-US" altLang="zh-CN" b="1" err="1">
                <a:solidFill>
                  <a:schemeClr val="tx1"/>
                </a:solidFill>
                <a:latin typeface="+mn-lt"/>
                <a:ea typeface="+mn-ea"/>
              </a:rPr>
              <a:t>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n</a:t>
            </a:r>
            <a:r>
              <a:rPr lang="zh-CN" altLang="en-US" b="1">
                <a:solidFill>
                  <a:schemeClr val="tx1"/>
                </a:solidFill>
                <a:latin typeface="+mn-lt"/>
                <a:ea typeface="+mn-ea"/>
              </a:rPr>
              <a:t>）</a:t>
            </a:r>
            <a:endParaRPr lang="zh-CN" altLang="en-US" b="1">
              <a:solidFill>
                <a:schemeClr val="tx1"/>
              </a:solidFill>
              <a:latin typeface="+mn-lt"/>
              <a:ea typeface="+mn-ea"/>
            </a:endParaRPr>
          </a:p>
        </p:txBody>
      </p:sp>
      <p:sp>
        <p:nvSpPr>
          <p:cNvPr id="13315" name="文本框 1034"/>
          <p:cNvSpPr txBox="1"/>
          <p:nvPr>
            <p:custDataLst>
              <p:tags r:id="rId4"/>
            </p:custDataLst>
          </p:nvPr>
        </p:nvSpPr>
        <p:spPr>
          <a:xfrm>
            <a:off x="685800" y="2727325"/>
            <a:ext cx="7848600" cy="1938020"/>
          </a:xfrm>
          <a:prstGeom prst="rect">
            <a:avLst/>
          </a:prstGeom>
          <a:noFill/>
          <a:ln w="9525">
            <a:noFill/>
          </a:ln>
        </p:spPr>
        <p:txBody>
          <a:bodyPr anchor="t" anchorCtr="0">
            <a:spAutoFit/>
          </a:bodyPr>
          <a:p>
            <a:r>
              <a:rPr lang="zh-CN" altLang="en-US" sz="2000" b="1" dirty="0">
                <a:solidFill>
                  <a:schemeClr val="tx1"/>
                </a:solidFill>
                <a:latin typeface="+mn-lt"/>
                <a:ea typeface="+mn-ea"/>
              </a:rPr>
              <a:t>线性表可以用一个标识符来命名，如果用</a:t>
            </a:r>
            <a:r>
              <a:rPr lang="en-US" altLang="zh-CN" sz="2000" b="1">
                <a:solidFill>
                  <a:schemeClr val="tx1"/>
                </a:solidFill>
                <a:latin typeface="+mn-lt"/>
                <a:ea typeface="+mn-ea"/>
              </a:rPr>
              <a:t>A</a:t>
            </a:r>
            <a:r>
              <a:rPr lang="zh-CN" altLang="en-US" sz="2000" b="1" dirty="0">
                <a:solidFill>
                  <a:schemeClr val="tx1"/>
                </a:solidFill>
                <a:latin typeface="+mn-lt"/>
                <a:ea typeface="+mn-ea"/>
              </a:rPr>
              <a:t>来表示线性表，则</a:t>
            </a:r>
            <a:r>
              <a:rPr lang="en-US" altLang="zh-CN" sz="2000" b="1" dirty="0">
                <a:solidFill>
                  <a:schemeClr val="tx1"/>
                </a:solidFill>
                <a:latin typeface="+mn-lt"/>
                <a:ea typeface="+mn-ea"/>
              </a:rPr>
              <a:t>: </a:t>
            </a:r>
            <a:r>
              <a:rPr lang="en-US" altLang="zh-CN" sz="2000" b="1">
                <a:solidFill>
                  <a:schemeClr val="tx1"/>
                </a:solidFill>
                <a:latin typeface="+mn-lt"/>
                <a:ea typeface="+mn-ea"/>
              </a:rPr>
              <a:t>A=</a:t>
            </a:r>
            <a:r>
              <a:rPr lang="zh-CN" altLang="en-US" sz="2000" b="1">
                <a:solidFill>
                  <a:schemeClr val="tx1"/>
                </a:solidFill>
                <a:latin typeface="+mn-lt"/>
                <a:ea typeface="+mn-ea"/>
              </a:rPr>
              <a:t>（</a:t>
            </a:r>
            <a:r>
              <a:rPr lang="en-US" altLang="zh-CN" sz="2000" b="1">
                <a:solidFill>
                  <a:schemeClr val="tx1"/>
                </a:solidFill>
                <a:latin typeface="+mn-lt"/>
                <a:ea typeface="+mn-ea"/>
              </a:rPr>
              <a:t>a</a:t>
            </a:r>
            <a:r>
              <a:rPr lang="en-US" altLang="zh-CN" sz="2000" b="1" baseline="-25000">
                <a:solidFill>
                  <a:schemeClr val="tx1"/>
                </a:solidFill>
                <a:latin typeface="+mn-lt"/>
                <a:ea typeface="+mn-ea"/>
              </a:rPr>
              <a:t>1</a:t>
            </a:r>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a</a:t>
            </a:r>
            <a:r>
              <a:rPr lang="en-US" altLang="zh-CN" sz="2000" b="1" baseline="-25000">
                <a:solidFill>
                  <a:schemeClr val="tx1"/>
                </a:solidFill>
                <a:latin typeface="+mn-lt"/>
                <a:ea typeface="+mn-ea"/>
              </a:rPr>
              <a:t>2</a:t>
            </a:r>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a:t>
            </a:r>
            <a:r>
              <a:rPr lang="zh-CN" altLang="en-US" sz="2000" b="1">
                <a:solidFill>
                  <a:schemeClr val="tx1"/>
                </a:solidFill>
                <a:latin typeface="+mn-lt"/>
                <a:ea typeface="+mn-ea"/>
              </a:rPr>
              <a:t>，</a:t>
            </a:r>
            <a:r>
              <a:rPr lang="en-US" altLang="zh-CN" sz="2000" b="1" err="1">
                <a:solidFill>
                  <a:schemeClr val="tx1"/>
                </a:solidFill>
                <a:latin typeface="+mn-lt"/>
                <a:ea typeface="+mn-ea"/>
              </a:rPr>
              <a:t>a</a:t>
            </a:r>
            <a:r>
              <a:rPr lang="en-US" altLang="zh-CN" sz="2000" b="1" baseline="-25000" err="1">
                <a:solidFill>
                  <a:schemeClr val="tx1"/>
                </a:solidFill>
                <a:latin typeface="+mn-lt"/>
                <a:ea typeface="+mn-ea"/>
              </a:rPr>
              <a:t>i</a:t>
            </a:r>
            <a:r>
              <a:rPr lang="en-US" altLang="zh-CN" sz="2000" b="1" err="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a:t>
            </a:r>
            <a:r>
              <a:rPr lang="zh-CN" altLang="en-US" sz="2000" b="1">
                <a:solidFill>
                  <a:schemeClr val="tx1"/>
                </a:solidFill>
                <a:latin typeface="+mn-lt"/>
                <a:ea typeface="+mn-ea"/>
              </a:rPr>
              <a:t>，</a:t>
            </a:r>
            <a:r>
              <a:rPr lang="en-US" altLang="zh-CN" sz="2000" b="1">
                <a:solidFill>
                  <a:schemeClr val="tx1"/>
                </a:solidFill>
                <a:latin typeface="+mn-lt"/>
                <a:ea typeface="+mn-ea"/>
              </a:rPr>
              <a:t>a</a:t>
            </a:r>
            <a:r>
              <a:rPr lang="en-US" altLang="zh-CN" sz="2000" b="1" baseline="-25000">
                <a:solidFill>
                  <a:schemeClr val="tx1"/>
                </a:solidFill>
                <a:latin typeface="+mn-lt"/>
                <a:ea typeface="+mn-ea"/>
              </a:rPr>
              <a:t>n</a:t>
            </a:r>
            <a:r>
              <a:rPr lang="en-US" altLang="zh-CN" sz="2000" b="1">
                <a:solidFill>
                  <a:schemeClr val="tx1"/>
                </a:solidFill>
                <a:latin typeface="+mn-lt"/>
                <a:ea typeface="+mn-ea"/>
              </a:rPr>
              <a:t> </a:t>
            </a:r>
            <a:r>
              <a:rPr lang="zh-CN" altLang="en-US" sz="2000" b="1">
                <a:solidFill>
                  <a:schemeClr val="tx1"/>
                </a:solidFill>
                <a:latin typeface="+mn-lt"/>
                <a:ea typeface="+mn-ea"/>
              </a:rPr>
              <a:t>）</a:t>
            </a:r>
            <a:endParaRPr lang="zh-CN" altLang="en-US" sz="2000" b="1">
              <a:solidFill>
                <a:schemeClr val="tx1"/>
              </a:solidFill>
              <a:latin typeface="+mn-lt"/>
              <a:ea typeface="+mn-ea"/>
            </a:endParaRPr>
          </a:p>
          <a:p>
            <a:endParaRPr lang="zh-CN" altLang="en-US" sz="2000" b="1">
              <a:solidFill>
                <a:schemeClr val="tx1"/>
              </a:solidFill>
              <a:latin typeface="+mn-lt"/>
              <a:ea typeface="+mn-ea"/>
            </a:endParaRPr>
          </a:p>
          <a:p>
            <a:r>
              <a:rPr lang="zh-CN" altLang="en-US" sz="2000" b="1" dirty="0">
                <a:solidFill>
                  <a:schemeClr val="tx1"/>
                </a:solidFill>
                <a:latin typeface="+mn-lt"/>
                <a:ea typeface="+mn-ea"/>
              </a:rPr>
              <a:t>各数据元素的类型可以是程序设计语言中提供任何一种。</a:t>
            </a:r>
            <a:endParaRPr lang="zh-CN" altLang="en-US" sz="2000" b="1">
              <a:solidFill>
                <a:schemeClr val="tx1"/>
              </a:solidFill>
              <a:latin typeface="+mn-lt"/>
              <a:ea typeface="+mn-ea"/>
            </a:endParaRPr>
          </a:p>
          <a:p>
            <a:endParaRPr lang="zh-CN" altLang="en-US" sz="2000" b="1">
              <a:solidFill>
                <a:schemeClr val="tx1"/>
              </a:solidFill>
              <a:latin typeface="+mn-lt"/>
              <a:ea typeface="+mn-ea"/>
            </a:endParaRPr>
          </a:p>
          <a:p>
            <a:r>
              <a:rPr lang="zh-CN" altLang="en-US" sz="2000" b="1">
                <a:solidFill>
                  <a:schemeClr val="tx1"/>
                </a:solidFill>
                <a:latin typeface="+mn-lt"/>
                <a:ea typeface="+mn-ea"/>
              </a:rPr>
              <a:t>在</a:t>
            </a:r>
            <a:r>
              <a:rPr lang="zh-CN" altLang="en-US" sz="2000" b="1" dirty="0">
                <a:solidFill>
                  <a:schemeClr val="tx1"/>
                </a:solidFill>
                <a:latin typeface="+mn-lt"/>
                <a:ea typeface="+mn-ea"/>
              </a:rPr>
              <a:t>线性表中，各元素之间存在着线性的逻辑关系。</a:t>
            </a:r>
            <a:endParaRPr lang="zh-CN" altLang="en-US" sz="2000" b="1" dirty="0">
              <a:solidFill>
                <a:schemeClr val="tx1"/>
              </a:solidFill>
              <a:latin typeface="+mn-lt"/>
              <a:ea typeface="+mn-ea"/>
            </a:endParaRPr>
          </a:p>
        </p:txBody>
      </p:sp>
      <p:sp>
        <p:nvSpPr>
          <p:cNvPr id="13316" name="标题 2"/>
          <p:cNvSpPr>
            <a:spLocks noGrp="1"/>
          </p:cNvSpPr>
          <p:nvPr>
            <p:ph type="title"/>
            <p:custDataLst>
              <p:tags r:id="rId5"/>
            </p:custDataLst>
          </p:nvPr>
        </p:nvSpPr>
        <p:spPr>
          <a:xfrm>
            <a:off x="228600" y="304925"/>
            <a:ext cx="8100000" cy="540000"/>
          </a:xfrm>
        </p:spPr>
        <p:txBody>
          <a:bodyPr vert="horz" wrap="square" lIns="0" tIns="0" rIns="0" bIns="0" rtlCol="0" anchor="b" anchorCtr="0">
            <a:normAutofit/>
          </a:bodyPr>
          <a:lstStyle/>
          <a:p>
            <a:pPr lvl="0" algn="l">
              <a:buClrTx/>
              <a:buSzTx/>
              <a:buFontTx/>
            </a:pPr>
            <a:r>
              <a:rPr lang="zh-CN" altLang="en-US">
                <a:sym typeface="+mn-ea"/>
              </a:rPr>
              <a:t>2.1 线性表的基本概念</a:t>
            </a:r>
            <a:endParaRPr lang="zh-CN" altLang="en-US">
              <a:sym typeface="+mn-ea"/>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5361" name="文本框 96257"/>
          <p:cNvSpPr txBox="1"/>
          <p:nvPr>
            <p:custDataLst>
              <p:tags r:id="rId2"/>
            </p:custDataLst>
          </p:nvPr>
        </p:nvSpPr>
        <p:spPr>
          <a:xfrm>
            <a:off x="152400" y="1143000"/>
            <a:ext cx="3962400" cy="609600"/>
          </a:xfrm>
          <a:prstGeom prst="rect">
            <a:avLst/>
          </a:prstGeom>
          <a:noFill/>
          <a:ln w="9525">
            <a:noFill/>
          </a:ln>
        </p:spPr>
        <p:txBody>
          <a:bodyPr wrap="square" anchor="t" anchorCtr="0">
            <a:normAutofit fontScale="80000"/>
          </a:bodyPr>
          <a:p>
            <a:pPr>
              <a:lnSpc>
                <a:spcPct val="90000"/>
              </a:lnSpc>
              <a:spcBef>
                <a:spcPct val="18000"/>
              </a:spcBef>
            </a:pPr>
            <a:r>
              <a:rPr lang="en-US" altLang="zh-CN" sz="3200" b="1" dirty="0">
                <a:solidFill>
                  <a:schemeClr val="accent1">
                    <a:lumMod val="50000"/>
                  </a:schemeClr>
                </a:solidFill>
                <a:latin typeface="+mn-lt"/>
                <a:ea typeface="+mn-ea"/>
              </a:rPr>
              <a:t>2.1.1 </a:t>
            </a:r>
            <a:r>
              <a:rPr lang="zh-CN" altLang="en-US" sz="3200" b="1" dirty="0">
                <a:solidFill>
                  <a:schemeClr val="accent1">
                    <a:lumMod val="50000"/>
                  </a:schemeClr>
                </a:solidFill>
                <a:latin typeface="+mn-lt"/>
                <a:ea typeface="+mn-ea"/>
              </a:rPr>
              <a:t>线性表的定义</a:t>
            </a:r>
            <a:endParaRPr lang="zh-CN" altLang="en-US" sz="3200" b="1" dirty="0">
              <a:solidFill>
                <a:schemeClr val="accent1">
                  <a:lumMod val="50000"/>
                </a:schemeClr>
              </a:solidFill>
              <a:latin typeface="+mn-lt"/>
              <a:ea typeface="+mn-ea"/>
            </a:endParaRPr>
          </a:p>
        </p:txBody>
      </p:sp>
      <p:sp>
        <p:nvSpPr>
          <p:cNvPr id="15362" name="文本框 96261"/>
          <p:cNvSpPr txBox="1"/>
          <p:nvPr>
            <p:custDataLst>
              <p:tags r:id="rId3"/>
            </p:custDataLst>
          </p:nvPr>
        </p:nvSpPr>
        <p:spPr>
          <a:xfrm>
            <a:off x="1066800" y="2743200"/>
            <a:ext cx="6816725" cy="2665413"/>
          </a:xfrm>
          <a:prstGeom prst="rect">
            <a:avLst/>
          </a:prstGeom>
          <a:noFill/>
          <a:ln w="9525">
            <a:noFill/>
          </a:ln>
        </p:spPr>
        <p:txBody>
          <a:bodyPr anchor="t" anchorCtr="0"/>
          <a:p>
            <a:r>
              <a:rPr lang="zh-CN" altLang="en-US" b="1" dirty="0">
                <a:solidFill>
                  <a:schemeClr val="tx1"/>
                </a:solidFill>
                <a:latin typeface="+mn-lt"/>
                <a:ea typeface="+mn-ea"/>
              </a:rPr>
              <a:t>线性表是一种非常典型的线性结构，用二元组可以表示成</a:t>
            </a:r>
            <a:r>
              <a:rPr lang="en-US" altLang="zh-CN" b="1" dirty="0">
                <a:solidFill>
                  <a:schemeClr val="tx1"/>
                </a:solidFill>
                <a:latin typeface="+mn-lt"/>
                <a:ea typeface="+mn-ea"/>
              </a:rPr>
              <a:t>:</a:t>
            </a:r>
            <a:endParaRPr lang="en-US" altLang="zh-CN" b="1" dirty="0">
              <a:solidFill>
                <a:schemeClr val="tx1"/>
              </a:solidFill>
              <a:latin typeface="+mn-lt"/>
              <a:ea typeface="+mn-ea"/>
            </a:endParaRPr>
          </a:p>
          <a:p>
            <a:r>
              <a:rPr lang="en-US" altLang="zh-CN" b="1">
                <a:solidFill>
                  <a:schemeClr val="tx1"/>
                </a:solidFill>
                <a:latin typeface="+mn-lt"/>
                <a:ea typeface="+mn-ea"/>
              </a:rPr>
              <a:t>S=</a:t>
            </a:r>
            <a:r>
              <a:rPr lang="zh-CN" altLang="en-US" b="1">
                <a:solidFill>
                  <a:schemeClr val="tx1"/>
                </a:solidFill>
                <a:latin typeface="+mn-lt"/>
                <a:ea typeface="+mn-ea"/>
              </a:rPr>
              <a:t>（</a:t>
            </a:r>
            <a:r>
              <a:rPr lang="en-US" altLang="zh-CN" b="1">
                <a:solidFill>
                  <a:schemeClr val="tx1"/>
                </a:solidFill>
                <a:latin typeface="+mn-lt"/>
                <a:ea typeface="+mn-ea"/>
              </a:rPr>
              <a:t>D</a:t>
            </a:r>
            <a:r>
              <a:rPr lang="zh-CN" altLang="en-US" b="1">
                <a:solidFill>
                  <a:schemeClr val="tx1"/>
                </a:solidFill>
                <a:latin typeface="+mn-lt"/>
                <a:ea typeface="+mn-ea"/>
              </a:rPr>
              <a:t>，</a:t>
            </a:r>
            <a:r>
              <a:rPr lang="en-US" altLang="zh-CN" b="1">
                <a:solidFill>
                  <a:schemeClr val="tx1"/>
                </a:solidFill>
                <a:latin typeface="+mn-lt"/>
                <a:ea typeface="+mn-ea"/>
              </a:rPr>
              <a:t>R</a:t>
            </a:r>
            <a:r>
              <a:rPr lang="zh-CN" altLang="en-US" b="1">
                <a:solidFill>
                  <a:schemeClr val="tx1"/>
                </a:solidFill>
                <a:latin typeface="+mn-lt"/>
                <a:ea typeface="+mn-ea"/>
              </a:rPr>
              <a:t>）</a:t>
            </a:r>
            <a:endParaRPr lang="zh-CN" altLang="en-US" b="1">
              <a:solidFill>
                <a:schemeClr val="tx1"/>
              </a:solidFill>
              <a:latin typeface="+mn-lt"/>
              <a:ea typeface="+mn-ea"/>
            </a:endParaRPr>
          </a:p>
          <a:p>
            <a:r>
              <a:rPr lang="en-US" altLang="zh-CN" b="1">
                <a:solidFill>
                  <a:schemeClr val="tx1"/>
                </a:solidFill>
                <a:latin typeface="+mn-lt"/>
                <a:ea typeface="+mn-ea"/>
              </a:rPr>
              <a:t>D=</a:t>
            </a:r>
            <a:r>
              <a:rPr lang="zh-CN" altLang="en-US" b="1">
                <a:solidFill>
                  <a:schemeClr val="tx1"/>
                </a:solidFill>
                <a:latin typeface="+mn-lt"/>
                <a:ea typeface="+mn-ea"/>
              </a:rPr>
              <a:t>｛  </a:t>
            </a:r>
            <a:r>
              <a:rPr lang="en-US" altLang="zh-CN" b="1">
                <a:solidFill>
                  <a:schemeClr val="tx1"/>
                </a:solidFill>
                <a:latin typeface="+mn-lt"/>
                <a:ea typeface="+mn-ea"/>
              </a:rPr>
              <a:t>a</a:t>
            </a:r>
            <a:r>
              <a:rPr lang="en-US" altLang="zh-CN" b="1" baseline="-25000">
                <a:solidFill>
                  <a:schemeClr val="tx1"/>
                </a:solidFill>
                <a:latin typeface="+mn-lt"/>
                <a:ea typeface="+mn-ea"/>
              </a:rPr>
              <a:t>1</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2</a:t>
            </a:r>
            <a:r>
              <a:rPr lang="en-US" altLang="zh-CN" b="1">
                <a:solidFill>
                  <a:schemeClr val="tx1"/>
                </a:solidFill>
                <a:latin typeface="+mn-lt"/>
                <a:ea typeface="+mn-ea"/>
              </a:rPr>
              <a:t>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r>
              <a:rPr lang="en-US" altLang="zh-CN" b="1" err="1">
                <a:solidFill>
                  <a:schemeClr val="tx1"/>
                </a:solidFill>
                <a:latin typeface="+mn-lt"/>
                <a:ea typeface="+mn-ea"/>
              </a:rPr>
              <a:t>a</a:t>
            </a:r>
            <a:r>
              <a:rPr lang="en-US" altLang="zh-CN" b="1" baseline="-25000" err="1">
                <a:solidFill>
                  <a:schemeClr val="tx1"/>
                </a:solidFill>
                <a:latin typeface="+mn-lt"/>
                <a:ea typeface="+mn-ea"/>
              </a:rPr>
              <a:t>i</a:t>
            </a:r>
            <a:r>
              <a:rPr lang="en-US" altLang="zh-CN" b="1">
                <a:solidFill>
                  <a:schemeClr val="tx1"/>
                </a:solidFill>
                <a:latin typeface="+mn-lt"/>
                <a:ea typeface="+mn-ea"/>
              </a:rPr>
              <a:t>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n</a:t>
            </a:r>
            <a:r>
              <a:rPr lang="en-US" altLang="zh-CN" b="1">
                <a:solidFill>
                  <a:schemeClr val="tx1"/>
                </a:solidFill>
                <a:latin typeface="+mn-lt"/>
                <a:ea typeface="+mn-ea"/>
              </a:rPr>
              <a:t>    </a:t>
            </a:r>
            <a:r>
              <a:rPr lang="zh-CN" altLang="en-US" b="1">
                <a:solidFill>
                  <a:schemeClr val="tx1"/>
                </a:solidFill>
                <a:latin typeface="+mn-lt"/>
                <a:ea typeface="+mn-ea"/>
              </a:rPr>
              <a:t>｝    </a:t>
            </a:r>
            <a:endParaRPr lang="zh-CN" altLang="en-US" b="1">
              <a:solidFill>
                <a:schemeClr val="tx1"/>
              </a:solidFill>
              <a:latin typeface="+mn-lt"/>
              <a:ea typeface="+mn-ea"/>
            </a:endParaRPr>
          </a:p>
          <a:p>
            <a:r>
              <a:rPr lang="en-US" altLang="zh-CN" b="1">
                <a:solidFill>
                  <a:schemeClr val="tx1"/>
                </a:solidFill>
                <a:latin typeface="+mn-lt"/>
                <a:ea typeface="+mn-ea"/>
              </a:rPr>
              <a:t>R=</a:t>
            </a:r>
            <a:r>
              <a:rPr lang="zh-CN" altLang="en-US" b="1">
                <a:solidFill>
                  <a:schemeClr val="tx1"/>
                </a:solidFill>
                <a:latin typeface="+mn-lt"/>
                <a:ea typeface="+mn-ea"/>
              </a:rPr>
              <a:t>｛</a:t>
            </a:r>
            <a:r>
              <a:rPr lang="en-US" altLang="zh-CN" b="1">
                <a:solidFill>
                  <a:schemeClr val="tx1"/>
                </a:solidFill>
                <a:latin typeface="+mn-lt"/>
                <a:ea typeface="+mn-ea"/>
              </a:rPr>
              <a:t>&lt;a</a:t>
            </a:r>
            <a:r>
              <a:rPr lang="en-US" altLang="zh-CN" b="1" baseline="-25000">
                <a:solidFill>
                  <a:schemeClr val="tx1"/>
                </a:solidFill>
                <a:latin typeface="+mn-lt"/>
                <a:ea typeface="+mn-ea"/>
              </a:rPr>
              <a:t>1</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2</a:t>
            </a:r>
            <a:r>
              <a:rPr lang="en-US" altLang="zh-CN" b="1">
                <a:solidFill>
                  <a:schemeClr val="tx1"/>
                </a:solidFill>
                <a:latin typeface="+mn-lt"/>
                <a:ea typeface="+mn-ea"/>
              </a:rPr>
              <a:t>&gt;</a:t>
            </a:r>
            <a:r>
              <a:rPr lang="zh-CN" altLang="en-US" b="1">
                <a:solidFill>
                  <a:schemeClr val="tx1"/>
                </a:solidFill>
                <a:latin typeface="+mn-lt"/>
                <a:ea typeface="+mn-ea"/>
              </a:rPr>
              <a:t>，</a:t>
            </a:r>
            <a:r>
              <a:rPr lang="en-US" altLang="zh-CN" b="1">
                <a:solidFill>
                  <a:schemeClr val="tx1"/>
                </a:solidFill>
                <a:latin typeface="+mn-lt"/>
                <a:ea typeface="+mn-ea"/>
              </a:rPr>
              <a:t>&lt;a</a:t>
            </a:r>
            <a:r>
              <a:rPr lang="en-US" altLang="zh-CN" b="1" baseline="-25000">
                <a:solidFill>
                  <a:schemeClr val="tx1"/>
                </a:solidFill>
                <a:latin typeface="+mn-lt"/>
                <a:ea typeface="+mn-ea"/>
              </a:rPr>
              <a:t>2</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3</a:t>
            </a:r>
            <a:r>
              <a:rPr lang="en-US" altLang="zh-CN" b="1">
                <a:solidFill>
                  <a:schemeClr val="tx1"/>
                </a:solidFill>
                <a:latin typeface="+mn-lt"/>
                <a:ea typeface="+mn-ea"/>
              </a:rPr>
              <a:t>&gt;</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r>
              <a:rPr lang="en-US" altLang="zh-CN" b="1">
                <a:solidFill>
                  <a:schemeClr val="tx1"/>
                </a:solidFill>
                <a:latin typeface="+mn-lt"/>
                <a:ea typeface="+mn-ea"/>
              </a:rPr>
              <a:t>&lt;</a:t>
            </a:r>
            <a:r>
              <a:rPr lang="en-US" altLang="zh-CN" b="1" err="1">
                <a:solidFill>
                  <a:schemeClr val="tx1"/>
                </a:solidFill>
                <a:latin typeface="+mn-lt"/>
                <a:ea typeface="+mn-ea"/>
              </a:rPr>
              <a:t>a</a:t>
            </a:r>
            <a:r>
              <a:rPr lang="en-US" altLang="zh-CN" b="1" baseline="-25000" err="1">
                <a:solidFill>
                  <a:schemeClr val="tx1"/>
                </a:solidFill>
                <a:latin typeface="+mn-lt"/>
                <a:ea typeface="+mn-ea"/>
              </a:rPr>
              <a:t>i</a:t>
            </a:r>
            <a:r>
              <a:rPr lang="en-US" altLang="zh-CN" b="1">
                <a:solidFill>
                  <a:schemeClr val="tx1"/>
                </a:solidFill>
                <a:latin typeface="+mn-lt"/>
                <a:ea typeface="+mn-ea"/>
              </a:rPr>
              <a:t> </a:t>
            </a:r>
            <a:r>
              <a:rPr lang="zh-CN" altLang="en-US" b="1">
                <a:solidFill>
                  <a:schemeClr val="tx1"/>
                </a:solidFill>
                <a:latin typeface="+mn-lt"/>
                <a:ea typeface="+mn-ea"/>
              </a:rPr>
              <a:t>，</a:t>
            </a:r>
            <a:r>
              <a:rPr lang="en-US" altLang="zh-CN" b="1" err="1">
                <a:solidFill>
                  <a:schemeClr val="tx1"/>
                </a:solidFill>
                <a:latin typeface="+mn-lt"/>
                <a:ea typeface="+mn-ea"/>
              </a:rPr>
              <a:t>a</a:t>
            </a:r>
            <a:r>
              <a:rPr lang="en-US" altLang="zh-CN" b="1" baseline="-25000" err="1">
                <a:solidFill>
                  <a:schemeClr val="tx1"/>
                </a:solidFill>
                <a:latin typeface="+mn-lt"/>
                <a:ea typeface="+mn-ea"/>
              </a:rPr>
              <a:t>i</a:t>
            </a:r>
            <a:r>
              <a:rPr lang="en-US" altLang="zh-CN" b="1" baseline="-25000">
                <a:solidFill>
                  <a:schemeClr val="tx1"/>
                </a:solidFill>
                <a:latin typeface="+mn-lt"/>
                <a:ea typeface="+mn-ea"/>
              </a:rPr>
              <a:t>+1</a:t>
            </a:r>
            <a:r>
              <a:rPr lang="en-US" altLang="zh-CN" b="1">
                <a:solidFill>
                  <a:schemeClr val="tx1"/>
                </a:solidFill>
                <a:latin typeface="+mn-lt"/>
                <a:ea typeface="+mn-ea"/>
              </a:rPr>
              <a:t> &gt;</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a:solidFill>
                  <a:schemeClr val="tx1"/>
                </a:solidFill>
                <a:latin typeface="+mn-lt"/>
                <a:ea typeface="+mn-ea"/>
              </a:rPr>
              <a:t>，</a:t>
            </a:r>
            <a:endParaRPr lang="zh-CN" altLang="en-US" b="1">
              <a:solidFill>
                <a:schemeClr val="tx1"/>
              </a:solidFill>
              <a:latin typeface="+mn-lt"/>
              <a:ea typeface="+mn-ea"/>
            </a:endParaRPr>
          </a:p>
          <a:p>
            <a:r>
              <a:rPr lang="zh-CN" altLang="en-US" b="1">
                <a:solidFill>
                  <a:schemeClr val="tx1"/>
                </a:solidFill>
                <a:latin typeface="+mn-lt"/>
                <a:ea typeface="+mn-ea"/>
              </a:rPr>
              <a:t>        </a:t>
            </a:r>
            <a:r>
              <a:rPr lang="en-US" altLang="zh-CN" b="1">
                <a:solidFill>
                  <a:schemeClr val="tx1"/>
                </a:solidFill>
                <a:latin typeface="+mn-lt"/>
                <a:ea typeface="+mn-ea"/>
              </a:rPr>
              <a:t>&lt;a</a:t>
            </a:r>
            <a:r>
              <a:rPr lang="en-US" altLang="zh-CN" b="1" baseline="-25000">
                <a:solidFill>
                  <a:schemeClr val="tx1"/>
                </a:solidFill>
                <a:latin typeface="+mn-lt"/>
                <a:ea typeface="+mn-ea"/>
              </a:rPr>
              <a:t>n-1</a:t>
            </a:r>
            <a:r>
              <a:rPr lang="zh-CN" altLang="en-US" b="1">
                <a:solidFill>
                  <a:schemeClr val="tx1"/>
                </a:solidFill>
                <a:latin typeface="+mn-lt"/>
                <a:ea typeface="+mn-ea"/>
              </a:rPr>
              <a:t>，</a:t>
            </a:r>
            <a:r>
              <a:rPr lang="en-US" altLang="zh-CN" b="1">
                <a:solidFill>
                  <a:schemeClr val="tx1"/>
                </a:solidFill>
                <a:latin typeface="+mn-lt"/>
                <a:ea typeface="+mn-ea"/>
              </a:rPr>
              <a:t>a</a:t>
            </a:r>
            <a:r>
              <a:rPr lang="en-US" altLang="zh-CN" b="1" baseline="-25000">
                <a:solidFill>
                  <a:schemeClr val="tx1"/>
                </a:solidFill>
                <a:latin typeface="+mn-lt"/>
                <a:ea typeface="+mn-ea"/>
              </a:rPr>
              <a:t>n</a:t>
            </a:r>
            <a:r>
              <a:rPr lang="en-US" altLang="zh-CN" b="1">
                <a:solidFill>
                  <a:schemeClr val="tx1"/>
                </a:solidFill>
                <a:latin typeface="+mn-lt"/>
                <a:ea typeface="+mn-ea"/>
              </a:rPr>
              <a:t> &gt;</a:t>
            </a:r>
            <a:r>
              <a:rPr lang="zh-CN" altLang="en-US" b="1">
                <a:solidFill>
                  <a:schemeClr val="tx1"/>
                </a:solidFill>
                <a:latin typeface="+mn-lt"/>
                <a:ea typeface="+mn-ea"/>
              </a:rPr>
              <a:t>｝</a:t>
            </a:r>
            <a:endParaRPr lang="zh-CN" altLang="en-US" b="1">
              <a:solidFill>
                <a:schemeClr val="tx1"/>
              </a:solidFill>
              <a:latin typeface="+mn-lt"/>
              <a:ea typeface="+mn-ea"/>
            </a:endParaRPr>
          </a:p>
        </p:txBody>
      </p:sp>
      <p:pic>
        <p:nvPicPr>
          <p:cNvPr id="15363" name="图片 96262" descr="0201"/>
          <p:cNvPicPr>
            <a:picLocks noChangeAspect="1"/>
          </p:cNvPicPr>
          <p:nvPr>
            <p:custDataLst>
              <p:tags r:id="rId4"/>
            </p:custDataLst>
          </p:nvPr>
        </p:nvPicPr>
        <p:blipFill>
          <a:blip r:embed="rId5"/>
          <a:stretch>
            <a:fillRect/>
          </a:stretch>
        </p:blipFill>
        <p:spPr>
          <a:xfrm>
            <a:off x="1371600" y="1828800"/>
            <a:ext cx="5165725" cy="712788"/>
          </a:xfrm>
          <a:prstGeom prst="rect">
            <a:avLst/>
          </a:prstGeom>
          <a:noFill/>
          <a:ln w="38100" cap="flat" cmpd="sng">
            <a:solidFill>
              <a:schemeClr val="accent1"/>
            </a:solidFill>
            <a:prstDash val="solid"/>
            <a:miter/>
            <a:headEnd type="none" w="med" len="med"/>
            <a:tailEnd type="none" w="med" len="med"/>
          </a:ln>
        </p:spPr>
      </p:pic>
      <p:sp>
        <p:nvSpPr>
          <p:cNvPr id="15364" name="标题 2"/>
          <p:cNvSpPr>
            <a:spLocks noGrp="1"/>
          </p:cNvSpPr>
          <p:nvPr>
            <p:ph type="title"/>
            <p:custDataLst>
              <p:tags r:id="rId6"/>
            </p:custDataLst>
          </p:nvPr>
        </p:nvSpPr>
        <p:spPr>
          <a:xfrm>
            <a:off x="152400" y="228725"/>
            <a:ext cx="8100000" cy="540000"/>
          </a:xfrm>
        </p:spPr>
        <p:txBody>
          <a:bodyPr vert="horz" wrap="square" lIns="0" tIns="0" rIns="0" bIns="0" rtlCol="0" anchor="b" anchorCtr="0">
            <a:normAutofit/>
          </a:bodyPr>
          <a:lstStyle/>
          <a:p>
            <a:pPr lvl="0" algn="l">
              <a:buClrTx/>
              <a:buSzTx/>
              <a:buFontTx/>
            </a:pPr>
            <a:r>
              <a:rPr lang="zh-CN" altLang="en-US">
                <a:sym typeface="+mn-ea"/>
              </a:rPr>
              <a:t>2.1 线性表的基本概念</a:t>
            </a:r>
            <a:endParaRPr lang="zh-CN" altLang="en-US">
              <a:sym typeface="+mn-ea"/>
            </a:endParaRPr>
          </a:p>
        </p:txBody>
      </p:sp>
    </p:spTree>
    <p:custDataLst>
      <p:tags r:id="rId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44037" name="文本框 44036"/>
          <p:cNvSpPr txBox="1"/>
          <p:nvPr>
            <p:custDataLst>
              <p:tags r:id="rId2"/>
            </p:custDataLst>
          </p:nvPr>
        </p:nvSpPr>
        <p:spPr>
          <a:xfrm>
            <a:off x="533400" y="1752600"/>
            <a:ext cx="8229600" cy="2586038"/>
          </a:xfrm>
          <a:prstGeom prst="rect">
            <a:avLst/>
          </a:prstGeom>
          <a:noFill/>
          <a:ln w="9525">
            <a:noFill/>
          </a:ln>
        </p:spPr>
        <p:txBody>
          <a:bodyPr wrap="square" anchor="t" anchorCtr="0"/>
          <a:p>
            <a:r>
              <a:rPr lang="zh-CN" altLang="en-US" b="1" dirty="0">
                <a:solidFill>
                  <a:schemeClr val="tx1"/>
                </a:solidFill>
                <a:latin typeface="+mn-lt"/>
                <a:ea typeface="+mn-ea"/>
              </a:rPr>
              <a:t>（</a:t>
            </a:r>
            <a:r>
              <a:rPr lang="en-US" altLang="zh-CN" b="1" dirty="0">
                <a:solidFill>
                  <a:schemeClr val="tx1"/>
                </a:solidFill>
                <a:latin typeface="+mn-lt"/>
                <a:ea typeface="+mn-ea"/>
              </a:rPr>
              <a:t>1</a:t>
            </a:r>
            <a:r>
              <a:rPr lang="zh-CN" altLang="en-US" b="1" dirty="0">
                <a:solidFill>
                  <a:schemeClr val="tx1"/>
                </a:solidFill>
                <a:latin typeface="+mn-lt"/>
                <a:ea typeface="+mn-ea"/>
              </a:rPr>
              <a:t>）</a:t>
            </a:r>
            <a:r>
              <a:rPr lang="en-US" altLang="zh-CN" b="1" err="1">
                <a:solidFill>
                  <a:schemeClr val="tx1"/>
                </a:solidFill>
                <a:latin typeface="+mn-lt"/>
                <a:ea typeface="+mn-ea"/>
              </a:rPr>
              <a:t>InitList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初始化操作，建立一个空的线性表</a:t>
            </a:r>
            <a:r>
              <a:rPr lang="en-US" altLang="zh-CN" b="1">
                <a:solidFill>
                  <a:schemeClr val="tx1"/>
                </a:solidFill>
                <a:latin typeface="+mn-lt"/>
                <a:ea typeface="+mn-ea"/>
              </a:rPr>
              <a:t>List;</a:t>
            </a:r>
            <a:endParaRPr lang="en-US" altLang="zh-CN" b="1">
              <a:solidFill>
                <a:schemeClr val="tx1"/>
              </a:solidFill>
              <a:latin typeface="+mn-lt"/>
              <a:ea typeface="+mn-ea"/>
            </a:endParaRPr>
          </a:p>
          <a:p>
            <a:r>
              <a:rPr lang="zh-CN" altLang="en-US" b="1">
                <a:solidFill>
                  <a:schemeClr val="tx1"/>
                </a:solidFill>
                <a:latin typeface="+mn-lt"/>
                <a:ea typeface="+mn-ea"/>
              </a:rPr>
              <a:t>（</a:t>
            </a:r>
            <a:r>
              <a:rPr lang="en-US" altLang="zh-CN" b="1">
                <a:solidFill>
                  <a:schemeClr val="tx1"/>
                </a:solidFill>
                <a:latin typeface="+mn-lt"/>
                <a:ea typeface="+mn-ea"/>
              </a:rPr>
              <a:t>2</a:t>
            </a:r>
            <a:r>
              <a:rPr lang="zh-CN" altLang="en-US" b="1">
                <a:solidFill>
                  <a:schemeClr val="tx1"/>
                </a:solidFill>
                <a:latin typeface="+mn-lt"/>
                <a:ea typeface="+mn-ea"/>
              </a:rPr>
              <a:t>）</a:t>
            </a:r>
            <a:r>
              <a:rPr lang="en-US" altLang="zh-CN" b="1" err="1">
                <a:solidFill>
                  <a:schemeClr val="tx1"/>
                </a:solidFill>
                <a:latin typeface="+mn-lt"/>
                <a:ea typeface="+mn-ea"/>
              </a:rPr>
              <a:t>ListLength</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求线性表的长度</a:t>
            </a:r>
            <a:r>
              <a:rPr lang="en-US" altLang="zh-CN" b="1" dirty="0">
                <a:solidFill>
                  <a:schemeClr val="tx1"/>
                </a:solidFill>
                <a:latin typeface="+mn-lt"/>
                <a:ea typeface="+mn-ea"/>
              </a:rPr>
              <a:t>;</a:t>
            </a:r>
            <a:endParaRPr lang="en-US" altLang="zh-CN" b="1" dirty="0">
              <a:solidFill>
                <a:schemeClr val="tx1"/>
              </a:solidFill>
              <a:latin typeface="+mn-lt"/>
              <a:ea typeface="+mn-ea"/>
            </a:endParaRPr>
          </a:p>
          <a:p>
            <a:r>
              <a:rPr lang="zh-CN" altLang="en-US" b="1" dirty="0">
                <a:solidFill>
                  <a:schemeClr val="tx1"/>
                </a:solidFill>
                <a:latin typeface="+mn-lt"/>
                <a:ea typeface="+mn-ea"/>
              </a:rPr>
              <a:t>（</a:t>
            </a:r>
            <a:r>
              <a:rPr lang="en-US" altLang="zh-CN" b="1" dirty="0">
                <a:solidFill>
                  <a:schemeClr val="tx1"/>
                </a:solidFill>
                <a:latin typeface="+mn-lt"/>
                <a:ea typeface="+mn-ea"/>
              </a:rPr>
              <a:t>3</a:t>
            </a:r>
            <a:r>
              <a:rPr lang="zh-CN" altLang="en-US" b="1" dirty="0">
                <a:solidFill>
                  <a:schemeClr val="tx1"/>
                </a:solidFill>
                <a:latin typeface="+mn-lt"/>
                <a:ea typeface="+mn-ea"/>
              </a:rPr>
              <a:t>）</a:t>
            </a:r>
            <a:r>
              <a:rPr lang="en-US" altLang="zh-CN" b="1" err="1">
                <a:solidFill>
                  <a:schemeClr val="tx1"/>
                </a:solidFill>
                <a:latin typeface="+mn-lt"/>
                <a:ea typeface="+mn-ea"/>
              </a:rPr>
              <a:t>GetElement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a:t>
            </a:r>
            <a:r>
              <a:rPr lang="en-US" altLang="zh-CN" b="1">
                <a:solidFill>
                  <a:schemeClr val="tx1"/>
                </a:solidFill>
                <a:latin typeface="+mn-lt"/>
                <a:ea typeface="+mn-ea"/>
              </a:rPr>
              <a:t>i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取线性表中的第 </a:t>
            </a:r>
            <a:r>
              <a:rPr lang="en-US" altLang="zh-CN" b="1">
                <a:solidFill>
                  <a:schemeClr val="tx1"/>
                </a:solidFill>
                <a:latin typeface="+mn-lt"/>
                <a:ea typeface="+mn-ea"/>
              </a:rPr>
              <a:t>i </a:t>
            </a:r>
            <a:r>
              <a:rPr lang="zh-CN" altLang="en-US" b="1" dirty="0">
                <a:solidFill>
                  <a:schemeClr val="tx1"/>
                </a:solidFill>
                <a:latin typeface="+mn-lt"/>
                <a:ea typeface="+mn-ea"/>
              </a:rPr>
              <a:t>个元素（</a:t>
            </a:r>
            <a:r>
              <a:rPr lang="en-US" altLang="zh-CN" b="1" dirty="0">
                <a:solidFill>
                  <a:schemeClr val="tx1"/>
                </a:solidFill>
                <a:latin typeface="+mn-lt"/>
                <a:ea typeface="+mn-ea"/>
              </a:rPr>
              <a:t>1≤ </a:t>
            </a:r>
            <a:r>
              <a:rPr lang="en-US" altLang="zh-CN" b="1">
                <a:solidFill>
                  <a:schemeClr val="tx1"/>
                </a:solidFill>
                <a:latin typeface="+mn-lt"/>
                <a:ea typeface="+mn-ea"/>
              </a:rPr>
              <a:t>i ≤n</a:t>
            </a:r>
            <a:r>
              <a:rPr lang="zh-CN" altLang="en-US" b="1">
                <a:solidFill>
                  <a:schemeClr val="tx1"/>
                </a:solidFill>
                <a:latin typeface="+mn-lt"/>
                <a:ea typeface="+mn-ea"/>
              </a:rPr>
              <a:t>，</a:t>
            </a:r>
            <a:r>
              <a:rPr lang="en-US" altLang="zh-CN" b="1">
                <a:solidFill>
                  <a:schemeClr val="tx1"/>
                </a:solidFill>
                <a:latin typeface="+mn-lt"/>
                <a:ea typeface="+mn-ea"/>
              </a:rPr>
              <a:t>n</a:t>
            </a:r>
            <a:r>
              <a:rPr lang="zh-CN" altLang="en-US" b="1" dirty="0">
                <a:solidFill>
                  <a:schemeClr val="tx1"/>
                </a:solidFill>
                <a:latin typeface="+mn-lt"/>
                <a:ea typeface="+mn-ea"/>
              </a:rPr>
              <a:t>为线性表长度）</a:t>
            </a:r>
            <a:r>
              <a:rPr lang="en-US" altLang="zh-CN" b="1" dirty="0">
                <a:solidFill>
                  <a:schemeClr val="tx1"/>
                </a:solidFill>
                <a:latin typeface="+mn-lt"/>
                <a:ea typeface="+mn-ea"/>
              </a:rPr>
              <a:t>;</a:t>
            </a:r>
            <a:endParaRPr lang="en-US" altLang="zh-CN" b="1" dirty="0">
              <a:solidFill>
                <a:schemeClr val="tx1"/>
              </a:solidFill>
              <a:latin typeface="+mn-lt"/>
              <a:ea typeface="+mn-ea"/>
            </a:endParaRPr>
          </a:p>
          <a:p>
            <a:r>
              <a:rPr lang="zh-CN" altLang="en-US" b="1" dirty="0">
                <a:solidFill>
                  <a:schemeClr val="tx1"/>
                </a:solidFill>
                <a:latin typeface="+mn-lt"/>
                <a:ea typeface="+mn-ea"/>
              </a:rPr>
              <a:t>（</a:t>
            </a:r>
            <a:r>
              <a:rPr lang="en-US" altLang="zh-CN" b="1" dirty="0">
                <a:solidFill>
                  <a:schemeClr val="tx1"/>
                </a:solidFill>
                <a:latin typeface="+mn-lt"/>
                <a:ea typeface="+mn-ea"/>
              </a:rPr>
              <a:t>4</a:t>
            </a:r>
            <a:r>
              <a:rPr lang="zh-CN" altLang="en-US" b="1" dirty="0">
                <a:solidFill>
                  <a:schemeClr val="tx1"/>
                </a:solidFill>
                <a:latin typeface="+mn-lt"/>
                <a:ea typeface="+mn-ea"/>
              </a:rPr>
              <a:t>）</a:t>
            </a:r>
            <a:r>
              <a:rPr lang="en-US" altLang="zh-CN" b="1" err="1">
                <a:solidFill>
                  <a:schemeClr val="tx1"/>
                </a:solidFill>
                <a:latin typeface="+mn-lt"/>
                <a:ea typeface="+mn-ea"/>
              </a:rPr>
              <a:t>PriorElement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 </a:t>
            </a:r>
            <a:r>
              <a:rPr lang="en-US" altLang="zh-CN" b="1">
                <a:solidFill>
                  <a:schemeClr val="tx1"/>
                </a:solidFill>
                <a:latin typeface="+mn-lt"/>
                <a:ea typeface="+mn-ea"/>
              </a:rPr>
              <a:t>x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若 </a:t>
            </a:r>
            <a:r>
              <a:rPr lang="en-US" altLang="zh-CN" b="1">
                <a:solidFill>
                  <a:schemeClr val="tx1"/>
                </a:solidFill>
                <a:latin typeface="+mn-lt"/>
                <a:ea typeface="+mn-ea"/>
              </a:rPr>
              <a:t>x </a:t>
            </a:r>
            <a:r>
              <a:rPr lang="zh-CN" altLang="en-US" b="1" dirty="0">
                <a:solidFill>
                  <a:schemeClr val="tx1"/>
                </a:solidFill>
                <a:latin typeface="+mn-lt"/>
                <a:ea typeface="+mn-ea"/>
              </a:rPr>
              <a:t>不是第一个数据元素，则取 </a:t>
            </a:r>
            <a:r>
              <a:rPr lang="en-US" altLang="zh-CN" b="1">
                <a:solidFill>
                  <a:schemeClr val="tx1"/>
                </a:solidFill>
                <a:latin typeface="+mn-lt"/>
                <a:ea typeface="+mn-ea"/>
              </a:rPr>
              <a:t>x </a:t>
            </a:r>
            <a:r>
              <a:rPr lang="zh-CN" altLang="en-US" b="1" dirty="0">
                <a:solidFill>
                  <a:schemeClr val="tx1"/>
                </a:solidFill>
                <a:latin typeface="+mn-lt"/>
                <a:ea typeface="+mn-ea"/>
              </a:rPr>
              <a:t>的直接前驱</a:t>
            </a:r>
            <a:r>
              <a:rPr lang="en-US" altLang="zh-CN" b="1" dirty="0">
                <a:solidFill>
                  <a:schemeClr val="tx1"/>
                </a:solidFill>
                <a:latin typeface="+mn-lt"/>
                <a:ea typeface="+mn-ea"/>
              </a:rPr>
              <a:t>;</a:t>
            </a:r>
            <a:endParaRPr lang="en-US" altLang="zh-CN" b="1" dirty="0">
              <a:solidFill>
                <a:schemeClr val="tx1"/>
              </a:solidFill>
              <a:latin typeface="+mn-lt"/>
              <a:ea typeface="+mn-ea"/>
            </a:endParaRPr>
          </a:p>
          <a:p>
            <a:r>
              <a:rPr lang="zh-CN" altLang="en-US" b="1" dirty="0">
                <a:solidFill>
                  <a:schemeClr val="tx1"/>
                </a:solidFill>
                <a:latin typeface="+mn-lt"/>
                <a:ea typeface="+mn-ea"/>
              </a:rPr>
              <a:t>（</a:t>
            </a:r>
            <a:r>
              <a:rPr lang="en-US" altLang="zh-CN" b="1" dirty="0">
                <a:solidFill>
                  <a:schemeClr val="tx1"/>
                </a:solidFill>
                <a:latin typeface="+mn-lt"/>
                <a:ea typeface="+mn-ea"/>
              </a:rPr>
              <a:t>5</a:t>
            </a:r>
            <a:r>
              <a:rPr lang="zh-CN" altLang="en-US" b="1" dirty="0">
                <a:solidFill>
                  <a:schemeClr val="tx1"/>
                </a:solidFill>
                <a:latin typeface="+mn-lt"/>
                <a:ea typeface="+mn-ea"/>
              </a:rPr>
              <a:t>）</a:t>
            </a:r>
            <a:r>
              <a:rPr lang="en-US" altLang="zh-CN" b="1" err="1">
                <a:solidFill>
                  <a:schemeClr val="tx1"/>
                </a:solidFill>
                <a:latin typeface="+mn-lt"/>
                <a:ea typeface="+mn-ea"/>
              </a:rPr>
              <a:t>NextElement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 </a:t>
            </a:r>
            <a:r>
              <a:rPr lang="en-US" altLang="zh-CN" b="1">
                <a:solidFill>
                  <a:schemeClr val="tx1"/>
                </a:solidFill>
                <a:latin typeface="+mn-lt"/>
                <a:ea typeface="+mn-ea"/>
              </a:rPr>
              <a:t>x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若 </a:t>
            </a:r>
            <a:r>
              <a:rPr lang="en-US" altLang="zh-CN" b="1">
                <a:solidFill>
                  <a:schemeClr val="tx1"/>
                </a:solidFill>
                <a:latin typeface="+mn-lt"/>
                <a:ea typeface="+mn-ea"/>
              </a:rPr>
              <a:t>x </a:t>
            </a:r>
            <a:r>
              <a:rPr lang="zh-CN" altLang="en-US" b="1" dirty="0">
                <a:solidFill>
                  <a:schemeClr val="tx1"/>
                </a:solidFill>
                <a:latin typeface="+mn-lt"/>
                <a:ea typeface="+mn-ea"/>
              </a:rPr>
              <a:t>不是最后一个元素，则取 </a:t>
            </a:r>
            <a:r>
              <a:rPr lang="en-US" altLang="zh-CN" b="1">
                <a:solidFill>
                  <a:schemeClr val="tx1"/>
                </a:solidFill>
                <a:latin typeface="+mn-lt"/>
                <a:ea typeface="+mn-ea"/>
              </a:rPr>
              <a:t>x </a:t>
            </a:r>
            <a:r>
              <a:rPr lang="zh-CN" altLang="en-US" b="1" dirty="0">
                <a:solidFill>
                  <a:schemeClr val="tx1"/>
                </a:solidFill>
                <a:latin typeface="+mn-lt"/>
                <a:ea typeface="+mn-ea"/>
              </a:rPr>
              <a:t>的直接后继</a:t>
            </a:r>
            <a:r>
              <a:rPr lang="en-US" altLang="zh-CN" b="1" dirty="0">
                <a:solidFill>
                  <a:schemeClr val="tx1"/>
                </a:solidFill>
                <a:latin typeface="+mn-lt"/>
                <a:ea typeface="+mn-ea"/>
              </a:rPr>
              <a:t>;</a:t>
            </a:r>
            <a:endParaRPr lang="en-US" altLang="zh-CN" b="1" dirty="0">
              <a:solidFill>
                <a:schemeClr val="tx1"/>
              </a:solidFill>
              <a:latin typeface="+mn-lt"/>
              <a:ea typeface="+mn-ea"/>
            </a:endParaRPr>
          </a:p>
        </p:txBody>
      </p:sp>
      <p:sp>
        <p:nvSpPr>
          <p:cNvPr id="17410" name="文本框 44038"/>
          <p:cNvSpPr txBox="1"/>
          <p:nvPr>
            <p:custDataLst>
              <p:tags r:id="rId3"/>
            </p:custDataLst>
          </p:nvPr>
        </p:nvSpPr>
        <p:spPr>
          <a:xfrm>
            <a:off x="304800" y="1066800"/>
            <a:ext cx="5486400" cy="609600"/>
          </a:xfrm>
          <a:prstGeom prst="rect">
            <a:avLst/>
          </a:prstGeom>
          <a:noFill/>
          <a:ln w="9525">
            <a:noFill/>
          </a:ln>
        </p:spPr>
        <p:txBody>
          <a:bodyPr wrap="square" anchor="t" anchorCtr="0">
            <a:normAutofit fontScale="80000"/>
          </a:bodyPr>
          <a:p>
            <a:pPr>
              <a:lnSpc>
                <a:spcPct val="90000"/>
              </a:lnSpc>
              <a:spcBef>
                <a:spcPct val="18000"/>
              </a:spcBef>
            </a:pPr>
            <a:r>
              <a:rPr lang="en-US" altLang="zh-CN" sz="3200" b="1" dirty="0">
                <a:solidFill>
                  <a:schemeClr val="accent1">
                    <a:lumMod val="50000"/>
                  </a:schemeClr>
                </a:solidFill>
                <a:latin typeface="+mn-lt"/>
                <a:ea typeface="+mn-ea"/>
              </a:rPr>
              <a:t>2.1.2 </a:t>
            </a:r>
            <a:r>
              <a:rPr lang="zh-CN" altLang="en-US" sz="3200" b="1" dirty="0">
                <a:solidFill>
                  <a:schemeClr val="accent1">
                    <a:lumMod val="50000"/>
                  </a:schemeClr>
                </a:solidFill>
                <a:latin typeface="+mn-lt"/>
                <a:ea typeface="+mn-ea"/>
              </a:rPr>
              <a:t>线性表的基本操作</a:t>
            </a:r>
            <a:endParaRPr lang="zh-CN" altLang="en-US" sz="3200" b="1" dirty="0">
              <a:solidFill>
                <a:schemeClr val="accent1">
                  <a:lumMod val="50000"/>
                </a:schemeClr>
              </a:solidFill>
              <a:latin typeface="+mn-lt"/>
              <a:ea typeface="+mn-ea"/>
            </a:endParaRPr>
          </a:p>
        </p:txBody>
      </p:sp>
      <p:sp>
        <p:nvSpPr>
          <p:cNvPr id="17411" name="标题 2"/>
          <p:cNvSpPr>
            <a:spLocks noGrp="1"/>
          </p:cNvSpPr>
          <p:nvPr>
            <p:ph type="title"/>
            <p:custDataLst>
              <p:tags r:id="rId4"/>
            </p:custDataLst>
          </p:nvPr>
        </p:nvSpPr>
        <p:spPr>
          <a:xfrm>
            <a:off x="228600" y="228725"/>
            <a:ext cx="8100000" cy="540000"/>
          </a:xfrm>
        </p:spPr>
        <p:txBody>
          <a:bodyPr vert="horz" wrap="square" lIns="0" tIns="0" rIns="0" bIns="0" rtlCol="0" anchor="b" anchorCtr="0">
            <a:normAutofit/>
          </a:bodyPr>
          <a:lstStyle/>
          <a:p>
            <a:pPr lvl="0" algn="l">
              <a:buClrTx/>
              <a:buSzTx/>
              <a:buFontTx/>
            </a:pPr>
            <a:r>
              <a:rPr lang="zh-CN" altLang="en-US">
                <a:sym typeface="+mn-ea"/>
              </a:rPr>
              <a:t>2.1 线性表的基本概念</a:t>
            </a:r>
            <a:endParaRPr lang="zh-CN" altLang="en-US">
              <a:sym typeface="+mn-ea"/>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randombar(horizontal)">
                                      <p:cBhvr>
                                        <p:cTn id="7" dur="500"/>
                                        <p:tgtEl>
                                          <p:spTgt spid="44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文本框 91137"/>
          <p:cNvSpPr txBox="1"/>
          <p:nvPr>
            <p:custDataLst>
              <p:tags r:id="rId1"/>
            </p:custDataLst>
          </p:nvPr>
        </p:nvSpPr>
        <p:spPr>
          <a:xfrm>
            <a:off x="304800" y="2590800"/>
            <a:ext cx="8534400" cy="2306955"/>
          </a:xfrm>
          <a:prstGeom prst="rect">
            <a:avLst/>
          </a:prstGeom>
          <a:noFill/>
          <a:ln w="9525">
            <a:noFill/>
          </a:ln>
        </p:spPr>
        <p:txBody>
          <a:bodyPr anchor="t" anchorCtr="0">
            <a:spAutoFit/>
          </a:bodyPr>
          <a:p>
            <a:r>
              <a:rPr lang="zh-CN" altLang="en-US" b="1" dirty="0">
                <a:solidFill>
                  <a:schemeClr val="tx1"/>
                </a:solidFill>
                <a:latin typeface="+mn-lt"/>
                <a:ea typeface="+mn-ea"/>
              </a:rPr>
              <a:t>（</a:t>
            </a:r>
            <a:r>
              <a:rPr lang="en-US" altLang="zh-CN" b="1" dirty="0">
                <a:solidFill>
                  <a:schemeClr val="tx1"/>
                </a:solidFill>
                <a:latin typeface="+mn-lt"/>
                <a:ea typeface="+mn-ea"/>
              </a:rPr>
              <a:t>6</a:t>
            </a:r>
            <a:r>
              <a:rPr lang="zh-CN" altLang="en-US" b="1" dirty="0">
                <a:solidFill>
                  <a:schemeClr val="tx1"/>
                </a:solidFill>
                <a:latin typeface="+mn-lt"/>
                <a:ea typeface="+mn-ea"/>
              </a:rPr>
              <a:t>）</a:t>
            </a:r>
            <a:r>
              <a:rPr lang="en-US" altLang="zh-CN" b="1" err="1">
                <a:solidFill>
                  <a:schemeClr val="tx1"/>
                </a:solidFill>
                <a:latin typeface="+mn-lt"/>
                <a:ea typeface="+mn-ea"/>
              </a:rPr>
              <a:t>LocateElement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 </a:t>
            </a:r>
            <a:r>
              <a:rPr lang="en-US" altLang="zh-CN" b="1">
                <a:solidFill>
                  <a:schemeClr val="tx1"/>
                </a:solidFill>
                <a:latin typeface="+mn-lt"/>
                <a:ea typeface="+mn-ea"/>
              </a:rPr>
              <a:t>x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若 </a:t>
            </a:r>
            <a:r>
              <a:rPr lang="en-US" altLang="zh-CN" b="1">
                <a:solidFill>
                  <a:schemeClr val="tx1"/>
                </a:solidFill>
                <a:latin typeface="+mn-lt"/>
                <a:ea typeface="+mn-ea"/>
              </a:rPr>
              <a:t>x </a:t>
            </a:r>
            <a:r>
              <a:rPr lang="zh-CN" altLang="en-US" b="1" dirty="0">
                <a:solidFill>
                  <a:schemeClr val="tx1"/>
                </a:solidFill>
                <a:latin typeface="+mn-lt"/>
                <a:ea typeface="+mn-ea"/>
              </a:rPr>
              <a:t>存在于表中，则取得 </a:t>
            </a:r>
            <a:r>
              <a:rPr lang="en-US" altLang="zh-CN" b="1">
                <a:solidFill>
                  <a:schemeClr val="tx1"/>
                </a:solidFill>
                <a:latin typeface="+mn-lt"/>
                <a:ea typeface="+mn-ea"/>
              </a:rPr>
              <a:t>x </a:t>
            </a:r>
            <a:r>
              <a:rPr lang="zh-CN" altLang="en-US" b="1" dirty="0">
                <a:solidFill>
                  <a:schemeClr val="tx1"/>
                </a:solidFill>
                <a:latin typeface="+mn-lt"/>
                <a:ea typeface="+mn-ea"/>
              </a:rPr>
              <a:t>的位置（位序）</a:t>
            </a:r>
            <a:r>
              <a:rPr lang="en-US" altLang="zh-CN" b="1" dirty="0">
                <a:solidFill>
                  <a:schemeClr val="tx1"/>
                </a:solidFill>
                <a:latin typeface="+mn-lt"/>
                <a:ea typeface="+mn-ea"/>
              </a:rPr>
              <a:t>;</a:t>
            </a:r>
            <a:endParaRPr lang="en-US" altLang="zh-CN" b="1" dirty="0">
              <a:solidFill>
                <a:schemeClr val="tx1"/>
              </a:solidFill>
              <a:latin typeface="+mn-lt"/>
              <a:ea typeface="+mn-ea"/>
            </a:endParaRPr>
          </a:p>
          <a:p>
            <a:r>
              <a:rPr lang="zh-CN" altLang="en-US" b="1" dirty="0">
                <a:solidFill>
                  <a:schemeClr val="tx1"/>
                </a:solidFill>
                <a:latin typeface="+mn-lt"/>
                <a:ea typeface="+mn-ea"/>
              </a:rPr>
              <a:t>（</a:t>
            </a:r>
            <a:r>
              <a:rPr lang="en-US" altLang="zh-CN" b="1" dirty="0">
                <a:solidFill>
                  <a:schemeClr val="tx1"/>
                </a:solidFill>
                <a:latin typeface="+mn-lt"/>
                <a:ea typeface="+mn-ea"/>
              </a:rPr>
              <a:t>7</a:t>
            </a:r>
            <a:r>
              <a:rPr lang="zh-CN" altLang="en-US" b="1" dirty="0">
                <a:solidFill>
                  <a:schemeClr val="tx1"/>
                </a:solidFill>
                <a:latin typeface="+mn-lt"/>
                <a:ea typeface="+mn-ea"/>
              </a:rPr>
              <a:t>）</a:t>
            </a:r>
            <a:r>
              <a:rPr lang="en-US" altLang="zh-CN" b="1" err="1">
                <a:solidFill>
                  <a:schemeClr val="tx1"/>
                </a:solidFill>
                <a:latin typeface="+mn-lt"/>
                <a:ea typeface="+mn-ea"/>
              </a:rPr>
              <a:t>ListInsert</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 </a:t>
            </a:r>
            <a:r>
              <a:rPr lang="en-US" altLang="zh-CN" b="1">
                <a:solidFill>
                  <a:schemeClr val="tx1"/>
                </a:solidFill>
                <a:latin typeface="+mn-lt"/>
                <a:ea typeface="+mn-ea"/>
              </a:rPr>
              <a:t>i </a:t>
            </a:r>
            <a:r>
              <a:rPr lang="zh-CN" altLang="en-US" b="1">
                <a:solidFill>
                  <a:schemeClr val="tx1"/>
                </a:solidFill>
                <a:latin typeface="+mn-lt"/>
                <a:ea typeface="+mn-ea"/>
              </a:rPr>
              <a:t>， </a:t>
            </a:r>
            <a:r>
              <a:rPr lang="en-US" altLang="zh-CN" b="1">
                <a:solidFill>
                  <a:schemeClr val="tx1"/>
                </a:solidFill>
                <a:latin typeface="+mn-lt"/>
                <a:ea typeface="+mn-ea"/>
              </a:rPr>
              <a:t>x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在线性表第 </a:t>
            </a:r>
            <a:r>
              <a:rPr lang="en-US" altLang="zh-CN" b="1">
                <a:solidFill>
                  <a:schemeClr val="tx1"/>
                </a:solidFill>
                <a:latin typeface="+mn-lt"/>
                <a:ea typeface="+mn-ea"/>
              </a:rPr>
              <a:t>i </a:t>
            </a:r>
            <a:r>
              <a:rPr lang="zh-CN" altLang="en-US" b="1" dirty="0">
                <a:solidFill>
                  <a:schemeClr val="tx1"/>
                </a:solidFill>
                <a:latin typeface="+mn-lt"/>
                <a:ea typeface="+mn-ea"/>
              </a:rPr>
              <a:t>个元素之前插入一个数据元素</a:t>
            </a:r>
            <a:r>
              <a:rPr lang="en-US" altLang="zh-CN" b="1">
                <a:solidFill>
                  <a:schemeClr val="tx1"/>
                </a:solidFill>
                <a:latin typeface="+mn-lt"/>
                <a:ea typeface="+mn-ea"/>
              </a:rPr>
              <a:t>x;</a:t>
            </a:r>
            <a:endParaRPr lang="en-US" altLang="zh-CN" b="1">
              <a:solidFill>
                <a:schemeClr val="tx1"/>
              </a:solidFill>
              <a:latin typeface="+mn-lt"/>
              <a:ea typeface="+mn-ea"/>
            </a:endParaRPr>
          </a:p>
          <a:p>
            <a:r>
              <a:rPr lang="zh-CN" altLang="en-US" b="1">
                <a:solidFill>
                  <a:schemeClr val="tx1"/>
                </a:solidFill>
                <a:latin typeface="+mn-lt"/>
                <a:ea typeface="+mn-ea"/>
              </a:rPr>
              <a:t>（</a:t>
            </a:r>
            <a:r>
              <a:rPr lang="en-US" altLang="zh-CN" b="1">
                <a:solidFill>
                  <a:schemeClr val="tx1"/>
                </a:solidFill>
                <a:latin typeface="+mn-lt"/>
                <a:ea typeface="+mn-ea"/>
              </a:rPr>
              <a:t>8</a:t>
            </a:r>
            <a:r>
              <a:rPr lang="zh-CN" altLang="en-US" b="1">
                <a:solidFill>
                  <a:schemeClr val="tx1"/>
                </a:solidFill>
                <a:latin typeface="+mn-lt"/>
                <a:ea typeface="+mn-ea"/>
              </a:rPr>
              <a:t>）</a:t>
            </a:r>
            <a:r>
              <a:rPr lang="en-US" altLang="zh-CN" b="1" err="1">
                <a:solidFill>
                  <a:schemeClr val="tx1"/>
                </a:solidFill>
                <a:latin typeface="+mn-lt"/>
                <a:ea typeface="+mn-ea"/>
              </a:rPr>
              <a:t>ListDelete</a:t>
            </a:r>
            <a:r>
              <a:rPr lang="zh-CN" altLang="en-US" b="1">
                <a:solidFill>
                  <a:schemeClr val="tx1"/>
                </a:solidFill>
                <a:latin typeface="+mn-lt"/>
                <a:ea typeface="+mn-ea"/>
              </a:rPr>
              <a:t>（</a:t>
            </a:r>
            <a:r>
              <a:rPr lang="en-US" altLang="zh-CN" b="1">
                <a:solidFill>
                  <a:schemeClr val="tx1"/>
                </a:solidFill>
                <a:latin typeface="+mn-lt"/>
                <a:ea typeface="+mn-ea"/>
              </a:rPr>
              <a:t>List</a:t>
            </a:r>
            <a:r>
              <a:rPr lang="zh-CN" altLang="en-US" b="1">
                <a:solidFill>
                  <a:schemeClr val="tx1"/>
                </a:solidFill>
                <a:latin typeface="+mn-lt"/>
                <a:ea typeface="+mn-ea"/>
              </a:rPr>
              <a:t>， </a:t>
            </a:r>
            <a:r>
              <a:rPr lang="en-US" altLang="zh-CN" b="1">
                <a:solidFill>
                  <a:schemeClr val="tx1"/>
                </a:solidFill>
                <a:latin typeface="+mn-lt"/>
                <a:ea typeface="+mn-ea"/>
              </a:rPr>
              <a:t>i </a:t>
            </a:r>
            <a:r>
              <a:rPr lang="zh-CN" altLang="en-US" b="1">
                <a:solidFill>
                  <a:schemeClr val="tx1"/>
                </a:solidFill>
                <a:latin typeface="+mn-lt"/>
                <a:ea typeface="+mn-ea"/>
              </a:rPr>
              <a:t>）</a:t>
            </a:r>
            <a:r>
              <a:rPr lang="en-US" altLang="zh-CN" b="1">
                <a:solidFill>
                  <a:schemeClr val="tx1"/>
                </a:solidFill>
                <a:latin typeface="+mn-lt"/>
                <a:ea typeface="+mn-ea"/>
              </a:rPr>
              <a:t>:</a:t>
            </a:r>
            <a:r>
              <a:rPr lang="zh-CN" altLang="en-US" b="1" dirty="0">
                <a:solidFill>
                  <a:schemeClr val="tx1"/>
                </a:solidFill>
                <a:latin typeface="+mn-lt"/>
                <a:ea typeface="+mn-ea"/>
              </a:rPr>
              <a:t>删除线性表中第 </a:t>
            </a:r>
            <a:r>
              <a:rPr lang="en-US" altLang="zh-CN" b="1">
                <a:solidFill>
                  <a:schemeClr val="tx1"/>
                </a:solidFill>
                <a:latin typeface="+mn-lt"/>
                <a:ea typeface="+mn-ea"/>
              </a:rPr>
              <a:t>i </a:t>
            </a:r>
            <a:r>
              <a:rPr lang="zh-CN" altLang="en-US" b="1" dirty="0">
                <a:solidFill>
                  <a:schemeClr val="tx1"/>
                </a:solidFill>
                <a:latin typeface="+mn-lt"/>
                <a:ea typeface="+mn-ea"/>
              </a:rPr>
              <a:t>个元素（</a:t>
            </a:r>
            <a:r>
              <a:rPr lang="en-US" altLang="zh-CN" b="1" dirty="0">
                <a:solidFill>
                  <a:schemeClr val="tx1"/>
                </a:solidFill>
                <a:latin typeface="+mn-lt"/>
                <a:ea typeface="+mn-ea"/>
              </a:rPr>
              <a:t>1≤ </a:t>
            </a:r>
            <a:r>
              <a:rPr lang="en-US" altLang="zh-CN" b="1">
                <a:solidFill>
                  <a:schemeClr val="tx1"/>
                </a:solidFill>
                <a:latin typeface="+mn-lt"/>
                <a:ea typeface="+mn-ea"/>
              </a:rPr>
              <a:t>i ≤n</a:t>
            </a:r>
            <a:r>
              <a:rPr lang="zh-CN" altLang="en-US" b="1">
                <a:solidFill>
                  <a:schemeClr val="tx1"/>
                </a:solidFill>
                <a:latin typeface="+mn-lt"/>
                <a:ea typeface="+mn-ea"/>
              </a:rPr>
              <a:t>，</a:t>
            </a:r>
            <a:r>
              <a:rPr lang="en-US" altLang="zh-CN" b="1">
                <a:solidFill>
                  <a:schemeClr val="tx1"/>
                </a:solidFill>
                <a:latin typeface="+mn-lt"/>
                <a:ea typeface="+mn-ea"/>
              </a:rPr>
              <a:t>n</a:t>
            </a:r>
            <a:r>
              <a:rPr lang="zh-CN" altLang="en-US" b="1" dirty="0">
                <a:solidFill>
                  <a:schemeClr val="tx1"/>
                </a:solidFill>
                <a:latin typeface="+mn-lt"/>
                <a:ea typeface="+mn-ea"/>
              </a:rPr>
              <a:t>为线性表长度）。</a:t>
            </a:r>
            <a:endParaRPr lang="zh-CN" altLang="en-US" b="1" dirty="0">
              <a:solidFill>
                <a:schemeClr val="tx1"/>
              </a:solidFill>
              <a:latin typeface="+mn-lt"/>
              <a:ea typeface="+mn-ea"/>
            </a:endParaRPr>
          </a:p>
        </p:txBody>
      </p:sp>
      <p:sp>
        <p:nvSpPr>
          <p:cNvPr id="18434" name="文本框 91139"/>
          <p:cNvSpPr txBox="1"/>
          <p:nvPr>
            <p:custDataLst>
              <p:tags r:id="rId2"/>
            </p:custDataLst>
          </p:nvPr>
        </p:nvSpPr>
        <p:spPr>
          <a:xfrm>
            <a:off x="304800" y="1066800"/>
            <a:ext cx="5486400" cy="609600"/>
          </a:xfrm>
          <a:prstGeom prst="rect">
            <a:avLst/>
          </a:prstGeom>
          <a:noFill/>
          <a:ln w="9525">
            <a:noFill/>
          </a:ln>
        </p:spPr>
        <p:txBody>
          <a:bodyPr wrap="square" anchor="t" anchorCtr="0">
            <a:normAutofit fontScale="80000"/>
          </a:bodyPr>
          <a:p>
            <a:pPr>
              <a:lnSpc>
                <a:spcPct val="90000"/>
              </a:lnSpc>
              <a:spcBef>
                <a:spcPct val="18000"/>
              </a:spcBef>
            </a:pPr>
            <a:r>
              <a:rPr lang="en-US" altLang="zh-CN" sz="3200" b="1" dirty="0">
                <a:solidFill>
                  <a:schemeClr val="accent1">
                    <a:lumMod val="50000"/>
                  </a:schemeClr>
                </a:solidFill>
                <a:latin typeface="+mn-lt"/>
                <a:ea typeface="+mn-ea"/>
              </a:rPr>
              <a:t>2.1.2 </a:t>
            </a:r>
            <a:r>
              <a:rPr lang="zh-CN" altLang="en-US" sz="3200" b="1" dirty="0">
                <a:solidFill>
                  <a:schemeClr val="accent1">
                    <a:lumMod val="50000"/>
                  </a:schemeClr>
                </a:solidFill>
                <a:latin typeface="+mn-lt"/>
                <a:ea typeface="+mn-ea"/>
              </a:rPr>
              <a:t>线性表的基本操作</a:t>
            </a:r>
            <a:endParaRPr lang="zh-CN" altLang="en-US" sz="3200" b="1" dirty="0">
              <a:solidFill>
                <a:schemeClr val="accent1">
                  <a:lumMod val="50000"/>
                </a:schemeClr>
              </a:solidFill>
              <a:latin typeface="+mn-lt"/>
              <a:ea typeface="+mn-ea"/>
            </a:endParaRPr>
          </a:p>
        </p:txBody>
      </p:sp>
      <p:sp>
        <p:nvSpPr>
          <p:cNvPr id="18435" name="标题 2"/>
          <p:cNvSpPr>
            <a:spLocks noGrp="1"/>
          </p:cNvSpPr>
          <p:nvPr>
            <p:ph type="title"/>
            <p:custDataLst>
              <p:tags r:id="rId3"/>
            </p:custDataLst>
          </p:nvPr>
        </p:nvSpPr>
        <p:spPr>
          <a:xfrm>
            <a:off x="152400" y="370330"/>
            <a:ext cx="8100000" cy="540000"/>
          </a:xfrm>
        </p:spPr>
        <p:txBody>
          <a:bodyPr vert="horz" wrap="square" lIns="0" tIns="0" rIns="0" bIns="0" rtlCol="0" anchor="b" anchorCtr="0">
            <a:normAutofit/>
          </a:bodyPr>
          <a:lstStyle/>
          <a:p>
            <a:pPr lvl="0" algn="l">
              <a:buClrTx/>
              <a:buSzTx/>
              <a:buFontTx/>
            </a:pPr>
            <a:r>
              <a:rPr lang="zh-CN" altLang="en-US">
                <a:sym typeface="+mn-ea"/>
              </a:rPr>
              <a:t>2.1 线性表的基本概念</a:t>
            </a:r>
            <a:endParaRPr lang="zh-CN" altLang="en-US">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1138"/>
                                        </p:tgtEl>
                                        <p:attrNameLst>
                                          <p:attrName>style.visibility</p:attrName>
                                        </p:attrNameLst>
                                      </p:cBhvr>
                                      <p:to>
                                        <p:strVal val="visible"/>
                                      </p:to>
                                    </p:set>
                                    <p:animEffect transition="in" filter="randombar(horizontal)">
                                      <p:cBhvr>
                                        <p:cTn id="7" dur="500"/>
                                        <p:tgtEl>
                                          <p:spTgt spid="91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矩形 80897"/>
          <p:cNvSpPr/>
          <p:nvPr>
            <p:custDataLst>
              <p:tags r:id="rId1"/>
            </p:custDataLst>
          </p:nvPr>
        </p:nvSpPr>
        <p:spPr>
          <a:xfrm>
            <a:off x="76200" y="76200"/>
            <a:ext cx="8229600" cy="792163"/>
          </a:xfrm>
          <a:prstGeom prst="rect">
            <a:avLst/>
          </a:prstGeom>
          <a:noFill/>
          <a:ln w="9525">
            <a:noFill/>
          </a:ln>
        </p:spPr>
        <p:txBody>
          <a:bodyPr wrap="square" anchor="b" anchorCtr="1">
            <a:normAutofit/>
          </a:bodyPr>
          <a:p>
            <a:pPr algn="ctr"/>
            <a:r>
              <a:rPr lang="en-US" altLang="en-US" sz="3600" b="1">
                <a:solidFill>
                  <a:schemeClr val="tx1"/>
                </a:solidFill>
                <a:latin typeface="+mn-lt"/>
                <a:ea typeface="+mn-ea"/>
              </a:rPr>
              <a:t>2.2 线性表的</a:t>
            </a:r>
            <a:r>
              <a:rPr lang="en-US" altLang="en-US" sz="3600" b="1" err="1">
                <a:solidFill>
                  <a:schemeClr val="tx1"/>
                </a:solidFill>
                <a:latin typeface="+mn-lt"/>
                <a:ea typeface="+mn-ea"/>
              </a:rPr>
              <a:t>顺序存储</a:t>
            </a:r>
            <a:r>
              <a:rPr lang="en-US" altLang="en-US" sz="3600" b="1">
                <a:solidFill>
                  <a:schemeClr val="tx1"/>
                </a:solidFill>
                <a:latin typeface="+mn-lt"/>
                <a:ea typeface="+mn-ea"/>
              </a:rPr>
              <a:t>结构</a:t>
            </a:r>
            <a:r>
              <a:rPr lang="en-US" altLang="en-US" sz="3600" b="1" err="1">
                <a:solidFill>
                  <a:schemeClr val="tx1"/>
                </a:solidFill>
                <a:latin typeface="+mn-lt"/>
                <a:ea typeface="+mn-ea"/>
              </a:rPr>
              <a:t>及其</a:t>
            </a:r>
            <a:r>
              <a:rPr lang="en-US" altLang="en-US" sz="3600" b="1">
                <a:solidFill>
                  <a:schemeClr val="tx1"/>
                </a:solidFill>
                <a:latin typeface="+mn-lt"/>
                <a:ea typeface="+mn-ea"/>
              </a:rPr>
              <a:t>算法</a:t>
            </a:r>
            <a:endParaRPr lang="en-US" altLang="en-US" sz="3600" b="1">
              <a:solidFill>
                <a:schemeClr val="tx1"/>
              </a:solidFill>
              <a:latin typeface="+mn-lt"/>
              <a:ea typeface="+mn-ea"/>
            </a:endParaRPr>
          </a:p>
        </p:txBody>
      </p:sp>
      <p:sp>
        <p:nvSpPr>
          <p:cNvPr id="20482" name="文本框 80898"/>
          <p:cNvSpPr txBox="1"/>
          <p:nvPr>
            <p:custDataLst>
              <p:tags r:id="rId2"/>
            </p:custDataLst>
          </p:nvPr>
        </p:nvSpPr>
        <p:spPr>
          <a:xfrm>
            <a:off x="266700" y="990600"/>
            <a:ext cx="6096000" cy="533400"/>
          </a:xfrm>
          <a:prstGeom prst="rect">
            <a:avLst/>
          </a:prstGeom>
          <a:noFill/>
          <a:ln w="9525">
            <a:noFill/>
          </a:ln>
        </p:spPr>
        <p:txBody>
          <a:bodyPr anchor="t" anchorCtr="0"/>
          <a:p>
            <a:pPr>
              <a:spcBef>
                <a:spcPct val="20000"/>
              </a:spcBef>
            </a:pPr>
            <a:r>
              <a:rPr lang="en-US" altLang="zh-CN" sz="3200" b="1" dirty="0">
                <a:solidFill>
                  <a:schemeClr val="tx1"/>
                </a:solidFill>
                <a:latin typeface="+mn-lt"/>
                <a:ea typeface="+mn-ea"/>
              </a:rPr>
              <a:t>2.2.1 </a:t>
            </a:r>
            <a:r>
              <a:rPr lang="zh-CN" altLang="en-US" sz="3200" b="1" dirty="0">
                <a:solidFill>
                  <a:schemeClr val="tx1"/>
                </a:solidFill>
                <a:latin typeface="+mn-lt"/>
                <a:ea typeface="+mn-ea"/>
              </a:rPr>
              <a:t>线性表的顺序存储结构</a:t>
            </a:r>
            <a:endParaRPr lang="zh-CN" altLang="en-US" sz="3200" b="1" dirty="0">
              <a:solidFill>
                <a:schemeClr val="tx1"/>
              </a:solidFill>
              <a:latin typeface="+mn-lt"/>
              <a:ea typeface="+mn-ea"/>
            </a:endParaRPr>
          </a:p>
        </p:txBody>
      </p:sp>
      <p:sp>
        <p:nvSpPr>
          <p:cNvPr id="80900" name="文本框 80899"/>
          <p:cNvSpPr txBox="1"/>
          <p:nvPr>
            <p:custDataLst>
              <p:tags r:id="rId3"/>
            </p:custDataLst>
          </p:nvPr>
        </p:nvSpPr>
        <p:spPr>
          <a:xfrm>
            <a:off x="381000" y="1700213"/>
            <a:ext cx="8153400" cy="952500"/>
          </a:xfrm>
          <a:prstGeom prst="rect">
            <a:avLst/>
          </a:prstGeom>
          <a:noFill/>
          <a:ln w="9525">
            <a:noFill/>
          </a:ln>
        </p:spPr>
        <p:txBody>
          <a:bodyPr wrap="square" anchor="t" anchorCtr="0"/>
          <a:p>
            <a:pPr>
              <a:lnSpc>
                <a:spcPct val="90000"/>
              </a:lnSpc>
            </a:pPr>
            <a:r>
              <a:rPr lang="zh-CN" altLang="en-US" b="1" dirty="0">
                <a:solidFill>
                  <a:schemeClr val="tx1"/>
                </a:solidFill>
                <a:latin typeface="+mn-lt"/>
                <a:ea typeface="+mn-ea"/>
              </a:rPr>
              <a:t>线性表的顺序存储结构简称为顺序表（</a:t>
            </a:r>
            <a:r>
              <a:rPr lang="en-US" altLang="zh-CN" b="1">
                <a:solidFill>
                  <a:schemeClr val="tx1"/>
                </a:solidFill>
                <a:latin typeface="+mn-lt"/>
                <a:ea typeface="+mn-ea"/>
              </a:rPr>
              <a:t>Sequential  List</a:t>
            </a:r>
            <a:r>
              <a:rPr lang="zh-CN" altLang="en-US" b="1">
                <a:solidFill>
                  <a:schemeClr val="tx1"/>
                </a:solidFill>
                <a:latin typeface="+mn-lt"/>
                <a:ea typeface="+mn-ea"/>
              </a:rPr>
              <a:t>）。</a:t>
            </a:r>
            <a:endParaRPr lang="zh-CN" altLang="en-US" b="1">
              <a:solidFill>
                <a:schemeClr val="tx1"/>
              </a:solidFill>
              <a:latin typeface="+mn-lt"/>
              <a:ea typeface="+mn-ea"/>
            </a:endParaRPr>
          </a:p>
        </p:txBody>
      </p:sp>
      <p:sp>
        <p:nvSpPr>
          <p:cNvPr id="80902" name="文本框 80901"/>
          <p:cNvSpPr txBox="1"/>
          <p:nvPr>
            <p:custDataLst>
              <p:tags r:id="rId4"/>
            </p:custDataLst>
          </p:nvPr>
        </p:nvSpPr>
        <p:spPr>
          <a:xfrm>
            <a:off x="304800" y="2209800"/>
            <a:ext cx="5181600" cy="1143000"/>
          </a:xfrm>
          <a:prstGeom prst="rect">
            <a:avLst/>
          </a:prstGeom>
          <a:noFill/>
          <a:ln w="9525">
            <a:noFill/>
          </a:ln>
        </p:spPr>
        <p:txBody>
          <a:bodyPr wrap="square" anchor="t" anchorCtr="0">
            <a:normAutofit lnSpcReduction="10000"/>
          </a:bodyPr>
          <a:p>
            <a:pPr indent="636905">
              <a:lnSpc>
                <a:spcPct val="90000"/>
              </a:lnSpc>
            </a:pPr>
            <a:r>
              <a:rPr lang="zh-CN" altLang="en-US" b="1" dirty="0">
                <a:solidFill>
                  <a:schemeClr val="tx1"/>
                </a:solidFill>
                <a:latin typeface="+mn-lt"/>
                <a:ea typeface="+mn-ea"/>
              </a:rPr>
              <a:t>顺序存储结构的特点是</a:t>
            </a:r>
            <a:r>
              <a:rPr lang="en-US" altLang="zh-CN" b="1" dirty="0">
                <a:solidFill>
                  <a:schemeClr val="tx1"/>
                </a:solidFill>
                <a:latin typeface="+mn-lt"/>
                <a:ea typeface="+mn-ea"/>
              </a:rPr>
              <a:t>:</a:t>
            </a:r>
            <a:r>
              <a:rPr lang="zh-CN" altLang="en-US" b="1" dirty="0">
                <a:solidFill>
                  <a:schemeClr val="tx1"/>
                </a:solidFill>
                <a:latin typeface="+mn-lt"/>
                <a:ea typeface="+mn-ea"/>
              </a:rPr>
              <a:t>在线性表中逻辑关系相邻的数据元素，在计算机的内存中物理位置也是相邻的。</a:t>
            </a:r>
            <a:endParaRPr lang="zh-CN" altLang="en-US" b="1" dirty="0">
              <a:solidFill>
                <a:schemeClr val="tx1"/>
              </a:solidFill>
              <a:latin typeface="+mn-lt"/>
              <a:ea typeface="+mn-ea"/>
            </a:endParaRPr>
          </a:p>
        </p:txBody>
      </p:sp>
      <p:sp>
        <p:nvSpPr>
          <p:cNvPr id="80903" name="文本框 80902"/>
          <p:cNvSpPr txBox="1"/>
          <p:nvPr>
            <p:custDataLst>
              <p:tags r:id="rId5"/>
            </p:custDataLst>
          </p:nvPr>
        </p:nvSpPr>
        <p:spPr>
          <a:xfrm>
            <a:off x="685800" y="3505200"/>
            <a:ext cx="4619625" cy="706755"/>
          </a:xfrm>
          <a:prstGeom prst="rect">
            <a:avLst/>
          </a:prstGeom>
          <a:noFill/>
          <a:ln w="9525">
            <a:noFill/>
          </a:ln>
        </p:spPr>
        <p:txBody>
          <a:bodyPr wrap="square" anchor="t" anchorCtr="0">
            <a:spAutoFit/>
          </a:bodyPr>
          <a:p>
            <a:r>
              <a:rPr lang="en-US" altLang="zh-CN" sz="2000" b="1" dirty="0">
                <a:solidFill>
                  <a:schemeClr val="tx1"/>
                </a:solidFill>
                <a:latin typeface="+mn-lt"/>
                <a:ea typeface="+mn-ea"/>
              </a:rPr>
              <a:t>  </a:t>
            </a:r>
            <a:r>
              <a:rPr lang="zh-CN" altLang="en-US" sz="2000" b="1" dirty="0">
                <a:solidFill>
                  <a:schemeClr val="tx1"/>
                </a:solidFill>
                <a:latin typeface="+mn-lt"/>
                <a:ea typeface="+mn-ea"/>
              </a:rPr>
              <a:t>线性表中第</a:t>
            </a:r>
            <a:r>
              <a:rPr lang="en-US" altLang="zh-CN" sz="2000" b="1">
                <a:solidFill>
                  <a:schemeClr val="tx1"/>
                </a:solidFill>
                <a:latin typeface="+mn-lt"/>
                <a:ea typeface="+mn-ea"/>
              </a:rPr>
              <a:t>i</a:t>
            </a:r>
            <a:r>
              <a:rPr lang="zh-CN" altLang="en-US" sz="2000" b="1" dirty="0">
                <a:solidFill>
                  <a:schemeClr val="tx1"/>
                </a:solidFill>
                <a:latin typeface="+mn-lt"/>
                <a:ea typeface="+mn-ea"/>
              </a:rPr>
              <a:t>个元素</a:t>
            </a:r>
            <a:r>
              <a:rPr lang="en-US" altLang="zh-CN" sz="2000" b="1" err="1">
                <a:solidFill>
                  <a:schemeClr val="tx1"/>
                </a:solidFill>
                <a:latin typeface="+mn-lt"/>
                <a:ea typeface="+mn-ea"/>
              </a:rPr>
              <a:t>a</a:t>
            </a:r>
            <a:r>
              <a:rPr lang="en-US" altLang="zh-CN" sz="2000" b="1" baseline="-25000" err="1">
                <a:solidFill>
                  <a:schemeClr val="tx1"/>
                </a:solidFill>
                <a:latin typeface="+mn-lt"/>
                <a:ea typeface="+mn-ea"/>
              </a:rPr>
              <a:t>i</a:t>
            </a:r>
            <a:r>
              <a:rPr lang="zh-CN" altLang="en-US" sz="2000" b="1" dirty="0">
                <a:solidFill>
                  <a:schemeClr val="tx1"/>
                </a:solidFill>
                <a:latin typeface="+mn-lt"/>
                <a:ea typeface="+mn-ea"/>
              </a:rPr>
              <a:t>的存储位置为</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r>
              <a:rPr lang="en-US" altLang="zh-CN" sz="2000" b="1">
                <a:solidFill>
                  <a:schemeClr val="tx1"/>
                </a:solidFill>
                <a:latin typeface="+mn-lt"/>
                <a:ea typeface="+mn-ea"/>
              </a:rPr>
              <a:t>  LOC</a:t>
            </a:r>
            <a:r>
              <a:rPr lang="zh-CN" altLang="en-US" sz="2000" b="1">
                <a:solidFill>
                  <a:schemeClr val="tx1"/>
                </a:solidFill>
                <a:latin typeface="+mn-lt"/>
                <a:ea typeface="+mn-ea"/>
              </a:rPr>
              <a:t>（</a:t>
            </a:r>
            <a:r>
              <a:rPr lang="en-US" altLang="zh-CN" sz="2000" b="1" err="1">
                <a:solidFill>
                  <a:schemeClr val="tx1"/>
                </a:solidFill>
                <a:latin typeface="+mn-lt"/>
                <a:ea typeface="+mn-ea"/>
              </a:rPr>
              <a:t>a</a:t>
            </a:r>
            <a:r>
              <a:rPr lang="en-US" altLang="zh-CN" sz="2000" b="1" baseline="-25000" err="1">
                <a:solidFill>
                  <a:schemeClr val="tx1"/>
                </a:solidFill>
                <a:latin typeface="+mn-lt"/>
                <a:ea typeface="+mn-ea"/>
              </a:rPr>
              <a:t>i</a:t>
            </a:r>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=LOC</a:t>
            </a:r>
            <a:r>
              <a:rPr lang="zh-CN" altLang="en-US" sz="2000" b="1">
                <a:solidFill>
                  <a:schemeClr val="tx1"/>
                </a:solidFill>
                <a:latin typeface="+mn-lt"/>
                <a:ea typeface="+mn-ea"/>
              </a:rPr>
              <a:t>（</a:t>
            </a:r>
            <a:r>
              <a:rPr lang="en-US" altLang="zh-CN" sz="2000" b="1">
                <a:solidFill>
                  <a:schemeClr val="tx1"/>
                </a:solidFill>
                <a:latin typeface="+mn-lt"/>
                <a:ea typeface="+mn-ea"/>
              </a:rPr>
              <a:t>a</a:t>
            </a:r>
            <a:r>
              <a:rPr lang="en-US" altLang="zh-CN" sz="2000" b="1" baseline="-25000">
                <a:solidFill>
                  <a:schemeClr val="tx1"/>
                </a:solidFill>
                <a:latin typeface="+mn-lt"/>
                <a:ea typeface="+mn-ea"/>
              </a:rPr>
              <a:t>1</a:t>
            </a:r>
            <a:r>
              <a:rPr lang="zh-CN" altLang="en-US" sz="2000" b="1">
                <a:solidFill>
                  <a:schemeClr val="tx1"/>
                </a:solidFill>
                <a:latin typeface="+mn-lt"/>
                <a:ea typeface="+mn-ea"/>
              </a:rPr>
              <a:t>）</a:t>
            </a:r>
            <a:r>
              <a:rPr lang="en-US" altLang="zh-CN" sz="2000" b="1">
                <a:solidFill>
                  <a:schemeClr val="tx1"/>
                </a:solidFill>
                <a:latin typeface="+mn-lt"/>
                <a:ea typeface="+mn-ea"/>
              </a:rPr>
              <a:t>+</a:t>
            </a:r>
            <a:r>
              <a:rPr lang="zh-CN" altLang="en-US" sz="2000" b="1">
                <a:solidFill>
                  <a:schemeClr val="tx1"/>
                </a:solidFill>
                <a:latin typeface="+mn-lt"/>
                <a:ea typeface="+mn-ea"/>
              </a:rPr>
              <a:t>（</a:t>
            </a:r>
            <a:r>
              <a:rPr lang="en-US" altLang="zh-CN" sz="2000" b="1">
                <a:solidFill>
                  <a:schemeClr val="tx1"/>
                </a:solidFill>
                <a:latin typeface="+mn-lt"/>
                <a:ea typeface="+mn-ea"/>
              </a:rPr>
              <a:t>i-1</a:t>
            </a:r>
            <a:r>
              <a:rPr lang="zh-CN" altLang="en-US" sz="2000" b="1">
                <a:solidFill>
                  <a:schemeClr val="tx1"/>
                </a:solidFill>
                <a:latin typeface="+mn-lt"/>
                <a:ea typeface="+mn-ea"/>
              </a:rPr>
              <a:t>）</a:t>
            </a:r>
            <a:r>
              <a:rPr lang="en-US" altLang="zh-CN" sz="2000" b="1">
                <a:solidFill>
                  <a:schemeClr val="tx1"/>
                </a:solidFill>
                <a:latin typeface="+mn-lt"/>
                <a:ea typeface="+mn-ea"/>
              </a:rPr>
              <a:t>L</a:t>
            </a:r>
            <a:endParaRPr lang="en-US" altLang="zh-CN" sz="2000" b="1">
              <a:solidFill>
                <a:schemeClr val="tx1"/>
              </a:solidFill>
              <a:latin typeface="+mn-lt"/>
              <a:ea typeface="+mn-ea"/>
            </a:endParaRPr>
          </a:p>
        </p:txBody>
      </p:sp>
      <p:pic>
        <p:nvPicPr>
          <p:cNvPr id="80904" name="图片 80903" descr="0202"/>
          <p:cNvPicPr>
            <a:picLocks noChangeAspect="1"/>
          </p:cNvPicPr>
          <p:nvPr>
            <p:custDataLst>
              <p:tags r:id="rId6"/>
            </p:custDataLst>
          </p:nvPr>
        </p:nvPicPr>
        <p:blipFill>
          <a:blip r:embed="rId7"/>
          <a:stretch>
            <a:fillRect/>
          </a:stretch>
        </p:blipFill>
        <p:spPr>
          <a:xfrm>
            <a:off x="6400800" y="2743200"/>
            <a:ext cx="2425700" cy="3011488"/>
          </a:xfrm>
          <a:prstGeom prst="rect">
            <a:avLst/>
          </a:prstGeom>
          <a:noFill/>
          <a:ln w="38100" cap="flat" cmpd="sng">
            <a:solidFill>
              <a:schemeClr val="accent1"/>
            </a:solidFill>
            <a:prstDash val="solid"/>
            <a:miter/>
            <a:headEnd type="none" w="med" len="med"/>
            <a:tailEnd type="none" w="med" len="med"/>
          </a:ln>
        </p:spPr>
      </p:pic>
      <p:pic>
        <p:nvPicPr>
          <p:cNvPr id="20487" name="图片 80904" descr="0201"/>
          <p:cNvPicPr>
            <a:picLocks noChangeAspect="1"/>
          </p:cNvPicPr>
          <p:nvPr>
            <p:custDataLst>
              <p:tags r:id="rId8"/>
            </p:custDataLst>
          </p:nvPr>
        </p:nvPicPr>
        <p:blipFill>
          <a:blip r:embed="rId9"/>
          <a:stretch>
            <a:fillRect/>
          </a:stretch>
        </p:blipFill>
        <p:spPr>
          <a:xfrm>
            <a:off x="5867400" y="2133600"/>
            <a:ext cx="3125788" cy="500063"/>
          </a:xfrm>
          <a:prstGeom prst="rect">
            <a:avLst/>
          </a:prstGeom>
          <a:solidFill>
            <a:schemeClr val="accent2"/>
          </a:solidFill>
          <a:ln w="38100" cap="flat" cmpd="sng">
            <a:solidFill>
              <a:schemeClr val="accent1"/>
            </a:solidFill>
            <a:prstDash val="solid"/>
            <a:miter/>
            <a:headEnd type="none" w="med" len="med"/>
            <a:tailEnd type="none" w="med" len="med"/>
          </a:ln>
        </p:spPr>
      </p:pic>
    </p:spTree>
    <p:custDataLst>
      <p:tags r:id="rId1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Effect transition="in" filter="randombar(horizontal)">
                                      <p:cBhvr>
                                        <p:cTn id="7" dur="500"/>
                                        <p:tgtEl>
                                          <p:spTgt spid="8090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0902"/>
                                        </p:tgtEl>
                                        <p:attrNameLst>
                                          <p:attrName>style.visibility</p:attrName>
                                        </p:attrNameLst>
                                      </p:cBhvr>
                                      <p:to>
                                        <p:strVal val="visible"/>
                                      </p:to>
                                    </p:set>
                                    <p:animEffect transition="in" filter="randombar(horizontal)">
                                      <p:cBhvr>
                                        <p:cTn id="12" dur="500"/>
                                        <p:tgtEl>
                                          <p:spTgt spid="8090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0904"/>
                                        </p:tgtEl>
                                        <p:attrNameLst>
                                          <p:attrName>style.visibility</p:attrName>
                                        </p:attrNameLst>
                                      </p:cBhvr>
                                      <p:to>
                                        <p:strVal val="visible"/>
                                      </p:to>
                                    </p:set>
                                    <p:animEffect transition="in" filter="randombar(horizontal)">
                                      <p:cBhvr>
                                        <p:cTn id="17" dur="500"/>
                                        <p:tgtEl>
                                          <p:spTgt spid="8090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0903"/>
                                        </p:tgtEl>
                                        <p:attrNameLst>
                                          <p:attrName>style.visibility</p:attrName>
                                        </p:attrNameLst>
                                      </p:cBhvr>
                                      <p:to>
                                        <p:strVal val="visible"/>
                                      </p:to>
                                    </p:set>
                                    <p:animEffect transition="in" filter="randombar(horizontal)">
                                      <p:cBhvr>
                                        <p:cTn id="22" dur="500"/>
                                        <p:tgtEl>
                                          <p:spTgt spid="80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p:bldP spid="80902" grpId="0"/>
      <p:bldP spid="809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21505" name="文本框 98306"/>
          <p:cNvSpPr txBox="1"/>
          <p:nvPr>
            <p:custDataLst>
              <p:tags r:id="rId2"/>
            </p:custDataLst>
          </p:nvPr>
        </p:nvSpPr>
        <p:spPr>
          <a:xfrm>
            <a:off x="381000" y="1066800"/>
            <a:ext cx="6096000" cy="533400"/>
          </a:xfrm>
          <a:prstGeom prst="rect">
            <a:avLst/>
          </a:prstGeom>
          <a:noFill/>
          <a:ln w="9525">
            <a:noFill/>
          </a:ln>
        </p:spPr>
        <p:txBody>
          <a:bodyPr anchor="t" anchorCtr="0"/>
          <a:p>
            <a:pPr>
              <a:spcBef>
                <a:spcPct val="20000"/>
              </a:spcBef>
            </a:pPr>
            <a:r>
              <a:rPr lang="en-US" altLang="zh-CN" sz="3200" b="1" dirty="0">
                <a:solidFill>
                  <a:schemeClr val="tx1"/>
                </a:solidFill>
                <a:latin typeface="+mn-lt"/>
                <a:ea typeface="+mn-ea"/>
              </a:rPr>
              <a:t>2.2.1 </a:t>
            </a:r>
            <a:r>
              <a:rPr lang="zh-CN" altLang="en-US" sz="3200" b="1" dirty="0">
                <a:solidFill>
                  <a:schemeClr val="tx1"/>
                </a:solidFill>
                <a:latin typeface="+mn-lt"/>
                <a:ea typeface="+mn-ea"/>
              </a:rPr>
              <a:t>线性表的顺序存储结构</a:t>
            </a:r>
            <a:endParaRPr lang="zh-CN" altLang="en-US" sz="3200" b="1" dirty="0">
              <a:solidFill>
                <a:schemeClr val="tx1"/>
              </a:solidFill>
              <a:latin typeface="+mn-lt"/>
              <a:ea typeface="+mn-ea"/>
            </a:endParaRPr>
          </a:p>
        </p:txBody>
      </p:sp>
      <p:sp>
        <p:nvSpPr>
          <p:cNvPr id="98308" name="文本框 98307"/>
          <p:cNvSpPr txBox="1"/>
          <p:nvPr>
            <p:custDataLst>
              <p:tags r:id="rId3"/>
            </p:custDataLst>
          </p:nvPr>
        </p:nvSpPr>
        <p:spPr>
          <a:xfrm>
            <a:off x="896938" y="1876425"/>
            <a:ext cx="7934325" cy="2955925"/>
          </a:xfrm>
          <a:prstGeom prst="rect">
            <a:avLst/>
          </a:prstGeom>
          <a:noFill/>
          <a:ln w="9525">
            <a:noFill/>
          </a:ln>
        </p:spPr>
        <p:txBody>
          <a:bodyPr wrap="square" anchor="t" anchorCtr="0">
            <a:normAutofit/>
          </a:bodyPr>
          <a:p>
            <a:r>
              <a:rPr lang="zh-CN" altLang="en-US" sz="2000" b="1" dirty="0">
                <a:solidFill>
                  <a:schemeClr val="tx1"/>
                </a:solidFill>
                <a:latin typeface="+mn-lt"/>
                <a:ea typeface="+mn-ea"/>
              </a:rPr>
              <a:t>线性表的顺序存储结构用</a:t>
            </a:r>
            <a:r>
              <a:rPr lang="en-US" altLang="zh-CN" sz="2000" b="1">
                <a:solidFill>
                  <a:schemeClr val="tx1"/>
                </a:solidFill>
                <a:latin typeface="+mn-lt"/>
                <a:ea typeface="+mn-ea"/>
              </a:rPr>
              <a:t>C</a:t>
            </a:r>
            <a:r>
              <a:rPr lang="zh-CN" altLang="en-US" sz="2000" b="1" dirty="0">
                <a:solidFill>
                  <a:schemeClr val="tx1"/>
                </a:solidFill>
                <a:latin typeface="+mn-lt"/>
                <a:ea typeface="+mn-ea"/>
              </a:rPr>
              <a:t>语言描述如下</a:t>
            </a:r>
            <a:r>
              <a:rPr lang="en-US" altLang="zh-CN" sz="2000" b="1" dirty="0">
                <a:solidFill>
                  <a:schemeClr val="tx1"/>
                </a:solidFill>
                <a:latin typeface="+mn-lt"/>
                <a:ea typeface="+mn-ea"/>
              </a:rPr>
              <a:t>: </a:t>
            </a:r>
            <a:endParaRPr lang="en-US" altLang="zh-CN" sz="2000" b="1" dirty="0">
              <a:solidFill>
                <a:schemeClr val="tx1"/>
              </a:solidFill>
              <a:latin typeface="+mn-lt"/>
              <a:ea typeface="+mn-ea"/>
            </a:endParaRPr>
          </a:p>
          <a:p>
            <a:r>
              <a:rPr lang="en-US" altLang="zh-CN" sz="2000" b="1" dirty="0">
                <a:solidFill>
                  <a:schemeClr val="tx1"/>
                </a:solidFill>
                <a:latin typeface="+mn-lt"/>
                <a:ea typeface="+mn-ea"/>
              </a:rPr>
              <a:t>#</a:t>
            </a:r>
            <a:r>
              <a:rPr lang="en-US" altLang="zh-CN" sz="2000" b="1">
                <a:solidFill>
                  <a:schemeClr val="tx1"/>
                </a:solidFill>
                <a:latin typeface="+mn-lt"/>
                <a:ea typeface="+mn-ea"/>
              </a:rPr>
              <a:t>define MAXLEN 100   /*</a:t>
            </a:r>
            <a:r>
              <a:rPr lang="zh-CN" altLang="en-US" sz="2000" b="1" dirty="0">
                <a:solidFill>
                  <a:schemeClr val="tx1"/>
                </a:solidFill>
                <a:latin typeface="+mn-lt"/>
                <a:ea typeface="+mn-ea"/>
              </a:rPr>
              <a:t>定义的大小与线性表的数据</a:t>
            </a:r>
            <a:endParaRPr lang="zh-CN" altLang="en-US" sz="2000" b="1" dirty="0">
              <a:solidFill>
                <a:schemeClr val="tx1"/>
              </a:solidFill>
              <a:latin typeface="+mn-lt"/>
              <a:ea typeface="+mn-ea"/>
            </a:endParaRPr>
          </a:p>
          <a:p>
            <a:r>
              <a:rPr lang="zh-CN" altLang="en-US" sz="2000" b="1" dirty="0">
                <a:solidFill>
                  <a:schemeClr val="tx1"/>
                </a:solidFill>
                <a:latin typeface="+mn-lt"/>
                <a:ea typeface="+mn-ea"/>
              </a:rPr>
              <a:t>                                         元素个数相关</a:t>
            </a:r>
            <a:r>
              <a:rPr lang="en-US" altLang="zh-CN" sz="2000" b="1" dirty="0">
                <a:solidFill>
                  <a:schemeClr val="tx1"/>
                </a:solidFill>
                <a:latin typeface="+mn-lt"/>
                <a:ea typeface="+mn-ea"/>
              </a:rPr>
              <a:t>*/</a:t>
            </a:r>
            <a:endParaRPr lang="en-US" altLang="zh-CN" sz="2000" b="1">
              <a:solidFill>
                <a:schemeClr val="tx1"/>
              </a:solidFill>
              <a:latin typeface="+mn-lt"/>
              <a:ea typeface="+mn-ea"/>
            </a:endParaRPr>
          </a:p>
          <a:p>
            <a:r>
              <a:rPr lang="en-US" altLang="zh-CN" sz="2000" b="1">
                <a:solidFill>
                  <a:schemeClr val="tx1"/>
                </a:solidFill>
                <a:latin typeface="+mn-lt"/>
                <a:ea typeface="+mn-ea"/>
              </a:rPr>
              <a:t>typedef </a:t>
            </a:r>
            <a:r>
              <a:rPr lang="en-US" altLang="zh-CN" sz="2000" b="1" err="1">
                <a:solidFill>
                  <a:schemeClr val="tx1"/>
                </a:solidFill>
                <a:latin typeface="+mn-lt"/>
                <a:ea typeface="+mn-ea"/>
              </a:rPr>
              <a:t>int elementtype</a:t>
            </a:r>
            <a:r>
              <a:rPr lang="en-US" altLang="zh-CN" sz="2000" b="1">
                <a:solidFill>
                  <a:schemeClr val="tx1"/>
                </a:solidFill>
                <a:latin typeface="+mn-lt"/>
                <a:ea typeface="+mn-ea"/>
              </a:rPr>
              <a:t>;  </a:t>
            </a:r>
            <a:endParaRPr lang="en-US" altLang="zh-CN" sz="2000" b="1">
              <a:solidFill>
                <a:schemeClr val="tx1"/>
              </a:solidFill>
              <a:latin typeface="+mn-lt"/>
              <a:ea typeface="+mn-ea"/>
            </a:endParaRPr>
          </a:p>
          <a:p>
            <a:r>
              <a:rPr lang="en-US" altLang="zh-CN" sz="2000" b="1">
                <a:solidFill>
                  <a:schemeClr val="tx1"/>
                </a:solidFill>
                <a:latin typeface="+mn-lt"/>
                <a:ea typeface="+mn-ea"/>
              </a:rPr>
              <a:t>                 /*</a:t>
            </a:r>
            <a:r>
              <a:rPr lang="en-US" altLang="zh-CN" sz="2000" b="1" err="1">
                <a:solidFill>
                  <a:schemeClr val="tx1"/>
                </a:solidFill>
                <a:latin typeface="+mn-lt"/>
                <a:ea typeface="+mn-ea"/>
              </a:rPr>
              <a:t> elementtype</a:t>
            </a:r>
            <a:r>
              <a:rPr lang="zh-CN" altLang="en-US" sz="2000" b="1" dirty="0">
                <a:solidFill>
                  <a:schemeClr val="tx1"/>
                </a:solidFill>
                <a:latin typeface="+mn-lt"/>
                <a:ea typeface="+mn-ea"/>
              </a:rPr>
              <a:t>可根据需要定义成其他类型</a:t>
            </a:r>
            <a:r>
              <a:rPr lang="en-US" altLang="zh-CN" sz="2000" b="1" dirty="0">
                <a:solidFill>
                  <a:schemeClr val="tx1"/>
                </a:solidFill>
                <a:latin typeface="+mn-lt"/>
                <a:ea typeface="+mn-ea"/>
              </a:rPr>
              <a:t>*/</a:t>
            </a:r>
            <a:endParaRPr lang="en-US" altLang="zh-CN" sz="2000" b="1">
              <a:solidFill>
                <a:schemeClr val="tx1"/>
              </a:solidFill>
              <a:latin typeface="+mn-lt"/>
              <a:ea typeface="+mn-ea"/>
            </a:endParaRPr>
          </a:p>
          <a:p>
            <a:r>
              <a:rPr lang="en-US" altLang="zh-CN" sz="2000" b="1">
                <a:solidFill>
                  <a:schemeClr val="tx1"/>
                </a:solidFill>
                <a:latin typeface="+mn-lt"/>
                <a:ea typeface="+mn-ea"/>
              </a:rPr>
              <a:t>typedef </a:t>
            </a:r>
            <a:r>
              <a:rPr lang="en-US" altLang="zh-CN" sz="2000" b="1" err="1">
                <a:solidFill>
                  <a:schemeClr val="tx1"/>
                </a:solidFill>
                <a:latin typeface="+mn-lt"/>
                <a:ea typeface="+mn-ea"/>
              </a:rPr>
              <a:t>struct                        </a:t>
            </a:r>
            <a:r>
              <a:rPr lang="en-US" altLang="zh-CN" sz="2000" b="1">
                <a:solidFill>
                  <a:schemeClr val="tx1"/>
                </a:solidFill>
                <a:latin typeface="+mn-lt"/>
                <a:ea typeface="+mn-ea"/>
              </a:rPr>
              <a:t>/*</a:t>
            </a:r>
            <a:r>
              <a:rPr lang="zh-CN" altLang="en-US" sz="2000" b="1" dirty="0">
                <a:solidFill>
                  <a:schemeClr val="tx1"/>
                </a:solidFill>
                <a:latin typeface="+mn-lt"/>
                <a:ea typeface="+mn-ea"/>
              </a:rPr>
              <a:t>定义线性表</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r>
              <a:rPr lang="en-US" altLang="zh-CN" sz="2000" b="1" dirty="0">
                <a:solidFill>
                  <a:schemeClr val="tx1"/>
                </a:solidFill>
                <a:latin typeface="+mn-lt"/>
                <a:ea typeface="+mn-ea"/>
              </a:rPr>
              <a:t>{  </a:t>
            </a:r>
            <a:r>
              <a:rPr lang="en-US" altLang="zh-CN" sz="2000" b="1" err="1">
                <a:solidFill>
                  <a:schemeClr val="tx1"/>
                </a:solidFill>
                <a:latin typeface="+mn-lt"/>
                <a:ea typeface="+mn-ea"/>
              </a:rPr>
              <a:t>elementtype</a:t>
            </a:r>
            <a:r>
              <a:rPr lang="en-US" altLang="zh-CN" sz="2000" b="1">
                <a:solidFill>
                  <a:schemeClr val="tx1"/>
                </a:solidFill>
                <a:latin typeface="+mn-lt"/>
                <a:ea typeface="+mn-ea"/>
              </a:rPr>
              <a:t> s[MAXLEN];  /*</a:t>
            </a:r>
            <a:r>
              <a:rPr lang="zh-CN" altLang="en-US" sz="2000" b="1" dirty="0">
                <a:solidFill>
                  <a:schemeClr val="tx1"/>
                </a:solidFill>
                <a:latin typeface="+mn-lt"/>
                <a:ea typeface="+mn-ea"/>
              </a:rPr>
              <a:t>定义线性表中的元素</a:t>
            </a:r>
            <a:r>
              <a:rPr lang="en-US" altLang="zh-CN" sz="2000" b="1" dirty="0">
                <a:solidFill>
                  <a:schemeClr val="tx1"/>
                </a:solidFill>
                <a:latin typeface="+mn-lt"/>
                <a:ea typeface="+mn-ea"/>
              </a:rPr>
              <a:t>*/</a:t>
            </a:r>
            <a:endParaRPr lang="en-US" altLang="zh-CN" sz="2000" b="1">
              <a:solidFill>
                <a:schemeClr val="tx1"/>
              </a:solidFill>
              <a:latin typeface="+mn-lt"/>
              <a:ea typeface="+mn-ea"/>
            </a:endParaRPr>
          </a:p>
          <a:p>
            <a:r>
              <a:rPr lang="en-US" altLang="zh-CN" sz="2000" b="1">
                <a:solidFill>
                  <a:schemeClr val="tx1"/>
                </a:solidFill>
                <a:latin typeface="+mn-lt"/>
                <a:ea typeface="+mn-ea"/>
              </a:rPr>
              <a:t>    </a:t>
            </a:r>
            <a:r>
              <a:rPr lang="en-US" altLang="zh-CN" sz="2000" b="1" err="1">
                <a:solidFill>
                  <a:schemeClr val="tx1"/>
                </a:solidFill>
                <a:latin typeface="+mn-lt"/>
                <a:ea typeface="+mn-ea"/>
              </a:rPr>
              <a:t>int len</a:t>
            </a:r>
            <a:r>
              <a:rPr lang="en-US" altLang="zh-CN" sz="2000" b="1">
                <a:solidFill>
                  <a:schemeClr val="tx1"/>
                </a:solidFill>
                <a:latin typeface="+mn-lt"/>
                <a:ea typeface="+mn-ea"/>
              </a:rPr>
              <a:t>;        </a:t>
            </a:r>
            <a:r>
              <a:rPr lang="en-US" altLang="zh-CN" sz="2000" b="1" dirty="0">
                <a:solidFill>
                  <a:schemeClr val="tx1"/>
                </a:solidFill>
                <a:latin typeface="+mn-lt"/>
                <a:ea typeface="+mn-ea"/>
              </a:rPr>
              <a:t>                     </a:t>
            </a:r>
            <a:r>
              <a:rPr lang="en-US" altLang="zh-CN" sz="2000" b="1">
                <a:solidFill>
                  <a:schemeClr val="tx1"/>
                </a:solidFill>
                <a:latin typeface="+mn-lt"/>
                <a:ea typeface="+mn-ea"/>
              </a:rPr>
              <a:t> </a:t>
            </a:r>
            <a:r>
              <a:rPr lang="en-US" altLang="zh-CN" sz="2000" b="1" dirty="0">
                <a:solidFill>
                  <a:schemeClr val="tx1"/>
                </a:solidFill>
                <a:latin typeface="+mn-lt"/>
                <a:ea typeface="+mn-ea"/>
              </a:rPr>
              <a:t> </a:t>
            </a:r>
            <a:r>
              <a:rPr lang="en-US" altLang="zh-CN" sz="2000" b="1">
                <a:solidFill>
                  <a:schemeClr val="tx1"/>
                </a:solidFill>
                <a:latin typeface="+mn-lt"/>
                <a:ea typeface="+mn-ea"/>
              </a:rPr>
              <a:t> /*</a:t>
            </a:r>
            <a:r>
              <a:rPr lang="zh-CN" altLang="en-US" sz="2000" b="1" dirty="0">
                <a:solidFill>
                  <a:schemeClr val="tx1"/>
                </a:solidFill>
                <a:latin typeface="+mn-lt"/>
                <a:ea typeface="+mn-ea"/>
              </a:rPr>
              <a:t>定义线性表的表长</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r>
              <a:rPr lang="en-US" altLang="zh-CN" sz="2000" b="1" dirty="0">
                <a:solidFill>
                  <a:schemeClr val="tx1"/>
                </a:solidFill>
                <a:latin typeface="+mn-lt"/>
                <a:ea typeface="+mn-ea"/>
              </a:rPr>
              <a:t>}</a:t>
            </a:r>
            <a:r>
              <a:rPr lang="en-US" altLang="zh-CN" sz="2000" b="1">
                <a:solidFill>
                  <a:schemeClr val="tx1"/>
                </a:solidFill>
                <a:latin typeface="+mn-lt"/>
                <a:ea typeface="+mn-ea"/>
              </a:rPr>
              <a:t>SqList;</a:t>
            </a:r>
            <a:endParaRPr lang="en-US" altLang="zh-CN" sz="2000" b="1">
              <a:solidFill>
                <a:schemeClr val="tx1"/>
              </a:solidFill>
              <a:latin typeface="+mn-lt"/>
              <a:ea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8308"/>
                                        </p:tgtEl>
                                        <p:attrNameLst>
                                          <p:attrName>style.visibility</p:attrName>
                                        </p:attrNameLst>
                                      </p:cBhvr>
                                      <p:to>
                                        <p:strVal val="visible"/>
                                      </p:to>
                                    </p:set>
                                    <p:animEffect transition="in" filter="randombar(horizontal)">
                                      <p:cBhvr>
                                        <p:cTn id="7" dur="500"/>
                                        <p:tgtEl>
                                          <p:spTgt spid="98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22529" name="文本框 79873"/>
          <p:cNvSpPr txBox="1"/>
          <p:nvPr>
            <p:custDataLst>
              <p:tags r:id="rId2"/>
            </p:custDataLst>
          </p:nvPr>
        </p:nvSpPr>
        <p:spPr>
          <a:xfrm>
            <a:off x="228600" y="990600"/>
            <a:ext cx="4495800" cy="457200"/>
          </a:xfrm>
          <a:prstGeom prst="rect">
            <a:avLst/>
          </a:prstGeom>
          <a:noFill/>
          <a:ln w="9525">
            <a:noFill/>
          </a:ln>
        </p:spPr>
        <p:txBody>
          <a:bodyPr anchor="t" anchorCtr="0"/>
          <a:p>
            <a:pPr>
              <a:spcBef>
                <a:spcPct val="20000"/>
              </a:spcBef>
            </a:pPr>
            <a:r>
              <a:rPr lang="en-US" altLang="zh-CN" sz="3200" b="1" dirty="0">
                <a:solidFill>
                  <a:schemeClr val="accent1">
                    <a:lumMod val="50000"/>
                  </a:schemeClr>
                </a:solidFill>
                <a:latin typeface="+mn-lt"/>
                <a:ea typeface="+mn-ea"/>
              </a:rPr>
              <a:t>2.2.2 </a:t>
            </a:r>
            <a:r>
              <a:rPr lang="zh-CN" altLang="en-US" sz="3200" b="1" dirty="0">
                <a:solidFill>
                  <a:schemeClr val="accent1">
                    <a:lumMod val="50000"/>
                  </a:schemeClr>
                </a:solidFill>
                <a:latin typeface="+mn-lt"/>
                <a:ea typeface="+mn-ea"/>
              </a:rPr>
              <a:t>顺序表的运算</a:t>
            </a:r>
            <a:endParaRPr lang="zh-CN" altLang="en-US" sz="3200" b="1" dirty="0">
              <a:solidFill>
                <a:schemeClr val="accent1">
                  <a:lumMod val="50000"/>
                </a:schemeClr>
              </a:solidFill>
              <a:latin typeface="+mn-lt"/>
              <a:ea typeface="+mn-ea"/>
            </a:endParaRPr>
          </a:p>
        </p:txBody>
      </p:sp>
      <p:sp>
        <p:nvSpPr>
          <p:cNvPr id="79875" name="文本框 79874"/>
          <p:cNvSpPr txBox="1"/>
          <p:nvPr>
            <p:custDataLst>
              <p:tags r:id="rId3"/>
            </p:custDataLst>
          </p:nvPr>
        </p:nvSpPr>
        <p:spPr>
          <a:xfrm>
            <a:off x="381000" y="1600200"/>
            <a:ext cx="4495800" cy="522288"/>
          </a:xfrm>
          <a:prstGeom prst="rect">
            <a:avLst/>
          </a:prstGeom>
          <a:noFill/>
          <a:ln w="9525">
            <a:noFill/>
          </a:ln>
        </p:spPr>
        <p:txBody>
          <a:bodyPr wrap="square">
            <a:normAutofit fontScale="80000"/>
          </a:bodyPr>
          <a:p>
            <a:pPr>
              <a:spcBef>
                <a:spcPct val="50000"/>
              </a:spcBef>
            </a:pPr>
            <a:r>
              <a:rPr lang="en-US" altLang="zh-CN" sz="2800" b="1" noProof="1" dirty="0">
                <a:solidFill>
                  <a:schemeClr val="accent1">
                    <a:lumMod val="50000"/>
                  </a:schemeClr>
                </a:solidFill>
                <a:latin typeface="+mn-lt"/>
                <a:ea typeface="+mn-ea"/>
                <a:cs typeface="+mn-cs"/>
              </a:rPr>
              <a:t>1. </a:t>
            </a:r>
            <a:r>
              <a:rPr lang="zh-CN" altLang="en-US" sz="2800" b="1" noProof="1" dirty="0">
                <a:solidFill>
                  <a:schemeClr val="accent1">
                    <a:lumMod val="50000"/>
                  </a:schemeClr>
                </a:solidFill>
                <a:latin typeface="+mn-lt"/>
                <a:ea typeface="+mn-ea"/>
                <a:cs typeface="+mn-cs"/>
              </a:rPr>
              <a:t>插入运算</a:t>
            </a:r>
            <a:endParaRPr lang="zh-CN" altLang="en-US" sz="2800" b="1" noProof="1" dirty="0">
              <a:solidFill>
                <a:schemeClr val="accent1">
                  <a:lumMod val="50000"/>
                </a:schemeClr>
              </a:solidFill>
              <a:latin typeface="+mn-lt"/>
              <a:ea typeface="+mn-ea"/>
              <a:cs typeface="+mn-cs"/>
            </a:endParaRPr>
          </a:p>
        </p:txBody>
      </p:sp>
      <p:sp>
        <p:nvSpPr>
          <p:cNvPr id="79876" name="文本框 79875"/>
          <p:cNvSpPr txBox="1"/>
          <p:nvPr>
            <p:custDataLst>
              <p:tags r:id="rId4"/>
            </p:custDataLst>
          </p:nvPr>
        </p:nvSpPr>
        <p:spPr>
          <a:xfrm>
            <a:off x="381000" y="2057400"/>
            <a:ext cx="4729163" cy="1560513"/>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插入运算是指在具有</a:t>
            </a:r>
            <a:r>
              <a:rPr lang="en-US" altLang="zh-CN" sz="2000" b="1">
                <a:solidFill>
                  <a:schemeClr val="tx1"/>
                </a:solidFill>
                <a:latin typeface="+mn-lt"/>
                <a:ea typeface="+mn-ea"/>
              </a:rPr>
              <a:t>n</a:t>
            </a:r>
            <a:r>
              <a:rPr lang="zh-CN" altLang="en-US" sz="2000" b="1" dirty="0">
                <a:solidFill>
                  <a:schemeClr val="tx1"/>
                </a:solidFill>
                <a:latin typeface="+mn-lt"/>
                <a:ea typeface="+mn-ea"/>
              </a:rPr>
              <a:t>个元素的线性表的第</a:t>
            </a:r>
            <a:r>
              <a:rPr lang="en-US" altLang="zh-CN" sz="2000" b="1">
                <a:solidFill>
                  <a:schemeClr val="tx1"/>
                </a:solidFill>
                <a:latin typeface="+mn-lt"/>
                <a:ea typeface="+mn-ea"/>
              </a:rPr>
              <a:t>i</a:t>
            </a:r>
            <a:r>
              <a:rPr lang="zh-CN" altLang="en-US" sz="2000" b="1">
                <a:solidFill>
                  <a:schemeClr val="tx1"/>
                </a:solidFill>
                <a:latin typeface="+mn-lt"/>
                <a:ea typeface="+mn-ea"/>
              </a:rPr>
              <a:t>（</a:t>
            </a:r>
            <a:r>
              <a:rPr lang="en-US" altLang="zh-CN" sz="2000" b="1">
                <a:solidFill>
                  <a:schemeClr val="tx1"/>
                </a:solidFill>
                <a:latin typeface="+mn-lt"/>
                <a:ea typeface="+mn-ea"/>
              </a:rPr>
              <a:t>1≤i≤n</a:t>
            </a:r>
            <a:r>
              <a:rPr lang="zh-CN" altLang="en-US" sz="2000" b="1">
                <a:solidFill>
                  <a:schemeClr val="tx1"/>
                </a:solidFill>
                <a:latin typeface="+mn-lt"/>
                <a:ea typeface="+mn-ea"/>
              </a:rPr>
              <a:t>）</a:t>
            </a:r>
            <a:r>
              <a:rPr lang="zh-CN" altLang="en-US" sz="2000" b="1" dirty="0">
                <a:solidFill>
                  <a:schemeClr val="tx1"/>
                </a:solidFill>
                <a:latin typeface="+mn-lt"/>
                <a:ea typeface="+mn-ea"/>
              </a:rPr>
              <a:t>个元素之前插入一个新元素</a:t>
            </a:r>
            <a:r>
              <a:rPr lang="en-US" altLang="zh-CN" sz="2000" b="1">
                <a:solidFill>
                  <a:schemeClr val="tx1"/>
                </a:solidFill>
                <a:latin typeface="+mn-lt"/>
                <a:ea typeface="+mn-ea"/>
              </a:rPr>
              <a:t>x,</a:t>
            </a:r>
            <a:r>
              <a:rPr lang="zh-CN" altLang="en-US" sz="2000" b="1" dirty="0">
                <a:solidFill>
                  <a:schemeClr val="tx1"/>
                </a:solidFill>
                <a:latin typeface="+mn-lt"/>
                <a:ea typeface="+mn-ea"/>
              </a:rPr>
              <a:t>使表长加</a:t>
            </a:r>
            <a:r>
              <a:rPr lang="en-US" altLang="zh-CN" sz="2000" b="1" dirty="0">
                <a:solidFill>
                  <a:schemeClr val="tx1"/>
                </a:solidFill>
                <a:latin typeface="+mn-lt"/>
                <a:ea typeface="+mn-ea"/>
              </a:rPr>
              <a:t>1</a:t>
            </a:r>
            <a:r>
              <a:rPr lang="zh-CN" altLang="en-US" sz="2000" b="1" dirty="0">
                <a:solidFill>
                  <a:schemeClr val="tx1"/>
                </a:solidFill>
                <a:latin typeface="+mn-lt"/>
                <a:ea typeface="+mn-ea"/>
              </a:rPr>
              <a:t>。</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插入原理</a:t>
            </a:r>
            <a:endParaRPr lang="zh-CN" altLang="en-US" sz="2000" b="1" dirty="0">
              <a:solidFill>
                <a:schemeClr val="tx1"/>
              </a:solidFill>
              <a:latin typeface="+mn-lt"/>
              <a:ea typeface="+mn-ea"/>
            </a:endParaRPr>
          </a:p>
        </p:txBody>
      </p:sp>
      <p:pic>
        <p:nvPicPr>
          <p:cNvPr id="79877" name="图片 79876" descr="0203"/>
          <p:cNvPicPr>
            <a:picLocks noChangeAspect="1"/>
          </p:cNvPicPr>
          <p:nvPr>
            <p:custDataLst>
              <p:tags r:id="rId5"/>
            </p:custDataLst>
          </p:nvPr>
        </p:nvPicPr>
        <p:blipFill>
          <a:blip r:embed="rId6"/>
          <a:stretch>
            <a:fillRect/>
          </a:stretch>
        </p:blipFill>
        <p:spPr>
          <a:xfrm>
            <a:off x="5105400" y="2438400"/>
            <a:ext cx="2908300" cy="3087688"/>
          </a:xfrm>
          <a:prstGeom prst="rect">
            <a:avLst/>
          </a:prstGeom>
          <a:noFill/>
          <a:ln w="38100" cap="flat" cmpd="sng">
            <a:solidFill>
              <a:schemeClr val="accent1"/>
            </a:solidFill>
            <a:prstDash val="solid"/>
            <a:miter/>
            <a:headEnd type="none" w="med" len="med"/>
            <a:tailEnd type="none" w="med" len="med"/>
          </a:ln>
        </p:spPr>
      </p:pic>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9875"/>
                                        </p:tgtEl>
                                        <p:attrNameLst>
                                          <p:attrName>style.visibility</p:attrName>
                                        </p:attrNameLst>
                                      </p:cBhvr>
                                      <p:to>
                                        <p:strVal val="visible"/>
                                      </p:to>
                                    </p:set>
                                    <p:animEffect transition="in" filter="randombar(horizontal)">
                                      <p:cBhvr>
                                        <p:cTn id="7" dur="500"/>
                                        <p:tgtEl>
                                          <p:spTgt spid="7987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9876"/>
                                        </p:tgtEl>
                                        <p:attrNameLst>
                                          <p:attrName>style.visibility</p:attrName>
                                        </p:attrNameLst>
                                      </p:cBhvr>
                                      <p:to>
                                        <p:strVal val="visible"/>
                                      </p:to>
                                    </p:set>
                                    <p:animEffect transition="in" filter="randombar(horizontal)">
                                      <p:cBhvr>
                                        <p:cTn id="12" dur="500"/>
                                        <p:tgtEl>
                                          <p:spTgt spid="7987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9877"/>
                                        </p:tgtEl>
                                        <p:attrNameLst>
                                          <p:attrName>style.visibility</p:attrName>
                                        </p:attrNameLst>
                                      </p:cBhvr>
                                      <p:to>
                                        <p:strVal val="visible"/>
                                      </p:to>
                                    </p:set>
                                    <p:animEffect transition="in" filter="randombar(horizontal)">
                                      <p:cBhvr>
                                        <p:cTn id="17" dur="500"/>
                                        <p:tgtEl>
                                          <p:spTgt spid="7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P spid="7987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文本框 78849"/>
          <p:cNvSpPr txBox="1"/>
          <p:nvPr>
            <p:custDataLst>
              <p:tags r:id="rId1"/>
            </p:custDataLst>
          </p:nvPr>
        </p:nvSpPr>
        <p:spPr>
          <a:xfrm>
            <a:off x="609600" y="1524317"/>
            <a:ext cx="8100000" cy="3655219"/>
          </a:xfrm>
          <a:prstGeom prst="rect">
            <a:avLst/>
          </a:prstGeom>
          <a:noFill/>
          <a:ln w="9525">
            <a:noFill/>
          </a:ln>
        </p:spPr>
        <p:txBody>
          <a:bodyPr wrap="square">
            <a:normAutofit fontScale="60000"/>
          </a:bodyPr>
          <a:p>
            <a:pPr indent="636905"/>
            <a:r>
              <a:rPr lang="zh-CN" altLang="en-US" sz="2800" b="1" noProof="1" dirty="0">
                <a:solidFill>
                  <a:schemeClr val="tx1"/>
                </a:solidFill>
                <a:latin typeface="+mn-lt"/>
                <a:ea typeface="+mn-ea"/>
                <a:cs typeface="+mn-cs"/>
              </a:rPr>
              <a:t>假如有一线性表</a:t>
            </a:r>
            <a:r>
              <a:rPr lang="en-US" altLang="zh-CN" sz="2800" b="1" noProof="1" dirty="0">
                <a:solidFill>
                  <a:schemeClr val="tx1"/>
                </a:solidFill>
                <a:latin typeface="+mn-lt"/>
                <a:ea typeface="+mn-ea"/>
                <a:cs typeface="+mn-cs"/>
              </a:rPr>
              <a:t>: (1,2,3,4,5,6,7,8)    </a:t>
            </a:r>
            <a:r>
              <a:rPr lang="zh-CN" altLang="en-US" sz="2800" b="1" noProof="1" dirty="0">
                <a:solidFill>
                  <a:schemeClr val="tx1"/>
                </a:solidFill>
                <a:latin typeface="+mn-lt"/>
                <a:ea typeface="+mn-ea"/>
                <a:cs typeface="+mn-cs"/>
              </a:rPr>
              <a:t>表长</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=8</a:t>
            </a:r>
            <a:endParaRPr lang="en-US" altLang="zh-CN" sz="2800" b="1" noProof="1">
              <a:solidFill>
                <a:schemeClr val="tx1"/>
              </a:solidFill>
              <a:latin typeface="+mn-lt"/>
              <a:ea typeface="+mn-ea"/>
            </a:endParaRPr>
          </a:p>
          <a:p>
            <a:pPr indent="636905"/>
            <a:r>
              <a:rPr lang="zh-CN" altLang="en-US" sz="2800" b="1" noProof="1" dirty="0">
                <a:solidFill>
                  <a:schemeClr val="tx1"/>
                </a:solidFill>
                <a:latin typeface="+mn-lt"/>
                <a:ea typeface="+mn-ea"/>
                <a:cs typeface="+mn-cs"/>
              </a:rPr>
              <a:t>在第</a:t>
            </a:r>
            <a:r>
              <a:rPr lang="en-US" altLang="zh-CN" sz="2800" b="1" noProof="1" dirty="0">
                <a:solidFill>
                  <a:schemeClr val="tx1"/>
                </a:solidFill>
                <a:latin typeface="+mn-lt"/>
                <a:ea typeface="+mn-ea"/>
                <a:cs typeface="+mn-cs"/>
              </a:rPr>
              <a:t>3</a:t>
            </a:r>
            <a:r>
              <a:rPr lang="zh-CN" altLang="en-US" sz="2800" b="1" noProof="1" dirty="0">
                <a:solidFill>
                  <a:schemeClr val="tx1"/>
                </a:solidFill>
                <a:latin typeface="+mn-lt"/>
                <a:ea typeface="+mn-ea"/>
                <a:cs typeface="+mn-cs"/>
              </a:rPr>
              <a:t>个元素之前插入一个新元素</a:t>
            </a:r>
            <a:r>
              <a:rPr lang="en-US" altLang="zh-CN" sz="2800" b="1" noProof="1" dirty="0">
                <a:solidFill>
                  <a:schemeClr val="tx1"/>
                </a:solidFill>
                <a:latin typeface="+mn-lt"/>
                <a:ea typeface="+mn-ea"/>
                <a:cs typeface="+mn-cs"/>
              </a:rPr>
              <a:t>9,</a:t>
            </a:r>
            <a:r>
              <a:rPr lang="zh-CN" altLang="en-US" sz="2800" b="1" noProof="1" dirty="0">
                <a:solidFill>
                  <a:schemeClr val="tx1"/>
                </a:solidFill>
                <a:latin typeface="+mn-lt"/>
                <a:ea typeface="+mn-ea"/>
                <a:cs typeface="+mn-cs"/>
              </a:rPr>
              <a:t>即</a:t>
            </a:r>
            <a:endParaRPr lang="zh-CN" altLang="en-US"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(1,2, 9 ,3,4,5,6,7,8)         </a:t>
            </a:r>
            <a:r>
              <a:rPr lang="zh-CN" altLang="en-US" sz="2800" b="1" noProof="1" dirty="0">
                <a:solidFill>
                  <a:schemeClr val="tx1"/>
                </a:solidFill>
                <a:latin typeface="+mn-lt"/>
                <a:ea typeface="+mn-ea"/>
                <a:cs typeface="+mn-cs"/>
              </a:rPr>
              <a:t>表长</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=9</a:t>
            </a:r>
            <a:endParaRPr lang="en-US" altLang="zh-CN" sz="2800" b="1" noProof="1">
              <a:solidFill>
                <a:schemeClr val="tx1"/>
              </a:solidFill>
              <a:latin typeface="+mn-lt"/>
              <a:ea typeface="+mn-ea"/>
            </a:endParaRPr>
          </a:p>
          <a:p>
            <a:pPr indent="636905"/>
            <a:endParaRPr lang="en-US" altLang="zh-CN" sz="2800" b="1" noProof="1" dirty="0">
              <a:solidFill>
                <a:schemeClr val="tx1"/>
              </a:solidFill>
              <a:latin typeface="+mn-lt"/>
              <a:ea typeface="+mn-ea"/>
            </a:endParaRPr>
          </a:p>
          <a:p>
            <a:pPr indent="636905"/>
            <a:r>
              <a:rPr lang="zh-CN" altLang="en-US" sz="2800" b="1" noProof="1" dirty="0">
                <a:solidFill>
                  <a:schemeClr val="tx1"/>
                </a:solidFill>
                <a:latin typeface="+mn-lt"/>
                <a:ea typeface="+mn-ea"/>
                <a:cs typeface="+mn-cs"/>
              </a:rPr>
              <a:t>程序</a:t>
            </a:r>
            <a:r>
              <a:rPr lang="en-US" altLang="zh-CN" sz="2800" b="1" noProof="1" dirty="0">
                <a:solidFill>
                  <a:schemeClr val="tx1"/>
                </a:solidFill>
                <a:latin typeface="+mn-lt"/>
                <a:ea typeface="+mn-ea"/>
                <a:cs typeface="+mn-cs"/>
              </a:rPr>
              <a:t>2-1:</a:t>
            </a:r>
            <a:endParaRPr lang="en-US" altLang="zh-CN" sz="2800" b="1" noProof="1" dirty="0">
              <a:solidFill>
                <a:schemeClr val="tx1"/>
              </a:solidFill>
              <a:latin typeface="+mn-lt"/>
              <a:ea typeface="+mn-ea"/>
            </a:endParaRPr>
          </a:p>
          <a:p>
            <a:pPr indent="636905"/>
            <a:r>
              <a:rPr lang="en-US" altLang="zh-CN" sz="2800" b="1" noProof="1">
                <a:solidFill>
                  <a:schemeClr val="tx1"/>
                </a:solidFill>
                <a:latin typeface="+mn-lt"/>
                <a:ea typeface="+mn-ea"/>
                <a:cs typeface="+mn-cs"/>
              </a:rPr>
              <a:t>#include &lt;</a:t>
            </a:r>
            <a:r>
              <a:rPr lang="en-US" altLang="zh-CN" sz="2800" b="1" noProof="1" err="1">
                <a:solidFill>
                  <a:schemeClr val="tx1"/>
                </a:solidFill>
                <a:latin typeface="+mn-lt"/>
                <a:ea typeface="+mn-ea"/>
                <a:cs typeface="+mn-cs"/>
              </a:rPr>
              <a:t>stdio</a:t>
            </a:r>
            <a:r>
              <a:rPr lang="en-US" altLang="zh-CN" sz="2800" b="1" noProof="1">
                <a:solidFill>
                  <a:schemeClr val="tx1"/>
                </a:solidFill>
                <a:latin typeface="+mn-lt"/>
                <a:ea typeface="+mn-ea"/>
                <a:cs typeface="+mn-cs"/>
              </a:rPr>
              <a:t>.h&gt;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#define MAXLEN 100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typedef </a:t>
            </a:r>
            <a:r>
              <a:rPr lang="en-US" altLang="zh-CN" sz="2800" b="1" noProof="1" err="1">
                <a:solidFill>
                  <a:schemeClr val="tx1"/>
                </a:solidFill>
                <a:latin typeface="+mn-lt"/>
                <a:ea typeface="+mn-ea"/>
                <a:cs typeface="+mn-cs"/>
              </a:rPr>
              <a:t>int elementtype</a:t>
            </a:r>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typedef </a:t>
            </a:r>
            <a:r>
              <a:rPr lang="en-US" altLang="zh-CN" sz="2800" b="1" noProof="1" err="1">
                <a:solidFill>
                  <a:schemeClr val="tx1"/>
                </a:solidFill>
                <a:latin typeface="+mn-lt"/>
                <a:ea typeface="+mn-ea"/>
                <a:cs typeface="+mn-cs"/>
              </a:rPr>
              <a:t>struct                   </a:t>
            </a:r>
            <a:r>
              <a:rPr lang="en-US" altLang="zh-CN" sz="2800" b="1" noProof="1">
                <a:solidFill>
                  <a:schemeClr val="tx1"/>
                </a:solidFill>
                <a:latin typeface="+mn-lt"/>
                <a:ea typeface="+mn-ea"/>
                <a:cs typeface="+mn-cs"/>
              </a:rPr>
              <a:t>/*</a:t>
            </a:r>
            <a:r>
              <a:rPr lang="zh-CN" altLang="en-US" sz="2800" b="1" noProof="1" dirty="0">
                <a:solidFill>
                  <a:schemeClr val="tx1"/>
                </a:solidFill>
                <a:latin typeface="+mn-lt"/>
                <a:ea typeface="+mn-ea"/>
                <a:cs typeface="+mn-cs"/>
              </a:rPr>
              <a:t>定义线性表</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elementtype</a:t>
            </a:r>
            <a:r>
              <a:rPr lang="en-US" altLang="zh-CN" sz="2800" b="1" noProof="1">
                <a:solidFill>
                  <a:schemeClr val="tx1"/>
                </a:solidFill>
                <a:latin typeface="+mn-lt"/>
                <a:ea typeface="+mn-ea"/>
                <a:cs typeface="+mn-cs"/>
              </a:rPr>
              <a:t> s[MAXLEN]; /*</a:t>
            </a:r>
            <a:r>
              <a:rPr lang="zh-CN" altLang="en-US" sz="2800" b="1" noProof="1" dirty="0">
                <a:solidFill>
                  <a:schemeClr val="tx1"/>
                </a:solidFill>
                <a:latin typeface="+mn-lt"/>
                <a:ea typeface="+mn-ea"/>
                <a:cs typeface="+mn-cs"/>
              </a:rPr>
              <a:t>定义线性表中元素</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int len</a:t>
            </a:r>
            <a:r>
              <a:rPr lang="en-US" altLang="zh-CN" sz="2800" b="1" noProof="1">
                <a:solidFill>
                  <a:schemeClr val="tx1"/>
                </a:solidFill>
                <a:latin typeface="+mn-lt"/>
                <a:ea typeface="+mn-ea"/>
                <a:cs typeface="+mn-cs"/>
              </a:rPr>
              <a:t>;                 </a:t>
            </a: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定义线性表的表长</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a:t>
            </a:r>
            <a:r>
              <a:rPr lang="en-US" altLang="zh-CN" sz="2800" b="1" noProof="1">
                <a:solidFill>
                  <a:schemeClr val="tx1"/>
                </a:solidFill>
                <a:latin typeface="+mn-lt"/>
                <a:ea typeface="+mn-ea"/>
                <a:cs typeface="+mn-cs"/>
              </a:rPr>
              <a:t>SqList;</a:t>
            </a:r>
            <a:endParaRPr lang="en-US" altLang="zh-CN" sz="2800" b="1" noProof="1">
              <a:solidFill>
                <a:schemeClr val="tx1"/>
              </a:solidFill>
              <a:latin typeface="+mn-lt"/>
              <a:ea typeface="+mn-ea"/>
              <a:cs typeface="+mn-cs"/>
            </a:endParaRPr>
          </a:p>
        </p:txBody>
      </p:sp>
      <p:sp>
        <p:nvSpPr>
          <p:cNvPr id="23555" name="标题 2"/>
          <p:cNvSpPr>
            <a:spLocks noGrp="1"/>
          </p:cNvSpPr>
          <p:nvPr>
            <p:ph type="title"/>
            <p:custDataLst>
              <p:tags r:id="rId2"/>
            </p:custDataLst>
          </p:nvPr>
        </p:nvSpPr>
        <p:spPr>
          <a:xfrm>
            <a:off x="304800" y="2287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99330" name="文本框 99329"/>
          <p:cNvSpPr txBox="1"/>
          <p:nvPr>
            <p:custDataLst>
              <p:tags r:id="rId2"/>
            </p:custDataLst>
          </p:nvPr>
        </p:nvSpPr>
        <p:spPr>
          <a:xfrm>
            <a:off x="457200" y="1371600"/>
            <a:ext cx="7886700" cy="3609975"/>
          </a:xfrm>
          <a:prstGeom prst="rect">
            <a:avLst/>
          </a:prstGeom>
          <a:noFill/>
          <a:ln w="9525">
            <a:noFill/>
          </a:ln>
        </p:spPr>
        <p:txBody>
          <a:bodyPr wrap="square">
            <a:normAutofit fontScale="60000"/>
          </a:bodyPr>
          <a:p>
            <a:pPr indent="636905"/>
            <a:r>
              <a:rPr lang="en-US" altLang="zh-CN" sz="2800" b="1" noProof="1" err="1">
                <a:solidFill>
                  <a:schemeClr val="tx1"/>
                </a:solidFill>
                <a:latin typeface="+mn-lt"/>
                <a:ea typeface="+mn-ea"/>
                <a:cs typeface="+mn-cs"/>
              </a:rPr>
              <a:t>int </a:t>
            </a:r>
            <a:r>
              <a:rPr lang="en-US" altLang="zh-CN" sz="2800" b="1" noProof="1">
                <a:solidFill>
                  <a:schemeClr val="tx1"/>
                </a:solidFill>
                <a:latin typeface="+mn-lt"/>
                <a:ea typeface="+mn-ea"/>
                <a:cs typeface="+mn-cs"/>
              </a:rPr>
              <a:t>insertsqlist(</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i,</a:t>
            </a:r>
            <a:r>
              <a:rPr lang="en-US" altLang="zh-CN" sz="2800" b="1" noProof="1" err="1">
                <a:solidFill>
                  <a:schemeClr val="tx1"/>
                </a:solidFill>
                <a:latin typeface="+mn-lt"/>
                <a:ea typeface="+mn-ea"/>
                <a:cs typeface="+mn-cs"/>
              </a:rPr>
              <a:t>elementtype</a:t>
            </a:r>
            <a:r>
              <a:rPr lang="en-US" altLang="zh-CN" sz="2800" b="1" noProof="1">
                <a:solidFill>
                  <a:schemeClr val="tx1"/>
                </a:solidFill>
                <a:latin typeface="+mn-lt"/>
                <a:ea typeface="+mn-ea"/>
                <a:cs typeface="+mn-cs"/>
              </a:rPr>
              <a:t> x,SqList *</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 int</a:t>
            </a:r>
            <a:r>
              <a:rPr lang="en-US" altLang="zh-CN" sz="2800" b="1" noProof="1">
                <a:solidFill>
                  <a:schemeClr val="tx1"/>
                </a:solidFill>
                <a:latin typeface="+mn-lt"/>
                <a:ea typeface="+mn-ea"/>
                <a:cs typeface="+mn-cs"/>
              </a:rPr>
              <a:t> j;</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if((i&lt;1)||(i&gt;</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  /*i</a:t>
            </a:r>
            <a:r>
              <a:rPr lang="zh-CN" altLang="en-US" sz="2800" b="1" noProof="1" dirty="0">
                <a:solidFill>
                  <a:schemeClr val="tx1"/>
                </a:solidFill>
                <a:latin typeface="+mn-lt"/>
                <a:ea typeface="+mn-ea"/>
                <a:cs typeface="+mn-cs"/>
              </a:rPr>
              <a:t>值非法，返回值为</a:t>
            </a:r>
            <a:r>
              <a:rPr lang="en-US" altLang="zh-CN" sz="2800" b="1" noProof="1" dirty="0">
                <a:solidFill>
                  <a:schemeClr val="tx1"/>
                </a:solidFill>
                <a:latin typeface="+mn-lt"/>
                <a:ea typeface="+mn-ea"/>
                <a:cs typeface="+mn-cs"/>
              </a:rPr>
              <a:t>0*/</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return(0);</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else</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{for(j=</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;j&gt;=i;j--)</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sql</a:t>
            </a:r>
            <a:r>
              <a:rPr lang="en-US" altLang="zh-CN" sz="2800" b="1" noProof="1">
                <a:solidFill>
                  <a:schemeClr val="tx1"/>
                </a:solidFill>
                <a:latin typeface="+mn-lt"/>
                <a:ea typeface="+mn-ea"/>
                <a:cs typeface="+mn-cs"/>
              </a:rPr>
              <a:t>-&gt;s[j+1]=</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-&gt;s[j];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向后移动数据，腾出要插入的空位</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-&gt;s[j+1]=x;		/*</a:t>
            </a:r>
            <a:r>
              <a:rPr lang="zh-CN" altLang="en-US" sz="2800" b="1" noProof="1" dirty="0">
                <a:solidFill>
                  <a:schemeClr val="tx1"/>
                </a:solidFill>
                <a:latin typeface="+mn-lt"/>
                <a:ea typeface="+mn-ea"/>
                <a:cs typeface="+mn-cs"/>
              </a:rPr>
              <a:t>修正插入位置为</a:t>
            </a:r>
            <a:r>
              <a:rPr lang="en-US" altLang="zh-CN" sz="2800" b="1" noProof="1">
                <a:solidFill>
                  <a:schemeClr val="tx1"/>
                </a:solidFill>
                <a:latin typeface="+mn-lt"/>
                <a:ea typeface="+mn-ea"/>
                <a:cs typeface="+mn-cs"/>
              </a:rPr>
              <a:t>j+1*/</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表长加</a:t>
            </a:r>
            <a:r>
              <a:rPr lang="en-US" altLang="zh-CN" sz="2800" b="1" noProof="1" dirty="0">
                <a:solidFill>
                  <a:schemeClr val="tx1"/>
                </a:solidFill>
                <a:latin typeface="+mn-lt"/>
                <a:ea typeface="+mn-ea"/>
                <a:cs typeface="+mn-cs"/>
              </a:rPr>
              <a:t>1*/</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return(1);		/*</a:t>
            </a:r>
            <a:r>
              <a:rPr lang="zh-CN" altLang="en-US" sz="2800" b="1" noProof="1" dirty="0">
                <a:solidFill>
                  <a:schemeClr val="tx1"/>
                </a:solidFill>
                <a:latin typeface="+mn-lt"/>
                <a:ea typeface="+mn-ea"/>
                <a:cs typeface="+mn-cs"/>
              </a:rPr>
              <a:t>插入成功，返回值为</a:t>
            </a:r>
            <a:r>
              <a:rPr lang="en-US" altLang="zh-CN" sz="2800" b="1" noProof="1" dirty="0">
                <a:solidFill>
                  <a:schemeClr val="tx1"/>
                </a:solidFill>
                <a:latin typeface="+mn-lt"/>
                <a:ea typeface="+mn-ea"/>
                <a:cs typeface="+mn-cs"/>
              </a:rPr>
              <a:t>1*/</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cs typeface="+mn-cs"/>
            </a:endParaRPr>
          </a:p>
        </p:txBody>
      </p:sp>
      <p:sp>
        <p:nvSpPr>
          <p:cNvPr id="24578" name="标题 2"/>
          <p:cNvSpPr>
            <a:spLocks noGrp="1"/>
          </p:cNvSpPr>
          <p:nvPr>
            <p:ph type="title"/>
            <p:custDataLst>
              <p:tags r:id="rId3"/>
            </p:custDataLst>
          </p:nvPr>
        </p:nvSpPr>
        <p:spPr>
          <a:xfrm>
            <a:off x="457200" y="3811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00354" name="文本框 100353"/>
          <p:cNvSpPr txBox="1"/>
          <p:nvPr>
            <p:custDataLst>
              <p:tags r:id="rId2"/>
            </p:custDataLst>
          </p:nvPr>
        </p:nvSpPr>
        <p:spPr>
          <a:xfrm>
            <a:off x="521970" y="1833562"/>
            <a:ext cx="8100000" cy="3655219"/>
          </a:xfrm>
          <a:prstGeom prst="rect">
            <a:avLst/>
          </a:prstGeom>
          <a:noFill/>
          <a:ln w="9525">
            <a:noFill/>
          </a:ln>
        </p:spPr>
        <p:txBody>
          <a:bodyPr wrap="square">
            <a:normAutofit fontScale="70000"/>
          </a:bodyPr>
          <a:p>
            <a:pPr indent="636905"/>
            <a:r>
              <a:rPr lang="en-US" altLang="zh-CN" sz="2800" b="1" noProof="1">
                <a:solidFill>
                  <a:schemeClr val="tx1"/>
                </a:solidFill>
                <a:latin typeface="+mn-lt"/>
                <a:ea typeface="+mn-ea"/>
                <a:cs typeface="+mn-cs"/>
              </a:rPr>
              <a:t>main()                                    /*</a:t>
            </a:r>
            <a:r>
              <a:rPr lang="zh-CN" altLang="en-US" sz="2800" b="1" noProof="1" dirty="0">
                <a:solidFill>
                  <a:schemeClr val="tx1"/>
                </a:solidFill>
                <a:latin typeface="+mn-lt"/>
                <a:ea typeface="+mn-ea"/>
                <a:cs typeface="+mn-cs"/>
              </a:rPr>
              <a:t>主程序</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b=3,c,k; </a:t>
            </a: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elementtype</a:t>
            </a:r>
            <a:r>
              <a:rPr lang="en-US" altLang="zh-CN" sz="2800" b="1" noProof="1">
                <a:solidFill>
                  <a:schemeClr val="tx1"/>
                </a:solidFill>
                <a:latin typeface="+mn-lt"/>
                <a:ea typeface="+mn-ea"/>
                <a:cs typeface="+mn-cs"/>
              </a:rPr>
              <a:t> d=9;</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SqList a={0,1,2,3,4,5,6,7,8};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赋线性表各元素初值，</a:t>
            </a:r>
            <a:r>
              <a:rPr lang="en-US" altLang="zh-CN" sz="2800" b="1" noProof="1">
                <a:solidFill>
                  <a:schemeClr val="tx1"/>
                </a:solidFill>
                <a:latin typeface="+mn-lt"/>
                <a:ea typeface="+mn-ea"/>
                <a:cs typeface="+mn-cs"/>
              </a:rPr>
              <a:t>a.s[0]</a:t>
            </a:r>
            <a:r>
              <a:rPr lang="zh-CN" altLang="en-US" sz="2800" b="1" noProof="1" dirty="0">
                <a:solidFill>
                  <a:schemeClr val="tx1"/>
                </a:solidFill>
                <a:latin typeface="+mn-lt"/>
                <a:ea typeface="+mn-ea"/>
                <a:cs typeface="+mn-cs"/>
              </a:rPr>
              <a:t>闲置不用</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a.</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=8;                              /*</a:t>
            </a:r>
            <a:r>
              <a:rPr lang="zh-CN" altLang="en-US" sz="2800" b="1" noProof="1" dirty="0">
                <a:solidFill>
                  <a:schemeClr val="tx1"/>
                </a:solidFill>
                <a:latin typeface="+mn-lt"/>
                <a:ea typeface="+mn-ea"/>
                <a:cs typeface="+mn-cs"/>
              </a:rPr>
              <a:t>赋线性表长度值</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for(k=1;k&lt;=a.</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;k++)</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printf</a:t>
            </a:r>
            <a:r>
              <a:rPr lang="en-US" altLang="zh-CN" sz="2800" b="1" noProof="1">
                <a:solidFill>
                  <a:schemeClr val="tx1"/>
                </a:solidFill>
                <a:latin typeface="+mn-lt"/>
                <a:ea typeface="+mn-ea"/>
                <a:cs typeface="+mn-cs"/>
              </a:rPr>
              <a:t>("%3d",a.s[k]);   /*</a:t>
            </a:r>
            <a:r>
              <a:rPr lang="zh-CN" altLang="en-US" sz="2800" b="1" noProof="1" dirty="0">
                <a:solidFill>
                  <a:schemeClr val="tx1"/>
                </a:solidFill>
                <a:latin typeface="+mn-lt"/>
                <a:ea typeface="+mn-ea"/>
                <a:cs typeface="+mn-cs"/>
              </a:rPr>
              <a:t>输出插入前结果</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printf</a:t>
            </a:r>
            <a:r>
              <a:rPr lang="en-US" altLang="zh-CN" sz="2800" b="1" noProof="1">
                <a:solidFill>
                  <a:schemeClr val="tx1"/>
                </a:solidFill>
                <a:latin typeface="+mn-lt"/>
                <a:ea typeface="+mn-ea"/>
                <a:cs typeface="+mn-cs"/>
              </a:rPr>
              <a:t>("\n");</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c=insertsqlist(b,d,&amp;a);     /*</a:t>
            </a:r>
            <a:r>
              <a:rPr lang="zh-CN" altLang="en-US" sz="2800" b="1" noProof="1" dirty="0">
                <a:solidFill>
                  <a:schemeClr val="tx1"/>
                </a:solidFill>
                <a:latin typeface="+mn-lt"/>
                <a:ea typeface="+mn-ea"/>
                <a:cs typeface="+mn-cs"/>
              </a:rPr>
              <a:t>调用插入函数</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cs typeface="+mn-cs"/>
            </a:endParaRPr>
          </a:p>
        </p:txBody>
      </p:sp>
      <p:sp>
        <p:nvSpPr>
          <p:cNvPr id="25603" name="标题 2"/>
          <p:cNvSpPr>
            <a:spLocks noGrp="1"/>
          </p:cNvSpPr>
          <p:nvPr>
            <p:ph type="title"/>
            <p:custDataLst>
              <p:tags r:id="rId3"/>
            </p:custDataLst>
          </p:nvPr>
        </p:nvSpPr>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26625" name="文本框 101377"/>
          <p:cNvSpPr txBox="1"/>
          <p:nvPr>
            <p:custDataLst>
              <p:tags r:id="rId2"/>
            </p:custDataLst>
          </p:nvPr>
        </p:nvSpPr>
        <p:spPr>
          <a:xfrm>
            <a:off x="228600" y="1139825"/>
            <a:ext cx="7761288" cy="3538538"/>
          </a:xfrm>
          <a:prstGeom prst="rect">
            <a:avLst/>
          </a:prstGeom>
          <a:noFill/>
          <a:ln w="9525">
            <a:noFill/>
          </a:ln>
        </p:spPr>
        <p:txBody>
          <a:bodyPr wrap="square" anchor="t" anchorCtr="0">
            <a:normAutofit/>
          </a:bodyPr>
          <a:p>
            <a:pPr indent="636905"/>
            <a:r>
              <a:rPr lang="en-US" altLang="zh-CN" b="1">
                <a:solidFill>
                  <a:schemeClr val="tx1"/>
                </a:solidFill>
                <a:latin typeface="+mn-lt"/>
                <a:ea typeface="+mn-ea"/>
              </a:rPr>
              <a:t>if(c==0)</a:t>
            </a:r>
            <a:endParaRPr lang="en-US" altLang="zh-CN" b="1" err="1">
              <a:solidFill>
                <a:schemeClr val="tx1"/>
              </a:solidFill>
              <a:latin typeface="+mn-lt"/>
              <a:ea typeface="+mn-ea"/>
            </a:endParaRPr>
          </a:p>
          <a:p>
            <a:pPr indent="636905"/>
            <a:r>
              <a:rPr lang="en-US" altLang="zh-CN" b="1" err="1">
                <a:solidFill>
                  <a:schemeClr val="tx1"/>
                </a:solidFill>
                <a:latin typeface="+mn-lt"/>
                <a:ea typeface="+mn-ea"/>
              </a:rPr>
              <a:t>        printf</a:t>
            </a:r>
            <a:r>
              <a:rPr lang="en-US" altLang="zh-CN" b="1">
                <a:solidFill>
                  <a:schemeClr val="tx1"/>
                </a:solidFill>
                <a:latin typeface="+mn-lt"/>
                <a:ea typeface="+mn-ea"/>
              </a:rPr>
              <a:t>("error");</a:t>
            </a:r>
            <a:endParaRPr lang="en-US" altLang="zh-CN" b="1">
              <a:solidFill>
                <a:schemeClr val="tx1"/>
              </a:solidFill>
              <a:latin typeface="+mn-lt"/>
              <a:ea typeface="+mn-ea"/>
            </a:endParaRPr>
          </a:p>
          <a:p>
            <a:pPr indent="636905"/>
            <a:r>
              <a:rPr lang="en-US" altLang="zh-CN" b="1">
                <a:solidFill>
                  <a:schemeClr val="tx1"/>
                </a:solidFill>
                <a:latin typeface="+mn-lt"/>
                <a:ea typeface="+mn-ea"/>
              </a:rPr>
              <a:t>    else</a:t>
            </a:r>
            <a:endParaRPr lang="en-US" altLang="zh-CN" b="1">
              <a:solidFill>
                <a:schemeClr val="tx1"/>
              </a:solidFill>
              <a:latin typeface="+mn-lt"/>
              <a:ea typeface="+mn-ea"/>
            </a:endParaRPr>
          </a:p>
          <a:p>
            <a:pPr indent="636905"/>
            <a:r>
              <a:rPr lang="en-US" altLang="zh-CN" b="1">
                <a:solidFill>
                  <a:schemeClr val="tx1"/>
                </a:solidFill>
                <a:latin typeface="+mn-lt"/>
                <a:ea typeface="+mn-ea"/>
              </a:rPr>
              <a:t>    {for(k=1;k&lt;=a.</a:t>
            </a:r>
            <a:r>
              <a:rPr lang="en-US" altLang="zh-CN" b="1" err="1">
                <a:solidFill>
                  <a:schemeClr val="tx1"/>
                </a:solidFill>
                <a:latin typeface="+mn-lt"/>
                <a:ea typeface="+mn-ea"/>
              </a:rPr>
              <a:t>len</a:t>
            </a:r>
            <a:r>
              <a:rPr lang="en-US" altLang="zh-CN" b="1">
                <a:solidFill>
                  <a:schemeClr val="tx1"/>
                </a:solidFill>
                <a:latin typeface="+mn-lt"/>
                <a:ea typeface="+mn-ea"/>
              </a:rPr>
              <a:t>;k++)</a:t>
            </a:r>
            <a:endParaRPr lang="en-US" altLang="zh-CN" b="1" err="1">
              <a:solidFill>
                <a:schemeClr val="tx1"/>
              </a:solidFill>
              <a:latin typeface="+mn-lt"/>
              <a:ea typeface="+mn-ea"/>
            </a:endParaRPr>
          </a:p>
          <a:p>
            <a:pPr indent="636905"/>
            <a:r>
              <a:rPr lang="en-US" altLang="zh-CN" b="1" err="1">
                <a:solidFill>
                  <a:schemeClr val="tx1"/>
                </a:solidFill>
                <a:latin typeface="+mn-lt"/>
                <a:ea typeface="+mn-ea"/>
              </a:rPr>
              <a:t>	    printf</a:t>
            </a:r>
            <a:r>
              <a:rPr lang="en-US" altLang="zh-CN" b="1">
                <a:solidFill>
                  <a:schemeClr val="tx1"/>
                </a:solidFill>
                <a:latin typeface="+mn-lt"/>
                <a:ea typeface="+mn-ea"/>
              </a:rPr>
              <a:t>("%3d",a.s[k]);     /*</a:t>
            </a:r>
            <a:r>
              <a:rPr lang="zh-CN" altLang="en-US" b="1" dirty="0">
                <a:solidFill>
                  <a:schemeClr val="tx1"/>
                </a:solidFill>
                <a:latin typeface="+mn-lt"/>
                <a:ea typeface="+mn-ea"/>
              </a:rPr>
              <a:t>输出插入后结果</a:t>
            </a:r>
            <a:r>
              <a:rPr lang="en-US" altLang="zh-CN" b="1" dirty="0">
                <a:solidFill>
                  <a:schemeClr val="tx1"/>
                </a:solidFill>
                <a:latin typeface="+mn-lt"/>
                <a:ea typeface="+mn-ea"/>
              </a:rPr>
              <a:t>*/</a:t>
            </a:r>
            <a:endParaRPr lang="en-US" altLang="zh-CN" b="1" dirty="0">
              <a:solidFill>
                <a:schemeClr val="tx1"/>
              </a:solidFill>
              <a:latin typeface="+mn-lt"/>
              <a:ea typeface="+mn-ea"/>
            </a:endParaRPr>
          </a:p>
          <a:p>
            <a:pPr indent="636905"/>
            <a:r>
              <a:rPr lang="en-US" altLang="zh-CN" b="1" dirty="0">
                <a:solidFill>
                  <a:schemeClr val="tx1"/>
                </a:solidFill>
                <a:latin typeface="+mn-lt"/>
                <a:ea typeface="+mn-ea"/>
              </a:rPr>
              <a:t>    }</a:t>
            </a:r>
            <a:endParaRPr lang="en-US" altLang="zh-CN" b="1" dirty="0">
              <a:solidFill>
                <a:schemeClr val="tx1"/>
              </a:solidFill>
              <a:latin typeface="+mn-lt"/>
              <a:ea typeface="+mn-ea"/>
            </a:endParaRPr>
          </a:p>
          <a:p>
            <a:pPr indent="636905"/>
            <a:r>
              <a:rPr lang="en-US" altLang="zh-CN" b="1" dirty="0">
                <a:solidFill>
                  <a:schemeClr val="tx1"/>
                </a:solidFill>
                <a:latin typeface="+mn-lt"/>
                <a:ea typeface="+mn-ea"/>
              </a:rPr>
              <a:t>    </a:t>
            </a:r>
            <a:r>
              <a:rPr lang="en-US" altLang="zh-CN" b="1" err="1">
                <a:solidFill>
                  <a:schemeClr val="tx1"/>
                </a:solidFill>
                <a:latin typeface="+mn-lt"/>
                <a:ea typeface="+mn-ea"/>
              </a:rPr>
              <a:t>printf</a:t>
            </a:r>
            <a:r>
              <a:rPr lang="en-US" altLang="zh-CN" b="1">
                <a:solidFill>
                  <a:schemeClr val="tx1"/>
                </a:solidFill>
                <a:latin typeface="+mn-lt"/>
                <a:ea typeface="+mn-ea"/>
              </a:rPr>
              <a:t>("\n");</a:t>
            </a:r>
            <a:endParaRPr lang="en-US" altLang="zh-CN" b="1">
              <a:solidFill>
                <a:schemeClr val="tx1"/>
              </a:solidFill>
              <a:latin typeface="+mn-lt"/>
              <a:ea typeface="+mn-ea"/>
            </a:endParaRPr>
          </a:p>
          <a:p>
            <a:pPr indent="636905"/>
            <a:r>
              <a:rPr lang="en-US" altLang="zh-CN" b="1">
                <a:solidFill>
                  <a:schemeClr val="tx1"/>
                </a:solidFill>
                <a:latin typeface="+mn-lt"/>
                <a:ea typeface="+mn-ea"/>
              </a:rPr>
              <a:t>}</a:t>
            </a:r>
            <a:endParaRPr lang="en-US" altLang="zh-CN" b="1">
              <a:solidFill>
                <a:schemeClr val="tx1"/>
              </a:solidFill>
              <a:latin typeface="+mn-lt"/>
              <a:ea typeface="+mn-ea"/>
            </a:endParaRPr>
          </a:p>
        </p:txBody>
      </p:sp>
      <p:sp>
        <p:nvSpPr>
          <p:cNvPr id="101380" name="矩形 101379"/>
          <p:cNvSpPr/>
          <p:nvPr>
            <p:custDataLst>
              <p:tags r:id="rId3"/>
            </p:custDataLst>
          </p:nvPr>
        </p:nvSpPr>
        <p:spPr>
          <a:xfrm>
            <a:off x="762000" y="5029200"/>
            <a:ext cx="3914775" cy="522288"/>
          </a:xfrm>
          <a:prstGeom prst="rect">
            <a:avLst/>
          </a:prstGeom>
          <a:noFill/>
          <a:ln w="9525">
            <a:noFill/>
          </a:ln>
        </p:spPr>
        <p:txBody>
          <a:bodyPr wrap="square" anchor="t" anchorCtr="0">
            <a:normAutofit fontScale="80000"/>
          </a:bodyPr>
          <a:p>
            <a:pPr fontAlgn="base"/>
            <a:r>
              <a:rPr lang="zh-CN" altLang="en-US" sz="2800" b="1" strike="noStrike" noProof="1" dirty="0">
                <a:solidFill>
                  <a:schemeClr val="tx1"/>
                </a:solidFill>
                <a:latin typeface="+mn-lt"/>
                <a:ea typeface="+mn-ea"/>
                <a:cs typeface="+mn-cs"/>
              </a:rPr>
              <a:t>平均移动元素次数：</a:t>
            </a:r>
            <a:r>
              <a:rPr lang="en-US" altLang="zh-CN" sz="2800" b="1" strike="noStrike" noProof="1">
                <a:solidFill>
                  <a:schemeClr val="tx1"/>
                </a:solidFill>
                <a:latin typeface="+mn-lt"/>
                <a:ea typeface="+mn-ea"/>
                <a:cs typeface="+mn-cs"/>
              </a:rPr>
              <a:t>n/2</a:t>
            </a:r>
            <a:endParaRPr lang="en-US" altLang="zh-CN" sz="2800" b="1" strike="noStrike" noProof="1">
              <a:solidFill>
                <a:schemeClr val="tx1"/>
              </a:solidFill>
              <a:latin typeface="+mn-lt"/>
              <a:ea typeface="+mn-ea"/>
              <a:cs typeface="+mn-cs"/>
            </a:endParaRPr>
          </a:p>
        </p:txBody>
      </p:sp>
      <p:sp>
        <p:nvSpPr>
          <p:cNvPr id="26627" name="标题 2"/>
          <p:cNvSpPr>
            <a:spLocks noGrp="1"/>
          </p:cNvSpPr>
          <p:nvPr>
            <p:ph type="title"/>
            <p:custDataLst>
              <p:tags r:id="rId4"/>
            </p:custDataLst>
          </p:nvPr>
        </p:nvSpPr>
        <p:spPr>
          <a:xfrm>
            <a:off x="304800" y="3049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27649" name="文本框 77826"/>
          <p:cNvSpPr txBox="1"/>
          <p:nvPr>
            <p:custDataLst>
              <p:tags r:id="rId2"/>
            </p:custDataLst>
          </p:nvPr>
        </p:nvSpPr>
        <p:spPr>
          <a:xfrm>
            <a:off x="533400" y="1219200"/>
            <a:ext cx="4495800" cy="457200"/>
          </a:xfrm>
          <a:prstGeom prst="rect">
            <a:avLst/>
          </a:prstGeom>
          <a:noFill/>
          <a:ln w="9525">
            <a:noFill/>
          </a:ln>
        </p:spPr>
        <p:txBody>
          <a:bodyPr anchor="t" anchorCtr="0"/>
          <a:p>
            <a:pPr>
              <a:spcBef>
                <a:spcPct val="20000"/>
              </a:spcBef>
            </a:pPr>
            <a:r>
              <a:rPr lang="en-US" altLang="en-US" sz="3200" b="1">
                <a:solidFill>
                  <a:schemeClr val="accent1">
                    <a:lumMod val="50000"/>
                  </a:schemeClr>
                </a:solidFill>
                <a:latin typeface="+mn-lt"/>
                <a:ea typeface="+mn-ea"/>
              </a:rPr>
              <a:t>2. </a:t>
            </a:r>
            <a:r>
              <a:rPr lang="en-US" altLang="en-US" sz="3200" b="1" err="1">
                <a:solidFill>
                  <a:schemeClr val="accent1">
                    <a:lumMod val="50000"/>
                  </a:schemeClr>
                </a:solidFill>
                <a:latin typeface="+mn-lt"/>
                <a:ea typeface="+mn-ea"/>
              </a:rPr>
              <a:t>删除运算</a:t>
            </a:r>
            <a:endParaRPr lang="en-US" altLang="en-US" sz="3200" b="1" err="1">
              <a:solidFill>
                <a:schemeClr val="accent1">
                  <a:lumMod val="50000"/>
                </a:schemeClr>
              </a:solidFill>
              <a:latin typeface="+mn-lt"/>
              <a:ea typeface="+mn-ea"/>
            </a:endParaRPr>
          </a:p>
        </p:txBody>
      </p:sp>
      <p:sp>
        <p:nvSpPr>
          <p:cNvPr id="77828" name="文本框 77827"/>
          <p:cNvSpPr txBox="1"/>
          <p:nvPr>
            <p:custDataLst>
              <p:tags r:id="rId3"/>
            </p:custDataLst>
          </p:nvPr>
        </p:nvSpPr>
        <p:spPr>
          <a:xfrm>
            <a:off x="762000" y="2286000"/>
            <a:ext cx="3048000" cy="1797050"/>
          </a:xfrm>
          <a:prstGeom prst="rect">
            <a:avLst/>
          </a:prstGeom>
          <a:noFill/>
          <a:ln w="9525">
            <a:noFill/>
          </a:ln>
        </p:spPr>
        <p:txBody>
          <a:bodyPr wrap="square" anchor="t" anchorCtr="0"/>
          <a:p>
            <a:pPr indent="636905"/>
            <a:r>
              <a:rPr lang="zh-CN" altLang="en-US" sz="2000" b="1" dirty="0">
                <a:solidFill>
                  <a:schemeClr val="tx1"/>
                </a:solidFill>
                <a:latin typeface="+mn-lt"/>
                <a:ea typeface="+mn-ea"/>
              </a:rPr>
              <a:t>删除运算是指从具有</a:t>
            </a:r>
            <a:r>
              <a:rPr lang="en-US" altLang="zh-CN" sz="2000" b="1">
                <a:solidFill>
                  <a:schemeClr val="tx1"/>
                </a:solidFill>
                <a:latin typeface="+mn-lt"/>
                <a:ea typeface="+mn-ea"/>
              </a:rPr>
              <a:t>n</a:t>
            </a:r>
            <a:r>
              <a:rPr lang="zh-CN" altLang="en-US" sz="2000" b="1" dirty="0">
                <a:solidFill>
                  <a:schemeClr val="tx1"/>
                </a:solidFill>
                <a:latin typeface="+mn-lt"/>
                <a:ea typeface="+mn-ea"/>
              </a:rPr>
              <a:t>个元素的线性表中，删除其中的第</a:t>
            </a:r>
            <a:r>
              <a:rPr lang="en-US" altLang="zh-CN" sz="2000" b="1">
                <a:solidFill>
                  <a:schemeClr val="tx1"/>
                </a:solidFill>
                <a:latin typeface="+mn-lt"/>
                <a:ea typeface="+mn-ea"/>
              </a:rPr>
              <a:t>i</a:t>
            </a:r>
            <a:r>
              <a:rPr lang="zh-CN" altLang="en-US" sz="2000" b="1">
                <a:solidFill>
                  <a:schemeClr val="tx1"/>
                </a:solidFill>
                <a:latin typeface="+mn-lt"/>
                <a:ea typeface="+mn-ea"/>
              </a:rPr>
              <a:t>（</a:t>
            </a:r>
            <a:r>
              <a:rPr lang="en-US" altLang="zh-CN" sz="2000" b="1">
                <a:solidFill>
                  <a:schemeClr val="tx1"/>
                </a:solidFill>
                <a:latin typeface="+mn-lt"/>
                <a:ea typeface="+mn-ea"/>
              </a:rPr>
              <a:t>1≤i≤n</a:t>
            </a:r>
            <a:r>
              <a:rPr lang="zh-CN" altLang="en-US" sz="2000" b="1">
                <a:solidFill>
                  <a:schemeClr val="tx1"/>
                </a:solidFill>
                <a:latin typeface="+mn-lt"/>
                <a:ea typeface="+mn-ea"/>
              </a:rPr>
              <a:t>）</a:t>
            </a:r>
            <a:r>
              <a:rPr lang="zh-CN" altLang="en-US" sz="2000" b="1" dirty="0">
                <a:solidFill>
                  <a:schemeClr val="tx1"/>
                </a:solidFill>
                <a:latin typeface="+mn-lt"/>
                <a:ea typeface="+mn-ea"/>
              </a:rPr>
              <a:t>个元素，使表的长度减</a:t>
            </a:r>
            <a:r>
              <a:rPr lang="en-US" altLang="zh-CN" sz="2000" b="1" dirty="0">
                <a:solidFill>
                  <a:schemeClr val="tx1"/>
                </a:solidFill>
                <a:latin typeface="+mn-lt"/>
                <a:ea typeface="+mn-ea"/>
              </a:rPr>
              <a:t>1</a:t>
            </a:r>
            <a:r>
              <a:rPr lang="zh-CN" altLang="en-US" sz="2000" b="1" dirty="0">
                <a:solidFill>
                  <a:schemeClr val="tx1"/>
                </a:solidFill>
                <a:latin typeface="+mn-lt"/>
                <a:ea typeface="+mn-ea"/>
              </a:rPr>
              <a:t>。</a:t>
            </a:r>
            <a:endParaRPr lang="zh-CN" altLang="en-US" sz="2000" b="1" dirty="0">
              <a:solidFill>
                <a:schemeClr val="tx1"/>
              </a:solidFill>
              <a:latin typeface="+mn-lt"/>
              <a:ea typeface="+mn-ea"/>
            </a:endParaRPr>
          </a:p>
          <a:p>
            <a:pPr indent="636905"/>
            <a:r>
              <a:rPr lang="zh-CN" altLang="en-US" sz="2000" b="1" dirty="0">
                <a:solidFill>
                  <a:schemeClr val="accent1">
                    <a:lumMod val="50000"/>
                    <a:hueOff val="9600000"/>
                  </a:schemeClr>
                </a:solidFill>
                <a:latin typeface="+mn-lt"/>
                <a:ea typeface="+mn-ea"/>
              </a:rPr>
              <a:t>删除原理</a:t>
            </a:r>
            <a:endParaRPr lang="zh-CN" altLang="en-US" sz="2000" b="1" dirty="0">
              <a:solidFill>
                <a:schemeClr val="accent1">
                  <a:lumMod val="50000"/>
                  <a:hueOff val="9600000"/>
                </a:schemeClr>
              </a:solidFill>
              <a:latin typeface="+mn-lt"/>
              <a:ea typeface="+mn-ea"/>
            </a:endParaRPr>
          </a:p>
          <a:p>
            <a:pPr indent="636905"/>
            <a:endParaRPr lang="zh-CN" altLang="en-US" sz="2000" b="1" dirty="0">
              <a:solidFill>
                <a:schemeClr val="accent1">
                  <a:hueOff val="10800000"/>
                </a:schemeClr>
              </a:solidFill>
              <a:latin typeface="+mn-lt"/>
              <a:ea typeface="+mn-ea"/>
            </a:endParaRPr>
          </a:p>
        </p:txBody>
      </p:sp>
      <p:pic>
        <p:nvPicPr>
          <p:cNvPr id="77829" name="图片 77828" descr="0204"/>
          <p:cNvPicPr>
            <a:picLocks noChangeAspect="1"/>
          </p:cNvPicPr>
          <p:nvPr>
            <p:custDataLst>
              <p:tags r:id="rId4"/>
            </p:custDataLst>
          </p:nvPr>
        </p:nvPicPr>
        <p:blipFill>
          <a:blip r:embed="rId5"/>
          <a:stretch>
            <a:fillRect/>
          </a:stretch>
        </p:blipFill>
        <p:spPr>
          <a:xfrm>
            <a:off x="4038600" y="1600200"/>
            <a:ext cx="4495800" cy="3840163"/>
          </a:xfrm>
          <a:prstGeom prst="rect">
            <a:avLst/>
          </a:prstGeom>
          <a:noFill/>
          <a:ln w="38100" cap="flat" cmpd="sng">
            <a:solidFill>
              <a:schemeClr val="accent1"/>
            </a:solidFill>
            <a:prstDash val="solid"/>
            <a:miter/>
            <a:headEnd type="none" w="med" len="med"/>
            <a:tailEnd type="none" w="med" len="med"/>
          </a:ln>
        </p:spPr>
      </p:pic>
      <p:sp>
        <p:nvSpPr>
          <p:cNvPr id="27652" name="标题 2"/>
          <p:cNvSpPr>
            <a:spLocks noGrp="1"/>
          </p:cNvSpPr>
          <p:nvPr>
            <p:ph type="title"/>
            <p:custDataLst>
              <p:tags r:id="rId6"/>
            </p:custDataLst>
          </p:nvPr>
        </p:nvSpPr>
        <p:spPr>
          <a:xfrm>
            <a:off x="381000" y="2287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Effect transition="in" filter="randombar(horizontal)">
                                      <p:cBhvr>
                                        <p:cTn id="7" dur="500"/>
                                        <p:tgtEl>
                                          <p:spTgt spid="778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7829"/>
                                        </p:tgtEl>
                                        <p:attrNameLst>
                                          <p:attrName>style.visibility</p:attrName>
                                        </p:attrNameLst>
                                      </p:cBhvr>
                                      <p:to>
                                        <p:strVal val="visible"/>
                                      </p:to>
                                    </p:set>
                                    <p:animEffect transition="in" filter="randombar(horizontal)">
                                      <p:cBhvr>
                                        <p:cTn id="12" dur="500"/>
                                        <p:tgtEl>
                                          <p:spTgt spid="77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02402" name="文本框 102401"/>
          <p:cNvSpPr txBox="1"/>
          <p:nvPr>
            <p:custDataLst>
              <p:tags r:id="rId2"/>
            </p:custDataLst>
          </p:nvPr>
        </p:nvSpPr>
        <p:spPr>
          <a:xfrm>
            <a:off x="628650" y="1295400"/>
            <a:ext cx="7886700" cy="3609975"/>
          </a:xfrm>
          <a:prstGeom prst="rect">
            <a:avLst/>
          </a:prstGeom>
          <a:noFill/>
          <a:ln w="9525">
            <a:noFill/>
          </a:ln>
        </p:spPr>
        <p:txBody>
          <a:bodyPr wrap="square">
            <a:normAutofit fontScale="70000"/>
          </a:bodyPr>
          <a:p>
            <a:pPr indent="636905"/>
            <a:r>
              <a:rPr lang="zh-CN" altLang="en-US" sz="2800" b="1" noProof="1" dirty="0">
                <a:solidFill>
                  <a:schemeClr val="tx1"/>
                </a:solidFill>
                <a:latin typeface="+mn-lt"/>
                <a:ea typeface="+mn-ea"/>
                <a:cs typeface="+mn-cs"/>
              </a:rPr>
              <a:t>假如有一线性表</a:t>
            </a:r>
            <a:r>
              <a:rPr lang="en-US" altLang="zh-CN" sz="2800" b="1" noProof="1" dirty="0">
                <a:solidFill>
                  <a:schemeClr val="tx1"/>
                </a:solidFill>
                <a:latin typeface="+mn-lt"/>
                <a:ea typeface="+mn-ea"/>
                <a:cs typeface="+mn-cs"/>
              </a:rPr>
              <a:t>: (1,2,3,4,5,6,7,8)    </a:t>
            </a:r>
            <a:r>
              <a:rPr lang="zh-CN" altLang="en-US" sz="2800" b="1" noProof="1" dirty="0">
                <a:solidFill>
                  <a:schemeClr val="tx1"/>
                </a:solidFill>
                <a:latin typeface="+mn-lt"/>
                <a:ea typeface="+mn-ea"/>
                <a:cs typeface="+mn-cs"/>
              </a:rPr>
              <a:t>表长</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=8</a:t>
            </a:r>
            <a:endParaRPr lang="en-US" altLang="zh-CN" sz="2800" b="1" noProof="1">
              <a:solidFill>
                <a:schemeClr val="tx1"/>
              </a:solidFill>
              <a:latin typeface="+mn-lt"/>
              <a:ea typeface="+mn-ea"/>
            </a:endParaRPr>
          </a:p>
          <a:p>
            <a:pPr indent="636905"/>
            <a:r>
              <a:rPr lang="zh-CN" altLang="en-US" sz="2800" b="1" noProof="1" dirty="0">
                <a:solidFill>
                  <a:schemeClr val="tx1"/>
                </a:solidFill>
                <a:latin typeface="+mn-lt"/>
                <a:ea typeface="+mn-ea"/>
                <a:cs typeface="+mn-cs"/>
              </a:rPr>
              <a:t>删除第</a:t>
            </a:r>
            <a:r>
              <a:rPr lang="en-US" altLang="zh-CN" sz="2800" b="1" noProof="1" dirty="0">
                <a:solidFill>
                  <a:schemeClr val="tx1"/>
                </a:solidFill>
                <a:latin typeface="+mn-lt"/>
                <a:ea typeface="+mn-ea"/>
                <a:cs typeface="+mn-cs"/>
              </a:rPr>
              <a:t>4</a:t>
            </a:r>
            <a:r>
              <a:rPr lang="zh-CN" altLang="en-US" sz="2800" b="1" noProof="1" dirty="0">
                <a:solidFill>
                  <a:schemeClr val="tx1"/>
                </a:solidFill>
                <a:latin typeface="+mn-lt"/>
                <a:ea typeface="+mn-ea"/>
                <a:cs typeface="+mn-cs"/>
              </a:rPr>
              <a:t>个元素</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即</a:t>
            </a:r>
            <a:r>
              <a:rPr lang="en-US" altLang="zh-CN" sz="2800" b="1" noProof="1" dirty="0">
                <a:solidFill>
                  <a:schemeClr val="tx1"/>
                </a:solidFill>
                <a:latin typeface="+mn-lt"/>
                <a:ea typeface="+mn-ea"/>
                <a:cs typeface="+mn-cs"/>
              </a:rPr>
              <a:t>(1,2, 3, 5,6,7,8)     </a:t>
            </a:r>
            <a:r>
              <a:rPr lang="zh-CN" altLang="en-US" sz="2800" b="1" noProof="1" dirty="0">
                <a:solidFill>
                  <a:schemeClr val="tx1"/>
                </a:solidFill>
                <a:latin typeface="+mn-lt"/>
                <a:ea typeface="+mn-ea"/>
                <a:cs typeface="+mn-cs"/>
              </a:rPr>
              <a:t>表长</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=7</a:t>
            </a:r>
            <a:endParaRPr lang="en-US" altLang="zh-CN" sz="2800" b="1" noProof="1">
              <a:solidFill>
                <a:schemeClr val="tx1"/>
              </a:solidFill>
              <a:latin typeface="+mn-lt"/>
              <a:ea typeface="+mn-ea"/>
            </a:endParaRPr>
          </a:p>
          <a:p>
            <a:pPr indent="636905"/>
            <a:endParaRPr lang="en-US" altLang="zh-CN" sz="2800" b="1" noProof="1">
              <a:solidFill>
                <a:schemeClr val="tx1"/>
              </a:solidFill>
              <a:latin typeface="+mn-lt"/>
              <a:ea typeface="+mn-ea"/>
            </a:endParaRPr>
          </a:p>
          <a:p>
            <a:pPr indent="636905"/>
            <a:r>
              <a:rPr lang="zh-CN" altLang="en-US" sz="2800" b="1" noProof="1" dirty="0">
                <a:solidFill>
                  <a:schemeClr val="tx1"/>
                </a:solidFill>
                <a:latin typeface="+mn-lt"/>
                <a:ea typeface="+mn-ea"/>
                <a:cs typeface="+mn-cs"/>
              </a:rPr>
              <a:t>程序</a:t>
            </a:r>
            <a:r>
              <a:rPr lang="en-US" altLang="zh-CN" sz="2800" b="1" noProof="1" dirty="0">
                <a:solidFill>
                  <a:schemeClr val="tx1"/>
                </a:solidFill>
                <a:latin typeface="+mn-lt"/>
                <a:ea typeface="+mn-ea"/>
                <a:cs typeface="+mn-cs"/>
              </a:rPr>
              <a:t>2-1:</a:t>
            </a:r>
            <a:endParaRPr lang="en-US" altLang="zh-CN" sz="2800" b="1" noProof="1" dirty="0">
              <a:solidFill>
                <a:schemeClr val="tx1"/>
              </a:solidFill>
              <a:latin typeface="+mn-lt"/>
              <a:ea typeface="+mn-ea"/>
            </a:endParaRPr>
          </a:p>
          <a:p>
            <a:pPr indent="636905"/>
            <a:r>
              <a:rPr lang="en-US" altLang="zh-CN" sz="2800" b="1" noProof="1">
                <a:solidFill>
                  <a:schemeClr val="tx1"/>
                </a:solidFill>
                <a:latin typeface="+mn-lt"/>
                <a:ea typeface="+mn-ea"/>
                <a:cs typeface="+mn-cs"/>
              </a:rPr>
              <a:t>#include &lt;</a:t>
            </a:r>
            <a:r>
              <a:rPr lang="en-US" altLang="zh-CN" sz="2800" b="1" noProof="1" err="1">
                <a:solidFill>
                  <a:schemeClr val="tx1"/>
                </a:solidFill>
                <a:latin typeface="+mn-lt"/>
                <a:ea typeface="+mn-ea"/>
                <a:cs typeface="+mn-cs"/>
              </a:rPr>
              <a:t>stdio</a:t>
            </a:r>
            <a:r>
              <a:rPr lang="en-US" altLang="zh-CN" sz="2800" b="1" noProof="1">
                <a:solidFill>
                  <a:schemeClr val="tx1"/>
                </a:solidFill>
                <a:latin typeface="+mn-lt"/>
                <a:ea typeface="+mn-ea"/>
                <a:cs typeface="+mn-cs"/>
              </a:rPr>
              <a:t>.h&gt;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#define MAXLEN 100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typedef </a:t>
            </a:r>
            <a:r>
              <a:rPr lang="en-US" altLang="zh-CN" sz="2800" b="1" noProof="1" err="1">
                <a:solidFill>
                  <a:schemeClr val="tx1"/>
                </a:solidFill>
                <a:latin typeface="+mn-lt"/>
                <a:ea typeface="+mn-ea"/>
                <a:cs typeface="+mn-cs"/>
              </a:rPr>
              <a:t>int elementtype</a:t>
            </a:r>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typedef </a:t>
            </a:r>
            <a:r>
              <a:rPr lang="en-US" altLang="zh-CN" sz="2800" b="1" noProof="1" err="1">
                <a:solidFill>
                  <a:schemeClr val="tx1"/>
                </a:solidFill>
                <a:latin typeface="+mn-lt"/>
                <a:ea typeface="+mn-ea"/>
                <a:cs typeface="+mn-cs"/>
              </a:rPr>
              <a:t>struct                   </a:t>
            </a:r>
            <a:r>
              <a:rPr lang="en-US" altLang="zh-CN" sz="2800" b="1" noProof="1">
                <a:solidFill>
                  <a:schemeClr val="tx1"/>
                </a:solidFill>
                <a:latin typeface="+mn-lt"/>
                <a:ea typeface="+mn-ea"/>
                <a:cs typeface="+mn-cs"/>
              </a:rPr>
              <a:t>/*</a:t>
            </a:r>
            <a:r>
              <a:rPr lang="zh-CN" altLang="en-US" sz="2800" b="1" noProof="1" dirty="0">
                <a:solidFill>
                  <a:schemeClr val="tx1"/>
                </a:solidFill>
                <a:latin typeface="+mn-lt"/>
                <a:ea typeface="+mn-ea"/>
                <a:cs typeface="+mn-cs"/>
              </a:rPr>
              <a:t>定义线性表</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elementtype</a:t>
            </a:r>
            <a:r>
              <a:rPr lang="en-US" altLang="zh-CN" sz="2800" b="1" noProof="1">
                <a:solidFill>
                  <a:schemeClr val="tx1"/>
                </a:solidFill>
                <a:latin typeface="+mn-lt"/>
                <a:ea typeface="+mn-ea"/>
                <a:cs typeface="+mn-cs"/>
              </a:rPr>
              <a:t> s[MAXLEN]; /*</a:t>
            </a:r>
            <a:r>
              <a:rPr lang="zh-CN" altLang="en-US" sz="2800" b="1" noProof="1" dirty="0">
                <a:solidFill>
                  <a:schemeClr val="tx1"/>
                </a:solidFill>
                <a:latin typeface="+mn-lt"/>
                <a:ea typeface="+mn-ea"/>
                <a:cs typeface="+mn-cs"/>
              </a:rPr>
              <a:t>定义线性表中元素</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int len</a:t>
            </a:r>
            <a:r>
              <a:rPr lang="en-US" altLang="zh-CN" sz="2800" b="1" noProof="1">
                <a:solidFill>
                  <a:schemeClr val="tx1"/>
                </a:solidFill>
                <a:latin typeface="+mn-lt"/>
                <a:ea typeface="+mn-ea"/>
                <a:cs typeface="+mn-cs"/>
              </a:rPr>
              <a:t>;                 </a:t>
            </a: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定义线性表的表长</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a:t>
            </a:r>
            <a:r>
              <a:rPr lang="en-US" altLang="zh-CN" sz="2800" b="1" noProof="1">
                <a:solidFill>
                  <a:schemeClr val="tx1"/>
                </a:solidFill>
                <a:latin typeface="+mn-lt"/>
                <a:ea typeface="+mn-ea"/>
                <a:cs typeface="+mn-cs"/>
              </a:rPr>
              <a:t>SqList;</a:t>
            </a:r>
            <a:endParaRPr lang="en-US" altLang="zh-CN" sz="2800" b="1" noProof="1">
              <a:solidFill>
                <a:schemeClr val="tx1"/>
              </a:solidFill>
              <a:latin typeface="+mn-lt"/>
              <a:ea typeface="+mn-ea"/>
              <a:cs typeface="+mn-cs"/>
            </a:endParaRPr>
          </a:p>
        </p:txBody>
      </p:sp>
      <p:sp>
        <p:nvSpPr>
          <p:cNvPr id="28674" name="标题 2"/>
          <p:cNvSpPr>
            <a:spLocks noGrp="1"/>
          </p:cNvSpPr>
          <p:nvPr>
            <p:ph type="title"/>
            <p:custDataLst>
              <p:tags r:id="rId3"/>
            </p:custDataLst>
          </p:nvPr>
        </p:nvSpPr>
        <p:spPr>
          <a:xfrm>
            <a:off x="228600" y="2287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76802" name="文本框 76801"/>
          <p:cNvSpPr txBox="1"/>
          <p:nvPr>
            <p:custDataLst>
              <p:tags r:id="rId2"/>
            </p:custDataLst>
          </p:nvPr>
        </p:nvSpPr>
        <p:spPr>
          <a:xfrm>
            <a:off x="533400" y="1371600"/>
            <a:ext cx="7886700" cy="3609975"/>
          </a:xfrm>
          <a:prstGeom prst="rect">
            <a:avLst/>
          </a:prstGeom>
          <a:noFill/>
          <a:ln w="9525">
            <a:noFill/>
          </a:ln>
        </p:spPr>
        <p:txBody>
          <a:bodyPr wrap="square">
            <a:normAutofit fontScale="60000"/>
          </a:bodyPr>
          <a:p>
            <a:pPr indent="636905"/>
            <a:r>
              <a:rPr lang="en-US" altLang="zh-CN" sz="2800" b="1" noProof="1" err="1">
                <a:solidFill>
                  <a:schemeClr val="tx1"/>
                </a:solidFill>
                <a:latin typeface="+mn-lt"/>
                <a:ea typeface="+mn-ea"/>
                <a:cs typeface="+mn-cs"/>
              </a:rPr>
              <a:t>int delsqlist</a:t>
            </a:r>
            <a:r>
              <a:rPr lang="en-US" altLang="zh-CN" sz="2800" b="1" noProof="1">
                <a:solidFill>
                  <a:schemeClr val="tx1"/>
                </a:solidFill>
                <a:latin typeface="+mn-lt"/>
                <a:ea typeface="+mn-ea"/>
                <a:cs typeface="+mn-cs"/>
              </a:rPr>
              <a:t>(</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i,SqList *</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j;</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if((i&lt;1)||(i&gt;</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  /*i</a:t>
            </a:r>
            <a:r>
              <a:rPr lang="zh-CN" altLang="en-US" sz="2800" b="1" noProof="1" dirty="0">
                <a:solidFill>
                  <a:schemeClr val="tx1"/>
                </a:solidFill>
                <a:latin typeface="+mn-lt"/>
                <a:ea typeface="+mn-ea"/>
                <a:cs typeface="+mn-cs"/>
              </a:rPr>
              <a:t>值非法，返回值为</a:t>
            </a:r>
            <a:r>
              <a:rPr lang="en-US" altLang="zh-CN" sz="2800" b="1" noProof="1" dirty="0">
                <a:solidFill>
                  <a:schemeClr val="tx1"/>
                </a:solidFill>
                <a:latin typeface="+mn-lt"/>
                <a:ea typeface="+mn-ea"/>
                <a:cs typeface="+mn-cs"/>
              </a:rPr>
              <a:t>0*/</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return(0);</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else</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   for(j=i+1;j&lt;=</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;j++)</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sql</a:t>
            </a:r>
            <a:r>
              <a:rPr lang="en-US" altLang="zh-CN" sz="2800" b="1" noProof="1">
                <a:solidFill>
                  <a:schemeClr val="tx1"/>
                </a:solidFill>
                <a:latin typeface="+mn-lt"/>
                <a:ea typeface="+mn-ea"/>
                <a:cs typeface="+mn-cs"/>
              </a:rPr>
              <a:t>-&gt;s[j-1]=</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-&gt;s[j];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向前移动数据，覆盖前一数据</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sql</a:t>
            </a:r>
            <a:r>
              <a:rPr lang="en-US" altLang="zh-CN" sz="2800" b="1" noProof="1">
                <a:solidFill>
                  <a:schemeClr val="tx1"/>
                </a:solidFill>
                <a:latin typeface="+mn-lt"/>
                <a:ea typeface="+mn-ea"/>
                <a:cs typeface="+mn-cs"/>
              </a:rPr>
              <a:t>-&gt;</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表长度减</a:t>
            </a:r>
            <a:r>
              <a:rPr lang="en-US" altLang="zh-CN" sz="2800" b="1" noProof="1" dirty="0">
                <a:solidFill>
                  <a:schemeClr val="tx1"/>
                </a:solidFill>
                <a:latin typeface="+mn-lt"/>
                <a:ea typeface="+mn-ea"/>
                <a:cs typeface="+mn-cs"/>
              </a:rPr>
              <a:t>1*/</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return(1);		/*</a:t>
            </a:r>
            <a:r>
              <a:rPr lang="zh-CN" altLang="en-US" sz="2800" b="1" noProof="1" dirty="0">
                <a:solidFill>
                  <a:schemeClr val="tx1"/>
                </a:solidFill>
                <a:latin typeface="+mn-lt"/>
                <a:ea typeface="+mn-ea"/>
                <a:cs typeface="+mn-cs"/>
              </a:rPr>
              <a:t>删除成功，返回值为</a:t>
            </a:r>
            <a:r>
              <a:rPr lang="en-US" altLang="zh-CN" sz="2800" b="1" noProof="1" dirty="0">
                <a:solidFill>
                  <a:schemeClr val="tx1"/>
                </a:solidFill>
                <a:latin typeface="+mn-lt"/>
                <a:ea typeface="+mn-ea"/>
                <a:cs typeface="+mn-cs"/>
              </a:rPr>
              <a:t>1*/</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cs typeface="+mn-cs"/>
            </a:endParaRPr>
          </a:p>
        </p:txBody>
      </p:sp>
      <p:sp>
        <p:nvSpPr>
          <p:cNvPr id="29698" name="标题 2"/>
          <p:cNvSpPr>
            <a:spLocks noGrp="1"/>
          </p:cNvSpPr>
          <p:nvPr>
            <p:ph type="title"/>
            <p:custDataLst>
              <p:tags r:id="rId3"/>
            </p:custDataLst>
          </p:nvPr>
        </p:nvSpPr>
        <p:spPr>
          <a:xfrm>
            <a:off x="320040" y="1525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03426" name="文本框 103425"/>
          <p:cNvSpPr txBox="1"/>
          <p:nvPr>
            <p:custDataLst>
              <p:tags r:id="rId2"/>
            </p:custDataLst>
          </p:nvPr>
        </p:nvSpPr>
        <p:spPr>
          <a:xfrm>
            <a:off x="685800" y="1371600"/>
            <a:ext cx="7886700" cy="3609975"/>
          </a:xfrm>
          <a:prstGeom prst="rect">
            <a:avLst/>
          </a:prstGeom>
          <a:noFill/>
          <a:ln w="9525">
            <a:noFill/>
          </a:ln>
        </p:spPr>
        <p:txBody>
          <a:bodyPr wrap="square">
            <a:normAutofit fontScale="60000"/>
          </a:bodyPr>
          <a:p>
            <a:pPr indent="636905"/>
            <a:r>
              <a:rPr lang="en-US" altLang="zh-CN" sz="2800" b="1" noProof="1">
                <a:solidFill>
                  <a:schemeClr val="tx1"/>
                </a:solidFill>
                <a:latin typeface="+mn-lt"/>
                <a:ea typeface="+mn-ea"/>
                <a:cs typeface="+mn-cs"/>
              </a:rPr>
              <a:t>main()                                    /*</a:t>
            </a:r>
            <a:r>
              <a:rPr lang="zh-CN" altLang="en-US" sz="2800" b="1" noProof="1" dirty="0">
                <a:solidFill>
                  <a:schemeClr val="tx1"/>
                </a:solidFill>
                <a:latin typeface="+mn-lt"/>
                <a:ea typeface="+mn-ea"/>
                <a:cs typeface="+mn-cs"/>
              </a:rPr>
              <a:t>主程序</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b=4,c,k; </a:t>
            </a: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elementtype</a:t>
            </a:r>
            <a:r>
              <a:rPr lang="en-US" altLang="zh-CN" sz="2800" b="1" noProof="1">
                <a:solidFill>
                  <a:schemeClr val="tx1"/>
                </a:solidFill>
                <a:latin typeface="+mn-lt"/>
                <a:ea typeface="+mn-ea"/>
                <a:cs typeface="+mn-cs"/>
              </a:rPr>
              <a:t> d=9;</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SqList a={0,1,2,3,4,5,6,7,8};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赋线性表各元素初值，</a:t>
            </a:r>
            <a:r>
              <a:rPr lang="en-US" altLang="zh-CN" sz="2800" b="1" noProof="1">
                <a:solidFill>
                  <a:schemeClr val="tx1"/>
                </a:solidFill>
                <a:latin typeface="+mn-lt"/>
                <a:ea typeface="+mn-ea"/>
                <a:cs typeface="+mn-cs"/>
              </a:rPr>
              <a:t>a.s[0]</a:t>
            </a:r>
            <a:r>
              <a:rPr lang="zh-CN" altLang="en-US" sz="2800" b="1" noProof="1" dirty="0">
                <a:solidFill>
                  <a:schemeClr val="tx1"/>
                </a:solidFill>
                <a:latin typeface="+mn-lt"/>
                <a:ea typeface="+mn-ea"/>
                <a:cs typeface="+mn-cs"/>
              </a:rPr>
              <a:t>闲置不用</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a.</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=8;                              /*</a:t>
            </a:r>
            <a:r>
              <a:rPr lang="zh-CN" altLang="en-US" sz="2800" b="1" noProof="1" dirty="0">
                <a:solidFill>
                  <a:schemeClr val="tx1"/>
                </a:solidFill>
                <a:latin typeface="+mn-lt"/>
                <a:ea typeface="+mn-ea"/>
                <a:cs typeface="+mn-cs"/>
              </a:rPr>
              <a:t>赋线性表长度值</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for(k=1;k&lt;=a.</a:t>
            </a:r>
            <a:r>
              <a:rPr lang="en-US" altLang="zh-CN" sz="2800" b="1" noProof="1" err="1">
                <a:solidFill>
                  <a:schemeClr val="tx1"/>
                </a:solidFill>
                <a:latin typeface="+mn-lt"/>
                <a:ea typeface="+mn-ea"/>
                <a:cs typeface="+mn-cs"/>
              </a:rPr>
              <a:t>len</a:t>
            </a:r>
            <a:r>
              <a:rPr lang="en-US" altLang="zh-CN" sz="2800" b="1" noProof="1">
                <a:solidFill>
                  <a:schemeClr val="tx1"/>
                </a:solidFill>
                <a:latin typeface="+mn-lt"/>
                <a:ea typeface="+mn-ea"/>
                <a:cs typeface="+mn-cs"/>
              </a:rPr>
              <a:t>;k++)</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printf</a:t>
            </a:r>
            <a:r>
              <a:rPr lang="en-US" altLang="zh-CN" sz="2800" b="1" noProof="1">
                <a:solidFill>
                  <a:schemeClr val="tx1"/>
                </a:solidFill>
                <a:latin typeface="+mn-lt"/>
                <a:ea typeface="+mn-ea"/>
                <a:cs typeface="+mn-cs"/>
              </a:rPr>
              <a:t>("%3d",a.s[k]);   /*</a:t>
            </a:r>
            <a:r>
              <a:rPr lang="zh-CN" altLang="en-US" sz="2800" b="1" noProof="1" dirty="0">
                <a:solidFill>
                  <a:schemeClr val="tx1"/>
                </a:solidFill>
                <a:latin typeface="+mn-lt"/>
                <a:ea typeface="+mn-ea"/>
                <a:cs typeface="+mn-cs"/>
              </a:rPr>
              <a:t>输出插入前结果</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printf</a:t>
            </a:r>
            <a:r>
              <a:rPr lang="en-US" altLang="zh-CN" sz="2800" b="1" noProof="1">
                <a:solidFill>
                  <a:schemeClr val="tx1"/>
                </a:solidFill>
                <a:latin typeface="+mn-lt"/>
                <a:ea typeface="+mn-ea"/>
                <a:cs typeface="+mn-cs"/>
              </a:rPr>
              <a:t>("\n");</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c=</a:t>
            </a:r>
            <a:r>
              <a:rPr lang="en-US" altLang="zh-CN" sz="2800" b="1" noProof="1" err="1">
                <a:solidFill>
                  <a:schemeClr val="tx1"/>
                </a:solidFill>
                <a:latin typeface="+mn-lt"/>
                <a:ea typeface="+mn-ea"/>
                <a:cs typeface="+mn-cs"/>
              </a:rPr>
              <a:t>delsqlist</a:t>
            </a:r>
            <a:r>
              <a:rPr lang="en-US" altLang="zh-CN" sz="2800" b="1" noProof="1">
                <a:solidFill>
                  <a:schemeClr val="tx1"/>
                </a:solidFill>
                <a:latin typeface="+mn-lt"/>
                <a:ea typeface="+mn-ea"/>
                <a:cs typeface="+mn-cs"/>
              </a:rPr>
              <a:t>(b,&amp;a);     /*</a:t>
            </a:r>
            <a:r>
              <a:rPr lang="zh-CN" altLang="en-US" sz="2800" b="1" noProof="1" dirty="0">
                <a:solidFill>
                  <a:schemeClr val="tx1"/>
                </a:solidFill>
                <a:latin typeface="+mn-lt"/>
                <a:ea typeface="+mn-ea"/>
                <a:cs typeface="+mn-cs"/>
              </a:rPr>
              <a:t>调用插入函数</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a:solidFill>
                  <a:schemeClr val="tx1"/>
                </a:solidFill>
                <a:latin typeface="+mn-lt"/>
                <a:ea typeface="+mn-ea"/>
                <a:cs typeface="+mn-cs"/>
              </a:rPr>
              <a:t>  if(c==0)</a:t>
            </a:r>
            <a:r>
              <a:rPr lang="en-US" altLang="zh-CN" sz="2800" b="1" noProof="1" err="1">
                <a:solidFill>
                  <a:schemeClr val="tx1"/>
                </a:solidFill>
                <a:latin typeface="+mn-lt"/>
                <a:ea typeface="+mn-ea"/>
                <a:cs typeface="+mn-cs"/>
              </a:rPr>
              <a:t>       </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printf</a:t>
            </a:r>
            <a:r>
              <a:rPr lang="en-US" altLang="zh-CN" sz="2800" b="1" noProof="1">
                <a:solidFill>
                  <a:schemeClr val="tx1"/>
                </a:solidFill>
                <a:latin typeface="+mn-lt"/>
                <a:ea typeface="+mn-ea"/>
                <a:cs typeface="+mn-cs"/>
              </a:rPr>
              <a:t>("error");</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cs typeface="+mn-cs"/>
            </a:endParaRPr>
          </a:p>
        </p:txBody>
      </p:sp>
      <p:sp>
        <p:nvSpPr>
          <p:cNvPr id="30722" name="标题 2"/>
          <p:cNvSpPr>
            <a:spLocks noGrp="1"/>
          </p:cNvSpPr>
          <p:nvPr>
            <p:ph type="title"/>
            <p:custDataLst>
              <p:tags r:id="rId3"/>
            </p:custDataLst>
          </p:nvPr>
        </p:nvSpPr>
        <p:spPr>
          <a:xfrm>
            <a:off x="381000" y="3049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31745" name="文本框 104449"/>
          <p:cNvSpPr txBox="1"/>
          <p:nvPr>
            <p:custDataLst>
              <p:tags r:id="rId2"/>
            </p:custDataLst>
          </p:nvPr>
        </p:nvSpPr>
        <p:spPr>
          <a:xfrm>
            <a:off x="0" y="914400"/>
            <a:ext cx="8686800" cy="2676525"/>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else</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{for(k=1;k&lt;=a.</a:t>
            </a:r>
            <a:r>
              <a:rPr lang="en-US" altLang="zh-CN" sz="2000" b="1" err="1">
                <a:solidFill>
                  <a:schemeClr val="tx1"/>
                </a:solidFill>
                <a:latin typeface="+mn-lt"/>
                <a:ea typeface="+mn-ea"/>
              </a:rPr>
              <a:t>len</a:t>
            </a:r>
            <a:r>
              <a:rPr lang="en-US" altLang="zh-CN" sz="2000" b="1">
                <a:solidFill>
                  <a:schemeClr val="tx1"/>
                </a:solidFill>
                <a:latin typeface="+mn-lt"/>
                <a:ea typeface="+mn-ea"/>
              </a:rPr>
              <a:t>;k++)</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printf</a:t>
            </a:r>
            <a:r>
              <a:rPr lang="en-US" altLang="zh-CN" sz="2000" b="1">
                <a:solidFill>
                  <a:schemeClr val="tx1"/>
                </a:solidFill>
                <a:latin typeface="+mn-lt"/>
                <a:ea typeface="+mn-ea"/>
              </a:rPr>
              <a:t>("%3d",a.s[k]);     /*</a:t>
            </a:r>
            <a:r>
              <a:rPr lang="zh-CN" altLang="en-US" sz="2000" b="1" dirty="0">
                <a:solidFill>
                  <a:schemeClr val="tx1"/>
                </a:solidFill>
                <a:latin typeface="+mn-lt"/>
                <a:ea typeface="+mn-ea"/>
              </a:rPr>
              <a:t>输出插入后结果</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printf</a:t>
            </a:r>
            <a:r>
              <a:rPr lang="en-US" altLang="zh-CN" sz="2000" b="1">
                <a:solidFill>
                  <a:schemeClr val="tx1"/>
                </a:solidFill>
                <a:latin typeface="+mn-lt"/>
                <a:ea typeface="+mn-ea"/>
              </a:rPr>
              <a:t>("\n");</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31746" name="文本框 104451"/>
          <p:cNvSpPr txBox="1"/>
          <p:nvPr>
            <p:custDataLst>
              <p:tags r:id="rId3"/>
            </p:custDataLst>
          </p:nvPr>
        </p:nvSpPr>
        <p:spPr>
          <a:xfrm>
            <a:off x="838200" y="3429000"/>
            <a:ext cx="7451725" cy="1630045"/>
          </a:xfrm>
          <a:prstGeom prst="rect">
            <a:avLst/>
          </a:prstGeom>
          <a:noFill/>
          <a:ln w="9525">
            <a:noFill/>
          </a:ln>
        </p:spPr>
        <p:txBody>
          <a:bodyPr wrap="square" anchor="t" anchorCtr="0">
            <a:spAutoFit/>
          </a:bodyPr>
          <a:p>
            <a:pPr indent="636905"/>
            <a:r>
              <a:rPr lang="zh-CN" altLang="en-US" sz="2000" b="1" dirty="0">
                <a:solidFill>
                  <a:schemeClr val="tx1"/>
                </a:solidFill>
                <a:latin typeface="+mn-lt"/>
                <a:ea typeface="+mn-ea"/>
              </a:rPr>
              <a:t>不足之处：对于顺序表而言</a:t>
            </a:r>
            <a:r>
              <a:rPr lang="en-US" altLang="zh-CN" sz="2000" b="1" dirty="0">
                <a:solidFill>
                  <a:schemeClr val="tx1"/>
                </a:solidFill>
                <a:latin typeface="+mn-lt"/>
                <a:ea typeface="+mn-ea"/>
              </a:rPr>
              <a:t>,</a:t>
            </a:r>
            <a:r>
              <a:rPr lang="zh-CN" altLang="en-US" sz="2000" b="1" dirty="0">
                <a:solidFill>
                  <a:schemeClr val="tx1"/>
                </a:solidFill>
                <a:latin typeface="+mn-lt"/>
                <a:ea typeface="+mn-ea"/>
              </a:rPr>
              <a:t>其插入和删除时都需要移动大量元素</a:t>
            </a:r>
            <a:r>
              <a:rPr lang="en-US" altLang="zh-CN" sz="2000" b="1" dirty="0">
                <a:solidFill>
                  <a:schemeClr val="tx1"/>
                </a:solidFill>
                <a:latin typeface="+mn-lt"/>
                <a:ea typeface="+mn-ea"/>
              </a:rPr>
              <a:t>,</a:t>
            </a:r>
            <a:r>
              <a:rPr lang="zh-CN" altLang="en-US" sz="2000" b="1" dirty="0">
                <a:solidFill>
                  <a:schemeClr val="tx1"/>
                </a:solidFill>
                <a:latin typeface="+mn-lt"/>
                <a:ea typeface="+mn-ea"/>
              </a:rPr>
              <a:t>所以耗时较多</a:t>
            </a:r>
            <a:r>
              <a:rPr lang="en-US" altLang="zh-CN" sz="2000" b="1" dirty="0">
                <a:solidFill>
                  <a:schemeClr val="tx1"/>
                </a:solidFill>
                <a:latin typeface="+mn-lt"/>
                <a:ea typeface="+mn-ea"/>
              </a:rPr>
              <a:t>,</a:t>
            </a:r>
            <a:r>
              <a:rPr lang="zh-CN" altLang="en-US" sz="2000" b="1" dirty="0">
                <a:solidFill>
                  <a:schemeClr val="tx1"/>
                </a:solidFill>
                <a:latin typeface="+mn-lt"/>
                <a:ea typeface="+mn-ea"/>
              </a:rPr>
              <a:t>时间复杂度为</a:t>
            </a:r>
            <a:r>
              <a:rPr lang="en-US" altLang="zh-CN" sz="2000" b="1">
                <a:solidFill>
                  <a:schemeClr val="tx1"/>
                </a:solidFill>
                <a:latin typeface="+mn-lt"/>
                <a:ea typeface="+mn-ea"/>
              </a:rPr>
              <a:t>O(n)</a:t>
            </a:r>
            <a:r>
              <a:rPr lang="zh-CN" altLang="en-US" sz="2000" b="1">
                <a:solidFill>
                  <a:schemeClr val="tx1"/>
                </a:solidFill>
                <a:latin typeface="+mn-lt"/>
                <a:ea typeface="+mn-ea"/>
              </a:rPr>
              <a:t>。</a:t>
            </a:r>
            <a:r>
              <a:rPr lang="zh-CN" altLang="en-US" sz="2000" b="1" dirty="0">
                <a:solidFill>
                  <a:schemeClr val="tx1"/>
                </a:solidFill>
                <a:latin typeface="+mn-lt"/>
                <a:ea typeface="+mn-ea"/>
              </a:rPr>
              <a:t>另外因其使用数组来存放各个数据元素</a:t>
            </a:r>
            <a:r>
              <a:rPr lang="en-US" altLang="zh-CN" sz="2000" b="1" dirty="0">
                <a:solidFill>
                  <a:schemeClr val="tx1"/>
                </a:solidFill>
                <a:latin typeface="+mn-lt"/>
                <a:ea typeface="+mn-ea"/>
              </a:rPr>
              <a:t>,</a:t>
            </a:r>
            <a:r>
              <a:rPr lang="zh-CN" altLang="en-US" sz="2000" b="1" dirty="0">
                <a:solidFill>
                  <a:schemeClr val="tx1"/>
                </a:solidFill>
                <a:latin typeface="+mn-lt"/>
                <a:ea typeface="+mn-ea"/>
              </a:rPr>
              <a:t>有可能造成一部分存储空间的浪费或数据溢出。这是由于顺序表存储结构决定的，即逻辑上相邻的数据元素在存放时物理位置也相邻。</a:t>
            </a:r>
            <a:endParaRPr lang="zh-CN" altLang="en-US" sz="2000" b="1" dirty="0">
              <a:solidFill>
                <a:schemeClr val="tx1"/>
              </a:solidFill>
              <a:latin typeface="+mn-lt"/>
              <a:ea typeface="+mn-ea"/>
            </a:endParaRPr>
          </a:p>
        </p:txBody>
      </p:sp>
      <p:sp>
        <p:nvSpPr>
          <p:cNvPr id="104453" name="矩形 104452"/>
          <p:cNvSpPr/>
          <p:nvPr>
            <p:custDataLst>
              <p:tags r:id="rId4"/>
            </p:custDataLst>
          </p:nvPr>
        </p:nvSpPr>
        <p:spPr>
          <a:xfrm>
            <a:off x="1295400" y="2819400"/>
            <a:ext cx="4465638" cy="522288"/>
          </a:xfrm>
          <a:prstGeom prst="rect">
            <a:avLst/>
          </a:prstGeom>
          <a:noFill/>
          <a:ln w="9525">
            <a:noFill/>
          </a:ln>
        </p:spPr>
        <p:txBody>
          <a:bodyPr wrap="square" anchor="t" anchorCtr="0">
            <a:normAutofit/>
          </a:bodyPr>
          <a:p>
            <a:pPr fontAlgn="base"/>
            <a:r>
              <a:rPr lang="zh-CN" altLang="en-US" sz="2220" b="1" strike="noStrike" noProof="1" dirty="0">
                <a:solidFill>
                  <a:schemeClr val="tx1"/>
                </a:solidFill>
                <a:latin typeface="+mn-lt"/>
                <a:ea typeface="+mn-ea"/>
                <a:cs typeface="+mn-cs"/>
              </a:rPr>
              <a:t>平均移动元素次数：</a:t>
            </a:r>
            <a:r>
              <a:rPr lang="en-US" altLang="zh-CN" sz="2220" b="1" strike="noStrike" noProof="1" dirty="0">
                <a:solidFill>
                  <a:schemeClr val="tx1"/>
                </a:solidFill>
                <a:latin typeface="+mn-lt"/>
                <a:ea typeface="+mn-ea"/>
                <a:cs typeface="+mn-cs"/>
              </a:rPr>
              <a:t>(</a:t>
            </a:r>
            <a:r>
              <a:rPr lang="en-US" altLang="zh-CN" sz="2220" b="1" strike="noStrike" noProof="1">
                <a:solidFill>
                  <a:schemeClr val="tx1"/>
                </a:solidFill>
                <a:latin typeface="+mn-lt"/>
                <a:ea typeface="+mn-ea"/>
                <a:cs typeface="+mn-cs"/>
              </a:rPr>
              <a:t>n-1)/2</a:t>
            </a:r>
            <a:endParaRPr lang="en-US" altLang="zh-CN" sz="2220" b="1" strike="noStrike" noProof="1">
              <a:solidFill>
                <a:schemeClr val="tx1"/>
              </a:solidFill>
              <a:latin typeface="+mn-lt"/>
              <a:ea typeface="+mn-ea"/>
              <a:cs typeface="+mn-cs"/>
            </a:endParaRPr>
          </a:p>
        </p:txBody>
      </p:sp>
      <p:sp>
        <p:nvSpPr>
          <p:cNvPr id="31748" name="标题 2"/>
          <p:cNvSpPr>
            <a:spLocks noGrp="1"/>
          </p:cNvSpPr>
          <p:nvPr>
            <p:ph type="title"/>
            <p:custDataLst>
              <p:tags r:id="rId5"/>
            </p:custDataLst>
          </p:nvPr>
        </p:nvSpPr>
        <p:spPr>
          <a:xfrm>
            <a:off x="76200" y="152525"/>
            <a:ext cx="8100000" cy="540000"/>
          </a:xfrm>
        </p:spPr>
        <p:txBody>
          <a:bodyPr vert="horz" wrap="square" lIns="0" tIns="0" rIns="0" bIns="0" rtlCol="0" anchor="b" anchorCtr="0">
            <a:normAutofit/>
          </a:bodyPr>
          <a:lstStyle/>
          <a:p>
            <a:pPr lvl="0" algn="l">
              <a:buClrTx/>
              <a:buSzTx/>
              <a:buFontTx/>
            </a:pPr>
            <a:r>
              <a:rPr lang="zh-CN" altLang="en-US">
                <a:sym typeface="+mn-ea"/>
              </a:rPr>
              <a:t>2.2 线性表的顺序存储结构及其算法</a:t>
            </a:r>
            <a:endParaRPr lang="zh-CN" altLang="en-US">
              <a:sym typeface="+mn-ea"/>
            </a:endParaRPr>
          </a:p>
        </p:txBody>
      </p:sp>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32769" name="文本框 75778"/>
          <p:cNvSpPr txBox="1"/>
          <p:nvPr>
            <p:custDataLst>
              <p:tags r:id="rId2"/>
            </p:custDataLst>
          </p:nvPr>
        </p:nvSpPr>
        <p:spPr>
          <a:xfrm>
            <a:off x="381000" y="914400"/>
            <a:ext cx="5715000" cy="457200"/>
          </a:xfrm>
          <a:prstGeom prst="rect">
            <a:avLst/>
          </a:prstGeom>
          <a:noFill/>
          <a:ln w="9525">
            <a:noFill/>
          </a:ln>
        </p:spPr>
        <p:txBody>
          <a:bodyPr wrap="square" anchor="t" anchorCtr="0">
            <a:normAutofit lnSpcReduction="20000"/>
          </a:bodyPr>
          <a:p>
            <a:pPr>
              <a:spcBef>
                <a:spcPct val="20000"/>
              </a:spcBef>
            </a:pPr>
            <a:r>
              <a:rPr lang="en-US" altLang="zh-CN" sz="2000" b="1" dirty="0">
                <a:solidFill>
                  <a:schemeClr val="tx1"/>
                </a:solidFill>
                <a:latin typeface="+mn-lt"/>
                <a:ea typeface="+mn-ea"/>
              </a:rPr>
              <a:t>2.3.1 </a:t>
            </a:r>
            <a:r>
              <a:rPr lang="zh-CN" altLang="en-US" sz="2000" b="1" dirty="0">
                <a:solidFill>
                  <a:schemeClr val="tx1"/>
                </a:solidFill>
                <a:latin typeface="+mn-lt"/>
                <a:ea typeface="+mn-ea"/>
              </a:rPr>
              <a:t>线性表的链式存储结构</a:t>
            </a:r>
            <a:endParaRPr lang="zh-CN" altLang="en-US" sz="2000" b="1" dirty="0">
              <a:solidFill>
                <a:schemeClr val="tx1"/>
              </a:solidFill>
              <a:latin typeface="+mn-lt"/>
              <a:ea typeface="+mn-ea"/>
            </a:endParaRPr>
          </a:p>
        </p:txBody>
      </p:sp>
      <p:sp>
        <p:nvSpPr>
          <p:cNvPr id="75780" name="文本框 75779"/>
          <p:cNvSpPr txBox="1"/>
          <p:nvPr>
            <p:custDataLst>
              <p:tags r:id="rId3"/>
            </p:custDataLst>
          </p:nvPr>
        </p:nvSpPr>
        <p:spPr>
          <a:xfrm>
            <a:off x="457200" y="1676400"/>
            <a:ext cx="8229600" cy="2173288"/>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采用链式存储结构存储时它不要求逻辑上相邻的元素在物理位置上也相邻。</a:t>
            </a:r>
            <a:r>
              <a:rPr lang="zh-CN" altLang="en-US" sz="2000" b="1">
                <a:solidFill>
                  <a:schemeClr val="tx1"/>
                </a:solidFill>
                <a:latin typeface="+mn-lt"/>
                <a:ea typeface="+mn-ea"/>
              </a:rPr>
              <a:t> </a:t>
            </a:r>
            <a:endParaRPr lang="zh-CN" altLang="en-US" sz="2000" b="1">
              <a:solidFill>
                <a:schemeClr val="tx1"/>
              </a:solidFill>
              <a:latin typeface="+mn-lt"/>
              <a:ea typeface="+mn-ea"/>
            </a:endParaRPr>
          </a:p>
          <a:p>
            <a:pPr indent="636905"/>
            <a:r>
              <a:rPr lang="zh-CN" altLang="en-US" sz="2000" b="1" dirty="0">
                <a:solidFill>
                  <a:schemeClr val="tx1"/>
                </a:solidFill>
                <a:latin typeface="+mn-lt"/>
                <a:ea typeface="+mn-ea"/>
              </a:rPr>
              <a:t>为了表示出每个元素与其直接后继元素之间的关系，除了存储元素本身的信息外，还需存储一个指示其直接后继元素的存储位置信息。存放数据元素的空间（节点）至少要包括两个域：</a:t>
            </a:r>
            <a:r>
              <a:rPr lang="zh-CN" altLang="en-US" sz="2000" b="1" dirty="0">
                <a:solidFill>
                  <a:schemeClr val="accent1">
                    <a:lumMod val="50000"/>
                  </a:schemeClr>
                </a:solidFill>
                <a:latin typeface="+mn-lt"/>
                <a:ea typeface="+mn-ea"/>
              </a:rPr>
              <a:t>数据域（存放数据元素值）、指针域（存放后继节点的存储地址</a:t>
            </a:r>
            <a:r>
              <a:rPr lang="zh-CN" altLang="en-US" sz="2000" b="1">
                <a:solidFill>
                  <a:schemeClr val="accent1">
                    <a:lumMod val="50000"/>
                  </a:schemeClr>
                </a:solidFill>
                <a:latin typeface="+mn-lt"/>
                <a:ea typeface="+mn-ea"/>
              </a:rPr>
              <a:t>）</a:t>
            </a:r>
            <a:endParaRPr lang="zh-CN" altLang="en-US" sz="2000" b="1">
              <a:solidFill>
                <a:schemeClr val="accent1">
                  <a:lumMod val="50000"/>
                </a:schemeClr>
              </a:solidFill>
              <a:latin typeface="+mn-lt"/>
              <a:ea typeface="+mn-ea"/>
            </a:endParaRPr>
          </a:p>
        </p:txBody>
      </p:sp>
      <p:pic>
        <p:nvPicPr>
          <p:cNvPr id="75781" name="图片 75780" descr="0205"/>
          <p:cNvPicPr>
            <a:picLocks noChangeAspect="1"/>
          </p:cNvPicPr>
          <p:nvPr>
            <p:custDataLst>
              <p:tags r:id="rId4"/>
            </p:custDataLst>
          </p:nvPr>
        </p:nvPicPr>
        <p:blipFill>
          <a:blip r:embed="rId5"/>
          <a:stretch>
            <a:fillRect/>
          </a:stretch>
        </p:blipFill>
        <p:spPr>
          <a:xfrm>
            <a:off x="5257800" y="4468813"/>
            <a:ext cx="2603500" cy="739775"/>
          </a:xfrm>
          <a:prstGeom prst="rect">
            <a:avLst/>
          </a:prstGeom>
          <a:noFill/>
          <a:ln w="38100" cap="flat" cmpd="sng">
            <a:solidFill>
              <a:schemeClr val="accent1"/>
            </a:solidFill>
            <a:prstDash val="solid"/>
            <a:miter/>
            <a:headEnd type="none" w="med" len="med"/>
            <a:tailEnd type="none" w="med" len="med"/>
          </a:ln>
        </p:spPr>
      </p:pic>
      <p:sp>
        <p:nvSpPr>
          <p:cNvPr id="75782" name="文本框 75781"/>
          <p:cNvSpPr txBox="1"/>
          <p:nvPr>
            <p:custDataLst>
              <p:tags r:id="rId6"/>
            </p:custDataLst>
          </p:nvPr>
        </p:nvSpPr>
        <p:spPr>
          <a:xfrm>
            <a:off x="381000" y="3886200"/>
            <a:ext cx="4191000" cy="1322070"/>
          </a:xfrm>
          <a:prstGeom prst="rect">
            <a:avLst/>
          </a:prstGeom>
          <a:noFill/>
          <a:ln w="9525">
            <a:noFill/>
          </a:ln>
        </p:spPr>
        <p:txBody>
          <a:bodyPr anchor="t" anchorCtr="0">
            <a:spAutoFit/>
          </a:bodyPr>
          <a:p>
            <a:pPr indent="636905"/>
            <a:r>
              <a:rPr lang="en-US" altLang="zh-CN" sz="2000" b="1">
                <a:solidFill>
                  <a:schemeClr val="tx1"/>
                </a:solidFill>
                <a:latin typeface="+mn-lt"/>
                <a:ea typeface="+mn-ea"/>
              </a:rPr>
              <a:t>typedef </a:t>
            </a:r>
            <a:r>
              <a:rPr lang="en-US" altLang="zh-CN" sz="2000" b="1" err="1">
                <a:solidFill>
                  <a:schemeClr val="tx1"/>
                </a:solidFill>
                <a:latin typeface="+mn-lt"/>
                <a:ea typeface="+mn-ea"/>
              </a:rPr>
              <a:t>struct</a:t>
            </a:r>
            <a:r>
              <a:rPr lang="en-US" altLang="zh-CN" sz="2000" b="1">
                <a:solidFill>
                  <a:schemeClr val="tx1"/>
                </a:solidFill>
                <a:latin typeface="+mn-lt"/>
                <a:ea typeface="+mn-ea"/>
              </a:rPr>
              <a:t> node</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data;</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struct</a:t>
            </a:r>
            <a:r>
              <a:rPr lang="en-US" altLang="zh-CN" sz="2000" b="1">
                <a:solidFill>
                  <a:schemeClr val="tx1"/>
                </a:solidFill>
                <a:latin typeface="+mn-lt"/>
                <a:ea typeface="+mn-ea"/>
              </a:rPr>
              <a:t> node *next;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}NODE;</a:t>
            </a:r>
            <a:endParaRPr lang="en-US" altLang="zh-CN" sz="2000" b="1">
              <a:solidFill>
                <a:schemeClr val="tx1"/>
              </a:solidFill>
              <a:latin typeface="+mn-lt"/>
              <a:ea typeface="+mn-ea"/>
            </a:endParaRPr>
          </a:p>
        </p:txBody>
      </p:sp>
      <p:sp>
        <p:nvSpPr>
          <p:cNvPr id="32773" name="标题 2"/>
          <p:cNvSpPr>
            <a:spLocks noGrp="1"/>
          </p:cNvSpPr>
          <p:nvPr>
            <p:ph type="title"/>
            <p:custDataLst>
              <p:tags r:id="rId7"/>
            </p:custDataLst>
          </p:nvPr>
        </p:nvSpPr>
        <p:spPr>
          <a:xfrm>
            <a:off x="304800" y="1525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randombar(horizontal)">
                                      <p:cBhvr>
                                        <p:cTn id="7" dur="500"/>
                                        <p:tgtEl>
                                          <p:spTgt spid="7578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5782"/>
                                        </p:tgtEl>
                                        <p:attrNameLst>
                                          <p:attrName>style.visibility</p:attrName>
                                        </p:attrNameLst>
                                      </p:cBhvr>
                                      <p:to>
                                        <p:strVal val="visible"/>
                                      </p:to>
                                    </p:set>
                                    <p:animEffect transition="in" filter="randombar(horizontal)">
                                      <p:cBhvr>
                                        <p:cTn id="12" dur="500"/>
                                        <p:tgtEl>
                                          <p:spTgt spid="75782"/>
                                        </p:tgtEl>
                                      </p:cBhvr>
                                    </p:animEffect>
                                  </p:childTnLst>
                                </p:cTn>
                              </p:par>
                              <p:par>
                                <p:cTn id="13" presetID="14" presetClass="entr" presetSubtype="10" fill="hold" nodeType="withEffect">
                                  <p:stCondLst>
                                    <p:cond delay="0"/>
                                  </p:stCondLst>
                                  <p:childTnLst>
                                    <p:set>
                                      <p:cBhvr>
                                        <p:cTn id="14" dur="1" fill="hold">
                                          <p:stCondLst>
                                            <p:cond delay="0"/>
                                          </p:stCondLst>
                                        </p:cTn>
                                        <p:tgtEl>
                                          <p:spTgt spid="75781"/>
                                        </p:tgtEl>
                                        <p:attrNameLst>
                                          <p:attrName>style.visibility</p:attrName>
                                        </p:attrNameLst>
                                      </p:cBhvr>
                                      <p:to>
                                        <p:strVal val="visible"/>
                                      </p:to>
                                    </p:set>
                                    <p:animEffect transition="in" filter="randombar(horizontal)">
                                      <p:cBhvr>
                                        <p:cTn id="15"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p:bldP spid="7578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05474" name="文本框 105473"/>
          <p:cNvSpPr txBox="1"/>
          <p:nvPr>
            <p:custDataLst>
              <p:tags r:id="rId2"/>
            </p:custDataLst>
          </p:nvPr>
        </p:nvSpPr>
        <p:spPr>
          <a:xfrm>
            <a:off x="152400" y="1001713"/>
            <a:ext cx="8305800" cy="522288"/>
          </a:xfrm>
          <a:prstGeom prst="rect">
            <a:avLst/>
          </a:prstGeom>
          <a:noFill/>
          <a:ln w="9525">
            <a:noFill/>
          </a:ln>
        </p:spPr>
        <p:txBody>
          <a:bodyPr wrap="square">
            <a:normAutofit fontScale="80000"/>
          </a:bodyPr>
          <a:p>
            <a:pPr indent="636905"/>
            <a:r>
              <a:rPr lang="zh-CN" altLang="en-US" sz="2800" b="1" noProof="1" dirty="0">
                <a:solidFill>
                  <a:schemeClr val="tx1"/>
                </a:solidFill>
                <a:latin typeface="+mn-lt"/>
                <a:ea typeface="+mn-ea"/>
                <a:cs typeface="+mn-cs"/>
              </a:rPr>
              <a:t>假定有线性表</a:t>
            </a:r>
            <a:r>
              <a:rPr lang="en-US" altLang="zh-CN" sz="2800" b="1" noProof="1" dirty="0">
                <a:solidFill>
                  <a:schemeClr val="tx1"/>
                </a:solidFill>
                <a:latin typeface="+mn-lt"/>
                <a:ea typeface="+mn-ea"/>
                <a:cs typeface="+mn-cs"/>
              </a:rPr>
              <a:t>(</a:t>
            </a:r>
            <a:r>
              <a:rPr lang="en-US" altLang="zh-CN" sz="2800" b="1" noProof="1">
                <a:solidFill>
                  <a:schemeClr val="tx1"/>
                </a:solidFill>
                <a:latin typeface="+mn-lt"/>
                <a:ea typeface="+mn-ea"/>
                <a:cs typeface="+mn-cs"/>
              </a:rPr>
              <a:t>a1,a2,a3,a4)</a:t>
            </a:r>
            <a:r>
              <a:rPr lang="zh-CN" altLang="en-US" sz="2800" b="1" noProof="1">
                <a:solidFill>
                  <a:schemeClr val="tx1"/>
                </a:solidFill>
                <a:latin typeface="+mn-lt"/>
                <a:ea typeface="+mn-ea"/>
                <a:cs typeface="+mn-cs"/>
              </a:rPr>
              <a:t>。</a:t>
            </a:r>
            <a:endParaRPr lang="zh-CN" altLang="en-US" sz="2800" b="1" noProof="1">
              <a:solidFill>
                <a:schemeClr val="tx1"/>
              </a:solidFill>
              <a:latin typeface="+mn-lt"/>
              <a:ea typeface="+mn-ea"/>
              <a:cs typeface="+mn-cs"/>
            </a:endParaRPr>
          </a:p>
        </p:txBody>
      </p:sp>
      <p:graphicFrame>
        <p:nvGraphicFramePr>
          <p:cNvPr id="105479" name="表格 105478"/>
          <p:cNvGraphicFramePr/>
          <p:nvPr>
            <p:custDataLst>
              <p:tags r:id="rId3"/>
            </p:custDataLst>
          </p:nvPr>
        </p:nvGraphicFramePr>
        <p:xfrm>
          <a:off x="2133600" y="1981200"/>
          <a:ext cx="1066800" cy="517525"/>
        </p:xfrm>
        <a:graphic>
          <a:graphicData uri="http://schemas.openxmlformats.org/drawingml/2006/table">
            <a:tbl>
              <a:tblPr/>
              <a:tblGrid>
                <a:gridCol w="533400"/>
                <a:gridCol w="533400"/>
              </a:tblGrid>
              <a:tr h="517525">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r>
                        <a:rPr lang="en-US" altLang="zh-CN">
                          <a:latin typeface="+mn-lt"/>
                          <a:ea typeface="+mn-ea"/>
                        </a:rPr>
                        <a:t>a</a:t>
                      </a:r>
                      <a:r>
                        <a:rPr lang="en-US" altLang="zh-CN" sz="2400" baseline="-25000">
                          <a:latin typeface="+mn-lt"/>
                          <a:ea typeface="+mn-ea"/>
                        </a:rPr>
                        <a:t>1</a:t>
                      </a:r>
                      <a:endParaRPr lang="zh-CN" altLang="en-US">
                        <a:latin typeface="+mn-lt"/>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endParaRPr lang="zh-CN" altLang="en-US">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r>
            </a:tbl>
          </a:graphicData>
        </a:graphic>
      </p:graphicFrame>
      <p:graphicFrame>
        <p:nvGraphicFramePr>
          <p:cNvPr id="105487" name="表格 105486"/>
          <p:cNvGraphicFramePr/>
          <p:nvPr>
            <p:custDataLst>
              <p:tags r:id="rId9"/>
            </p:custDataLst>
          </p:nvPr>
        </p:nvGraphicFramePr>
        <p:xfrm>
          <a:off x="3657600" y="1981200"/>
          <a:ext cx="1066800" cy="517525"/>
        </p:xfrm>
        <a:graphic>
          <a:graphicData uri="http://schemas.openxmlformats.org/drawingml/2006/table">
            <a:tbl>
              <a:tblPr/>
              <a:tblGrid>
                <a:gridCol w="533400"/>
                <a:gridCol w="533400"/>
              </a:tblGrid>
              <a:tr h="517525">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r>
                        <a:rPr lang="en-US" altLang="zh-CN">
                          <a:latin typeface="+mn-lt"/>
                          <a:ea typeface="+mn-ea"/>
                        </a:rPr>
                        <a:t>a</a:t>
                      </a:r>
                      <a:r>
                        <a:rPr lang="en-US" altLang="zh-CN" sz="2400" baseline="-25000">
                          <a:latin typeface="+mn-lt"/>
                          <a:ea typeface="+mn-ea"/>
                        </a:rPr>
                        <a:t>2</a:t>
                      </a:r>
                      <a:endParaRPr lang="zh-CN" altLang="en-US" sz="2400" baseline="-25000">
                        <a:latin typeface="+mn-lt"/>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endParaRPr lang="zh-CN" altLang="en-US">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r>
            </a:tbl>
          </a:graphicData>
        </a:graphic>
      </p:graphicFrame>
      <p:graphicFrame>
        <p:nvGraphicFramePr>
          <p:cNvPr id="105495" name="表格 105494"/>
          <p:cNvGraphicFramePr/>
          <p:nvPr>
            <p:custDataLst>
              <p:tags r:id="rId10"/>
            </p:custDataLst>
          </p:nvPr>
        </p:nvGraphicFramePr>
        <p:xfrm>
          <a:off x="6629400" y="1981200"/>
          <a:ext cx="1066800" cy="517525"/>
        </p:xfrm>
        <a:graphic>
          <a:graphicData uri="http://schemas.openxmlformats.org/drawingml/2006/table">
            <a:tbl>
              <a:tblPr/>
              <a:tblGrid>
                <a:gridCol w="533400"/>
                <a:gridCol w="533400"/>
              </a:tblGrid>
              <a:tr h="517525">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r>
                        <a:rPr lang="en-US" altLang="zh-CN">
                          <a:latin typeface="+mn-lt"/>
                          <a:ea typeface="+mn-ea"/>
                        </a:rPr>
                        <a:t>a</a:t>
                      </a:r>
                      <a:r>
                        <a:rPr lang="en-US" altLang="zh-CN" sz="2400" baseline="-25000">
                          <a:latin typeface="+mn-lt"/>
                          <a:ea typeface="+mn-ea"/>
                        </a:rPr>
                        <a:t>4</a:t>
                      </a:r>
                      <a:endParaRPr lang="zh-CN" altLang="en-US" sz="2400" baseline="-25000">
                        <a:latin typeface="+mn-lt"/>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endParaRPr lang="zh-CN" altLang="en-US">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r>
            </a:tbl>
          </a:graphicData>
        </a:graphic>
      </p:graphicFrame>
      <p:graphicFrame>
        <p:nvGraphicFramePr>
          <p:cNvPr id="105503" name="表格 105502"/>
          <p:cNvGraphicFramePr/>
          <p:nvPr>
            <p:custDataLst>
              <p:tags r:id="rId11"/>
            </p:custDataLst>
          </p:nvPr>
        </p:nvGraphicFramePr>
        <p:xfrm>
          <a:off x="5105400" y="1981200"/>
          <a:ext cx="1066800" cy="517525"/>
        </p:xfrm>
        <a:graphic>
          <a:graphicData uri="http://schemas.openxmlformats.org/drawingml/2006/table">
            <a:tbl>
              <a:tblPr/>
              <a:tblGrid>
                <a:gridCol w="533400"/>
                <a:gridCol w="533400"/>
              </a:tblGrid>
              <a:tr h="517525">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r>
                        <a:rPr lang="en-US" altLang="zh-CN">
                          <a:latin typeface="+mn-lt"/>
                          <a:ea typeface="+mn-ea"/>
                        </a:rPr>
                        <a:t>a</a:t>
                      </a:r>
                      <a:r>
                        <a:rPr lang="en-US" altLang="zh-CN" sz="2400" baseline="-25000">
                          <a:latin typeface="+mn-lt"/>
                          <a:ea typeface="+mn-ea"/>
                        </a:rPr>
                        <a:t>3</a:t>
                      </a:r>
                      <a:endParaRPr lang="zh-CN" altLang="en-US" sz="2400" baseline="-25000">
                        <a:latin typeface="+mn-lt"/>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4"/>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5"/>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6"/>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7"/>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8"/>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a:buNone/>
                      </a:pPr>
                      <a:endParaRPr lang="zh-CN" altLang="en-US">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1"/>
                    </a:solidFill>
                  </a:tcPr>
                </a:tc>
              </a:tr>
            </a:tbl>
          </a:graphicData>
        </a:graphic>
      </p:graphicFrame>
      <p:sp>
        <p:nvSpPr>
          <p:cNvPr id="105521" name="直接连接符 105520"/>
          <p:cNvSpPr/>
          <p:nvPr>
            <p:custDataLst>
              <p:tags r:id="rId12"/>
            </p:custDataLst>
          </p:nvPr>
        </p:nvSpPr>
        <p:spPr>
          <a:xfrm>
            <a:off x="2971800" y="2286000"/>
            <a:ext cx="685800" cy="0"/>
          </a:xfrm>
          <a:prstGeom prst="line">
            <a:avLst/>
          </a:prstGeom>
          <a:ln w="19050" cap="flat" cmpd="sng">
            <a:solidFill>
              <a:schemeClr val="tx1"/>
            </a:solidFill>
            <a:prstDash val="solid"/>
            <a:round/>
            <a:headEnd type="none" w="med" len="med"/>
            <a:tailEnd type="triangle" w="med" len="med"/>
          </a:ln>
        </p:spPr>
      </p:sp>
      <p:sp>
        <p:nvSpPr>
          <p:cNvPr id="105522" name="直接连接符 105521"/>
          <p:cNvSpPr/>
          <p:nvPr>
            <p:custDataLst>
              <p:tags r:id="rId13"/>
            </p:custDataLst>
          </p:nvPr>
        </p:nvSpPr>
        <p:spPr>
          <a:xfrm>
            <a:off x="4419600" y="2286000"/>
            <a:ext cx="685800" cy="0"/>
          </a:xfrm>
          <a:prstGeom prst="line">
            <a:avLst/>
          </a:prstGeom>
          <a:ln w="19050" cap="flat" cmpd="sng">
            <a:solidFill>
              <a:schemeClr val="tx1"/>
            </a:solidFill>
            <a:prstDash val="solid"/>
            <a:round/>
            <a:headEnd type="none" w="med" len="med"/>
            <a:tailEnd type="triangle" w="med" len="med"/>
          </a:ln>
        </p:spPr>
      </p:sp>
      <p:sp>
        <p:nvSpPr>
          <p:cNvPr id="105523" name="直接连接符 105522"/>
          <p:cNvSpPr/>
          <p:nvPr>
            <p:custDataLst>
              <p:tags r:id="rId14"/>
            </p:custDataLst>
          </p:nvPr>
        </p:nvSpPr>
        <p:spPr>
          <a:xfrm>
            <a:off x="5867400" y="2286000"/>
            <a:ext cx="762000" cy="0"/>
          </a:xfrm>
          <a:prstGeom prst="line">
            <a:avLst/>
          </a:prstGeom>
          <a:ln w="19050" cap="flat" cmpd="sng">
            <a:solidFill>
              <a:schemeClr val="tx1"/>
            </a:solidFill>
            <a:prstDash val="solid"/>
            <a:round/>
            <a:headEnd type="none" w="med" len="med"/>
            <a:tailEnd type="triangle" w="med" len="med"/>
          </a:ln>
        </p:spPr>
      </p:sp>
      <p:sp>
        <p:nvSpPr>
          <p:cNvPr id="105582" name="矩形 105581"/>
          <p:cNvSpPr/>
          <p:nvPr>
            <p:custDataLst>
              <p:tags r:id="rId15"/>
            </p:custDataLst>
          </p:nvPr>
        </p:nvSpPr>
        <p:spPr>
          <a:xfrm>
            <a:off x="7162800" y="1981200"/>
            <a:ext cx="539750" cy="522288"/>
          </a:xfrm>
          <a:prstGeom prst="rect">
            <a:avLst/>
          </a:prstGeom>
          <a:noFill/>
          <a:ln w="9525">
            <a:noFill/>
          </a:ln>
        </p:spPr>
        <p:txBody>
          <a:bodyPr wrap="square" anchor="t" anchorCtr="0">
            <a:normAutofit/>
          </a:bodyPr>
          <a:p>
            <a:pPr fontAlgn="base"/>
            <a:r>
              <a:rPr lang="en-US" altLang="zh-CN" sz="2800" b="1" strike="noStrike" noProof="1" dirty="0">
                <a:solidFill>
                  <a:schemeClr val="bg1"/>
                </a:solidFill>
                <a:latin typeface="+mn-lt"/>
                <a:ea typeface="+mn-ea"/>
                <a:cs typeface="+mn-cs"/>
              </a:rPr>
              <a:t>∧</a:t>
            </a:r>
            <a:endParaRPr lang="en-US" altLang="zh-CN" sz="2800" b="1" strike="noStrike" noProof="1" dirty="0">
              <a:solidFill>
                <a:schemeClr val="bg1"/>
              </a:solidFill>
              <a:latin typeface="+mn-lt"/>
              <a:ea typeface="+mn-ea"/>
              <a:cs typeface="+mn-cs"/>
            </a:endParaRPr>
          </a:p>
        </p:txBody>
      </p:sp>
      <p:sp>
        <p:nvSpPr>
          <p:cNvPr id="105583" name="文本框 105582"/>
          <p:cNvSpPr txBox="1"/>
          <p:nvPr>
            <p:custDataLst>
              <p:tags r:id="rId16"/>
            </p:custDataLst>
          </p:nvPr>
        </p:nvSpPr>
        <p:spPr>
          <a:xfrm>
            <a:off x="457200" y="2743200"/>
            <a:ext cx="8305800" cy="1211263"/>
          </a:xfrm>
          <a:prstGeom prst="rect">
            <a:avLst/>
          </a:prstGeom>
          <a:noFill/>
          <a:ln w="9525">
            <a:noFill/>
          </a:ln>
        </p:spPr>
        <p:txBody>
          <a:bodyPr wrap="square" anchor="t" anchorCtr="0"/>
          <a:p>
            <a:pPr indent="636905"/>
            <a:r>
              <a:rPr lang="zh-CN" altLang="en-US" sz="2000" b="1" dirty="0">
                <a:solidFill>
                  <a:schemeClr val="tx1"/>
                </a:solidFill>
                <a:latin typeface="+mn-lt"/>
                <a:ea typeface="+mn-ea"/>
              </a:rPr>
              <a:t>这些节点存储时可以存放到不连续的内存空间（链接指针</a:t>
            </a:r>
            <a:r>
              <a:rPr lang="zh-CN" altLang="en-US" sz="2000" b="1">
                <a:solidFill>
                  <a:schemeClr val="tx1"/>
                </a:solidFill>
                <a:latin typeface="+mn-lt"/>
                <a:ea typeface="+mn-ea"/>
              </a:rPr>
              <a:t>）。</a:t>
            </a:r>
            <a:endParaRPr lang="zh-CN" altLang="en-US" sz="2000" b="1">
              <a:solidFill>
                <a:schemeClr val="tx1"/>
              </a:solidFill>
              <a:latin typeface="+mn-lt"/>
              <a:ea typeface="+mn-ea"/>
            </a:endParaRPr>
          </a:p>
          <a:p>
            <a:pPr indent="636905"/>
            <a:r>
              <a:rPr lang="zh-CN" altLang="en-US" sz="2000" b="1" dirty="0">
                <a:solidFill>
                  <a:schemeClr val="tx1"/>
                </a:solidFill>
                <a:latin typeface="+mn-lt"/>
                <a:ea typeface="+mn-ea"/>
              </a:rPr>
              <a:t>线性链表是通过结点指针域中的指针表示各结点之间的线性关系的。</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另外</a:t>
            </a:r>
            <a:r>
              <a:rPr lang="en-US" altLang="zh-CN" sz="2000" b="1" dirty="0">
                <a:solidFill>
                  <a:schemeClr val="tx1"/>
                </a:solidFill>
                <a:latin typeface="+mn-lt"/>
                <a:ea typeface="+mn-ea"/>
              </a:rPr>
              <a:t>,</a:t>
            </a:r>
            <a:r>
              <a:rPr lang="zh-CN" altLang="en-US" sz="2000" b="1" dirty="0">
                <a:solidFill>
                  <a:schemeClr val="tx1"/>
                </a:solidFill>
                <a:latin typeface="+mn-lt"/>
                <a:ea typeface="+mn-ea"/>
              </a:rPr>
              <a:t>还需要设计一个表头指针</a:t>
            </a:r>
            <a:r>
              <a:rPr lang="en-US" altLang="zh-CN" sz="2000" b="1" dirty="0">
                <a:solidFill>
                  <a:schemeClr val="tx1"/>
                </a:solidFill>
                <a:latin typeface="+mn-lt"/>
                <a:ea typeface="+mn-ea"/>
              </a:rPr>
              <a:t>,</a:t>
            </a:r>
            <a:r>
              <a:rPr lang="zh-CN" altLang="en-US" sz="2000" b="1" dirty="0">
                <a:solidFill>
                  <a:schemeClr val="tx1"/>
                </a:solidFill>
                <a:latin typeface="+mn-lt"/>
                <a:ea typeface="+mn-ea"/>
              </a:rPr>
              <a:t>存放链表中第一个节点的存储地址。</a:t>
            </a:r>
            <a:endParaRPr lang="zh-CN" altLang="en-US" sz="2000" b="1" dirty="0">
              <a:solidFill>
                <a:schemeClr val="tx1"/>
              </a:solidFill>
              <a:latin typeface="+mn-lt"/>
              <a:ea typeface="+mn-ea"/>
            </a:endParaRPr>
          </a:p>
          <a:p>
            <a:pPr indent="636905"/>
            <a:endParaRPr lang="zh-CN" altLang="en-US" sz="2000" b="1" dirty="0">
              <a:solidFill>
                <a:schemeClr val="tx1"/>
              </a:solidFill>
              <a:latin typeface="+mn-lt"/>
              <a:ea typeface="+mn-ea"/>
            </a:endParaRPr>
          </a:p>
        </p:txBody>
      </p:sp>
      <p:sp>
        <p:nvSpPr>
          <p:cNvPr id="105586" name="直接连接符 105585"/>
          <p:cNvSpPr/>
          <p:nvPr>
            <p:custDataLst>
              <p:tags r:id="rId17"/>
            </p:custDataLst>
          </p:nvPr>
        </p:nvSpPr>
        <p:spPr>
          <a:xfrm>
            <a:off x="1295400" y="2286000"/>
            <a:ext cx="762000" cy="0"/>
          </a:xfrm>
          <a:prstGeom prst="line">
            <a:avLst/>
          </a:prstGeom>
          <a:ln w="19050" cap="flat" cmpd="sng">
            <a:solidFill>
              <a:schemeClr val="tx1"/>
            </a:solidFill>
            <a:prstDash val="solid"/>
            <a:round/>
            <a:headEnd type="none" w="med" len="med"/>
            <a:tailEnd type="triangle" w="med" len="med"/>
          </a:ln>
        </p:spPr>
      </p:sp>
      <p:grpSp>
        <p:nvGrpSpPr>
          <p:cNvPr id="105587" name="组合 105586"/>
          <p:cNvGrpSpPr/>
          <p:nvPr/>
        </p:nvGrpSpPr>
        <p:grpSpPr>
          <a:xfrm>
            <a:off x="914400" y="1981200"/>
            <a:ext cx="609600" cy="533400"/>
            <a:chOff x="528" y="1248"/>
            <a:chExt cx="528" cy="288"/>
          </a:xfrm>
        </p:grpSpPr>
        <p:sp>
          <p:nvSpPr>
            <p:cNvPr id="34857" name="矩形 105587"/>
            <p:cNvSpPr/>
            <p:nvPr>
              <p:custDataLst>
                <p:tags r:id="rId18"/>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4858" name="直接连接符 105588"/>
            <p:cNvSpPr/>
            <p:nvPr>
              <p:custDataLst>
                <p:tags r:id="rId19"/>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34859" name="直接连接符 105589"/>
            <p:cNvSpPr/>
            <p:nvPr>
              <p:custDataLst>
                <p:tags r:id="rId20"/>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34860" name="直接连接符 105590"/>
            <p:cNvSpPr/>
            <p:nvPr>
              <p:custDataLst>
                <p:tags r:id="rId21"/>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34861" name="直接连接符 105591"/>
            <p:cNvSpPr/>
            <p:nvPr>
              <p:custDataLst>
                <p:tags r:id="rId22"/>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105593" name="文本框 105592"/>
          <p:cNvSpPr txBox="1"/>
          <p:nvPr>
            <p:custDataLst>
              <p:tags r:id="rId23"/>
            </p:custDataLst>
          </p:nvPr>
        </p:nvSpPr>
        <p:spPr>
          <a:xfrm>
            <a:off x="304800" y="1600200"/>
            <a:ext cx="987425" cy="584200"/>
          </a:xfrm>
          <a:prstGeom prst="rect">
            <a:avLst/>
          </a:prstGeom>
          <a:noFill/>
          <a:ln w="9525">
            <a:noFill/>
          </a:ln>
        </p:spPr>
        <p:txBody>
          <a:bodyPr wrap="square">
            <a:normAutofit fontScale="70000"/>
          </a:bodyPr>
          <a:p>
            <a:pPr>
              <a:spcBef>
                <a:spcPct val="50000"/>
              </a:spcBef>
            </a:pPr>
            <a:r>
              <a:rPr lang="en-US" altLang="zh-CN" sz="3200" noProof="1">
                <a:solidFill>
                  <a:schemeClr val="tx1"/>
                </a:solidFill>
                <a:latin typeface="+mn-lt"/>
                <a:ea typeface="+mn-ea"/>
                <a:cs typeface="+mn-cs"/>
              </a:rPr>
              <a:t>Head</a:t>
            </a:r>
            <a:endParaRPr lang="en-US" altLang="zh-CN" sz="3200" noProof="1">
              <a:solidFill>
                <a:schemeClr val="tx1"/>
              </a:solidFill>
              <a:latin typeface="+mn-lt"/>
              <a:ea typeface="+mn-ea"/>
              <a:cs typeface="+mn-cs"/>
            </a:endParaRPr>
          </a:p>
        </p:txBody>
      </p:sp>
      <p:grpSp>
        <p:nvGrpSpPr>
          <p:cNvPr id="105603" name="组合 105602"/>
          <p:cNvGrpSpPr/>
          <p:nvPr/>
        </p:nvGrpSpPr>
        <p:grpSpPr>
          <a:xfrm>
            <a:off x="3036888" y="4332288"/>
            <a:ext cx="1306512" cy="841375"/>
            <a:chOff x="2585" y="3358"/>
            <a:chExt cx="823" cy="530"/>
          </a:xfrm>
        </p:grpSpPr>
        <p:grpSp>
          <p:nvGrpSpPr>
            <p:cNvPr id="34864" name="组合 105594"/>
            <p:cNvGrpSpPr/>
            <p:nvPr/>
          </p:nvGrpSpPr>
          <p:grpSpPr>
            <a:xfrm>
              <a:off x="3024" y="3552"/>
              <a:ext cx="384" cy="336"/>
              <a:chOff x="528" y="1248"/>
              <a:chExt cx="528" cy="288"/>
            </a:xfrm>
          </p:grpSpPr>
          <p:sp>
            <p:nvSpPr>
              <p:cNvPr id="34865" name="矩形 105595"/>
              <p:cNvSpPr/>
              <p:nvPr>
                <p:custDataLst>
                  <p:tags r:id="rId24"/>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4866" name="直接连接符 105596"/>
              <p:cNvSpPr/>
              <p:nvPr>
                <p:custDataLst>
                  <p:tags r:id="rId25"/>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34867" name="直接连接符 105597"/>
              <p:cNvSpPr/>
              <p:nvPr>
                <p:custDataLst>
                  <p:tags r:id="rId26"/>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34868" name="直接连接符 105598"/>
              <p:cNvSpPr/>
              <p:nvPr>
                <p:custDataLst>
                  <p:tags r:id="rId27"/>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34869" name="直接连接符 105599"/>
              <p:cNvSpPr/>
              <p:nvPr>
                <p:custDataLst>
                  <p:tags r:id="rId28"/>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105601" name="文本框 105600"/>
            <p:cNvSpPr txBox="1"/>
            <p:nvPr>
              <p:custDataLst>
                <p:tags r:id="rId29"/>
              </p:custDataLst>
            </p:nvPr>
          </p:nvSpPr>
          <p:spPr>
            <a:xfrm>
              <a:off x="2585" y="3358"/>
              <a:ext cx="775" cy="274"/>
            </a:xfrm>
            <a:prstGeom prst="rect">
              <a:avLst/>
            </a:prstGeom>
            <a:noFill/>
            <a:ln w="9525">
              <a:noFill/>
            </a:ln>
          </p:spPr>
          <p:txBody>
            <a:bodyPr wrap="square">
              <a:normAutofit fontScale="60000"/>
            </a:bodyPr>
            <a:p>
              <a:pPr>
                <a:spcBef>
                  <a:spcPct val="50000"/>
                </a:spcBef>
              </a:pPr>
              <a:r>
                <a:rPr lang="en-US" altLang="zh-CN" sz="3200" noProof="1">
                  <a:solidFill>
                    <a:schemeClr val="tx1"/>
                  </a:solidFill>
                  <a:latin typeface="+mn-lt"/>
                  <a:ea typeface="+mn-ea"/>
                  <a:cs typeface="+mn-cs"/>
                </a:rPr>
                <a:t>Head</a:t>
              </a:r>
              <a:endParaRPr lang="en-US" altLang="zh-CN" sz="3200" noProof="1">
                <a:solidFill>
                  <a:schemeClr val="tx1"/>
                </a:solidFill>
                <a:latin typeface="+mn-lt"/>
                <a:ea typeface="+mn-ea"/>
                <a:cs typeface="+mn-cs"/>
              </a:endParaRPr>
            </a:p>
          </p:txBody>
        </p:sp>
        <p:sp>
          <p:nvSpPr>
            <p:cNvPr id="34871" name="矩形 105601"/>
            <p:cNvSpPr/>
            <p:nvPr>
              <p:custDataLst>
                <p:tags r:id="rId30"/>
              </p:custDataLst>
            </p:nvPr>
          </p:nvSpPr>
          <p:spPr>
            <a:xfrm>
              <a:off x="3046" y="3632"/>
              <a:ext cx="256" cy="184"/>
            </a:xfrm>
            <a:prstGeom prst="rect">
              <a:avLst/>
            </a:prstGeom>
            <a:noFill/>
            <a:ln w="9525">
              <a:noFill/>
            </a:ln>
          </p:spPr>
          <p:txBody>
            <a:bodyPr wrap="none" anchor="t" anchorCtr="0"/>
            <a:p>
              <a:r>
                <a:rPr lang="en-US" altLang="zh-CN" sz="2800" b="1" dirty="0">
                  <a:solidFill>
                    <a:schemeClr val="tx1"/>
                  </a:solidFill>
                  <a:latin typeface="+mn-lt"/>
                  <a:ea typeface="+mn-ea"/>
                </a:rPr>
                <a:t>∧</a:t>
              </a:r>
              <a:endParaRPr lang="en-US" altLang="zh-CN" sz="2800" b="1" dirty="0">
                <a:solidFill>
                  <a:schemeClr val="tx1"/>
                </a:solidFill>
                <a:latin typeface="+mn-lt"/>
                <a:ea typeface="+mn-ea"/>
              </a:endParaRPr>
            </a:p>
          </p:txBody>
        </p:sp>
      </p:grpSp>
      <p:sp>
        <p:nvSpPr>
          <p:cNvPr id="34872" name="标题 2"/>
          <p:cNvSpPr>
            <a:spLocks noGrp="1"/>
          </p:cNvSpPr>
          <p:nvPr>
            <p:ph type="title"/>
            <p:custDataLst>
              <p:tags r:id="rId31"/>
            </p:custDataLst>
          </p:nvPr>
        </p:nvSpPr>
        <p:spPr>
          <a:xfrm>
            <a:off x="381000" y="3049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3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randombar(horizontal)">
                                      <p:cBhvr>
                                        <p:cTn id="7" dur="500"/>
                                        <p:tgtEl>
                                          <p:spTgt spid="1054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547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548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550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549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105583"/>
                                        </p:tgtEl>
                                        <p:attrNameLst>
                                          <p:attrName>style.visibility</p:attrName>
                                        </p:attrNameLst>
                                      </p:cBhvr>
                                      <p:to>
                                        <p:strVal val="visible"/>
                                      </p:to>
                                    </p:set>
                                    <p:animEffect transition="in" filter="randombar(horizontal)">
                                      <p:cBhvr>
                                        <p:cTn id="28" dur="500"/>
                                        <p:tgtEl>
                                          <p:spTgt spid="10558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55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55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55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558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559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105587"/>
                                        </p:tgtEl>
                                        <p:attrNameLst>
                                          <p:attrName>style.visibility</p:attrName>
                                        </p:attrNameLst>
                                      </p:cBhvr>
                                      <p:to>
                                        <p:strVal val="visible"/>
                                      </p:to>
                                    </p:set>
                                    <p:animEffect transition="in" filter="dissolve">
                                      <p:cBhvr>
                                        <p:cTn id="53" dur="500"/>
                                        <p:tgtEl>
                                          <p:spTgt spid="105587"/>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0558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05603"/>
                                        </p:tgtEl>
                                        <p:attrNameLst>
                                          <p:attrName>style.visibility</p:attrName>
                                        </p:attrNameLst>
                                      </p:cBhvr>
                                      <p:to>
                                        <p:strVal val="visible"/>
                                      </p:to>
                                    </p:set>
                                    <p:animEffect transition="in" filter="dissolve">
                                      <p:cBhvr>
                                        <p:cTn id="62" dur="500"/>
                                        <p:tgtEl>
                                          <p:spTgt spid="10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nimBg="1"/>
      <p:bldP spid="105583" grpId="0" animBg="1"/>
      <p:bldP spid="105582" grpId="0" animBg="1"/>
      <p:bldP spid="10559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07522" name="文本框 107521"/>
          <p:cNvSpPr txBox="1"/>
          <p:nvPr>
            <p:custDataLst>
              <p:tags r:id="rId2"/>
            </p:custDataLst>
          </p:nvPr>
        </p:nvSpPr>
        <p:spPr>
          <a:xfrm>
            <a:off x="381000" y="1066800"/>
            <a:ext cx="8305800" cy="1014730"/>
          </a:xfrm>
          <a:prstGeom prst="rect">
            <a:avLst/>
          </a:prstGeom>
          <a:noFill/>
          <a:ln w="9525">
            <a:noFill/>
          </a:ln>
        </p:spPr>
        <p:txBody>
          <a:bodyPr anchor="t" anchorCtr="0">
            <a:spAutoFit/>
          </a:bodyPr>
          <a:p>
            <a:pPr indent="636905"/>
            <a:r>
              <a:rPr lang="zh-CN" altLang="en-US" sz="2000" b="1" dirty="0">
                <a:solidFill>
                  <a:schemeClr val="tx1"/>
                </a:solidFill>
                <a:latin typeface="+mn-lt"/>
                <a:ea typeface="+mn-ea"/>
              </a:rPr>
              <a:t>为了便于实现各种运算</a:t>
            </a:r>
            <a:r>
              <a:rPr lang="en-US" altLang="zh-CN" sz="2000" b="1" dirty="0">
                <a:solidFill>
                  <a:schemeClr val="tx1"/>
                </a:solidFill>
                <a:latin typeface="+mn-lt"/>
                <a:ea typeface="+mn-ea"/>
              </a:rPr>
              <a:t>,</a:t>
            </a:r>
            <a:r>
              <a:rPr lang="zh-CN" altLang="en-US" sz="2000" b="1" dirty="0">
                <a:solidFill>
                  <a:schemeClr val="tx1"/>
                </a:solidFill>
                <a:latin typeface="+mn-lt"/>
                <a:ea typeface="+mn-ea"/>
              </a:rPr>
              <a:t>通常在链表的第一个节点之前设置一个附加节点</a:t>
            </a:r>
            <a:r>
              <a:rPr lang="en-US" altLang="zh-CN" sz="2000" b="1" dirty="0">
                <a:solidFill>
                  <a:schemeClr val="tx1"/>
                </a:solidFill>
                <a:latin typeface="+mn-lt"/>
                <a:ea typeface="+mn-ea"/>
              </a:rPr>
              <a:t>,</a:t>
            </a:r>
            <a:r>
              <a:rPr lang="zh-CN" altLang="en-US" sz="2000" b="1" dirty="0">
                <a:solidFill>
                  <a:schemeClr val="tx1"/>
                </a:solidFill>
                <a:latin typeface="+mn-lt"/>
                <a:ea typeface="+mn-ea"/>
              </a:rPr>
              <a:t>称之为表头节点</a:t>
            </a:r>
            <a:r>
              <a:rPr lang="en-US" altLang="zh-CN" sz="2000" b="1" dirty="0">
                <a:solidFill>
                  <a:schemeClr val="tx1"/>
                </a:solidFill>
                <a:latin typeface="+mn-lt"/>
                <a:ea typeface="+mn-ea"/>
              </a:rPr>
              <a:t>,</a:t>
            </a:r>
            <a:r>
              <a:rPr lang="zh-CN" altLang="en-US" sz="2000" b="1" dirty="0">
                <a:solidFill>
                  <a:schemeClr val="tx1"/>
                </a:solidFill>
                <a:latin typeface="+mn-lt"/>
                <a:ea typeface="+mn-ea"/>
              </a:rPr>
              <a:t>而其他节点称之为表中节点。表头节点结构与表中节点相同，只是数据域不存放数据元素。</a:t>
            </a:r>
            <a:endParaRPr lang="zh-CN" altLang="en-US" sz="2000" b="1" dirty="0">
              <a:solidFill>
                <a:schemeClr val="tx1"/>
              </a:solidFill>
              <a:latin typeface="+mn-lt"/>
              <a:ea typeface="+mn-ea"/>
            </a:endParaRPr>
          </a:p>
        </p:txBody>
      </p:sp>
      <p:grpSp>
        <p:nvGrpSpPr>
          <p:cNvPr id="107578" name="组合 107577"/>
          <p:cNvGrpSpPr/>
          <p:nvPr/>
        </p:nvGrpSpPr>
        <p:grpSpPr>
          <a:xfrm>
            <a:off x="527050" y="2209800"/>
            <a:ext cx="7696200" cy="990600"/>
            <a:chOff x="0" y="960"/>
            <a:chExt cx="4848" cy="624"/>
          </a:xfrm>
        </p:grpSpPr>
        <p:grpSp>
          <p:nvGrpSpPr>
            <p:cNvPr id="35843" name="组合 107523"/>
            <p:cNvGrpSpPr/>
            <p:nvPr/>
          </p:nvGrpSpPr>
          <p:grpSpPr>
            <a:xfrm>
              <a:off x="1344" y="1248"/>
              <a:ext cx="672" cy="326"/>
              <a:chOff x="960" y="880"/>
              <a:chExt cx="576" cy="326"/>
            </a:xfrm>
          </p:grpSpPr>
          <p:sp>
            <p:nvSpPr>
              <p:cNvPr id="35844" name="矩形 107524"/>
              <p:cNvSpPr/>
              <p:nvPr>
                <p:custDataLst>
                  <p:tags r:id="rId3"/>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45" name="矩形 107525"/>
              <p:cNvSpPr/>
              <p:nvPr>
                <p:custDataLst>
                  <p:tags r:id="rId4"/>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1</a:t>
                </a:r>
                <a:endParaRPr lang="en-US" altLang="zh-CN" b="1" baseline="-25000">
                  <a:solidFill>
                    <a:schemeClr val="tx1"/>
                  </a:solidFill>
                  <a:latin typeface="+mn-lt"/>
                  <a:ea typeface="+mn-ea"/>
                </a:endParaRPr>
              </a:p>
            </p:txBody>
          </p:sp>
          <p:sp>
            <p:nvSpPr>
              <p:cNvPr id="35846" name="直接连接符 107526"/>
              <p:cNvSpPr/>
              <p:nvPr>
                <p:custDataLst>
                  <p:tags r:id="rId5"/>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847" name="直接连接符 107527"/>
              <p:cNvSpPr/>
              <p:nvPr>
                <p:custDataLst>
                  <p:tags r:id="rId6"/>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848" name="直接连接符 107528"/>
              <p:cNvSpPr/>
              <p:nvPr>
                <p:custDataLst>
                  <p:tags r:id="rId7"/>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849" name="直接连接符 107529"/>
              <p:cNvSpPr/>
              <p:nvPr>
                <p:custDataLst>
                  <p:tags r:id="rId8"/>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850" name="直接连接符 107530"/>
              <p:cNvSpPr/>
              <p:nvPr>
                <p:custDataLst>
                  <p:tags r:id="rId9"/>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35851" name="组合 107531"/>
            <p:cNvGrpSpPr/>
            <p:nvPr/>
          </p:nvGrpSpPr>
          <p:grpSpPr>
            <a:xfrm>
              <a:off x="2304" y="1248"/>
              <a:ext cx="672" cy="326"/>
              <a:chOff x="2448" y="3216"/>
              <a:chExt cx="576" cy="326"/>
            </a:xfrm>
          </p:grpSpPr>
          <p:sp>
            <p:nvSpPr>
              <p:cNvPr id="35852" name="矩形 107532"/>
              <p:cNvSpPr/>
              <p:nvPr>
                <p:custDataLst>
                  <p:tags r:id="rId10"/>
                </p:custDataLst>
              </p:nvPr>
            </p:nvSpPr>
            <p:spPr>
              <a:xfrm>
                <a:off x="2736" y="3216"/>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53" name="矩形 107533"/>
              <p:cNvSpPr/>
              <p:nvPr>
                <p:custDataLst>
                  <p:tags r:id="rId11"/>
                </p:custDataLst>
              </p:nvPr>
            </p:nvSpPr>
            <p:spPr>
              <a:xfrm>
                <a:off x="2448" y="3216"/>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2</a:t>
                </a:r>
                <a:endParaRPr lang="en-US" altLang="zh-CN" b="1" baseline="-25000">
                  <a:solidFill>
                    <a:schemeClr val="tx1"/>
                  </a:solidFill>
                  <a:latin typeface="+mn-lt"/>
                  <a:ea typeface="+mn-ea"/>
                </a:endParaRPr>
              </a:p>
            </p:txBody>
          </p:sp>
          <p:sp>
            <p:nvSpPr>
              <p:cNvPr id="35854" name="直接连接符 107534"/>
              <p:cNvSpPr/>
              <p:nvPr>
                <p:custDataLst>
                  <p:tags r:id="rId12"/>
                </p:custDataLst>
              </p:nvPr>
            </p:nvSpPr>
            <p:spPr>
              <a:xfrm>
                <a:off x="2448" y="3216"/>
                <a:ext cx="576" cy="0"/>
              </a:xfrm>
              <a:prstGeom prst="line">
                <a:avLst/>
              </a:prstGeom>
              <a:ln w="28575" cap="sq" cmpd="sng">
                <a:solidFill>
                  <a:schemeClr val="tx1"/>
                </a:solidFill>
                <a:prstDash val="solid"/>
                <a:round/>
                <a:headEnd type="none" w="med" len="med"/>
                <a:tailEnd type="none" w="med" len="med"/>
              </a:ln>
            </p:spPr>
          </p:sp>
          <p:sp>
            <p:nvSpPr>
              <p:cNvPr id="35855" name="直接连接符 107535"/>
              <p:cNvSpPr/>
              <p:nvPr>
                <p:custDataLst>
                  <p:tags r:id="rId13"/>
                </p:custDataLst>
              </p:nvPr>
            </p:nvSpPr>
            <p:spPr>
              <a:xfrm>
                <a:off x="2448" y="3542"/>
                <a:ext cx="576" cy="0"/>
              </a:xfrm>
              <a:prstGeom prst="line">
                <a:avLst/>
              </a:prstGeom>
              <a:ln w="28575" cap="sq" cmpd="sng">
                <a:solidFill>
                  <a:schemeClr val="tx1"/>
                </a:solidFill>
                <a:prstDash val="solid"/>
                <a:round/>
                <a:headEnd type="none" w="med" len="med"/>
                <a:tailEnd type="none" w="med" len="med"/>
              </a:ln>
            </p:spPr>
          </p:sp>
          <p:sp>
            <p:nvSpPr>
              <p:cNvPr id="35856" name="直接连接符 107536"/>
              <p:cNvSpPr/>
              <p:nvPr>
                <p:custDataLst>
                  <p:tags r:id="rId14"/>
                </p:custDataLst>
              </p:nvPr>
            </p:nvSpPr>
            <p:spPr>
              <a:xfrm>
                <a:off x="2448" y="3216"/>
                <a:ext cx="0" cy="326"/>
              </a:xfrm>
              <a:prstGeom prst="line">
                <a:avLst/>
              </a:prstGeom>
              <a:ln w="28575" cap="sq" cmpd="sng">
                <a:solidFill>
                  <a:schemeClr val="tx1"/>
                </a:solidFill>
                <a:prstDash val="solid"/>
                <a:round/>
                <a:headEnd type="none" w="med" len="med"/>
                <a:tailEnd type="none" w="med" len="med"/>
              </a:ln>
            </p:spPr>
          </p:sp>
          <p:sp>
            <p:nvSpPr>
              <p:cNvPr id="35857" name="直接连接符 107537"/>
              <p:cNvSpPr/>
              <p:nvPr>
                <p:custDataLst>
                  <p:tags r:id="rId15"/>
                </p:custDataLst>
              </p:nvPr>
            </p:nvSpPr>
            <p:spPr>
              <a:xfrm>
                <a:off x="2736" y="3216"/>
                <a:ext cx="0" cy="326"/>
              </a:xfrm>
              <a:prstGeom prst="line">
                <a:avLst/>
              </a:prstGeom>
              <a:ln w="12700" cap="flat" cmpd="sng">
                <a:solidFill>
                  <a:schemeClr val="tx1"/>
                </a:solidFill>
                <a:prstDash val="solid"/>
                <a:round/>
                <a:headEnd type="none" w="med" len="med"/>
                <a:tailEnd type="none" w="med" len="med"/>
              </a:ln>
            </p:spPr>
          </p:sp>
          <p:sp>
            <p:nvSpPr>
              <p:cNvPr id="35858" name="直接连接符 107538"/>
              <p:cNvSpPr/>
              <p:nvPr>
                <p:custDataLst>
                  <p:tags r:id="rId16"/>
                </p:custDataLst>
              </p:nvPr>
            </p:nvSpPr>
            <p:spPr>
              <a:xfrm>
                <a:off x="3024" y="3216"/>
                <a:ext cx="0" cy="326"/>
              </a:xfrm>
              <a:prstGeom prst="line">
                <a:avLst/>
              </a:prstGeom>
              <a:ln w="28575" cap="sq" cmpd="sng">
                <a:solidFill>
                  <a:schemeClr val="tx1"/>
                </a:solidFill>
                <a:prstDash val="solid"/>
                <a:round/>
                <a:headEnd type="none" w="med" len="med"/>
                <a:tailEnd type="none" w="med" len="med"/>
              </a:ln>
            </p:spPr>
          </p:sp>
        </p:grpSp>
        <p:grpSp>
          <p:nvGrpSpPr>
            <p:cNvPr id="35859" name="组合 107539"/>
            <p:cNvGrpSpPr/>
            <p:nvPr/>
          </p:nvGrpSpPr>
          <p:grpSpPr>
            <a:xfrm>
              <a:off x="4176" y="1248"/>
              <a:ext cx="672" cy="326"/>
              <a:chOff x="960" y="880"/>
              <a:chExt cx="576" cy="326"/>
            </a:xfrm>
          </p:grpSpPr>
          <p:sp>
            <p:nvSpPr>
              <p:cNvPr id="35860" name="矩形 107540"/>
              <p:cNvSpPr/>
              <p:nvPr>
                <p:custDataLst>
                  <p:tags r:id="rId17"/>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61" name="矩形 107541"/>
              <p:cNvSpPr/>
              <p:nvPr>
                <p:custDataLst>
                  <p:tags r:id="rId18"/>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4</a:t>
                </a:r>
                <a:endParaRPr lang="en-US" altLang="zh-CN" b="1" baseline="-25000">
                  <a:solidFill>
                    <a:schemeClr val="tx1"/>
                  </a:solidFill>
                  <a:latin typeface="+mn-lt"/>
                  <a:ea typeface="+mn-ea"/>
                </a:endParaRPr>
              </a:p>
            </p:txBody>
          </p:sp>
          <p:sp>
            <p:nvSpPr>
              <p:cNvPr id="35862" name="直接连接符 107542"/>
              <p:cNvSpPr/>
              <p:nvPr>
                <p:custDataLst>
                  <p:tags r:id="rId19"/>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863" name="直接连接符 107543"/>
              <p:cNvSpPr/>
              <p:nvPr>
                <p:custDataLst>
                  <p:tags r:id="rId20"/>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864" name="直接连接符 107544"/>
              <p:cNvSpPr/>
              <p:nvPr>
                <p:custDataLst>
                  <p:tags r:id="rId21"/>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865" name="直接连接符 107545"/>
              <p:cNvSpPr/>
              <p:nvPr>
                <p:custDataLst>
                  <p:tags r:id="rId22"/>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866" name="直接连接符 107546"/>
              <p:cNvSpPr/>
              <p:nvPr>
                <p:custDataLst>
                  <p:tags r:id="rId23"/>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35867" name="组合 107547"/>
            <p:cNvGrpSpPr/>
            <p:nvPr/>
          </p:nvGrpSpPr>
          <p:grpSpPr>
            <a:xfrm>
              <a:off x="3216" y="1248"/>
              <a:ext cx="672" cy="326"/>
              <a:chOff x="960" y="880"/>
              <a:chExt cx="576" cy="326"/>
            </a:xfrm>
          </p:grpSpPr>
          <p:sp>
            <p:nvSpPr>
              <p:cNvPr id="35868" name="矩形 107548"/>
              <p:cNvSpPr/>
              <p:nvPr>
                <p:custDataLst>
                  <p:tags r:id="rId24"/>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69" name="矩形 107549"/>
              <p:cNvSpPr/>
              <p:nvPr>
                <p:custDataLst>
                  <p:tags r:id="rId25"/>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3</a:t>
                </a:r>
                <a:endParaRPr lang="en-US" altLang="zh-CN" b="1" baseline="-25000">
                  <a:solidFill>
                    <a:schemeClr val="tx1"/>
                  </a:solidFill>
                  <a:latin typeface="+mn-lt"/>
                  <a:ea typeface="+mn-ea"/>
                </a:endParaRPr>
              </a:p>
            </p:txBody>
          </p:sp>
          <p:sp>
            <p:nvSpPr>
              <p:cNvPr id="35870" name="直接连接符 107550"/>
              <p:cNvSpPr/>
              <p:nvPr>
                <p:custDataLst>
                  <p:tags r:id="rId26"/>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871" name="直接连接符 107551"/>
              <p:cNvSpPr/>
              <p:nvPr>
                <p:custDataLst>
                  <p:tags r:id="rId27"/>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872" name="直接连接符 107552"/>
              <p:cNvSpPr/>
              <p:nvPr>
                <p:custDataLst>
                  <p:tags r:id="rId28"/>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873" name="直接连接符 107553"/>
              <p:cNvSpPr/>
              <p:nvPr>
                <p:custDataLst>
                  <p:tags r:id="rId29"/>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874" name="直接连接符 107554"/>
              <p:cNvSpPr/>
              <p:nvPr>
                <p:custDataLst>
                  <p:tags r:id="rId30"/>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sp>
          <p:nvSpPr>
            <p:cNvPr id="35875" name="直接连接符 107555"/>
            <p:cNvSpPr/>
            <p:nvPr>
              <p:custDataLst>
                <p:tags r:id="rId31"/>
              </p:custDataLst>
            </p:nvPr>
          </p:nvSpPr>
          <p:spPr>
            <a:xfrm>
              <a:off x="1872" y="1440"/>
              <a:ext cx="432" cy="0"/>
            </a:xfrm>
            <a:prstGeom prst="line">
              <a:avLst/>
            </a:prstGeom>
            <a:ln w="19050" cap="flat" cmpd="sng">
              <a:solidFill>
                <a:schemeClr val="tx1"/>
              </a:solidFill>
              <a:prstDash val="solid"/>
              <a:round/>
              <a:headEnd type="none" w="med" len="med"/>
              <a:tailEnd type="triangle" w="med" len="med"/>
            </a:ln>
          </p:spPr>
        </p:sp>
        <p:sp>
          <p:nvSpPr>
            <p:cNvPr id="35876" name="直接连接符 107556"/>
            <p:cNvSpPr/>
            <p:nvPr>
              <p:custDataLst>
                <p:tags r:id="rId32"/>
              </p:custDataLst>
            </p:nvPr>
          </p:nvSpPr>
          <p:spPr>
            <a:xfrm>
              <a:off x="2784" y="1440"/>
              <a:ext cx="432" cy="0"/>
            </a:xfrm>
            <a:prstGeom prst="line">
              <a:avLst/>
            </a:prstGeom>
            <a:ln w="19050" cap="flat" cmpd="sng">
              <a:solidFill>
                <a:schemeClr val="tx1"/>
              </a:solidFill>
              <a:prstDash val="solid"/>
              <a:round/>
              <a:headEnd type="none" w="med" len="med"/>
              <a:tailEnd type="triangle" w="med" len="med"/>
            </a:ln>
          </p:spPr>
        </p:sp>
        <p:sp>
          <p:nvSpPr>
            <p:cNvPr id="35877" name="直接连接符 107557"/>
            <p:cNvSpPr/>
            <p:nvPr>
              <p:custDataLst>
                <p:tags r:id="rId33"/>
              </p:custDataLst>
            </p:nvPr>
          </p:nvSpPr>
          <p:spPr>
            <a:xfrm>
              <a:off x="3696" y="1440"/>
              <a:ext cx="480" cy="0"/>
            </a:xfrm>
            <a:prstGeom prst="line">
              <a:avLst/>
            </a:prstGeom>
            <a:ln w="19050" cap="flat" cmpd="sng">
              <a:solidFill>
                <a:schemeClr val="tx1"/>
              </a:solidFill>
              <a:prstDash val="solid"/>
              <a:round/>
              <a:headEnd type="none" w="med" len="med"/>
              <a:tailEnd type="triangle" w="med" len="med"/>
            </a:ln>
          </p:spPr>
        </p:sp>
        <p:sp>
          <p:nvSpPr>
            <p:cNvPr id="35878" name="矩形 107558"/>
            <p:cNvSpPr/>
            <p:nvPr>
              <p:custDataLst>
                <p:tags r:id="rId34"/>
              </p:custDataLst>
            </p:nvPr>
          </p:nvSpPr>
          <p:spPr>
            <a:xfrm>
              <a:off x="4512" y="1248"/>
              <a:ext cx="278" cy="329"/>
            </a:xfrm>
            <a:prstGeom prst="rect">
              <a:avLst/>
            </a:prstGeom>
            <a:noFill/>
            <a:ln w="9525">
              <a:noFill/>
            </a:ln>
          </p:spPr>
          <p:txBody>
            <a:bodyPr wrap="none" anchor="t" anchorCtr="0">
              <a:spAutoFit/>
            </a:bodyPr>
            <a:p>
              <a:r>
                <a:rPr lang="en-US" altLang="zh-CN" sz="2800" b="1" dirty="0">
                  <a:solidFill>
                    <a:schemeClr val="tx1"/>
                  </a:solidFill>
                  <a:latin typeface="+mn-lt"/>
                  <a:ea typeface="+mn-ea"/>
                </a:rPr>
                <a:t>∧</a:t>
              </a:r>
              <a:endParaRPr lang="en-US" altLang="zh-CN" sz="2800" b="1" dirty="0">
                <a:solidFill>
                  <a:schemeClr val="tx1"/>
                </a:solidFill>
                <a:latin typeface="+mn-lt"/>
                <a:ea typeface="+mn-ea"/>
              </a:endParaRPr>
            </a:p>
          </p:txBody>
        </p:sp>
        <p:sp>
          <p:nvSpPr>
            <p:cNvPr id="35879" name="直接连接符 107560"/>
            <p:cNvSpPr/>
            <p:nvPr>
              <p:custDataLst>
                <p:tags r:id="rId35"/>
              </p:custDataLst>
            </p:nvPr>
          </p:nvSpPr>
          <p:spPr>
            <a:xfrm>
              <a:off x="816" y="1440"/>
              <a:ext cx="480" cy="0"/>
            </a:xfrm>
            <a:prstGeom prst="line">
              <a:avLst/>
            </a:prstGeom>
            <a:ln w="19050" cap="flat" cmpd="sng">
              <a:solidFill>
                <a:schemeClr val="tx1"/>
              </a:solidFill>
              <a:prstDash val="solid"/>
              <a:round/>
              <a:headEnd type="none" w="med" len="med"/>
              <a:tailEnd type="triangle" w="med" len="med"/>
            </a:ln>
          </p:spPr>
        </p:sp>
        <p:grpSp>
          <p:nvGrpSpPr>
            <p:cNvPr id="35880" name="组合 107561"/>
            <p:cNvGrpSpPr/>
            <p:nvPr/>
          </p:nvGrpSpPr>
          <p:grpSpPr>
            <a:xfrm>
              <a:off x="576" y="1248"/>
              <a:ext cx="384" cy="336"/>
              <a:chOff x="528" y="1248"/>
              <a:chExt cx="528" cy="288"/>
            </a:xfrm>
          </p:grpSpPr>
          <p:sp>
            <p:nvSpPr>
              <p:cNvPr id="35881" name="矩形 107562"/>
              <p:cNvSpPr/>
              <p:nvPr>
                <p:custDataLst>
                  <p:tags r:id="rId36"/>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82" name="直接连接符 107563"/>
              <p:cNvSpPr/>
              <p:nvPr>
                <p:custDataLst>
                  <p:tags r:id="rId37"/>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35883" name="直接连接符 107564"/>
              <p:cNvSpPr/>
              <p:nvPr>
                <p:custDataLst>
                  <p:tags r:id="rId38"/>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35884" name="直接连接符 107565"/>
              <p:cNvSpPr/>
              <p:nvPr>
                <p:custDataLst>
                  <p:tags r:id="rId39"/>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35885" name="直接连接符 107566"/>
              <p:cNvSpPr/>
              <p:nvPr>
                <p:custDataLst>
                  <p:tags r:id="rId40"/>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35886" name="文本框 107567"/>
            <p:cNvSpPr txBox="1"/>
            <p:nvPr>
              <p:custDataLst>
                <p:tags r:id="rId41"/>
              </p:custDataLst>
            </p:nvPr>
          </p:nvSpPr>
          <p:spPr>
            <a:xfrm>
              <a:off x="0" y="960"/>
              <a:ext cx="912" cy="368"/>
            </a:xfrm>
            <a:prstGeom prst="rect">
              <a:avLst/>
            </a:prstGeom>
            <a:noFill/>
            <a:ln w="9525">
              <a:noFill/>
            </a:ln>
          </p:spPr>
          <p:txBody>
            <a:bodyPr wrap="square" anchor="t" anchorCtr="0"/>
            <a:p>
              <a:pPr>
                <a:spcBef>
                  <a:spcPct val="50000"/>
                </a:spcBef>
              </a:pPr>
              <a:r>
                <a:rPr lang="en-US" altLang="zh-CN" sz="3200">
                  <a:solidFill>
                    <a:schemeClr val="tx1"/>
                  </a:solidFill>
                  <a:latin typeface="+mn-lt"/>
                  <a:ea typeface="+mn-ea"/>
                </a:rPr>
                <a:t>Head</a:t>
              </a:r>
              <a:endParaRPr lang="en-US" altLang="zh-CN" sz="3200">
                <a:solidFill>
                  <a:schemeClr val="tx1"/>
                </a:solidFill>
                <a:latin typeface="+mn-lt"/>
                <a:ea typeface="+mn-ea"/>
              </a:endParaRPr>
            </a:p>
          </p:txBody>
        </p:sp>
      </p:grpSp>
      <p:grpSp>
        <p:nvGrpSpPr>
          <p:cNvPr id="107639" name="组合 107638"/>
          <p:cNvGrpSpPr/>
          <p:nvPr/>
        </p:nvGrpSpPr>
        <p:grpSpPr>
          <a:xfrm>
            <a:off x="203200" y="3429000"/>
            <a:ext cx="8483600" cy="995363"/>
            <a:chOff x="0" y="2784"/>
            <a:chExt cx="5615" cy="627"/>
          </a:xfrm>
        </p:grpSpPr>
        <p:grpSp>
          <p:nvGrpSpPr>
            <p:cNvPr id="35888" name="组合 107637"/>
            <p:cNvGrpSpPr/>
            <p:nvPr/>
          </p:nvGrpSpPr>
          <p:grpSpPr>
            <a:xfrm>
              <a:off x="0" y="2784"/>
              <a:ext cx="5615" cy="624"/>
              <a:chOff x="0" y="2784"/>
              <a:chExt cx="5615" cy="624"/>
            </a:xfrm>
          </p:grpSpPr>
          <p:grpSp>
            <p:nvGrpSpPr>
              <p:cNvPr id="35889" name="组合 107579"/>
              <p:cNvGrpSpPr/>
              <p:nvPr/>
            </p:nvGrpSpPr>
            <p:grpSpPr>
              <a:xfrm>
                <a:off x="2112" y="3072"/>
                <a:ext cx="672" cy="326"/>
                <a:chOff x="960" y="880"/>
                <a:chExt cx="576" cy="326"/>
              </a:xfrm>
            </p:grpSpPr>
            <p:sp>
              <p:nvSpPr>
                <p:cNvPr id="35890" name="矩形 107580"/>
                <p:cNvSpPr/>
                <p:nvPr>
                  <p:custDataLst>
                    <p:tags r:id="rId42"/>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91" name="矩形 107581"/>
                <p:cNvSpPr/>
                <p:nvPr>
                  <p:custDataLst>
                    <p:tags r:id="rId43"/>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1</a:t>
                  </a:r>
                  <a:endParaRPr lang="en-US" altLang="zh-CN" b="1" baseline="-25000">
                    <a:solidFill>
                      <a:schemeClr val="tx1"/>
                    </a:solidFill>
                    <a:latin typeface="+mn-lt"/>
                    <a:ea typeface="+mn-ea"/>
                  </a:endParaRPr>
                </a:p>
              </p:txBody>
            </p:sp>
            <p:sp>
              <p:nvSpPr>
                <p:cNvPr id="35892" name="直接连接符 107582"/>
                <p:cNvSpPr/>
                <p:nvPr>
                  <p:custDataLst>
                    <p:tags r:id="rId44"/>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893" name="直接连接符 107583"/>
                <p:cNvSpPr/>
                <p:nvPr>
                  <p:custDataLst>
                    <p:tags r:id="rId45"/>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894" name="直接连接符 107584"/>
                <p:cNvSpPr/>
                <p:nvPr>
                  <p:custDataLst>
                    <p:tags r:id="rId46"/>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895" name="直接连接符 107585"/>
                <p:cNvSpPr/>
                <p:nvPr>
                  <p:custDataLst>
                    <p:tags r:id="rId47"/>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896" name="直接连接符 107586"/>
                <p:cNvSpPr/>
                <p:nvPr>
                  <p:custDataLst>
                    <p:tags r:id="rId48"/>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35897" name="组合 107587"/>
              <p:cNvGrpSpPr/>
              <p:nvPr/>
            </p:nvGrpSpPr>
            <p:grpSpPr>
              <a:xfrm>
                <a:off x="3067" y="3072"/>
                <a:ext cx="672" cy="326"/>
                <a:chOff x="2448" y="3216"/>
                <a:chExt cx="576" cy="326"/>
              </a:xfrm>
            </p:grpSpPr>
            <p:sp>
              <p:nvSpPr>
                <p:cNvPr id="35898" name="矩形 107588"/>
                <p:cNvSpPr/>
                <p:nvPr>
                  <p:custDataLst>
                    <p:tags r:id="rId49"/>
                  </p:custDataLst>
                </p:nvPr>
              </p:nvSpPr>
              <p:spPr>
                <a:xfrm>
                  <a:off x="2736" y="3216"/>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899" name="矩形 107589"/>
                <p:cNvSpPr/>
                <p:nvPr>
                  <p:custDataLst>
                    <p:tags r:id="rId50"/>
                  </p:custDataLst>
                </p:nvPr>
              </p:nvSpPr>
              <p:spPr>
                <a:xfrm>
                  <a:off x="2448" y="3216"/>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2</a:t>
                  </a:r>
                  <a:endParaRPr lang="en-US" altLang="zh-CN" b="1" baseline="-25000">
                    <a:solidFill>
                      <a:schemeClr val="tx1"/>
                    </a:solidFill>
                    <a:latin typeface="+mn-lt"/>
                    <a:ea typeface="+mn-ea"/>
                  </a:endParaRPr>
                </a:p>
              </p:txBody>
            </p:sp>
            <p:sp>
              <p:nvSpPr>
                <p:cNvPr id="35900" name="直接连接符 107590"/>
                <p:cNvSpPr/>
                <p:nvPr>
                  <p:custDataLst>
                    <p:tags r:id="rId51"/>
                  </p:custDataLst>
                </p:nvPr>
              </p:nvSpPr>
              <p:spPr>
                <a:xfrm>
                  <a:off x="2448" y="3216"/>
                  <a:ext cx="576" cy="0"/>
                </a:xfrm>
                <a:prstGeom prst="line">
                  <a:avLst/>
                </a:prstGeom>
                <a:ln w="28575" cap="sq" cmpd="sng">
                  <a:solidFill>
                    <a:schemeClr val="tx1"/>
                  </a:solidFill>
                  <a:prstDash val="solid"/>
                  <a:round/>
                  <a:headEnd type="none" w="med" len="med"/>
                  <a:tailEnd type="none" w="med" len="med"/>
                </a:ln>
              </p:spPr>
            </p:sp>
            <p:sp>
              <p:nvSpPr>
                <p:cNvPr id="35901" name="直接连接符 107591"/>
                <p:cNvSpPr/>
                <p:nvPr>
                  <p:custDataLst>
                    <p:tags r:id="rId52"/>
                  </p:custDataLst>
                </p:nvPr>
              </p:nvSpPr>
              <p:spPr>
                <a:xfrm>
                  <a:off x="2448" y="3542"/>
                  <a:ext cx="576" cy="0"/>
                </a:xfrm>
                <a:prstGeom prst="line">
                  <a:avLst/>
                </a:prstGeom>
                <a:ln w="28575" cap="sq" cmpd="sng">
                  <a:solidFill>
                    <a:schemeClr val="tx1"/>
                  </a:solidFill>
                  <a:prstDash val="solid"/>
                  <a:round/>
                  <a:headEnd type="none" w="med" len="med"/>
                  <a:tailEnd type="none" w="med" len="med"/>
                </a:ln>
              </p:spPr>
            </p:sp>
            <p:sp>
              <p:nvSpPr>
                <p:cNvPr id="35902" name="直接连接符 107592"/>
                <p:cNvSpPr/>
                <p:nvPr>
                  <p:custDataLst>
                    <p:tags r:id="rId53"/>
                  </p:custDataLst>
                </p:nvPr>
              </p:nvSpPr>
              <p:spPr>
                <a:xfrm>
                  <a:off x="2448" y="3216"/>
                  <a:ext cx="0" cy="326"/>
                </a:xfrm>
                <a:prstGeom prst="line">
                  <a:avLst/>
                </a:prstGeom>
                <a:ln w="28575" cap="sq" cmpd="sng">
                  <a:solidFill>
                    <a:schemeClr val="tx1"/>
                  </a:solidFill>
                  <a:prstDash val="solid"/>
                  <a:round/>
                  <a:headEnd type="none" w="med" len="med"/>
                  <a:tailEnd type="none" w="med" len="med"/>
                </a:ln>
              </p:spPr>
            </p:sp>
            <p:sp>
              <p:nvSpPr>
                <p:cNvPr id="35903" name="直接连接符 107593"/>
                <p:cNvSpPr/>
                <p:nvPr>
                  <p:custDataLst>
                    <p:tags r:id="rId54"/>
                  </p:custDataLst>
                </p:nvPr>
              </p:nvSpPr>
              <p:spPr>
                <a:xfrm>
                  <a:off x="2736" y="3216"/>
                  <a:ext cx="0" cy="326"/>
                </a:xfrm>
                <a:prstGeom prst="line">
                  <a:avLst/>
                </a:prstGeom>
                <a:ln w="12700" cap="flat" cmpd="sng">
                  <a:solidFill>
                    <a:schemeClr val="tx1"/>
                  </a:solidFill>
                  <a:prstDash val="solid"/>
                  <a:round/>
                  <a:headEnd type="none" w="med" len="med"/>
                  <a:tailEnd type="none" w="med" len="med"/>
                </a:ln>
              </p:spPr>
            </p:sp>
            <p:sp>
              <p:nvSpPr>
                <p:cNvPr id="35904" name="直接连接符 107594"/>
                <p:cNvSpPr/>
                <p:nvPr>
                  <p:custDataLst>
                    <p:tags r:id="rId55"/>
                  </p:custDataLst>
                </p:nvPr>
              </p:nvSpPr>
              <p:spPr>
                <a:xfrm>
                  <a:off x="3024" y="3216"/>
                  <a:ext cx="0" cy="326"/>
                </a:xfrm>
                <a:prstGeom prst="line">
                  <a:avLst/>
                </a:prstGeom>
                <a:ln w="28575" cap="sq" cmpd="sng">
                  <a:solidFill>
                    <a:schemeClr val="tx1"/>
                  </a:solidFill>
                  <a:prstDash val="solid"/>
                  <a:round/>
                  <a:headEnd type="none" w="med" len="med"/>
                  <a:tailEnd type="none" w="med" len="med"/>
                </a:ln>
              </p:spPr>
            </p:sp>
          </p:grpSp>
          <p:grpSp>
            <p:nvGrpSpPr>
              <p:cNvPr id="35905" name="组合 107595"/>
              <p:cNvGrpSpPr/>
              <p:nvPr/>
            </p:nvGrpSpPr>
            <p:grpSpPr>
              <a:xfrm>
                <a:off x="4939" y="3072"/>
                <a:ext cx="672" cy="326"/>
                <a:chOff x="960" y="880"/>
                <a:chExt cx="576" cy="326"/>
              </a:xfrm>
            </p:grpSpPr>
            <p:sp>
              <p:nvSpPr>
                <p:cNvPr id="35906" name="矩形 107596"/>
                <p:cNvSpPr/>
                <p:nvPr>
                  <p:custDataLst>
                    <p:tags r:id="rId56"/>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907" name="矩形 107597"/>
                <p:cNvSpPr/>
                <p:nvPr>
                  <p:custDataLst>
                    <p:tags r:id="rId57"/>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4</a:t>
                  </a:r>
                  <a:endParaRPr lang="en-US" altLang="zh-CN" b="1" baseline="-25000">
                    <a:solidFill>
                      <a:schemeClr val="tx1"/>
                    </a:solidFill>
                    <a:latin typeface="+mn-lt"/>
                    <a:ea typeface="+mn-ea"/>
                  </a:endParaRPr>
                </a:p>
              </p:txBody>
            </p:sp>
            <p:sp>
              <p:nvSpPr>
                <p:cNvPr id="35908" name="直接连接符 107598"/>
                <p:cNvSpPr/>
                <p:nvPr>
                  <p:custDataLst>
                    <p:tags r:id="rId58"/>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909" name="直接连接符 107599"/>
                <p:cNvSpPr/>
                <p:nvPr>
                  <p:custDataLst>
                    <p:tags r:id="rId59"/>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910" name="直接连接符 107600"/>
                <p:cNvSpPr/>
                <p:nvPr>
                  <p:custDataLst>
                    <p:tags r:id="rId60"/>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911" name="直接连接符 107601"/>
                <p:cNvSpPr/>
                <p:nvPr>
                  <p:custDataLst>
                    <p:tags r:id="rId61"/>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912" name="直接连接符 107602"/>
                <p:cNvSpPr/>
                <p:nvPr>
                  <p:custDataLst>
                    <p:tags r:id="rId62"/>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35913" name="组合 107603"/>
              <p:cNvGrpSpPr/>
              <p:nvPr/>
            </p:nvGrpSpPr>
            <p:grpSpPr>
              <a:xfrm>
                <a:off x="3979" y="3072"/>
                <a:ext cx="672" cy="326"/>
                <a:chOff x="960" y="880"/>
                <a:chExt cx="576" cy="326"/>
              </a:xfrm>
            </p:grpSpPr>
            <p:sp>
              <p:nvSpPr>
                <p:cNvPr id="35914" name="矩形 107604"/>
                <p:cNvSpPr/>
                <p:nvPr>
                  <p:custDataLst>
                    <p:tags r:id="rId63"/>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915" name="矩形 107605"/>
                <p:cNvSpPr/>
                <p:nvPr>
                  <p:custDataLst>
                    <p:tags r:id="rId64"/>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3</a:t>
                  </a:r>
                  <a:endParaRPr lang="en-US" altLang="zh-CN" b="1" baseline="-25000">
                    <a:solidFill>
                      <a:schemeClr val="tx1"/>
                    </a:solidFill>
                    <a:latin typeface="+mn-lt"/>
                    <a:ea typeface="+mn-ea"/>
                  </a:endParaRPr>
                </a:p>
              </p:txBody>
            </p:sp>
            <p:sp>
              <p:nvSpPr>
                <p:cNvPr id="35916" name="直接连接符 107606"/>
                <p:cNvSpPr/>
                <p:nvPr>
                  <p:custDataLst>
                    <p:tags r:id="rId65"/>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917" name="直接连接符 107607"/>
                <p:cNvSpPr/>
                <p:nvPr>
                  <p:custDataLst>
                    <p:tags r:id="rId66"/>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918" name="直接连接符 107608"/>
                <p:cNvSpPr/>
                <p:nvPr>
                  <p:custDataLst>
                    <p:tags r:id="rId67"/>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919" name="直接连接符 107609"/>
                <p:cNvSpPr/>
                <p:nvPr>
                  <p:custDataLst>
                    <p:tags r:id="rId68"/>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920" name="直接连接符 107610"/>
                <p:cNvSpPr/>
                <p:nvPr>
                  <p:custDataLst>
                    <p:tags r:id="rId69"/>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sp>
            <p:nvSpPr>
              <p:cNvPr id="35921" name="直接连接符 107611"/>
              <p:cNvSpPr/>
              <p:nvPr>
                <p:custDataLst>
                  <p:tags r:id="rId70"/>
                </p:custDataLst>
              </p:nvPr>
            </p:nvSpPr>
            <p:spPr>
              <a:xfrm>
                <a:off x="2635" y="3264"/>
                <a:ext cx="432" cy="0"/>
              </a:xfrm>
              <a:prstGeom prst="line">
                <a:avLst/>
              </a:prstGeom>
              <a:ln w="19050" cap="flat" cmpd="sng">
                <a:solidFill>
                  <a:schemeClr val="tx1"/>
                </a:solidFill>
                <a:prstDash val="solid"/>
                <a:round/>
                <a:headEnd type="none" w="med" len="med"/>
                <a:tailEnd type="triangle" w="med" len="med"/>
              </a:ln>
            </p:spPr>
          </p:sp>
          <p:sp>
            <p:nvSpPr>
              <p:cNvPr id="35922" name="直接连接符 107612"/>
              <p:cNvSpPr/>
              <p:nvPr>
                <p:custDataLst>
                  <p:tags r:id="rId71"/>
                </p:custDataLst>
              </p:nvPr>
            </p:nvSpPr>
            <p:spPr>
              <a:xfrm>
                <a:off x="3547" y="3264"/>
                <a:ext cx="432" cy="0"/>
              </a:xfrm>
              <a:prstGeom prst="line">
                <a:avLst/>
              </a:prstGeom>
              <a:ln w="19050" cap="flat" cmpd="sng">
                <a:solidFill>
                  <a:schemeClr val="tx1"/>
                </a:solidFill>
                <a:prstDash val="solid"/>
                <a:round/>
                <a:headEnd type="none" w="med" len="med"/>
                <a:tailEnd type="triangle" w="med" len="med"/>
              </a:ln>
            </p:spPr>
          </p:sp>
          <p:sp>
            <p:nvSpPr>
              <p:cNvPr id="35923" name="直接连接符 107613"/>
              <p:cNvSpPr/>
              <p:nvPr>
                <p:custDataLst>
                  <p:tags r:id="rId72"/>
                </p:custDataLst>
              </p:nvPr>
            </p:nvSpPr>
            <p:spPr>
              <a:xfrm>
                <a:off x="4459" y="3264"/>
                <a:ext cx="480" cy="0"/>
              </a:xfrm>
              <a:prstGeom prst="line">
                <a:avLst/>
              </a:prstGeom>
              <a:ln w="19050" cap="flat" cmpd="sng">
                <a:solidFill>
                  <a:schemeClr val="tx1"/>
                </a:solidFill>
                <a:prstDash val="solid"/>
                <a:round/>
                <a:headEnd type="none" w="med" len="med"/>
                <a:tailEnd type="triangle" w="med" len="med"/>
              </a:ln>
            </p:spPr>
          </p:sp>
          <p:sp>
            <p:nvSpPr>
              <p:cNvPr id="35924" name="矩形 107614"/>
              <p:cNvSpPr/>
              <p:nvPr>
                <p:custDataLst>
                  <p:tags r:id="rId73"/>
                </p:custDataLst>
              </p:nvPr>
            </p:nvSpPr>
            <p:spPr>
              <a:xfrm>
                <a:off x="5275" y="3072"/>
                <a:ext cx="340" cy="329"/>
              </a:xfrm>
              <a:prstGeom prst="rect">
                <a:avLst/>
              </a:prstGeom>
              <a:noFill/>
              <a:ln w="9525">
                <a:noFill/>
              </a:ln>
            </p:spPr>
            <p:txBody>
              <a:bodyPr wrap="square" anchor="t" anchorCtr="0">
                <a:spAutoFit/>
              </a:bodyPr>
              <a:p>
                <a:r>
                  <a:rPr lang="en-US" altLang="zh-CN" sz="2800" b="1" dirty="0">
                    <a:solidFill>
                      <a:schemeClr val="bg1"/>
                    </a:solidFill>
                    <a:latin typeface="+mn-lt"/>
                    <a:ea typeface="+mn-ea"/>
                  </a:rPr>
                  <a:t>∧</a:t>
                </a:r>
                <a:endParaRPr lang="en-US" altLang="zh-CN" sz="2800" b="1" dirty="0">
                  <a:solidFill>
                    <a:schemeClr val="bg1"/>
                  </a:solidFill>
                  <a:latin typeface="+mn-lt"/>
                  <a:ea typeface="+mn-ea"/>
                </a:endParaRPr>
              </a:p>
            </p:txBody>
          </p:sp>
          <p:sp>
            <p:nvSpPr>
              <p:cNvPr id="35925" name="直接连接符 107615"/>
              <p:cNvSpPr/>
              <p:nvPr>
                <p:custDataLst>
                  <p:tags r:id="rId74"/>
                </p:custDataLst>
              </p:nvPr>
            </p:nvSpPr>
            <p:spPr>
              <a:xfrm>
                <a:off x="816" y="3264"/>
                <a:ext cx="384" cy="0"/>
              </a:xfrm>
              <a:prstGeom prst="line">
                <a:avLst/>
              </a:prstGeom>
              <a:ln w="19050" cap="flat" cmpd="sng">
                <a:solidFill>
                  <a:schemeClr val="tx1"/>
                </a:solidFill>
                <a:prstDash val="solid"/>
                <a:round/>
                <a:headEnd type="none" w="med" len="med"/>
                <a:tailEnd type="triangle" w="med" len="med"/>
              </a:ln>
            </p:spPr>
          </p:sp>
          <p:grpSp>
            <p:nvGrpSpPr>
              <p:cNvPr id="35926" name="组合 107616"/>
              <p:cNvGrpSpPr/>
              <p:nvPr/>
            </p:nvGrpSpPr>
            <p:grpSpPr>
              <a:xfrm>
                <a:off x="576" y="3072"/>
                <a:ext cx="384" cy="336"/>
                <a:chOff x="528" y="1248"/>
                <a:chExt cx="528" cy="288"/>
              </a:xfrm>
            </p:grpSpPr>
            <p:sp>
              <p:nvSpPr>
                <p:cNvPr id="35927" name="矩形 107617"/>
                <p:cNvSpPr/>
                <p:nvPr>
                  <p:custDataLst>
                    <p:tags r:id="rId75"/>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928" name="直接连接符 107618"/>
                <p:cNvSpPr/>
                <p:nvPr>
                  <p:custDataLst>
                    <p:tags r:id="rId76"/>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35929" name="直接连接符 107619"/>
                <p:cNvSpPr/>
                <p:nvPr>
                  <p:custDataLst>
                    <p:tags r:id="rId77"/>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35930" name="直接连接符 107620"/>
                <p:cNvSpPr/>
                <p:nvPr>
                  <p:custDataLst>
                    <p:tags r:id="rId78"/>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35931" name="直接连接符 107621"/>
                <p:cNvSpPr/>
                <p:nvPr>
                  <p:custDataLst>
                    <p:tags r:id="rId79"/>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107623" name="文本框 107622"/>
              <p:cNvSpPr txBox="1"/>
              <p:nvPr>
                <p:custDataLst>
                  <p:tags r:id="rId80"/>
                </p:custDataLst>
              </p:nvPr>
            </p:nvSpPr>
            <p:spPr>
              <a:xfrm>
                <a:off x="0" y="2784"/>
                <a:ext cx="912" cy="368"/>
              </a:xfrm>
              <a:prstGeom prst="rect">
                <a:avLst/>
              </a:prstGeom>
              <a:noFill/>
              <a:ln w="9525">
                <a:noFill/>
              </a:ln>
            </p:spPr>
            <p:txBody>
              <a:bodyPr wrap="square">
                <a:normAutofit fontScale="90000"/>
              </a:bodyPr>
              <a:p>
                <a:pPr>
                  <a:spcBef>
                    <a:spcPct val="50000"/>
                  </a:spcBef>
                </a:pPr>
                <a:r>
                  <a:rPr lang="en-US" altLang="zh-CN" sz="3200" noProof="1">
                    <a:solidFill>
                      <a:schemeClr val="tx1"/>
                    </a:solidFill>
                    <a:latin typeface="+mn-lt"/>
                    <a:ea typeface="+mn-ea"/>
                    <a:cs typeface="+mn-cs"/>
                  </a:rPr>
                  <a:t>Head</a:t>
                </a:r>
                <a:endParaRPr lang="en-US" altLang="zh-CN" sz="3200" noProof="1">
                  <a:solidFill>
                    <a:schemeClr val="tx1"/>
                  </a:solidFill>
                  <a:latin typeface="+mn-lt"/>
                  <a:ea typeface="+mn-ea"/>
                  <a:cs typeface="+mn-cs"/>
                </a:endParaRPr>
              </a:p>
            </p:txBody>
          </p:sp>
        </p:grpSp>
        <p:grpSp>
          <p:nvGrpSpPr>
            <p:cNvPr id="35933" name="组合 107623"/>
            <p:cNvGrpSpPr/>
            <p:nvPr/>
          </p:nvGrpSpPr>
          <p:grpSpPr>
            <a:xfrm>
              <a:off x="1248" y="3072"/>
              <a:ext cx="672" cy="326"/>
              <a:chOff x="960" y="880"/>
              <a:chExt cx="576" cy="326"/>
            </a:xfrm>
          </p:grpSpPr>
          <p:sp>
            <p:nvSpPr>
              <p:cNvPr id="35934" name="矩形 107624"/>
              <p:cNvSpPr/>
              <p:nvPr>
                <p:custDataLst>
                  <p:tags r:id="rId81"/>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935" name="矩形 107625"/>
              <p:cNvSpPr/>
              <p:nvPr>
                <p:custDataLst>
                  <p:tags r:id="rId82"/>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35936" name="直接连接符 107626"/>
              <p:cNvSpPr/>
              <p:nvPr>
                <p:custDataLst>
                  <p:tags r:id="rId83"/>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35937" name="直接连接符 107627"/>
              <p:cNvSpPr/>
              <p:nvPr>
                <p:custDataLst>
                  <p:tags r:id="rId84"/>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35938" name="直接连接符 107628"/>
              <p:cNvSpPr/>
              <p:nvPr>
                <p:custDataLst>
                  <p:tags r:id="rId85"/>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35939" name="直接连接符 107629"/>
              <p:cNvSpPr/>
              <p:nvPr>
                <p:custDataLst>
                  <p:tags r:id="rId86"/>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35940" name="直接连接符 107630"/>
              <p:cNvSpPr/>
              <p:nvPr>
                <p:custDataLst>
                  <p:tags r:id="rId87"/>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sp>
          <p:nvSpPr>
            <p:cNvPr id="35941" name="直接连接符 107631"/>
            <p:cNvSpPr/>
            <p:nvPr>
              <p:custDataLst>
                <p:tags r:id="rId88"/>
              </p:custDataLst>
            </p:nvPr>
          </p:nvSpPr>
          <p:spPr>
            <a:xfrm>
              <a:off x="1776" y="3264"/>
              <a:ext cx="384" cy="0"/>
            </a:xfrm>
            <a:prstGeom prst="line">
              <a:avLst/>
            </a:prstGeom>
            <a:ln w="19050" cap="flat" cmpd="sng">
              <a:solidFill>
                <a:schemeClr val="tx1"/>
              </a:solidFill>
              <a:prstDash val="solid"/>
              <a:round/>
              <a:headEnd type="none" w="med" len="med"/>
              <a:tailEnd type="triangle" w="med" len="med"/>
            </a:ln>
          </p:spPr>
        </p:sp>
        <p:cxnSp>
          <p:nvCxnSpPr>
            <p:cNvPr id="35942" name="直接箭头连接符 107632"/>
            <p:cNvCxnSpPr/>
            <p:nvPr>
              <p:custDataLst>
                <p:tags r:id="rId89"/>
              </p:custDataLst>
            </p:nvPr>
          </p:nvCxnSpPr>
          <p:spPr>
            <a:xfrm flipH="1">
              <a:off x="1248" y="3072"/>
              <a:ext cx="288" cy="339"/>
            </a:xfrm>
            <a:prstGeom prst="straightConnector1">
              <a:avLst/>
            </a:prstGeom>
            <a:ln w="19050" cap="flat" cmpd="sng">
              <a:solidFill>
                <a:schemeClr val="tx1"/>
              </a:solidFill>
              <a:prstDash val="solid"/>
              <a:round/>
              <a:headEnd type="none" w="med" len="med"/>
              <a:tailEnd type="none" w="med" len="med"/>
            </a:ln>
          </p:spPr>
        </p:cxnSp>
        <p:cxnSp>
          <p:nvCxnSpPr>
            <p:cNvPr id="35943" name="直接箭头连接符 107635"/>
            <p:cNvCxnSpPr/>
            <p:nvPr>
              <p:custDataLst>
                <p:tags r:id="rId90"/>
              </p:custDataLst>
            </p:nvPr>
          </p:nvCxnSpPr>
          <p:spPr>
            <a:xfrm flipH="1">
              <a:off x="1248" y="3120"/>
              <a:ext cx="144" cy="165"/>
            </a:xfrm>
            <a:prstGeom prst="straightConnector1">
              <a:avLst/>
            </a:prstGeom>
            <a:ln w="19050" cap="flat" cmpd="sng">
              <a:solidFill>
                <a:schemeClr val="tx1"/>
              </a:solidFill>
              <a:prstDash val="solid"/>
              <a:round/>
              <a:headEnd type="none" w="med" len="med"/>
              <a:tailEnd type="none" w="med" len="med"/>
            </a:ln>
          </p:spPr>
        </p:cxnSp>
        <p:cxnSp>
          <p:nvCxnSpPr>
            <p:cNvPr id="35944" name="直接箭头连接符 107636"/>
            <p:cNvCxnSpPr/>
            <p:nvPr>
              <p:custDataLst>
                <p:tags r:id="rId91"/>
              </p:custDataLst>
            </p:nvPr>
          </p:nvCxnSpPr>
          <p:spPr>
            <a:xfrm flipH="1">
              <a:off x="1392" y="3216"/>
              <a:ext cx="144" cy="165"/>
            </a:xfrm>
            <a:prstGeom prst="straightConnector1">
              <a:avLst/>
            </a:prstGeom>
            <a:ln w="19050" cap="flat" cmpd="sng">
              <a:solidFill>
                <a:schemeClr val="tx1"/>
              </a:solidFill>
              <a:prstDash val="solid"/>
              <a:round/>
              <a:headEnd type="none" w="med" len="med"/>
              <a:tailEnd type="none" w="med" len="med"/>
            </a:ln>
          </p:spPr>
        </p:cxnSp>
      </p:grpSp>
      <p:sp>
        <p:nvSpPr>
          <p:cNvPr id="107640" name="矩形 107639"/>
          <p:cNvSpPr/>
          <p:nvPr>
            <p:custDataLst>
              <p:tags r:id="rId92"/>
            </p:custDataLst>
          </p:nvPr>
        </p:nvSpPr>
        <p:spPr>
          <a:xfrm>
            <a:off x="2016125" y="3738563"/>
            <a:ext cx="1219200" cy="685800"/>
          </a:xfrm>
          <a:prstGeom prst="rect">
            <a:avLst/>
          </a:prstGeom>
          <a:noFill/>
          <a:ln w="57150" cap="flat" cmpd="sng">
            <a:solidFill>
              <a:schemeClr val="accent2"/>
            </a:solidFill>
            <a:prstDash val="solid"/>
            <a:miter/>
            <a:headEnd type="none" w="med" len="med"/>
            <a:tailEnd type="none" w="med" len="med"/>
          </a:ln>
        </p:spPr>
        <p:txBody>
          <a:bodyPr anchor="t" anchorCtr="0"/>
          <a:p>
            <a:endParaRPr lang="zh-CN" altLang="en-US">
              <a:solidFill>
                <a:schemeClr val="tx1"/>
              </a:solidFill>
              <a:latin typeface="Times New Roman" panose="02020603050405020304" pitchFamily="18" charset="0"/>
              <a:ea typeface="宋体" panose="02010600030101010101" pitchFamily="2" charset="-122"/>
            </a:endParaRPr>
          </a:p>
        </p:txBody>
      </p:sp>
      <p:sp>
        <p:nvSpPr>
          <p:cNvPr id="107641" name="文本框 107640"/>
          <p:cNvSpPr txBox="1"/>
          <p:nvPr>
            <p:custDataLst>
              <p:tags r:id="rId93"/>
            </p:custDataLst>
          </p:nvPr>
        </p:nvSpPr>
        <p:spPr>
          <a:xfrm>
            <a:off x="1274763" y="4876800"/>
            <a:ext cx="6594475" cy="911225"/>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若线性链表的每个结点只含有一个指针域，则称这样的线性链表为单链表。</a:t>
            </a:r>
            <a:endParaRPr lang="zh-CN" altLang="en-US" sz="2000" b="1" dirty="0">
              <a:solidFill>
                <a:schemeClr val="tx1"/>
              </a:solidFill>
              <a:latin typeface="+mn-lt"/>
              <a:ea typeface="+mn-ea"/>
            </a:endParaRPr>
          </a:p>
        </p:txBody>
      </p:sp>
      <p:sp>
        <p:nvSpPr>
          <p:cNvPr id="35947" name="标题 2"/>
          <p:cNvSpPr>
            <a:spLocks noGrp="1"/>
          </p:cNvSpPr>
          <p:nvPr>
            <p:ph type="title"/>
            <p:custDataLst>
              <p:tags r:id="rId94"/>
            </p:custDataLst>
          </p:nvPr>
        </p:nvSpPr>
        <p:spPr>
          <a:xfrm>
            <a:off x="381000" y="3049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9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randombar(horizontal)">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7641"/>
                                        </p:tgtEl>
                                        <p:attrNameLst>
                                          <p:attrName>style.visibility</p:attrName>
                                        </p:attrNameLst>
                                      </p:cBhvr>
                                      <p:to>
                                        <p:strVal val="visible"/>
                                      </p:to>
                                    </p:set>
                                    <p:animEffect transition="in" filter="randombar(horizontal)">
                                      <p:cBhvr>
                                        <p:cTn id="12" dur="500"/>
                                        <p:tgtEl>
                                          <p:spTgt spid="10764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7578"/>
                                        </p:tgtEl>
                                        <p:attrNameLst>
                                          <p:attrName>style.visibility</p:attrName>
                                        </p:attrNameLst>
                                      </p:cBhvr>
                                      <p:to>
                                        <p:strVal val="visible"/>
                                      </p:to>
                                    </p:set>
                                    <p:animEffect transition="in" filter="dissolve">
                                      <p:cBhvr>
                                        <p:cTn id="17" dur="500"/>
                                        <p:tgtEl>
                                          <p:spTgt spid="10757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7639"/>
                                        </p:tgtEl>
                                        <p:attrNameLst>
                                          <p:attrName>style.visibility</p:attrName>
                                        </p:attrNameLst>
                                      </p:cBhvr>
                                      <p:to>
                                        <p:strVal val="visible"/>
                                      </p:to>
                                    </p:set>
                                    <p:animEffect transition="in" filter="dissolve">
                                      <p:cBhvr>
                                        <p:cTn id="22" dur="500"/>
                                        <p:tgtEl>
                                          <p:spTgt spid="10763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7640"/>
                                        </p:tgtEl>
                                        <p:attrNameLst>
                                          <p:attrName>style.visibility</p:attrName>
                                        </p:attrNameLst>
                                      </p:cBhvr>
                                      <p:to>
                                        <p:strVal val="visible"/>
                                      </p:to>
                                    </p:set>
                                    <p:animEffect transition="in" filter="dissolve">
                                      <p:cBhvr>
                                        <p:cTn id="27" dur="500"/>
                                        <p:tgtEl>
                                          <p:spTgt spid="107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nimBg="1"/>
      <p:bldP spid="10764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36865" name="文本框 73729"/>
          <p:cNvSpPr txBox="1"/>
          <p:nvPr>
            <p:custDataLst>
              <p:tags r:id="rId2"/>
            </p:custDataLst>
          </p:nvPr>
        </p:nvSpPr>
        <p:spPr>
          <a:xfrm>
            <a:off x="304800" y="990600"/>
            <a:ext cx="4495800" cy="366713"/>
          </a:xfrm>
          <a:prstGeom prst="rect">
            <a:avLst/>
          </a:prstGeom>
          <a:noFill/>
          <a:ln w="9525">
            <a:noFill/>
          </a:ln>
        </p:spPr>
        <p:txBody>
          <a:bodyPr anchor="t" anchorCtr="0"/>
          <a:p>
            <a:pPr>
              <a:spcBef>
                <a:spcPct val="20000"/>
              </a:spcBef>
            </a:pPr>
            <a:r>
              <a:rPr lang="en-US" altLang="zh-CN" sz="3200" b="1" dirty="0">
                <a:solidFill>
                  <a:schemeClr val="accent1">
                    <a:lumMod val="50000"/>
                  </a:schemeClr>
                </a:solidFill>
                <a:latin typeface="+mn-lt"/>
                <a:ea typeface="+mn-ea"/>
              </a:rPr>
              <a:t>2.3.2 </a:t>
            </a:r>
            <a:r>
              <a:rPr lang="zh-CN" altLang="en-US" sz="3200" b="1" dirty="0">
                <a:solidFill>
                  <a:schemeClr val="accent1">
                    <a:lumMod val="50000"/>
                  </a:schemeClr>
                </a:solidFill>
                <a:latin typeface="+mn-lt"/>
                <a:ea typeface="+mn-ea"/>
              </a:rPr>
              <a:t>单链表的运算</a:t>
            </a:r>
            <a:endParaRPr lang="zh-CN" altLang="en-US" sz="3200" b="1" dirty="0">
              <a:solidFill>
                <a:schemeClr val="accent1">
                  <a:lumMod val="50000"/>
                </a:schemeClr>
              </a:solidFill>
              <a:latin typeface="+mn-lt"/>
              <a:ea typeface="+mn-ea"/>
            </a:endParaRPr>
          </a:p>
        </p:txBody>
      </p:sp>
      <p:sp>
        <p:nvSpPr>
          <p:cNvPr id="73732" name="文本框 73731"/>
          <p:cNvSpPr txBox="1"/>
          <p:nvPr>
            <p:custDataLst>
              <p:tags r:id="rId3"/>
            </p:custDataLst>
          </p:nvPr>
        </p:nvSpPr>
        <p:spPr>
          <a:xfrm>
            <a:off x="381000" y="1600200"/>
            <a:ext cx="5943600" cy="522288"/>
          </a:xfrm>
          <a:prstGeom prst="rect">
            <a:avLst/>
          </a:prstGeom>
          <a:noFill/>
          <a:ln w="9525">
            <a:noFill/>
          </a:ln>
        </p:spPr>
        <p:txBody>
          <a:bodyPr wrap="square">
            <a:normAutofit fontScale="80000"/>
          </a:bodyPr>
          <a:p>
            <a:pPr>
              <a:spcBef>
                <a:spcPct val="50000"/>
              </a:spcBef>
            </a:pPr>
            <a:r>
              <a:rPr lang="en-US" altLang="zh-CN" sz="2800" b="1" noProof="1" dirty="0">
                <a:solidFill>
                  <a:schemeClr val="accent1">
                    <a:lumMod val="50000"/>
                  </a:schemeClr>
                </a:solidFill>
                <a:latin typeface="+mn-lt"/>
                <a:ea typeface="+mn-ea"/>
                <a:cs typeface="+mn-cs"/>
              </a:rPr>
              <a:t>1. </a:t>
            </a:r>
            <a:r>
              <a:rPr lang="zh-CN" altLang="en-US" sz="2800" b="1" noProof="1" dirty="0">
                <a:solidFill>
                  <a:schemeClr val="accent1">
                    <a:lumMod val="50000"/>
                  </a:schemeClr>
                </a:solidFill>
                <a:latin typeface="+mn-lt"/>
                <a:ea typeface="+mn-ea"/>
                <a:cs typeface="+mn-cs"/>
              </a:rPr>
              <a:t>建立带表头结点的单链表</a:t>
            </a:r>
            <a:endParaRPr lang="zh-CN" altLang="en-US" sz="2800" b="1" noProof="1" dirty="0">
              <a:solidFill>
                <a:schemeClr val="accent1">
                  <a:lumMod val="50000"/>
                </a:schemeClr>
              </a:solidFill>
              <a:latin typeface="+mn-lt"/>
              <a:ea typeface="+mn-ea"/>
              <a:cs typeface="+mn-cs"/>
            </a:endParaRPr>
          </a:p>
        </p:txBody>
      </p:sp>
      <p:sp>
        <p:nvSpPr>
          <p:cNvPr id="73733" name="文本框 73732"/>
          <p:cNvSpPr txBox="1"/>
          <p:nvPr>
            <p:custDataLst>
              <p:tags r:id="rId4"/>
            </p:custDataLst>
          </p:nvPr>
        </p:nvSpPr>
        <p:spPr>
          <a:xfrm>
            <a:off x="304800" y="2365375"/>
            <a:ext cx="8610600" cy="1753235"/>
          </a:xfrm>
          <a:prstGeom prst="rect">
            <a:avLst/>
          </a:prstGeom>
          <a:noFill/>
          <a:ln w="9525">
            <a:noFill/>
          </a:ln>
        </p:spPr>
        <p:txBody>
          <a:bodyPr anchor="t" anchorCtr="0">
            <a:spAutoFit/>
          </a:bodyPr>
          <a:p>
            <a:pPr indent="636905"/>
            <a:r>
              <a:rPr lang="zh-CN" altLang="en-US" sz="1800" b="1" dirty="0">
                <a:solidFill>
                  <a:schemeClr val="tx1"/>
                </a:solidFill>
                <a:latin typeface="+mn-lt"/>
                <a:ea typeface="+mn-ea"/>
              </a:rPr>
              <a:t>建立链表时，首先要建立表头结点，此时为空链表。然后采用循环方式将新的结点逐一插入到链表中，其过程如下</a:t>
            </a:r>
            <a:r>
              <a:rPr lang="en-US" altLang="zh-CN" sz="1800" b="1" dirty="0">
                <a:solidFill>
                  <a:schemeClr val="tx1"/>
                </a:solidFill>
                <a:latin typeface="+mn-lt"/>
                <a:ea typeface="+mn-ea"/>
              </a:rPr>
              <a:t>:</a:t>
            </a:r>
            <a:endParaRPr lang="en-US" altLang="zh-CN" sz="1800" b="1" dirty="0">
              <a:solidFill>
                <a:schemeClr val="tx1"/>
              </a:solidFill>
              <a:latin typeface="+mn-lt"/>
              <a:ea typeface="+mn-ea"/>
            </a:endParaRPr>
          </a:p>
          <a:p>
            <a:pPr indent="636905"/>
            <a:r>
              <a:rPr lang="zh-CN" altLang="en-US" sz="1800" b="1" dirty="0">
                <a:solidFill>
                  <a:schemeClr val="tx1"/>
                </a:solidFill>
                <a:latin typeface="+mn-lt"/>
                <a:ea typeface="+mn-ea"/>
              </a:rPr>
              <a:t>（</a:t>
            </a:r>
            <a:r>
              <a:rPr lang="en-US" altLang="zh-CN" sz="1800" b="1" dirty="0">
                <a:solidFill>
                  <a:schemeClr val="tx1"/>
                </a:solidFill>
                <a:latin typeface="+mn-lt"/>
                <a:ea typeface="+mn-ea"/>
              </a:rPr>
              <a:t>1</a:t>
            </a:r>
            <a:r>
              <a:rPr lang="zh-CN" altLang="en-US" sz="1800" b="1" dirty="0">
                <a:solidFill>
                  <a:schemeClr val="tx1"/>
                </a:solidFill>
                <a:latin typeface="+mn-lt"/>
                <a:ea typeface="+mn-ea"/>
              </a:rPr>
              <a:t>） 申请存储单元，用</a:t>
            </a:r>
            <a:r>
              <a:rPr lang="en-US" altLang="zh-CN" sz="1800" b="1">
                <a:solidFill>
                  <a:schemeClr val="tx1"/>
                </a:solidFill>
                <a:latin typeface="+mn-lt"/>
                <a:ea typeface="+mn-ea"/>
              </a:rPr>
              <a:t>C</a:t>
            </a:r>
            <a:r>
              <a:rPr lang="zh-CN" altLang="en-US" sz="1800" b="1" dirty="0">
                <a:solidFill>
                  <a:schemeClr val="tx1"/>
                </a:solidFill>
                <a:latin typeface="+mn-lt"/>
                <a:ea typeface="+mn-ea"/>
              </a:rPr>
              <a:t>语言的动态分配库函数</a:t>
            </a:r>
            <a:r>
              <a:rPr lang="en-US" altLang="zh-CN" sz="1800" b="1" err="1">
                <a:solidFill>
                  <a:schemeClr val="tx1"/>
                </a:solidFill>
                <a:latin typeface="+mn-lt"/>
                <a:ea typeface="+mn-ea"/>
              </a:rPr>
              <a:t>malloc</a:t>
            </a:r>
            <a:r>
              <a:rPr lang="zh-CN" altLang="en-US" sz="1800" b="1" dirty="0">
                <a:solidFill>
                  <a:schemeClr val="tx1"/>
                </a:solidFill>
                <a:latin typeface="+mn-lt"/>
                <a:ea typeface="+mn-ea"/>
              </a:rPr>
              <a:t>得到。</a:t>
            </a:r>
            <a:endParaRPr lang="zh-CN" altLang="en-US" sz="1800" b="1" dirty="0">
              <a:solidFill>
                <a:schemeClr val="tx1"/>
              </a:solidFill>
              <a:latin typeface="+mn-lt"/>
              <a:ea typeface="+mn-ea"/>
            </a:endParaRPr>
          </a:p>
          <a:p>
            <a:pPr indent="636905"/>
            <a:r>
              <a:rPr lang="zh-CN" altLang="en-US" sz="1800" b="1" dirty="0">
                <a:solidFill>
                  <a:schemeClr val="tx1"/>
                </a:solidFill>
                <a:latin typeface="+mn-lt"/>
                <a:ea typeface="+mn-ea"/>
              </a:rPr>
              <a:t>（</a:t>
            </a:r>
            <a:r>
              <a:rPr lang="en-US" altLang="zh-CN" sz="1800" b="1" dirty="0">
                <a:solidFill>
                  <a:schemeClr val="tx1"/>
                </a:solidFill>
                <a:latin typeface="+mn-lt"/>
                <a:ea typeface="+mn-ea"/>
              </a:rPr>
              <a:t>2</a:t>
            </a:r>
            <a:r>
              <a:rPr lang="zh-CN" altLang="en-US" sz="1800" b="1" dirty="0">
                <a:solidFill>
                  <a:schemeClr val="tx1"/>
                </a:solidFill>
                <a:latin typeface="+mn-lt"/>
                <a:ea typeface="+mn-ea"/>
              </a:rPr>
              <a:t>） 读入新结点的数据，新结点的指针域为空。</a:t>
            </a:r>
            <a:endParaRPr lang="zh-CN" altLang="en-US" sz="1800" b="1" dirty="0">
              <a:solidFill>
                <a:schemeClr val="tx1"/>
              </a:solidFill>
              <a:latin typeface="+mn-lt"/>
              <a:ea typeface="+mn-ea"/>
            </a:endParaRPr>
          </a:p>
          <a:p>
            <a:pPr indent="636905"/>
            <a:r>
              <a:rPr lang="zh-CN" altLang="en-US" sz="1800" b="1" dirty="0">
                <a:solidFill>
                  <a:schemeClr val="tx1"/>
                </a:solidFill>
                <a:latin typeface="+mn-lt"/>
                <a:ea typeface="+mn-ea"/>
              </a:rPr>
              <a:t>（</a:t>
            </a:r>
            <a:r>
              <a:rPr lang="en-US" altLang="zh-CN" sz="1800" b="1" dirty="0">
                <a:solidFill>
                  <a:schemeClr val="tx1"/>
                </a:solidFill>
                <a:latin typeface="+mn-lt"/>
                <a:ea typeface="+mn-ea"/>
              </a:rPr>
              <a:t>3</a:t>
            </a:r>
            <a:r>
              <a:rPr lang="zh-CN" altLang="en-US" sz="1800" b="1" dirty="0">
                <a:solidFill>
                  <a:schemeClr val="tx1"/>
                </a:solidFill>
                <a:latin typeface="+mn-lt"/>
                <a:ea typeface="+mn-ea"/>
              </a:rPr>
              <a:t>） 把新结点链接到链表上去（有前插和后插两种方式）。</a:t>
            </a:r>
            <a:endParaRPr lang="zh-CN" altLang="en-US" sz="1800" b="1" dirty="0">
              <a:solidFill>
                <a:schemeClr val="tx1"/>
              </a:solidFill>
              <a:latin typeface="+mn-lt"/>
              <a:ea typeface="+mn-ea"/>
            </a:endParaRPr>
          </a:p>
          <a:p>
            <a:pPr indent="636905"/>
            <a:r>
              <a:rPr lang="zh-CN" altLang="en-US" sz="1800" b="1" dirty="0">
                <a:solidFill>
                  <a:schemeClr val="tx1"/>
                </a:solidFill>
                <a:latin typeface="+mn-lt"/>
                <a:ea typeface="+mn-ea"/>
              </a:rPr>
              <a:t>重复以上步骤，直到将所有结点都链接到链表上为止。</a:t>
            </a:r>
            <a:endParaRPr lang="zh-CN" altLang="en-US" sz="1800" b="1" dirty="0">
              <a:solidFill>
                <a:schemeClr val="tx1"/>
              </a:solidFill>
              <a:latin typeface="+mn-lt"/>
              <a:ea typeface="+mn-ea"/>
            </a:endParaRPr>
          </a:p>
        </p:txBody>
      </p:sp>
      <p:sp>
        <p:nvSpPr>
          <p:cNvPr id="36868" name="标题 2"/>
          <p:cNvSpPr>
            <a:spLocks noGrp="1"/>
          </p:cNvSpPr>
          <p:nvPr>
            <p:ph type="title"/>
            <p:custDataLst>
              <p:tags r:id="rId5"/>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randombar(horizontal)">
                                      <p:cBhvr>
                                        <p:cTn id="7" dur="500"/>
                                        <p:tgtEl>
                                          <p:spTgt spid="7373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randombar(horizontal)">
                                      <p:cBhvr>
                                        <p:cTn id="12" dur="500"/>
                                        <p:tgtEl>
                                          <p:spTgt spid="73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nimBg="1"/>
      <p:bldP spid="737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37889" name="文本框 72705"/>
          <p:cNvSpPr txBox="1"/>
          <p:nvPr>
            <p:custDataLst>
              <p:tags r:id="rId2"/>
            </p:custDataLst>
          </p:nvPr>
        </p:nvSpPr>
        <p:spPr>
          <a:xfrm>
            <a:off x="762000" y="1066800"/>
            <a:ext cx="7624763" cy="4471988"/>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#include&lt;</a:t>
            </a:r>
            <a:r>
              <a:rPr lang="en-US" altLang="zh-CN" sz="2000" b="1" err="1">
                <a:solidFill>
                  <a:schemeClr val="tx1"/>
                </a:solidFill>
                <a:latin typeface="+mn-lt"/>
                <a:ea typeface="+mn-ea"/>
              </a:rPr>
              <a:t>stdio</a:t>
            </a:r>
            <a:r>
              <a:rPr lang="en-US" altLang="zh-CN" sz="2000" b="1">
                <a:solidFill>
                  <a:schemeClr val="tx1"/>
                </a:solidFill>
                <a:latin typeface="+mn-lt"/>
                <a:ea typeface="+mn-ea"/>
              </a:rPr>
              <a:t>.h&gt;</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typedef struct</a:t>
            </a:r>
            <a:r>
              <a:rPr lang="en-US" altLang="zh-CN" sz="2000" b="1">
                <a:solidFill>
                  <a:schemeClr val="tx1"/>
                </a:solidFill>
                <a:latin typeface="+mn-lt"/>
                <a:ea typeface="+mn-ea"/>
              </a:rPr>
              <a:t> node  /*</a:t>
            </a:r>
            <a:r>
              <a:rPr lang="zh-CN" altLang="en-US" sz="2000" b="1" dirty="0">
                <a:solidFill>
                  <a:schemeClr val="tx1"/>
                </a:solidFill>
                <a:latin typeface="+mn-lt"/>
                <a:ea typeface="+mn-ea"/>
              </a:rPr>
              <a:t>定义单链表的节点</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data;</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struct</a:t>
            </a:r>
            <a:r>
              <a:rPr lang="en-US" altLang="zh-CN" sz="2000" b="1">
                <a:solidFill>
                  <a:schemeClr val="tx1"/>
                </a:solidFill>
                <a:latin typeface="+mn-lt"/>
                <a:ea typeface="+mn-ea"/>
              </a:rPr>
              <a:t> node *next;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}NODE;</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NODE *create( ) /*</a:t>
            </a:r>
            <a:r>
              <a:rPr lang="zh-CN" altLang="en-US" sz="2000" b="1" dirty="0">
                <a:solidFill>
                  <a:schemeClr val="tx1"/>
                </a:solidFill>
                <a:latin typeface="+mn-lt"/>
                <a:ea typeface="+mn-ea"/>
              </a:rPr>
              <a:t>采用后插入方式建立单链表</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NODE *head,*q,*p;	 /*</a:t>
            </a:r>
            <a:r>
              <a:rPr lang="zh-CN" altLang="en-US" sz="2000" b="1" dirty="0">
                <a:solidFill>
                  <a:schemeClr val="tx1"/>
                </a:solidFill>
                <a:latin typeface="+mn-lt"/>
                <a:ea typeface="+mn-ea"/>
              </a:rPr>
              <a:t>定义指针变量</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char</a:t>
            </a:r>
            <a:r>
              <a:rPr lang="en-US" altLang="zh-CN" sz="2000" b="1" err="1">
                <a:solidFill>
                  <a:schemeClr val="tx1"/>
                </a:solidFill>
                <a:latin typeface="+mn-lt"/>
                <a:ea typeface="+mn-ea"/>
              </a:rPr>
              <a:t> ch</a:t>
            </a:r>
            <a:r>
              <a:rPr lang="en-US" altLang="zh-CN" sz="2000" b="1">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a;</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head=(NODE*)</a:t>
            </a:r>
            <a:r>
              <a:rPr lang="en-US" altLang="zh-CN" sz="2000" b="1" err="1">
                <a:solidFill>
                  <a:schemeClr val="tx1"/>
                </a:solidFill>
                <a:latin typeface="+mn-lt"/>
                <a:ea typeface="+mn-ea"/>
              </a:rPr>
              <a:t>malloc</a:t>
            </a:r>
            <a:r>
              <a:rPr lang="en-US" altLang="zh-CN" sz="2000" b="1">
                <a:solidFill>
                  <a:schemeClr val="tx1"/>
                </a:solidFill>
                <a:latin typeface="+mn-lt"/>
                <a:ea typeface="+mn-ea"/>
              </a:rPr>
              <a:t>(</a:t>
            </a:r>
            <a:r>
              <a:rPr lang="en-US" altLang="zh-CN" sz="2000" b="1" err="1">
                <a:solidFill>
                  <a:schemeClr val="tx1"/>
                </a:solidFill>
                <a:latin typeface="+mn-lt"/>
                <a:ea typeface="+mn-ea"/>
              </a:rPr>
              <a:t>sizeof</a:t>
            </a:r>
            <a:r>
              <a:rPr lang="en-US" altLang="zh-CN" sz="2000" b="1">
                <a:solidFill>
                  <a:schemeClr val="tx1"/>
                </a:solidFill>
                <a:latin typeface="+mn-lt"/>
                <a:ea typeface="+mn-ea"/>
              </a:rPr>
              <a:t>(NODE));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dirty="0">
                <a:solidFill>
                  <a:schemeClr val="tx1"/>
                </a:solidFill>
                <a:latin typeface="+mn-lt"/>
                <a:ea typeface="+mn-ea"/>
              </a:rPr>
              <a:t>申请新的存储空间，建立表头结点</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q=head;</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ch</a:t>
            </a:r>
            <a:r>
              <a:rPr lang="en-US" altLang="zh-CN" sz="2000" b="1">
                <a:solidFill>
                  <a:schemeClr val="tx1"/>
                </a:solidFill>
                <a:latin typeface="+mn-lt"/>
                <a:ea typeface="+mn-ea"/>
              </a:rPr>
              <a:t>='*';</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printf</a:t>
            </a:r>
            <a:r>
              <a:rPr lang="en-US" altLang="zh-CN" sz="2000" b="1">
                <a:solidFill>
                  <a:schemeClr val="tx1"/>
                </a:solidFill>
                <a:latin typeface="+mn-lt"/>
                <a:ea typeface="+mn-ea"/>
              </a:rPr>
              <a:t>("\</a:t>
            </a:r>
            <a:r>
              <a:rPr lang="en-US" altLang="zh-CN" sz="2000" b="1" err="1">
                <a:solidFill>
                  <a:schemeClr val="tx1"/>
                </a:solidFill>
                <a:latin typeface="+mn-lt"/>
                <a:ea typeface="+mn-ea"/>
              </a:rPr>
              <a:t>nInput</a:t>
            </a:r>
            <a:r>
              <a:rPr lang="en-US" altLang="zh-CN" sz="2000" b="1">
                <a:solidFill>
                  <a:schemeClr val="tx1"/>
                </a:solidFill>
                <a:latin typeface="+mn-lt"/>
                <a:ea typeface="+mn-ea"/>
              </a:rPr>
              <a:t> the list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72709" name="文本框 72708"/>
          <p:cNvSpPr txBox="1"/>
          <p:nvPr>
            <p:custDataLst>
              <p:tags r:id="rId3"/>
            </p:custDataLst>
          </p:nvPr>
        </p:nvSpPr>
        <p:spPr>
          <a:xfrm>
            <a:off x="6705600" y="6019800"/>
            <a:ext cx="1828800" cy="368300"/>
          </a:xfrm>
          <a:prstGeom prst="rect">
            <a:avLst/>
          </a:prstGeom>
          <a:noFill/>
          <a:ln w="9525">
            <a:noFill/>
          </a:ln>
        </p:spPr>
        <p:txBody>
          <a:bodyPr wrap="square">
            <a:normAutofit fontScale="80000"/>
          </a:bodyPr>
          <a:p>
            <a:pPr>
              <a:spcBef>
                <a:spcPct val="50000"/>
              </a:spcBef>
            </a:pPr>
            <a:r>
              <a:rPr lang="en-US" altLang="zh-CN" sz="1800" noProof="1">
                <a:solidFill>
                  <a:schemeClr val="tx1"/>
                </a:solidFill>
                <a:latin typeface="+mn-lt"/>
                <a:ea typeface="+mn-ea"/>
                <a:cs typeface="+mn-cs"/>
              </a:rPr>
              <a:t>(Continue …)</a:t>
            </a:r>
            <a:endParaRPr lang="en-US" altLang="zh-CN" sz="1800" noProof="1">
              <a:solidFill>
                <a:schemeClr val="tx1"/>
              </a:solidFill>
              <a:latin typeface="+mn-lt"/>
              <a:ea typeface="+mn-ea"/>
              <a:cs typeface="+mn-cs"/>
            </a:endParaRPr>
          </a:p>
        </p:txBody>
      </p:sp>
      <p:sp>
        <p:nvSpPr>
          <p:cNvPr id="37891" name="标题 2"/>
          <p:cNvSpPr>
            <a:spLocks noGrp="1"/>
          </p:cNvSpPr>
          <p:nvPr>
            <p:ph type="title"/>
            <p:custDataLst>
              <p:tags r:id="rId4"/>
            </p:custDataLst>
          </p:nvPr>
        </p:nvSpPr>
        <p:spPr>
          <a:xfrm>
            <a:off x="381000" y="3811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81924" name="文本框 81923"/>
          <p:cNvSpPr txBox="1"/>
          <p:nvPr>
            <p:custDataLst>
              <p:tags r:id="rId2"/>
            </p:custDataLst>
          </p:nvPr>
        </p:nvSpPr>
        <p:spPr>
          <a:xfrm>
            <a:off x="628650" y="1447800"/>
            <a:ext cx="7886700" cy="3609975"/>
          </a:xfrm>
          <a:prstGeom prst="rect">
            <a:avLst/>
          </a:prstGeom>
          <a:noFill/>
          <a:ln w="9525">
            <a:noFill/>
          </a:ln>
        </p:spPr>
        <p:txBody>
          <a:bodyPr wrap="square">
            <a:normAutofit fontScale="60000"/>
          </a:bodyPr>
          <a:p>
            <a:pPr indent="636905"/>
            <a:r>
              <a:rPr lang="en-US" altLang="zh-CN" sz="2800" b="1" noProof="1">
                <a:solidFill>
                  <a:schemeClr val="tx1"/>
                </a:solidFill>
                <a:latin typeface="+mn-lt"/>
                <a:ea typeface="+mn-ea"/>
                <a:cs typeface="+mn-cs"/>
              </a:rPr>
              <a:t>while(</a:t>
            </a:r>
            <a:r>
              <a:rPr lang="en-US" altLang="zh-CN" sz="2800" b="1" noProof="1" err="1">
                <a:solidFill>
                  <a:schemeClr val="tx1"/>
                </a:solidFill>
                <a:latin typeface="+mn-lt"/>
                <a:ea typeface="+mn-ea"/>
                <a:cs typeface="+mn-cs"/>
              </a:rPr>
              <a:t>ch</a:t>
            </a:r>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r>
              <a:rPr lang="en-US" altLang="zh-CN" sz="2800" b="1" noProof="1" err="1">
                <a:solidFill>
                  <a:schemeClr val="tx1"/>
                </a:solidFill>
                <a:latin typeface="+mn-lt"/>
                <a:ea typeface="+mn-ea"/>
                <a:cs typeface="+mn-cs"/>
              </a:rPr>
              <a:t>ch</a:t>
            </a:r>
            <a:r>
              <a:rPr lang="en-US" altLang="zh-CN" sz="2800" b="1" noProof="1">
                <a:solidFill>
                  <a:schemeClr val="tx1"/>
                </a:solidFill>
                <a:latin typeface="+mn-lt"/>
                <a:ea typeface="+mn-ea"/>
                <a:cs typeface="+mn-cs"/>
              </a:rPr>
              <a:t>"</a:t>
            </a:r>
            <a:r>
              <a:rPr lang="zh-CN" altLang="en-US" sz="2800" b="1" noProof="1" dirty="0">
                <a:solidFill>
                  <a:schemeClr val="tx1"/>
                </a:solidFill>
                <a:latin typeface="+mn-lt"/>
                <a:ea typeface="+mn-ea"/>
                <a:cs typeface="+mn-cs"/>
              </a:rPr>
              <a:t>为是否建立新结点的标志，若</a:t>
            </a:r>
            <a:r>
              <a:rPr lang="en-US" altLang="zh-CN" sz="2800" b="1" noProof="1" dirty="0">
                <a:solidFill>
                  <a:schemeClr val="tx1"/>
                </a:solidFill>
                <a:latin typeface="+mn-lt"/>
                <a:ea typeface="+mn-ea"/>
                <a:cs typeface="+mn-cs"/>
              </a:rPr>
              <a:t>"</a:t>
            </a:r>
            <a:r>
              <a:rPr lang="en-US" altLang="zh-CN" sz="2800" b="1" noProof="1" err="1">
                <a:solidFill>
                  <a:schemeClr val="tx1"/>
                </a:solidFill>
                <a:latin typeface="+mn-lt"/>
                <a:ea typeface="+mn-ea"/>
                <a:cs typeface="+mn-cs"/>
              </a:rPr>
              <a:t>ch</a:t>
            </a:r>
            <a:r>
              <a:rPr lang="en-US" altLang="zh-CN" sz="2800" b="1" noProof="1">
                <a:solidFill>
                  <a:schemeClr val="tx1"/>
                </a:solidFill>
                <a:latin typeface="+mn-lt"/>
                <a:ea typeface="+mn-ea"/>
                <a:cs typeface="+mn-cs"/>
              </a:rPr>
              <a:t>"</a:t>
            </a:r>
            <a:r>
              <a:rPr lang="zh-CN" altLang="en-US" sz="2800" b="1" noProof="1" dirty="0">
                <a:solidFill>
                  <a:schemeClr val="tx1"/>
                </a:solidFill>
                <a:latin typeface="+mn-lt"/>
                <a:ea typeface="+mn-ea"/>
                <a:cs typeface="+mn-cs"/>
              </a:rPr>
              <a:t>为</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则输入结束</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  </a:t>
            </a:r>
            <a:r>
              <a:rPr lang="en-US" altLang="zh-CN" sz="2800" b="1" noProof="1" err="1">
                <a:solidFill>
                  <a:schemeClr val="tx1"/>
                </a:solidFill>
                <a:latin typeface="+mn-lt"/>
                <a:ea typeface="+mn-ea"/>
                <a:cs typeface="+mn-cs"/>
              </a:rPr>
              <a:t>scanf</a:t>
            </a:r>
            <a:r>
              <a:rPr lang="en-US" altLang="zh-CN" sz="2800" b="1" noProof="1">
                <a:solidFill>
                  <a:schemeClr val="tx1"/>
                </a:solidFill>
                <a:latin typeface="+mn-lt"/>
                <a:ea typeface="+mn-ea"/>
                <a:cs typeface="+mn-cs"/>
              </a:rPr>
              <a:t>("%d",&amp;a);		/*</a:t>
            </a:r>
            <a:r>
              <a:rPr lang="zh-CN" altLang="en-US" sz="2800" b="1" noProof="1" dirty="0">
                <a:solidFill>
                  <a:schemeClr val="tx1"/>
                </a:solidFill>
                <a:latin typeface="+mn-lt"/>
                <a:ea typeface="+mn-ea"/>
                <a:cs typeface="+mn-cs"/>
              </a:rPr>
              <a:t>输入新元素</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p=(NODE*)</a:t>
            </a:r>
            <a:r>
              <a:rPr lang="en-US" altLang="zh-CN" sz="2800" b="1" noProof="1" err="1">
                <a:solidFill>
                  <a:schemeClr val="tx1"/>
                </a:solidFill>
                <a:latin typeface="+mn-lt"/>
                <a:ea typeface="+mn-ea"/>
                <a:cs typeface="+mn-cs"/>
              </a:rPr>
              <a:t>malloc</a:t>
            </a:r>
            <a:r>
              <a:rPr lang="en-US" altLang="zh-CN" sz="2800" b="1" noProof="1">
                <a:solidFill>
                  <a:schemeClr val="tx1"/>
                </a:solidFill>
                <a:latin typeface="+mn-lt"/>
                <a:ea typeface="+mn-ea"/>
                <a:cs typeface="+mn-cs"/>
              </a:rPr>
              <a:t>(</a:t>
            </a:r>
            <a:r>
              <a:rPr lang="en-US" altLang="zh-CN" sz="2800" b="1" noProof="1" err="1">
                <a:solidFill>
                  <a:schemeClr val="tx1"/>
                </a:solidFill>
                <a:latin typeface="+mn-lt"/>
                <a:ea typeface="+mn-ea"/>
                <a:cs typeface="+mn-cs"/>
              </a:rPr>
              <a:t>sizeof</a:t>
            </a:r>
            <a:r>
              <a:rPr lang="en-US" altLang="zh-CN" sz="2800" b="1" noProof="1">
                <a:solidFill>
                  <a:schemeClr val="tx1"/>
                </a:solidFill>
                <a:latin typeface="+mn-lt"/>
                <a:ea typeface="+mn-ea"/>
                <a:cs typeface="+mn-cs"/>
              </a:rPr>
              <a:t>(NODE));</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p-&gt;data=a;</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q-&gt;next=p;</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q=p;</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ch</a:t>
            </a:r>
            <a:r>
              <a:rPr lang="en-US" altLang="zh-CN" sz="2800" b="1" noProof="1">
                <a:solidFill>
                  <a:schemeClr val="tx1"/>
                </a:solidFill>
                <a:latin typeface="+mn-lt"/>
                <a:ea typeface="+mn-ea"/>
                <a:cs typeface="+mn-cs"/>
              </a:rPr>
              <a:t>=</a:t>
            </a:r>
            <a:r>
              <a:rPr lang="en-US" altLang="zh-CN" sz="2800" b="1" noProof="1" err="1">
                <a:solidFill>
                  <a:schemeClr val="tx1"/>
                </a:solidFill>
                <a:latin typeface="+mn-lt"/>
                <a:ea typeface="+mn-ea"/>
                <a:cs typeface="+mn-cs"/>
              </a:rPr>
              <a:t>getchar</a:t>
            </a:r>
            <a:r>
              <a:rPr lang="en-US" altLang="zh-CN" sz="2800" b="1" noProof="1">
                <a:solidFill>
                  <a:schemeClr val="tx1"/>
                </a:solidFill>
                <a:latin typeface="+mn-lt"/>
                <a:ea typeface="+mn-ea"/>
                <a:cs typeface="+mn-cs"/>
              </a:rPr>
              <a:t>();/*</a:t>
            </a:r>
            <a:r>
              <a:rPr lang="zh-CN" altLang="en-US" sz="2800" b="1" noProof="1" dirty="0">
                <a:solidFill>
                  <a:schemeClr val="tx1"/>
                </a:solidFill>
                <a:latin typeface="+mn-lt"/>
                <a:ea typeface="+mn-ea"/>
                <a:cs typeface="+mn-cs"/>
              </a:rPr>
              <a:t>读入输入与否的标志</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q-&gt;next=NULL;</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return(head);	/*</a:t>
            </a:r>
            <a:r>
              <a:rPr lang="zh-CN" altLang="en-US" sz="2800" b="1" noProof="1" dirty="0">
                <a:solidFill>
                  <a:schemeClr val="tx1"/>
                </a:solidFill>
                <a:latin typeface="+mn-lt"/>
                <a:ea typeface="+mn-ea"/>
                <a:cs typeface="+mn-cs"/>
              </a:rPr>
              <a:t>返回表头指针</a:t>
            </a:r>
            <a:r>
              <a:rPr lang="en-US" altLang="zh-CN" sz="2800" b="1" noProof="1">
                <a:solidFill>
                  <a:schemeClr val="tx1"/>
                </a:solidFill>
                <a:latin typeface="+mn-lt"/>
                <a:ea typeface="+mn-ea"/>
                <a:cs typeface="+mn-cs"/>
              </a:rPr>
              <a:t>head*/</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a:t>
            </a:r>
            <a:endParaRPr lang="en-US" altLang="zh-CN" sz="2800" b="1" noProof="1">
              <a:solidFill>
                <a:schemeClr val="tx1"/>
              </a:solidFill>
              <a:latin typeface="+mn-lt"/>
              <a:ea typeface="+mn-ea"/>
              <a:cs typeface="+mn-cs"/>
            </a:endParaRPr>
          </a:p>
        </p:txBody>
      </p:sp>
      <p:sp>
        <p:nvSpPr>
          <p:cNvPr id="39938" name="标题 2"/>
          <p:cNvSpPr>
            <a:spLocks noGrp="1"/>
          </p:cNvSpPr>
          <p:nvPr>
            <p:ph type="title"/>
            <p:custDataLst>
              <p:tags r:id="rId3"/>
            </p:custDataLst>
          </p:nvPr>
        </p:nvSpPr>
        <p:spPr>
          <a:xfrm>
            <a:off x="457200" y="3049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文本框 109569"/>
          <p:cNvSpPr txBox="1"/>
          <p:nvPr>
            <p:custDataLst>
              <p:tags r:id="rId1"/>
            </p:custDataLst>
          </p:nvPr>
        </p:nvSpPr>
        <p:spPr>
          <a:xfrm>
            <a:off x="456883" y="1524000"/>
            <a:ext cx="8359775" cy="3609975"/>
          </a:xfrm>
          <a:prstGeom prst="rect">
            <a:avLst/>
          </a:prstGeom>
          <a:noFill/>
          <a:ln w="9525">
            <a:noFill/>
          </a:ln>
        </p:spPr>
        <p:txBody>
          <a:bodyPr wrap="square">
            <a:normAutofit fontScale="90000" lnSpcReduction="20000"/>
          </a:bodyPr>
          <a:p>
            <a:pPr indent="636905"/>
            <a:r>
              <a:rPr lang="en-US" altLang="zh-CN" sz="2800" b="1" noProof="1">
                <a:solidFill>
                  <a:schemeClr val="tx1"/>
                </a:solidFill>
                <a:latin typeface="+mn-lt"/>
                <a:ea typeface="+mn-ea"/>
                <a:cs typeface="+mn-cs"/>
              </a:rPr>
              <a:t>main()</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NODE *a;</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a:t>
            </a:r>
            <a:r>
              <a:rPr lang="en-US" altLang="zh-CN" sz="2800" b="1" noProof="1">
                <a:solidFill>
                  <a:schemeClr val="accent1">
                    <a:lumMod val="50000"/>
                  </a:schemeClr>
                </a:solidFill>
                <a:latin typeface="+mn-lt"/>
                <a:ea typeface="+mn-ea"/>
                <a:cs typeface="+mn-cs"/>
              </a:rPr>
              <a:t>create()</a:t>
            </a:r>
            <a:r>
              <a:rPr lang="en-US" altLang="zh-CN" sz="2800" b="1" noProof="1">
                <a:solidFill>
                  <a:schemeClr val="tx1"/>
                </a:solidFill>
                <a:latin typeface="+mn-lt"/>
                <a:ea typeface="+mn-ea"/>
                <a:cs typeface="+mn-cs"/>
              </a:rPr>
              <a:t>;</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printf</a:t>
            </a:r>
            <a:r>
              <a:rPr lang="en-US" altLang="zh-CN" sz="2800" b="1" noProof="1">
                <a:solidFill>
                  <a:schemeClr val="tx1"/>
                </a:solidFill>
                <a:latin typeface="+mn-lt"/>
                <a:ea typeface="+mn-ea"/>
                <a:cs typeface="+mn-cs"/>
              </a:rPr>
              <a:t>("output the list:");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a=a-&gt;next;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while(a!=NULL)</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endParaRPr lang="en-US" altLang="zh-CN" sz="2800" b="1" noProof="1" err="1">
              <a:solidFill>
                <a:schemeClr val="tx1"/>
              </a:solidFill>
              <a:latin typeface="+mn-lt"/>
              <a:ea typeface="+mn-ea"/>
            </a:endParaRPr>
          </a:p>
          <a:p>
            <a:pPr indent="636905"/>
            <a:r>
              <a:rPr lang="en-US" altLang="zh-CN" sz="2800" b="1" noProof="1" err="1">
                <a:solidFill>
                  <a:schemeClr val="tx1"/>
                </a:solidFill>
                <a:latin typeface="+mn-lt"/>
                <a:ea typeface="+mn-ea"/>
                <a:cs typeface="+mn-cs"/>
              </a:rPr>
              <a:t>	 printf</a:t>
            </a:r>
            <a:r>
              <a:rPr lang="en-US" altLang="zh-CN" sz="2800" b="1" noProof="1">
                <a:solidFill>
                  <a:schemeClr val="tx1"/>
                </a:solidFill>
                <a:latin typeface="+mn-lt"/>
                <a:ea typeface="+mn-ea"/>
                <a:cs typeface="+mn-cs"/>
              </a:rPr>
              <a:t>("%d ",a-&gt;data);    /*</a:t>
            </a:r>
            <a:r>
              <a:rPr lang="zh-CN" altLang="en-US" sz="2800" b="1" noProof="1" dirty="0">
                <a:solidFill>
                  <a:schemeClr val="tx1"/>
                </a:solidFill>
                <a:latin typeface="+mn-lt"/>
                <a:ea typeface="+mn-ea"/>
                <a:cs typeface="+mn-cs"/>
              </a:rPr>
              <a:t>输出链表各元素</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a=a-&gt;next;</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a:t>
            </a:r>
            <a:endParaRPr lang="en-US" altLang="zh-CN" sz="2800" b="1" noProof="1">
              <a:solidFill>
                <a:schemeClr val="tx1"/>
              </a:solidFill>
              <a:latin typeface="+mn-lt"/>
              <a:ea typeface="+mn-ea"/>
              <a:cs typeface="+mn-cs"/>
            </a:endParaRPr>
          </a:p>
        </p:txBody>
      </p:sp>
      <p:sp>
        <p:nvSpPr>
          <p:cNvPr id="40962" name="标题 2"/>
          <p:cNvSpPr>
            <a:spLocks noGrp="1"/>
          </p:cNvSpPr>
          <p:nvPr>
            <p:ph type="title"/>
            <p:custDataLst>
              <p:tags r:id="rId2"/>
            </p:custDataLst>
          </p:nvPr>
        </p:nvSpPr>
        <p:spPr>
          <a:xfrm>
            <a:off x="457200" y="42176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41985" name="文本框 71681"/>
          <p:cNvSpPr txBox="1"/>
          <p:nvPr>
            <p:custDataLst>
              <p:tags r:id="rId2"/>
            </p:custDataLst>
          </p:nvPr>
        </p:nvSpPr>
        <p:spPr>
          <a:xfrm>
            <a:off x="533400" y="1066800"/>
            <a:ext cx="4572000" cy="457200"/>
          </a:xfrm>
          <a:prstGeom prst="rect">
            <a:avLst/>
          </a:prstGeom>
          <a:noFill/>
          <a:ln w="9525">
            <a:noFill/>
          </a:ln>
        </p:spPr>
        <p:txBody>
          <a:bodyPr anchor="t" anchorCtr="0"/>
          <a:p>
            <a:pPr>
              <a:spcBef>
                <a:spcPct val="20000"/>
              </a:spcBef>
            </a:pPr>
            <a:r>
              <a:rPr lang="en-US" altLang="zh-CN" sz="2800" b="1" dirty="0">
                <a:solidFill>
                  <a:schemeClr val="accent1">
                    <a:lumMod val="50000"/>
                  </a:schemeClr>
                </a:solidFill>
                <a:latin typeface="+mn-lt"/>
                <a:ea typeface="+mn-ea"/>
              </a:rPr>
              <a:t>2. </a:t>
            </a:r>
            <a:r>
              <a:rPr lang="zh-CN" altLang="en-US" sz="2800" b="1" dirty="0">
                <a:solidFill>
                  <a:schemeClr val="accent1">
                    <a:lumMod val="50000"/>
                  </a:schemeClr>
                </a:solidFill>
                <a:latin typeface="+mn-lt"/>
                <a:ea typeface="+mn-ea"/>
              </a:rPr>
              <a:t>单链表中结点的查找</a:t>
            </a:r>
            <a:endParaRPr lang="zh-CN" altLang="en-US" sz="2800" b="1" dirty="0">
              <a:solidFill>
                <a:schemeClr val="accent1">
                  <a:lumMod val="50000"/>
                </a:schemeClr>
              </a:solidFill>
              <a:latin typeface="+mn-lt"/>
              <a:ea typeface="+mn-ea"/>
            </a:endParaRPr>
          </a:p>
        </p:txBody>
      </p:sp>
      <p:sp>
        <p:nvSpPr>
          <p:cNvPr id="41986" name="文本框 71685"/>
          <p:cNvSpPr txBox="1"/>
          <p:nvPr>
            <p:custDataLst>
              <p:tags r:id="rId3"/>
            </p:custDataLst>
          </p:nvPr>
        </p:nvSpPr>
        <p:spPr>
          <a:xfrm>
            <a:off x="762000" y="1600200"/>
            <a:ext cx="7467600" cy="952500"/>
          </a:xfrm>
          <a:prstGeom prst="rect">
            <a:avLst/>
          </a:prstGeom>
          <a:noFill/>
          <a:ln w="9525">
            <a:noFill/>
          </a:ln>
        </p:spPr>
        <p:txBody>
          <a:bodyPr wrap="square" anchor="t" anchorCtr="0">
            <a:normAutofit/>
          </a:bodyPr>
          <a:p>
            <a:pPr indent="636905" algn="just" eaLnBrk="0" hangingPunct="0">
              <a:spcBef>
                <a:spcPct val="50000"/>
              </a:spcBef>
            </a:pPr>
            <a:r>
              <a:rPr lang="zh-CN" altLang="en-US" sz="2000" b="1" dirty="0">
                <a:solidFill>
                  <a:schemeClr val="tx1"/>
                </a:solidFill>
                <a:latin typeface="+mn-lt"/>
                <a:ea typeface="+mn-ea"/>
              </a:rPr>
              <a:t>从头指针开始查找。单链表有两种查找方法，即按给定值查找和按序号查找。</a:t>
            </a:r>
            <a:endParaRPr lang="zh-CN" altLang="en-US" sz="2000" b="1" dirty="0">
              <a:solidFill>
                <a:schemeClr val="tx1"/>
              </a:solidFill>
              <a:latin typeface="+mn-lt"/>
              <a:ea typeface="+mn-ea"/>
            </a:endParaRPr>
          </a:p>
        </p:txBody>
      </p:sp>
      <p:sp>
        <p:nvSpPr>
          <p:cNvPr id="71689" name="文本框 71688"/>
          <p:cNvSpPr txBox="1"/>
          <p:nvPr>
            <p:custDataLst>
              <p:tags r:id="rId4"/>
            </p:custDataLst>
          </p:nvPr>
        </p:nvSpPr>
        <p:spPr>
          <a:xfrm>
            <a:off x="704850" y="2451100"/>
            <a:ext cx="7848600" cy="522288"/>
          </a:xfrm>
          <a:prstGeom prst="rect">
            <a:avLst/>
          </a:prstGeom>
          <a:noFill/>
          <a:ln w="9525">
            <a:noFill/>
          </a:ln>
        </p:spPr>
        <p:txBody>
          <a:bodyPr wrap="square">
            <a:normAutofit fontScale="80000"/>
          </a:bodyPr>
          <a:p>
            <a:r>
              <a:rPr lang="zh-CN" altLang="en-US" sz="2220" b="1" noProof="1" dirty="0">
                <a:solidFill>
                  <a:schemeClr val="tx1"/>
                </a:solidFill>
                <a:latin typeface="+mn-lt"/>
                <a:ea typeface="+mn-ea"/>
                <a:cs typeface="+mn-cs"/>
              </a:rPr>
              <a:t>（</a:t>
            </a:r>
            <a:r>
              <a:rPr lang="en-US" altLang="zh-CN" sz="2220" b="1" noProof="1" dirty="0">
                <a:solidFill>
                  <a:schemeClr val="tx1"/>
                </a:solidFill>
                <a:latin typeface="+mn-lt"/>
                <a:ea typeface="+mn-ea"/>
                <a:cs typeface="+mn-cs"/>
              </a:rPr>
              <a:t>1</a:t>
            </a:r>
            <a:r>
              <a:rPr lang="zh-CN" altLang="en-US" sz="2220" b="1" noProof="1" dirty="0">
                <a:solidFill>
                  <a:schemeClr val="tx1"/>
                </a:solidFill>
                <a:latin typeface="+mn-lt"/>
                <a:ea typeface="+mn-ea"/>
                <a:cs typeface="+mn-cs"/>
              </a:rPr>
              <a:t>） 按值查找  </a:t>
            </a:r>
            <a:r>
              <a:rPr lang="zh-CN" altLang="en-US" sz="2800" b="1" noProof="1" dirty="0">
                <a:solidFill>
                  <a:schemeClr val="tx1"/>
                </a:solidFill>
                <a:latin typeface="+mn-lt"/>
                <a:ea typeface="+mn-ea"/>
                <a:cs typeface="+mn-cs"/>
              </a:rPr>
              <a:t>    </a:t>
            </a:r>
            <a:endParaRPr lang="zh-CN" altLang="en-US" sz="2800" b="1" noProof="1" dirty="0">
              <a:solidFill>
                <a:schemeClr val="tx1"/>
              </a:solidFill>
              <a:latin typeface="+mn-lt"/>
              <a:ea typeface="+mn-ea"/>
              <a:cs typeface="+mn-cs"/>
            </a:endParaRPr>
          </a:p>
        </p:txBody>
      </p:sp>
      <p:sp>
        <p:nvSpPr>
          <p:cNvPr id="71690" name="文本框 71689"/>
          <p:cNvSpPr txBox="1"/>
          <p:nvPr>
            <p:custDataLst>
              <p:tags r:id="rId5"/>
            </p:custDataLst>
          </p:nvPr>
        </p:nvSpPr>
        <p:spPr>
          <a:xfrm>
            <a:off x="552450" y="2984500"/>
            <a:ext cx="8077200" cy="952500"/>
          </a:xfrm>
          <a:prstGeom prst="rect">
            <a:avLst/>
          </a:prstGeom>
          <a:noFill/>
          <a:ln w="9525">
            <a:noFill/>
          </a:ln>
        </p:spPr>
        <p:txBody>
          <a:bodyPr wrap="square">
            <a:normAutofit/>
          </a:bodyPr>
          <a:p>
            <a:pPr indent="636905"/>
            <a:r>
              <a:rPr lang="zh-CN" altLang="en-US" sz="2000" b="1" noProof="1" dirty="0">
                <a:solidFill>
                  <a:schemeClr val="accent1"/>
                </a:solidFill>
                <a:latin typeface="+mn-lt"/>
                <a:ea typeface="+mn-ea"/>
                <a:cs typeface="+mn-cs"/>
              </a:rPr>
              <a:t>按值查找，就是在单链表中查找是否存在数据域值为给定的值 （如整数</a:t>
            </a:r>
            <a:r>
              <a:rPr lang="en-US" altLang="zh-CN" sz="2000" b="1" noProof="1">
                <a:solidFill>
                  <a:schemeClr val="accent1"/>
                </a:solidFill>
                <a:latin typeface="+mn-lt"/>
                <a:ea typeface="+mn-ea"/>
                <a:cs typeface="+mn-cs"/>
              </a:rPr>
              <a:t>x</a:t>
            </a:r>
            <a:r>
              <a:rPr lang="zh-CN" altLang="en-US" sz="2000" b="1" noProof="1">
                <a:solidFill>
                  <a:schemeClr val="accent1"/>
                </a:solidFill>
                <a:latin typeface="+mn-lt"/>
                <a:ea typeface="+mn-ea"/>
                <a:cs typeface="+mn-cs"/>
              </a:rPr>
              <a:t>） </a:t>
            </a:r>
            <a:r>
              <a:rPr lang="zh-CN" altLang="en-US" sz="2000" b="1" noProof="1" dirty="0">
                <a:solidFill>
                  <a:schemeClr val="accent1"/>
                </a:solidFill>
                <a:latin typeface="+mn-lt"/>
                <a:ea typeface="+mn-ea"/>
                <a:cs typeface="+mn-cs"/>
              </a:rPr>
              <a:t>的结点。</a:t>
            </a:r>
            <a:endParaRPr lang="zh-CN" altLang="en-US" sz="2000" b="1" noProof="1" dirty="0">
              <a:solidFill>
                <a:schemeClr val="accent1"/>
              </a:solidFill>
              <a:latin typeface="+mn-lt"/>
              <a:ea typeface="+mn-ea"/>
              <a:cs typeface="+mn-cs"/>
            </a:endParaRPr>
          </a:p>
        </p:txBody>
      </p:sp>
      <p:sp>
        <p:nvSpPr>
          <p:cNvPr id="71691" name="文本框 71690"/>
          <p:cNvSpPr txBox="1"/>
          <p:nvPr>
            <p:custDataLst>
              <p:tags r:id="rId6"/>
            </p:custDataLst>
          </p:nvPr>
        </p:nvSpPr>
        <p:spPr>
          <a:xfrm>
            <a:off x="704850" y="4051300"/>
            <a:ext cx="7772400" cy="522288"/>
          </a:xfrm>
          <a:prstGeom prst="rect">
            <a:avLst/>
          </a:prstGeom>
          <a:noFill/>
          <a:ln w="9525">
            <a:noFill/>
          </a:ln>
        </p:spPr>
        <p:txBody>
          <a:bodyPr wrap="square">
            <a:normAutofit/>
          </a:bodyPr>
          <a:p>
            <a:r>
              <a:rPr lang="zh-CN" altLang="en-US" sz="2220" b="1" noProof="1" dirty="0">
                <a:solidFill>
                  <a:schemeClr val="tx1"/>
                </a:solidFill>
                <a:latin typeface="+mn-lt"/>
                <a:ea typeface="+mn-ea"/>
                <a:cs typeface="+mn-cs"/>
              </a:rPr>
              <a:t>（</a:t>
            </a:r>
            <a:r>
              <a:rPr lang="en-US" altLang="zh-CN" sz="2220" b="1" noProof="1" dirty="0">
                <a:solidFill>
                  <a:schemeClr val="tx1"/>
                </a:solidFill>
                <a:latin typeface="+mn-lt"/>
                <a:ea typeface="+mn-ea"/>
                <a:cs typeface="+mn-cs"/>
              </a:rPr>
              <a:t>2</a:t>
            </a:r>
            <a:r>
              <a:rPr lang="zh-CN" altLang="en-US" sz="2220" b="1" noProof="1" dirty="0">
                <a:solidFill>
                  <a:schemeClr val="tx1"/>
                </a:solidFill>
                <a:latin typeface="+mn-lt"/>
                <a:ea typeface="+mn-ea"/>
                <a:cs typeface="+mn-cs"/>
              </a:rPr>
              <a:t>） 按序号查找</a:t>
            </a:r>
            <a:endParaRPr lang="zh-CN" altLang="en-US" sz="2220" b="1" noProof="1" dirty="0">
              <a:solidFill>
                <a:schemeClr val="tx1"/>
              </a:solidFill>
              <a:latin typeface="+mn-lt"/>
              <a:ea typeface="+mn-ea"/>
              <a:cs typeface="+mn-cs"/>
            </a:endParaRPr>
          </a:p>
        </p:txBody>
      </p:sp>
      <p:sp>
        <p:nvSpPr>
          <p:cNvPr id="71692" name="文本框 71691"/>
          <p:cNvSpPr txBox="1"/>
          <p:nvPr>
            <p:custDataLst>
              <p:tags r:id="rId7"/>
            </p:custDataLst>
          </p:nvPr>
        </p:nvSpPr>
        <p:spPr>
          <a:xfrm>
            <a:off x="704850" y="4660900"/>
            <a:ext cx="7848600" cy="952500"/>
          </a:xfrm>
          <a:prstGeom prst="rect">
            <a:avLst/>
          </a:prstGeom>
          <a:noFill/>
          <a:ln w="9525">
            <a:noFill/>
          </a:ln>
        </p:spPr>
        <p:txBody>
          <a:bodyPr wrap="square">
            <a:normAutofit/>
          </a:bodyPr>
          <a:p>
            <a:pPr indent="636905"/>
            <a:r>
              <a:rPr lang="zh-CN" altLang="en-US" sz="2000" b="1" noProof="1" dirty="0">
                <a:solidFill>
                  <a:schemeClr val="accent1"/>
                </a:solidFill>
                <a:latin typeface="+mn-lt"/>
                <a:ea typeface="+mn-ea"/>
                <a:cs typeface="+mn-cs"/>
              </a:rPr>
              <a:t>在单链表中查找第 </a:t>
            </a:r>
            <a:r>
              <a:rPr lang="en-US" altLang="zh-CN" sz="2000" b="1" noProof="1">
                <a:solidFill>
                  <a:schemeClr val="accent1"/>
                </a:solidFill>
                <a:latin typeface="+mn-lt"/>
                <a:ea typeface="+mn-ea"/>
                <a:cs typeface="+mn-cs"/>
              </a:rPr>
              <a:t>i </a:t>
            </a:r>
            <a:r>
              <a:rPr lang="zh-CN" altLang="en-US" sz="2000" b="1" noProof="1" dirty="0">
                <a:solidFill>
                  <a:schemeClr val="accent1"/>
                </a:solidFill>
                <a:latin typeface="+mn-lt"/>
                <a:ea typeface="+mn-ea"/>
                <a:cs typeface="+mn-cs"/>
              </a:rPr>
              <a:t>个位置上的结点，若找到，则返回它的地址，否则返回</a:t>
            </a:r>
            <a:r>
              <a:rPr lang="en-US" altLang="zh-CN" sz="2000" b="1" noProof="1">
                <a:solidFill>
                  <a:schemeClr val="accent1"/>
                </a:solidFill>
                <a:latin typeface="+mn-lt"/>
                <a:ea typeface="+mn-ea"/>
                <a:cs typeface="+mn-cs"/>
              </a:rPr>
              <a:t>NULL</a:t>
            </a:r>
            <a:r>
              <a:rPr lang="zh-CN" altLang="en-US" sz="2000" b="1" noProof="1">
                <a:solidFill>
                  <a:schemeClr val="accent1"/>
                </a:solidFill>
                <a:latin typeface="+mn-lt"/>
                <a:ea typeface="+mn-ea"/>
                <a:cs typeface="+mn-cs"/>
              </a:rPr>
              <a:t>。</a:t>
            </a:r>
            <a:endParaRPr lang="zh-CN" altLang="en-US" sz="2000" b="1" noProof="1">
              <a:solidFill>
                <a:schemeClr val="accent1"/>
              </a:solidFill>
              <a:latin typeface="+mn-lt"/>
              <a:ea typeface="+mn-ea"/>
              <a:cs typeface="+mn-cs"/>
            </a:endParaRPr>
          </a:p>
        </p:txBody>
      </p:sp>
      <p:sp>
        <p:nvSpPr>
          <p:cNvPr id="41991" name="标题 2"/>
          <p:cNvSpPr>
            <a:spLocks noGrp="1"/>
          </p:cNvSpPr>
          <p:nvPr>
            <p:ph type="title"/>
            <p:custDataLst>
              <p:tags r:id="rId8"/>
            </p:custDataLst>
          </p:nvPr>
        </p:nvSpPr>
        <p:spPr>
          <a:xfrm>
            <a:off x="381000" y="3811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1690"/>
                                        </p:tgtEl>
                                        <p:attrNameLst>
                                          <p:attrName>style.visibility</p:attrName>
                                        </p:attrNameLst>
                                      </p:cBhvr>
                                      <p:to>
                                        <p:strVal val="visible"/>
                                      </p:to>
                                    </p:set>
                                    <p:animEffect transition="in" filter="randombar(horizontal)">
                                      <p:cBhvr>
                                        <p:cTn id="7" dur="500"/>
                                        <p:tgtEl>
                                          <p:spTgt spid="7169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1692"/>
                                        </p:tgtEl>
                                        <p:attrNameLst>
                                          <p:attrName>style.visibility</p:attrName>
                                        </p:attrNameLst>
                                      </p:cBhvr>
                                      <p:to>
                                        <p:strVal val="visible"/>
                                      </p:to>
                                    </p:set>
                                    <p:animEffect transition="in" filter="randombar(horizontal)">
                                      <p:cBhvr>
                                        <p:cTn id="12" dur="500"/>
                                        <p:tgtEl>
                                          <p:spTgt spid="71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0" grpId="0" animBg="1"/>
      <p:bldP spid="7169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70658" name="文本框 70657"/>
          <p:cNvSpPr txBox="1"/>
          <p:nvPr>
            <p:custDataLst>
              <p:tags r:id="rId2"/>
            </p:custDataLst>
          </p:nvPr>
        </p:nvSpPr>
        <p:spPr>
          <a:xfrm>
            <a:off x="658813" y="2514600"/>
            <a:ext cx="7750175" cy="2903538"/>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NODE *locate (NODE *head,</a:t>
            </a:r>
            <a:r>
              <a:rPr lang="en-US" altLang="zh-CN" sz="2000" b="1" err="1">
                <a:solidFill>
                  <a:schemeClr val="tx1"/>
                </a:solidFill>
                <a:latin typeface="+mn-lt"/>
                <a:ea typeface="+mn-ea"/>
              </a:rPr>
              <a:t>int</a:t>
            </a:r>
            <a:r>
              <a:rPr lang="en-US" altLang="zh-CN" sz="2000" b="1">
                <a:solidFill>
                  <a:schemeClr val="tx1"/>
                </a:solidFill>
                <a:latin typeface="+mn-lt"/>
                <a:ea typeface="+mn-ea"/>
              </a:rPr>
              <a:t> x) </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   /*</a:t>
            </a:r>
            <a:r>
              <a:rPr lang="zh-CN" altLang="en-US" sz="2000" b="1" dirty="0">
                <a:solidFill>
                  <a:schemeClr val="tx1"/>
                </a:solidFill>
                <a:latin typeface="+mn-lt"/>
                <a:ea typeface="+mn-ea"/>
              </a:rPr>
              <a:t>在已知链表中查找给定的值</a:t>
            </a:r>
            <a:r>
              <a:rPr lang="en-US" altLang="zh-CN" sz="2000" b="1">
                <a:solidFill>
                  <a:schemeClr val="tx1"/>
                </a:solidFill>
                <a:latin typeface="+mn-lt"/>
                <a:ea typeface="+mn-ea"/>
              </a:rPr>
              <a:t>x*/</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NODE *p;</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p=head-&gt;next;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while((p!=NULL)&amp;&amp;(p-&gt;data!=x)) </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 /*</a:t>
            </a:r>
            <a:r>
              <a:rPr lang="zh-CN" altLang="en-US" sz="2000" b="1" dirty="0">
                <a:solidFill>
                  <a:schemeClr val="tx1"/>
                </a:solidFill>
                <a:latin typeface="+mn-lt"/>
                <a:ea typeface="+mn-ea"/>
              </a:rPr>
              <a:t>未到表尾且未找到给定数据</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p=p-&gt;next;       /*</a:t>
            </a:r>
            <a:r>
              <a:rPr lang="zh-CN" altLang="en-US" sz="2000" b="1" dirty="0">
                <a:solidFill>
                  <a:schemeClr val="tx1"/>
                </a:solidFill>
                <a:latin typeface="+mn-lt"/>
                <a:ea typeface="+mn-ea"/>
              </a:rPr>
              <a:t>指向下一个元素</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return(p);</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70659" name="文本框 70658"/>
          <p:cNvSpPr txBox="1"/>
          <p:nvPr>
            <p:custDataLst>
              <p:tags r:id="rId3"/>
            </p:custDataLst>
          </p:nvPr>
        </p:nvSpPr>
        <p:spPr>
          <a:xfrm>
            <a:off x="457200" y="1219200"/>
            <a:ext cx="8153400" cy="522288"/>
          </a:xfrm>
          <a:prstGeom prst="rect">
            <a:avLst/>
          </a:prstGeom>
          <a:noFill/>
          <a:ln w="9525">
            <a:noFill/>
          </a:ln>
        </p:spPr>
        <p:txBody>
          <a:bodyPr wrap="square">
            <a:normAutofit fontScale="80000"/>
          </a:bodyPr>
          <a:p>
            <a:r>
              <a:rPr lang="zh-CN" altLang="en-US" sz="2800" b="1" noProof="1" dirty="0">
                <a:solidFill>
                  <a:schemeClr val="accent1">
                    <a:lumMod val="50000"/>
                  </a:schemeClr>
                </a:solidFill>
                <a:latin typeface="+mn-lt"/>
                <a:ea typeface="+mn-ea"/>
                <a:cs typeface="+mn-cs"/>
              </a:rPr>
              <a:t>（</a:t>
            </a:r>
            <a:r>
              <a:rPr lang="en-US" altLang="zh-CN" sz="2800" b="1" noProof="1" dirty="0">
                <a:solidFill>
                  <a:schemeClr val="accent1">
                    <a:lumMod val="50000"/>
                  </a:schemeClr>
                </a:solidFill>
                <a:latin typeface="+mn-lt"/>
                <a:ea typeface="+mn-ea"/>
                <a:cs typeface="+mn-cs"/>
              </a:rPr>
              <a:t>1</a:t>
            </a:r>
            <a:r>
              <a:rPr lang="zh-CN" altLang="en-US" sz="2800" b="1" noProof="1" dirty="0">
                <a:solidFill>
                  <a:schemeClr val="accent1">
                    <a:lumMod val="50000"/>
                  </a:schemeClr>
                </a:solidFill>
                <a:latin typeface="+mn-lt"/>
                <a:ea typeface="+mn-ea"/>
                <a:cs typeface="+mn-cs"/>
              </a:rPr>
              <a:t>） 按值查找      </a:t>
            </a:r>
            <a:endParaRPr lang="zh-CN" altLang="en-US" sz="2800" b="1" noProof="1" dirty="0">
              <a:solidFill>
                <a:schemeClr val="accent1">
                  <a:lumMod val="50000"/>
                </a:schemeClr>
              </a:solidFill>
              <a:latin typeface="+mn-lt"/>
              <a:ea typeface="+mn-ea"/>
              <a:cs typeface="+mn-cs"/>
            </a:endParaRPr>
          </a:p>
        </p:txBody>
      </p:sp>
      <p:sp>
        <p:nvSpPr>
          <p:cNvPr id="70662" name="文本框 70661"/>
          <p:cNvSpPr txBox="1"/>
          <p:nvPr>
            <p:custDataLst>
              <p:tags r:id="rId4"/>
            </p:custDataLst>
          </p:nvPr>
        </p:nvSpPr>
        <p:spPr>
          <a:xfrm>
            <a:off x="838200" y="1676400"/>
            <a:ext cx="8077200" cy="9525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按值查找，就是在单链表中查找是否存在数据域值为给定的值 （如整数</a:t>
            </a:r>
            <a:r>
              <a:rPr lang="en-US" altLang="zh-CN" sz="2000" b="1">
                <a:solidFill>
                  <a:schemeClr val="tx1"/>
                </a:solidFill>
                <a:latin typeface="+mn-lt"/>
                <a:ea typeface="+mn-ea"/>
              </a:rPr>
              <a:t>x</a:t>
            </a:r>
            <a:r>
              <a:rPr lang="zh-CN" altLang="en-US" sz="2000" b="1">
                <a:solidFill>
                  <a:schemeClr val="tx1"/>
                </a:solidFill>
                <a:latin typeface="+mn-lt"/>
                <a:ea typeface="+mn-ea"/>
              </a:rPr>
              <a:t>） </a:t>
            </a:r>
            <a:r>
              <a:rPr lang="zh-CN" altLang="en-US" sz="2000" b="1" dirty="0">
                <a:solidFill>
                  <a:schemeClr val="tx1"/>
                </a:solidFill>
                <a:latin typeface="+mn-lt"/>
                <a:ea typeface="+mn-ea"/>
              </a:rPr>
              <a:t>的结点。</a:t>
            </a:r>
            <a:endParaRPr lang="zh-CN" altLang="en-US" sz="2000" b="1" dirty="0">
              <a:solidFill>
                <a:schemeClr val="tx1"/>
              </a:solidFill>
              <a:latin typeface="+mn-lt"/>
              <a:ea typeface="+mn-ea"/>
            </a:endParaRPr>
          </a:p>
        </p:txBody>
      </p:sp>
      <p:sp>
        <p:nvSpPr>
          <p:cNvPr id="43012" name="标题 2"/>
          <p:cNvSpPr>
            <a:spLocks noGrp="1"/>
          </p:cNvSpPr>
          <p:nvPr>
            <p:ph type="title"/>
            <p:custDataLst>
              <p:tags r:id="rId5"/>
            </p:custDataLst>
          </p:nvPr>
        </p:nvSpPr>
        <p:spPr>
          <a:xfrm>
            <a:off x="457200" y="3811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0662"/>
                                        </p:tgtEl>
                                        <p:attrNameLst>
                                          <p:attrName>style.visibility</p:attrName>
                                        </p:attrNameLst>
                                      </p:cBhvr>
                                      <p:to>
                                        <p:strVal val="visible"/>
                                      </p:to>
                                    </p:set>
                                    <p:animEffect transition="in" filter="randombar(horizontal)">
                                      <p:cBhvr>
                                        <p:cTn id="7" dur="500"/>
                                        <p:tgtEl>
                                          <p:spTgt spid="7066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0658"/>
                                        </p:tgtEl>
                                        <p:attrNameLst>
                                          <p:attrName>style.visibility</p:attrName>
                                        </p:attrNameLst>
                                      </p:cBhvr>
                                      <p:to>
                                        <p:strVal val="visible"/>
                                      </p:to>
                                    </p:set>
                                    <p:animEffect transition="in" filter="randombar(horizontal)">
                                      <p:cBhvr>
                                        <p:cTn id="12"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6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9634" name="文本框 69633"/>
          <p:cNvSpPr txBox="1"/>
          <p:nvPr>
            <p:custDataLst>
              <p:tags r:id="rId2"/>
            </p:custDataLst>
          </p:nvPr>
        </p:nvSpPr>
        <p:spPr>
          <a:xfrm>
            <a:off x="609600" y="2209800"/>
            <a:ext cx="8077200" cy="4400550"/>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NODE *find(NODE *head,</a:t>
            </a:r>
            <a:r>
              <a:rPr lang="en-US" altLang="zh-CN" sz="2000" b="1" err="1">
                <a:solidFill>
                  <a:schemeClr val="tx1"/>
                </a:solidFill>
                <a:latin typeface="+mn-lt"/>
                <a:ea typeface="+mn-ea"/>
              </a:rPr>
              <a:t>int</a:t>
            </a:r>
            <a:r>
              <a:rPr lang="en-US" altLang="zh-CN" sz="2000" b="1">
                <a:solidFill>
                  <a:schemeClr val="tx1"/>
                </a:solidFill>
                <a:latin typeface="+mn-lt"/>
                <a:ea typeface="+mn-ea"/>
              </a:rPr>
              <a:t> i)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j=1;</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NODE *p;</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p=head-&gt;next;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while((p!=NULL)&amp;&amp;(j&lt;i))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dirty="0">
                <a:solidFill>
                  <a:schemeClr val="tx1"/>
                </a:solidFill>
                <a:latin typeface="+mn-lt"/>
                <a:ea typeface="+mn-ea"/>
              </a:rPr>
              <a:t>未到表尾且未找到给定数据</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   </a:t>
            </a:r>
            <a:r>
              <a:rPr lang="en-US" altLang="zh-CN" sz="2000" b="1">
                <a:solidFill>
                  <a:schemeClr val="tx1"/>
                </a:solidFill>
                <a:latin typeface="+mn-lt"/>
                <a:ea typeface="+mn-ea"/>
              </a:rPr>
              <a:t>p=p-&gt;next;             /*</a:t>
            </a:r>
            <a:r>
              <a:rPr lang="zh-CN" altLang="en-US" sz="2000" b="1" dirty="0">
                <a:solidFill>
                  <a:schemeClr val="tx1"/>
                </a:solidFill>
                <a:latin typeface="+mn-lt"/>
                <a:ea typeface="+mn-ea"/>
              </a:rPr>
              <a:t>指向下一个元素</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j++;    }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return(p);</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69635" name="文本框 69634"/>
          <p:cNvSpPr txBox="1"/>
          <p:nvPr>
            <p:custDataLst>
              <p:tags r:id="rId3"/>
            </p:custDataLst>
          </p:nvPr>
        </p:nvSpPr>
        <p:spPr>
          <a:xfrm>
            <a:off x="457200" y="990600"/>
            <a:ext cx="7772400" cy="522288"/>
          </a:xfrm>
          <a:prstGeom prst="rect">
            <a:avLst/>
          </a:prstGeom>
          <a:noFill/>
          <a:ln w="9525">
            <a:noFill/>
          </a:ln>
        </p:spPr>
        <p:txBody>
          <a:bodyPr wrap="square">
            <a:normAutofit fontScale="80000"/>
          </a:bodyPr>
          <a:p>
            <a:r>
              <a:rPr lang="zh-CN" altLang="en-US" sz="2800" b="1" noProof="1" dirty="0">
                <a:solidFill>
                  <a:schemeClr val="accent1">
                    <a:lumMod val="50000"/>
                  </a:schemeClr>
                </a:solidFill>
                <a:latin typeface="+mn-lt"/>
                <a:ea typeface="+mn-ea"/>
                <a:cs typeface="+mn-cs"/>
              </a:rPr>
              <a:t>（</a:t>
            </a:r>
            <a:r>
              <a:rPr lang="en-US" altLang="zh-CN" sz="2800" b="1" noProof="1" dirty="0">
                <a:solidFill>
                  <a:schemeClr val="accent1">
                    <a:lumMod val="50000"/>
                  </a:schemeClr>
                </a:solidFill>
                <a:latin typeface="+mn-lt"/>
                <a:ea typeface="+mn-ea"/>
                <a:cs typeface="+mn-cs"/>
              </a:rPr>
              <a:t>2</a:t>
            </a:r>
            <a:r>
              <a:rPr lang="zh-CN" altLang="en-US" sz="2800" b="1" noProof="1" dirty="0">
                <a:solidFill>
                  <a:schemeClr val="accent1">
                    <a:lumMod val="50000"/>
                  </a:schemeClr>
                </a:solidFill>
                <a:latin typeface="+mn-lt"/>
                <a:ea typeface="+mn-ea"/>
                <a:cs typeface="+mn-cs"/>
              </a:rPr>
              <a:t>） 按序号查找</a:t>
            </a:r>
            <a:endParaRPr lang="zh-CN" altLang="en-US" sz="2800" b="1" noProof="1" dirty="0">
              <a:solidFill>
                <a:schemeClr val="accent1">
                  <a:lumMod val="50000"/>
                </a:schemeClr>
              </a:solidFill>
              <a:latin typeface="+mn-lt"/>
              <a:ea typeface="+mn-ea"/>
              <a:cs typeface="+mn-cs"/>
            </a:endParaRPr>
          </a:p>
        </p:txBody>
      </p:sp>
      <p:sp>
        <p:nvSpPr>
          <p:cNvPr id="69639" name="文本框 69638"/>
          <p:cNvSpPr txBox="1"/>
          <p:nvPr>
            <p:custDataLst>
              <p:tags r:id="rId4"/>
            </p:custDataLst>
          </p:nvPr>
        </p:nvSpPr>
        <p:spPr>
          <a:xfrm>
            <a:off x="685800" y="1447800"/>
            <a:ext cx="7848600" cy="9525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在单链表中查找第 </a:t>
            </a:r>
            <a:r>
              <a:rPr lang="en-US" altLang="zh-CN" sz="2000" b="1">
                <a:solidFill>
                  <a:schemeClr val="tx1"/>
                </a:solidFill>
                <a:latin typeface="+mn-lt"/>
                <a:ea typeface="+mn-ea"/>
              </a:rPr>
              <a:t>i </a:t>
            </a:r>
            <a:r>
              <a:rPr lang="zh-CN" altLang="en-US" sz="2000" b="1" dirty="0">
                <a:solidFill>
                  <a:schemeClr val="tx1"/>
                </a:solidFill>
                <a:latin typeface="+mn-lt"/>
                <a:ea typeface="+mn-ea"/>
              </a:rPr>
              <a:t>个位置上的结点，若找到，则返回它的地址，否则返回</a:t>
            </a:r>
            <a:r>
              <a:rPr lang="en-US" altLang="zh-CN" sz="2000" b="1">
                <a:solidFill>
                  <a:schemeClr val="tx1"/>
                </a:solidFill>
                <a:latin typeface="+mn-lt"/>
                <a:ea typeface="+mn-ea"/>
              </a:rPr>
              <a:t>NULL</a:t>
            </a:r>
            <a:r>
              <a:rPr lang="zh-CN" altLang="en-US" sz="2000" b="1">
                <a:solidFill>
                  <a:schemeClr val="tx1"/>
                </a:solidFill>
                <a:latin typeface="+mn-lt"/>
                <a:ea typeface="+mn-ea"/>
              </a:rPr>
              <a:t>。</a:t>
            </a:r>
            <a:endParaRPr lang="zh-CN" altLang="en-US" sz="2000" b="1">
              <a:solidFill>
                <a:schemeClr val="tx1"/>
              </a:solidFill>
              <a:latin typeface="+mn-lt"/>
              <a:ea typeface="+mn-ea"/>
            </a:endParaRPr>
          </a:p>
        </p:txBody>
      </p:sp>
      <p:sp>
        <p:nvSpPr>
          <p:cNvPr id="44036" name="标题 2"/>
          <p:cNvSpPr>
            <a:spLocks noGrp="1"/>
          </p:cNvSpPr>
          <p:nvPr>
            <p:ph type="title"/>
            <p:custDataLst>
              <p:tags r:id="rId5"/>
            </p:custDataLst>
          </p:nvPr>
        </p:nvSpPr>
        <p:spPr>
          <a:xfrm>
            <a:off x="293370" y="2287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9639"/>
                                        </p:tgtEl>
                                        <p:attrNameLst>
                                          <p:attrName>style.visibility</p:attrName>
                                        </p:attrNameLst>
                                      </p:cBhvr>
                                      <p:to>
                                        <p:strVal val="visible"/>
                                      </p:to>
                                    </p:set>
                                    <p:animEffect transition="in" filter="randombar(horizontal)">
                                      <p:cBhvr>
                                        <p:cTn id="7" dur="500"/>
                                        <p:tgtEl>
                                          <p:spTgt spid="6963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9634"/>
                                        </p:tgtEl>
                                        <p:attrNameLst>
                                          <p:attrName>style.visibility</p:attrName>
                                        </p:attrNameLst>
                                      </p:cBhvr>
                                      <p:to>
                                        <p:strVal val="visible"/>
                                      </p:to>
                                    </p:set>
                                    <p:animEffect transition="in" filter="randombar(horizontal)">
                                      <p:cBhvr>
                                        <p:cTn id="12" dur="500"/>
                                        <p:tgtEl>
                                          <p:spTgt spid="69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8610" name="文本框 68609"/>
          <p:cNvSpPr txBox="1"/>
          <p:nvPr>
            <p:custDataLst>
              <p:tags r:id="rId2"/>
            </p:custDataLst>
          </p:nvPr>
        </p:nvSpPr>
        <p:spPr>
          <a:xfrm>
            <a:off x="304800" y="990600"/>
            <a:ext cx="55626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3. </a:t>
            </a:r>
            <a:r>
              <a:rPr lang="zh-CN" altLang="en-US" sz="2800" b="1" noProof="1" dirty="0">
                <a:solidFill>
                  <a:schemeClr val="accent1">
                    <a:lumMod val="50000"/>
                  </a:schemeClr>
                </a:solidFill>
                <a:latin typeface="+mn-lt"/>
                <a:ea typeface="+mn-ea"/>
                <a:cs typeface="+mn-cs"/>
              </a:rPr>
              <a:t>单链表上的插入运算</a:t>
            </a:r>
            <a:endParaRPr lang="zh-CN" altLang="en-US" sz="2800" b="1" noProof="1" dirty="0">
              <a:solidFill>
                <a:schemeClr val="accent1">
                  <a:lumMod val="50000"/>
                </a:schemeClr>
              </a:solidFill>
              <a:latin typeface="+mn-lt"/>
              <a:ea typeface="+mn-ea"/>
              <a:cs typeface="+mn-cs"/>
            </a:endParaRPr>
          </a:p>
        </p:txBody>
      </p:sp>
      <p:sp>
        <p:nvSpPr>
          <p:cNvPr id="68611" name="文本框 68610"/>
          <p:cNvSpPr txBox="1"/>
          <p:nvPr>
            <p:custDataLst>
              <p:tags r:id="rId3"/>
            </p:custDataLst>
          </p:nvPr>
        </p:nvSpPr>
        <p:spPr>
          <a:xfrm>
            <a:off x="457200" y="1447800"/>
            <a:ext cx="8229600" cy="13843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在顺序表中，插入运算时，将会有大量元素向后移动。而在单链表中，插入一个结点不需要移动元素，只需要修改指针即可。</a:t>
            </a:r>
            <a:endParaRPr lang="zh-CN" altLang="en-US" sz="2000" b="1" dirty="0">
              <a:solidFill>
                <a:schemeClr val="tx1"/>
              </a:solidFill>
              <a:latin typeface="+mn-lt"/>
              <a:ea typeface="+mn-ea"/>
            </a:endParaRPr>
          </a:p>
        </p:txBody>
      </p:sp>
      <p:sp>
        <p:nvSpPr>
          <p:cNvPr id="68612" name="文本框 68611"/>
          <p:cNvSpPr txBox="1"/>
          <p:nvPr>
            <p:custDataLst>
              <p:tags r:id="rId4"/>
            </p:custDataLst>
          </p:nvPr>
        </p:nvSpPr>
        <p:spPr>
          <a:xfrm>
            <a:off x="685800" y="2470150"/>
            <a:ext cx="8077200" cy="13843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若将</a:t>
            </a:r>
            <a:r>
              <a:rPr lang="en-US" altLang="zh-CN" sz="2000" b="1">
                <a:solidFill>
                  <a:schemeClr val="tx1"/>
                </a:solidFill>
                <a:latin typeface="+mn-lt"/>
                <a:ea typeface="+mn-ea"/>
              </a:rPr>
              <a:t>x</a:t>
            </a:r>
            <a:r>
              <a:rPr lang="zh-CN" altLang="en-US" sz="2000" b="1" dirty="0">
                <a:solidFill>
                  <a:schemeClr val="tx1"/>
                </a:solidFill>
                <a:latin typeface="+mn-lt"/>
                <a:ea typeface="+mn-ea"/>
              </a:rPr>
              <a:t>插入到</a:t>
            </a:r>
            <a:r>
              <a:rPr lang="en-US" altLang="zh-CN" sz="2000" b="1">
                <a:solidFill>
                  <a:schemeClr val="tx1"/>
                </a:solidFill>
                <a:latin typeface="+mn-lt"/>
                <a:ea typeface="+mn-ea"/>
              </a:rPr>
              <a:t>a1  </a:t>
            </a:r>
            <a:r>
              <a:rPr lang="zh-CN" altLang="en-US" sz="2000" b="1">
                <a:solidFill>
                  <a:schemeClr val="tx1"/>
                </a:solidFill>
                <a:latin typeface="+mn-lt"/>
                <a:ea typeface="+mn-ea"/>
              </a:rPr>
              <a:t>和</a:t>
            </a:r>
            <a:r>
              <a:rPr lang="en-US" altLang="zh-CN" sz="2000" b="1">
                <a:solidFill>
                  <a:schemeClr val="tx1"/>
                </a:solidFill>
                <a:latin typeface="+mn-lt"/>
                <a:ea typeface="+mn-ea"/>
              </a:rPr>
              <a:t>a2  </a:t>
            </a:r>
            <a:r>
              <a:rPr lang="zh-CN" altLang="en-US" sz="2000" b="1" dirty="0">
                <a:solidFill>
                  <a:schemeClr val="tx1"/>
                </a:solidFill>
                <a:latin typeface="+mn-lt"/>
                <a:ea typeface="+mn-ea"/>
              </a:rPr>
              <a:t>之间， 其过程如下</a:t>
            </a:r>
            <a:r>
              <a:rPr lang="en-US" altLang="zh-CN" sz="2000" b="1" dirty="0">
                <a:solidFill>
                  <a:schemeClr val="tx1"/>
                </a:solidFill>
                <a:latin typeface="+mn-lt"/>
                <a:ea typeface="+mn-ea"/>
              </a:rPr>
              <a:t>:    </a:t>
            </a:r>
            <a:r>
              <a:rPr lang="zh-CN" altLang="en-US" sz="2000" b="1" dirty="0">
                <a:solidFill>
                  <a:schemeClr val="tx1"/>
                </a:solidFill>
                <a:latin typeface="+mn-lt"/>
                <a:ea typeface="+mn-ea"/>
              </a:rPr>
              <a:t>（</a:t>
            </a:r>
            <a:r>
              <a:rPr lang="en-US" altLang="zh-CN" sz="2000" b="1" dirty="0">
                <a:solidFill>
                  <a:schemeClr val="tx1"/>
                </a:solidFill>
                <a:latin typeface="+mn-lt"/>
                <a:ea typeface="+mn-ea"/>
              </a:rPr>
              <a:t>1</a:t>
            </a:r>
            <a:r>
              <a:rPr lang="zh-CN" altLang="en-US" sz="2000" b="1" dirty="0">
                <a:solidFill>
                  <a:schemeClr val="tx1"/>
                </a:solidFill>
                <a:latin typeface="+mn-lt"/>
                <a:ea typeface="+mn-ea"/>
              </a:rPr>
              <a:t>） 建立一个新结点 </a:t>
            </a:r>
            <a:r>
              <a:rPr lang="en-US" altLang="zh-CN" sz="2000" b="1">
                <a:solidFill>
                  <a:schemeClr val="tx1"/>
                </a:solidFill>
                <a:latin typeface="+mn-lt"/>
                <a:ea typeface="+mn-ea"/>
              </a:rPr>
              <a:t>q</a:t>
            </a:r>
            <a:r>
              <a:rPr lang="zh-CN" altLang="en-US" sz="2000" b="1">
                <a:solidFill>
                  <a:schemeClr val="tx1"/>
                </a:solidFill>
                <a:latin typeface="+mn-lt"/>
                <a:ea typeface="+mn-ea"/>
              </a:rPr>
              <a:t>，将</a:t>
            </a:r>
            <a:r>
              <a:rPr lang="en-US" altLang="zh-CN" sz="2000" b="1">
                <a:solidFill>
                  <a:schemeClr val="tx1"/>
                </a:solidFill>
                <a:latin typeface="+mn-lt"/>
                <a:ea typeface="+mn-ea"/>
              </a:rPr>
              <a:t>x</a:t>
            </a:r>
            <a:r>
              <a:rPr lang="zh-CN" altLang="en-US" sz="2000" b="1" dirty="0">
                <a:solidFill>
                  <a:schemeClr val="tx1"/>
                </a:solidFill>
                <a:latin typeface="+mn-lt"/>
                <a:ea typeface="+mn-ea"/>
              </a:rPr>
              <a:t>值赋给</a:t>
            </a:r>
            <a:r>
              <a:rPr lang="en-US" altLang="zh-CN" sz="2000" b="1">
                <a:solidFill>
                  <a:schemeClr val="tx1"/>
                </a:solidFill>
                <a:latin typeface="+mn-lt"/>
                <a:ea typeface="+mn-ea"/>
              </a:rPr>
              <a:t>q -&gt;data</a:t>
            </a:r>
            <a:r>
              <a:rPr lang="zh-CN" altLang="en-US" sz="2000" b="1">
                <a:solidFill>
                  <a:schemeClr val="tx1"/>
                </a:solidFill>
                <a:latin typeface="+mn-lt"/>
                <a:ea typeface="+mn-ea"/>
              </a:rPr>
              <a:t>。（</a:t>
            </a:r>
            <a:r>
              <a:rPr lang="en-US" altLang="zh-CN" sz="2000" b="1">
                <a:solidFill>
                  <a:schemeClr val="tx1"/>
                </a:solidFill>
                <a:latin typeface="+mn-lt"/>
                <a:ea typeface="+mn-ea"/>
              </a:rPr>
              <a:t>2</a:t>
            </a:r>
            <a:r>
              <a:rPr lang="zh-CN" altLang="en-US" sz="2000" b="1">
                <a:solidFill>
                  <a:schemeClr val="tx1"/>
                </a:solidFill>
                <a:latin typeface="+mn-lt"/>
                <a:ea typeface="+mn-ea"/>
              </a:rPr>
              <a:t>） </a:t>
            </a:r>
            <a:r>
              <a:rPr lang="zh-CN" altLang="en-US" sz="2000" b="1" dirty="0">
                <a:solidFill>
                  <a:schemeClr val="tx1"/>
                </a:solidFill>
                <a:latin typeface="+mn-lt"/>
                <a:ea typeface="+mn-ea"/>
              </a:rPr>
              <a:t>修改有关结点的指针域。</a:t>
            </a:r>
            <a:endParaRPr lang="zh-CN" altLang="en-US" sz="2000" b="1" dirty="0">
              <a:solidFill>
                <a:schemeClr val="tx1"/>
              </a:solidFill>
              <a:latin typeface="+mn-lt"/>
              <a:ea typeface="+mn-ea"/>
            </a:endParaRPr>
          </a:p>
        </p:txBody>
      </p:sp>
      <p:grpSp>
        <p:nvGrpSpPr>
          <p:cNvPr id="68697" name="组合 68696"/>
          <p:cNvGrpSpPr/>
          <p:nvPr/>
        </p:nvGrpSpPr>
        <p:grpSpPr>
          <a:xfrm>
            <a:off x="3962400" y="5257800"/>
            <a:ext cx="990600" cy="517525"/>
            <a:chOff x="960" y="3120"/>
            <a:chExt cx="624" cy="326"/>
          </a:xfrm>
        </p:grpSpPr>
        <p:sp>
          <p:nvSpPr>
            <p:cNvPr id="45061" name="矩形 68697"/>
            <p:cNvSpPr/>
            <p:nvPr>
              <p:custDataLst>
                <p:tags r:id="rId5"/>
              </p:custDataLst>
            </p:nvPr>
          </p:nvSpPr>
          <p:spPr>
            <a:xfrm>
              <a:off x="1272" y="3120"/>
              <a:ext cx="312" cy="326"/>
            </a:xfrm>
            <a:prstGeom prst="rect">
              <a:avLst/>
            </a:prstGeom>
            <a:solidFill>
              <a:schemeClr val="accent2"/>
            </a:solidFill>
            <a:ln w="9525" cap="flat" cmpd="sng">
              <a:solidFill>
                <a:schemeClr val="accent2"/>
              </a:solidFill>
              <a:prstDash val="solid"/>
              <a:miter/>
              <a:headEnd type="none" w="med" len="med"/>
              <a:tailEnd type="none" w="med" len="med"/>
            </a:ln>
          </p:spPr>
          <p:txBody>
            <a:bodyPr anchor="t" anchorCtr="0"/>
            <a:p>
              <a:pPr>
                <a:spcBef>
                  <a:spcPct val="20000"/>
                </a:spcBef>
                <a:buClrTx/>
                <a:buSzPct val="90000"/>
                <a:buFontTx/>
              </a:pPr>
              <a:endParaRPr lang="zh-CN" altLang="zh-CN" sz="2800" b="1">
                <a:solidFill>
                  <a:schemeClr val="lt1"/>
                </a:solidFill>
                <a:latin typeface="+mn-lt"/>
                <a:ea typeface="+mn-ea"/>
              </a:endParaRPr>
            </a:p>
          </p:txBody>
        </p:sp>
        <p:sp>
          <p:nvSpPr>
            <p:cNvPr id="68699" name="矩形 68698"/>
            <p:cNvSpPr/>
            <p:nvPr>
              <p:custDataLst>
                <p:tags r:id="rId6"/>
              </p:custDataLst>
            </p:nvPr>
          </p:nvSpPr>
          <p:spPr>
            <a:xfrm>
              <a:off x="960" y="3120"/>
              <a:ext cx="312" cy="326"/>
            </a:xfrm>
            <a:prstGeom prst="rect">
              <a:avLst/>
            </a:prstGeom>
            <a:solidFill>
              <a:schemeClr val="accent2"/>
            </a:solidFill>
            <a:ln w="9525" cap="flat" cmpd="sng">
              <a:solidFill>
                <a:schemeClr val="accent2"/>
              </a:solidFill>
              <a:prstDash val="solid"/>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7"/>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8"/>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9"/>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10"/>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11"/>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lt1"/>
                  </a:solidFill>
                  <a:latin typeface="+mn-lt"/>
                  <a:ea typeface="+mn-ea"/>
                  <a:cs typeface="+mn-cs"/>
                </a:rPr>
                <a:t>x</a:t>
              </a:r>
              <a:endParaRPr lang="en-US" altLang="zh-CN" b="0" strike="noStrike" noProof="1">
                <a:solidFill>
                  <a:schemeClr val="lt1"/>
                </a:solidFill>
                <a:latin typeface="+mn-lt"/>
                <a:ea typeface="+mn-ea"/>
              </a:endParaRPr>
            </a:p>
          </p:txBody>
        </p:sp>
        <p:sp>
          <p:nvSpPr>
            <p:cNvPr id="45063" name="直接连接符 68699"/>
            <p:cNvSpPr/>
            <p:nvPr>
              <p:custDataLst>
                <p:tags r:id="rId12"/>
              </p:custDataLst>
            </p:nvPr>
          </p:nvSpPr>
          <p:spPr>
            <a:xfrm>
              <a:off x="960" y="3120"/>
              <a:ext cx="624" cy="0"/>
            </a:xfrm>
            <a:prstGeom prst="line">
              <a:avLst/>
            </a:prstGeom>
            <a:ln w="28575" cap="sq" cmpd="sng">
              <a:solidFill>
                <a:schemeClr val="accent2"/>
              </a:solidFill>
              <a:prstDash val="solid"/>
              <a:round/>
              <a:headEnd type="none" w="med" len="med"/>
              <a:tailEnd type="none" w="med" len="med"/>
            </a:ln>
          </p:spPr>
        </p:sp>
        <p:sp>
          <p:nvSpPr>
            <p:cNvPr id="45064" name="直接连接符 68700"/>
            <p:cNvSpPr/>
            <p:nvPr>
              <p:custDataLst>
                <p:tags r:id="rId13"/>
              </p:custDataLst>
            </p:nvPr>
          </p:nvSpPr>
          <p:spPr>
            <a:xfrm>
              <a:off x="960" y="3446"/>
              <a:ext cx="624" cy="0"/>
            </a:xfrm>
            <a:prstGeom prst="line">
              <a:avLst/>
            </a:prstGeom>
            <a:ln w="28575" cap="sq" cmpd="sng">
              <a:solidFill>
                <a:schemeClr val="accent2"/>
              </a:solidFill>
              <a:prstDash val="solid"/>
              <a:round/>
              <a:headEnd type="none" w="med" len="med"/>
              <a:tailEnd type="none" w="med" len="med"/>
            </a:ln>
          </p:spPr>
        </p:sp>
        <p:sp>
          <p:nvSpPr>
            <p:cNvPr id="45065" name="直接连接符 68701"/>
            <p:cNvSpPr/>
            <p:nvPr>
              <p:custDataLst>
                <p:tags r:id="rId14"/>
              </p:custDataLst>
            </p:nvPr>
          </p:nvSpPr>
          <p:spPr>
            <a:xfrm>
              <a:off x="960" y="3120"/>
              <a:ext cx="0" cy="326"/>
            </a:xfrm>
            <a:prstGeom prst="line">
              <a:avLst/>
            </a:prstGeom>
            <a:ln w="28575" cap="sq" cmpd="sng">
              <a:solidFill>
                <a:schemeClr val="accent2"/>
              </a:solidFill>
              <a:prstDash val="solid"/>
              <a:round/>
              <a:headEnd type="none" w="med" len="med"/>
              <a:tailEnd type="none" w="med" len="med"/>
            </a:ln>
          </p:spPr>
        </p:sp>
        <p:sp>
          <p:nvSpPr>
            <p:cNvPr id="45066" name="直接连接符 68702"/>
            <p:cNvSpPr/>
            <p:nvPr>
              <p:custDataLst>
                <p:tags r:id="rId15"/>
              </p:custDataLst>
            </p:nvPr>
          </p:nvSpPr>
          <p:spPr>
            <a:xfrm>
              <a:off x="1272" y="3120"/>
              <a:ext cx="0" cy="326"/>
            </a:xfrm>
            <a:prstGeom prst="line">
              <a:avLst/>
            </a:prstGeom>
            <a:ln w="12700" cap="flat" cmpd="sng">
              <a:solidFill>
                <a:schemeClr val="accent2"/>
              </a:solidFill>
              <a:prstDash val="solid"/>
              <a:round/>
              <a:headEnd type="none" w="med" len="med"/>
              <a:tailEnd type="none" w="med" len="med"/>
            </a:ln>
          </p:spPr>
        </p:sp>
        <p:sp>
          <p:nvSpPr>
            <p:cNvPr id="45067" name="直接连接符 68703"/>
            <p:cNvSpPr/>
            <p:nvPr>
              <p:custDataLst>
                <p:tags r:id="rId16"/>
              </p:custDataLst>
            </p:nvPr>
          </p:nvSpPr>
          <p:spPr>
            <a:xfrm>
              <a:off x="1584" y="3120"/>
              <a:ext cx="0" cy="326"/>
            </a:xfrm>
            <a:prstGeom prst="line">
              <a:avLst/>
            </a:prstGeom>
            <a:ln w="28575" cap="sq" cmpd="sng">
              <a:solidFill>
                <a:schemeClr val="accent2"/>
              </a:solidFill>
              <a:prstDash val="solid"/>
              <a:round/>
              <a:headEnd type="none" w="med" len="med"/>
              <a:tailEnd type="none" w="med" len="med"/>
            </a:ln>
          </p:spPr>
        </p:sp>
      </p:grpSp>
      <p:cxnSp>
        <p:nvCxnSpPr>
          <p:cNvPr id="68705" name="肘形连接符 68704"/>
          <p:cNvCxnSpPr>
            <a:endCxn id="68699" idx="1"/>
          </p:cNvCxnSpPr>
          <p:nvPr>
            <p:custDataLst>
              <p:tags r:id="rId17"/>
            </p:custDataLst>
          </p:nvPr>
        </p:nvCxnSpPr>
        <p:spPr>
          <a:xfrm flipH="1">
            <a:off x="3962400" y="4694238"/>
            <a:ext cx="76200" cy="822325"/>
          </a:xfrm>
          <a:prstGeom prst="bentConnector5">
            <a:avLst>
              <a:gd name="adj1" fmla="val -300000"/>
              <a:gd name="adj2" fmla="val 50000"/>
              <a:gd name="adj3" fmla="val 400000"/>
            </a:avLst>
          </a:prstGeom>
          <a:ln w="38100" cap="flat" cmpd="sng">
            <a:solidFill>
              <a:srgbClr val="FF3300"/>
            </a:solidFill>
            <a:prstDash val="solid"/>
            <a:miter/>
            <a:headEnd type="none" w="med" len="med"/>
            <a:tailEnd type="triangle" w="med" len="med"/>
          </a:ln>
        </p:spPr>
      </p:cxnSp>
      <p:cxnSp>
        <p:nvCxnSpPr>
          <p:cNvPr id="68706" name="肘形连接符 68705"/>
          <p:cNvCxnSpPr>
            <a:stCxn id="45061" idx="3"/>
          </p:cNvCxnSpPr>
          <p:nvPr>
            <p:custDataLst>
              <p:tags r:id="rId18"/>
            </p:custDataLst>
          </p:nvPr>
        </p:nvCxnSpPr>
        <p:spPr>
          <a:xfrm flipH="1" flipV="1">
            <a:off x="4876800" y="4686300"/>
            <a:ext cx="76200" cy="830263"/>
          </a:xfrm>
          <a:prstGeom prst="bentConnector5">
            <a:avLst>
              <a:gd name="adj1" fmla="val -300000"/>
              <a:gd name="adj2" fmla="val 49523"/>
              <a:gd name="adj3" fmla="val 400000"/>
            </a:avLst>
          </a:prstGeom>
          <a:ln w="50800" cap="flat" cmpd="sng">
            <a:solidFill>
              <a:srgbClr val="0000FF"/>
            </a:solidFill>
            <a:prstDash val="solid"/>
            <a:miter/>
            <a:headEnd type="none" w="med" len="med"/>
            <a:tailEnd type="triangle" w="med" len="med"/>
          </a:ln>
        </p:spPr>
      </p:cxnSp>
      <p:grpSp>
        <p:nvGrpSpPr>
          <p:cNvPr id="68707" name="组合 68706"/>
          <p:cNvGrpSpPr/>
          <p:nvPr/>
        </p:nvGrpSpPr>
        <p:grpSpPr>
          <a:xfrm>
            <a:off x="2133600" y="4381500"/>
            <a:ext cx="3962400" cy="536575"/>
            <a:chOff x="1344" y="2016"/>
            <a:chExt cx="2496" cy="338"/>
          </a:xfrm>
        </p:grpSpPr>
        <p:grpSp>
          <p:nvGrpSpPr>
            <p:cNvPr id="45071" name="组合 68707"/>
            <p:cNvGrpSpPr/>
            <p:nvPr/>
          </p:nvGrpSpPr>
          <p:grpSpPr>
            <a:xfrm>
              <a:off x="3072" y="2016"/>
              <a:ext cx="768" cy="326"/>
              <a:chOff x="960" y="3120"/>
              <a:chExt cx="624" cy="326"/>
            </a:xfrm>
          </p:grpSpPr>
          <p:sp>
            <p:nvSpPr>
              <p:cNvPr id="68709" name="矩形 68708"/>
              <p:cNvSpPr/>
              <p:nvPr>
                <p:custDataLst>
                  <p:tags r:id="rId19"/>
                </p:custDataLst>
              </p:nvPr>
            </p:nvSpPr>
            <p:spPr>
              <a:xfrm>
                <a:off x="1272" y="3120"/>
                <a:ext cx="312" cy="326"/>
              </a:xfrm>
              <a:prstGeom prst="rect">
                <a:avLst/>
              </a:prstGeom>
              <a:solidFill>
                <a:schemeClr val="accent1"/>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7"/>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8"/>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9"/>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10"/>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11"/>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endParaRPr strike="noStrike" noProof="1">
                  <a:solidFill>
                    <a:schemeClr val="lt1"/>
                  </a:solidFill>
                </a:endParaRPr>
              </a:p>
            </p:txBody>
          </p:sp>
          <p:sp>
            <p:nvSpPr>
              <p:cNvPr id="68710" name="矩形 68709"/>
              <p:cNvSpPr/>
              <p:nvPr>
                <p:custDataLst>
                  <p:tags r:id="rId20"/>
                </p:custDataLst>
              </p:nvPr>
            </p:nvSpPr>
            <p:spPr>
              <a:xfrm>
                <a:off x="960" y="3120"/>
                <a:ext cx="312" cy="326"/>
              </a:xfrm>
              <a:prstGeom prst="rect">
                <a:avLst/>
              </a:prstGeom>
              <a:solidFill>
                <a:schemeClr val="accent2"/>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7"/>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8"/>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9"/>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10"/>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11"/>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lt1"/>
                    </a:solidFill>
                    <a:latin typeface="+mn-lt"/>
                    <a:ea typeface="+mn-ea"/>
                    <a:cs typeface="+mn-cs"/>
                  </a:rPr>
                  <a:t>a2</a:t>
                </a:r>
                <a:endParaRPr lang="en-US" altLang="zh-CN" b="0" strike="noStrike" noProof="1">
                  <a:solidFill>
                    <a:schemeClr val="lt1"/>
                  </a:solidFill>
                  <a:latin typeface="+mn-lt"/>
                  <a:ea typeface="+mn-ea"/>
                </a:endParaRPr>
              </a:p>
            </p:txBody>
          </p:sp>
          <p:sp>
            <p:nvSpPr>
              <p:cNvPr id="45074" name="直接连接符 68710"/>
              <p:cNvSpPr/>
              <p:nvPr>
                <p:custDataLst>
                  <p:tags r:id="rId21"/>
                </p:custDataLst>
              </p:nvPr>
            </p:nvSpPr>
            <p:spPr>
              <a:xfrm>
                <a:off x="960" y="3120"/>
                <a:ext cx="624" cy="0"/>
              </a:xfrm>
              <a:prstGeom prst="line">
                <a:avLst/>
              </a:prstGeom>
              <a:ln w="28575" cap="sq" cmpd="sng">
                <a:solidFill>
                  <a:schemeClr val="tx1"/>
                </a:solidFill>
                <a:prstDash val="solid"/>
                <a:round/>
                <a:headEnd type="none" w="med" len="med"/>
                <a:tailEnd type="none" w="med" len="med"/>
              </a:ln>
            </p:spPr>
          </p:sp>
          <p:sp>
            <p:nvSpPr>
              <p:cNvPr id="45075" name="直接连接符 68711"/>
              <p:cNvSpPr/>
              <p:nvPr>
                <p:custDataLst>
                  <p:tags r:id="rId22"/>
                </p:custDataLst>
              </p:nvPr>
            </p:nvSpPr>
            <p:spPr>
              <a:xfrm>
                <a:off x="960" y="3446"/>
                <a:ext cx="624" cy="0"/>
              </a:xfrm>
              <a:prstGeom prst="line">
                <a:avLst/>
              </a:prstGeom>
              <a:ln w="28575" cap="sq" cmpd="sng">
                <a:solidFill>
                  <a:schemeClr val="tx1"/>
                </a:solidFill>
                <a:prstDash val="solid"/>
                <a:round/>
                <a:headEnd type="none" w="med" len="med"/>
                <a:tailEnd type="none" w="med" len="med"/>
              </a:ln>
            </p:spPr>
          </p:sp>
          <p:sp>
            <p:nvSpPr>
              <p:cNvPr id="45076" name="直接连接符 68712"/>
              <p:cNvSpPr/>
              <p:nvPr>
                <p:custDataLst>
                  <p:tags r:id="rId23"/>
                </p:custDataLst>
              </p:nvPr>
            </p:nvSpPr>
            <p:spPr>
              <a:xfrm>
                <a:off x="960" y="3120"/>
                <a:ext cx="0" cy="326"/>
              </a:xfrm>
              <a:prstGeom prst="line">
                <a:avLst/>
              </a:prstGeom>
              <a:ln w="28575" cap="sq" cmpd="sng">
                <a:solidFill>
                  <a:schemeClr val="tx1"/>
                </a:solidFill>
                <a:prstDash val="solid"/>
                <a:round/>
                <a:headEnd type="none" w="med" len="med"/>
                <a:tailEnd type="none" w="med" len="med"/>
              </a:ln>
            </p:spPr>
          </p:sp>
          <p:sp>
            <p:nvSpPr>
              <p:cNvPr id="45077" name="直接连接符 68713"/>
              <p:cNvSpPr/>
              <p:nvPr>
                <p:custDataLst>
                  <p:tags r:id="rId24"/>
                </p:custDataLst>
              </p:nvPr>
            </p:nvSpPr>
            <p:spPr>
              <a:xfrm>
                <a:off x="1272" y="3120"/>
                <a:ext cx="0" cy="326"/>
              </a:xfrm>
              <a:prstGeom prst="line">
                <a:avLst/>
              </a:prstGeom>
              <a:ln w="12700" cap="flat" cmpd="sng">
                <a:solidFill>
                  <a:schemeClr val="tx1"/>
                </a:solidFill>
                <a:prstDash val="solid"/>
                <a:round/>
                <a:headEnd type="none" w="med" len="med"/>
                <a:tailEnd type="none" w="med" len="med"/>
              </a:ln>
            </p:spPr>
          </p:sp>
          <p:sp>
            <p:nvSpPr>
              <p:cNvPr id="45078" name="直接连接符 68714"/>
              <p:cNvSpPr/>
              <p:nvPr>
                <p:custDataLst>
                  <p:tags r:id="rId25"/>
                </p:custDataLst>
              </p:nvPr>
            </p:nvSpPr>
            <p:spPr>
              <a:xfrm>
                <a:off x="1584" y="3120"/>
                <a:ext cx="0" cy="326"/>
              </a:xfrm>
              <a:prstGeom prst="line">
                <a:avLst/>
              </a:prstGeom>
              <a:ln w="28575" cap="sq" cmpd="sng">
                <a:solidFill>
                  <a:schemeClr val="tx1"/>
                </a:solidFill>
                <a:prstDash val="solid"/>
                <a:round/>
                <a:headEnd type="none" w="med" len="med"/>
                <a:tailEnd type="none" w="med" len="med"/>
              </a:ln>
            </p:spPr>
          </p:sp>
        </p:grpSp>
        <p:grpSp>
          <p:nvGrpSpPr>
            <p:cNvPr id="45079" name="组合 68715"/>
            <p:cNvGrpSpPr/>
            <p:nvPr/>
          </p:nvGrpSpPr>
          <p:grpSpPr>
            <a:xfrm>
              <a:off x="1776" y="2016"/>
              <a:ext cx="768" cy="326"/>
              <a:chOff x="960" y="3120"/>
              <a:chExt cx="624" cy="326"/>
            </a:xfrm>
          </p:grpSpPr>
          <p:sp>
            <p:nvSpPr>
              <p:cNvPr id="45080" name="矩形 68716"/>
              <p:cNvSpPr/>
              <p:nvPr>
                <p:custDataLst>
                  <p:tags r:id="rId26"/>
                </p:custDataLst>
              </p:nvPr>
            </p:nvSpPr>
            <p:spPr>
              <a:xfrm>
                <a:off x="1272" y="3120"/>
                <a:ext cx="312"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lt1"/>
                  </a:solidFill>
                  <a:latin typeface="+mn-lt"/>
                  <a:ea typeface="+mn-ea"/>
                </a:endParaRPr>
              </a:p>
            </p:txBody>
          </p:sp>
          <p:sp>
            <p:nvSpPr>
              <p:cNvPr id="68718" name="矩形 68717"/>
              <p:cNvSpPr/>
              <p:nvPr>
                <p:custDataLst>
                  <p:tags r:id="rId27"/>
                </p:custDataLst>
              </p:nvPr>
            </p:nvSpPr>
            <p:spPr>
              <a:xfrm>
                <a:off x="960" y="3120"/>
                <a:ext cx="312" cy="326"/>
              </a:xfrm>
              <a:prstGeom prst="rect">
                <a:avLst/>
              </a:prstGeom>
              <a:solidFill>
                <a:schemeClr val="accent1"/>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7"/>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8"/>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9"/>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10"/>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11"/>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lt1"/>
                    </a:solidFill>
                    <a:latin typeface="+mn-lt"/>
                    <a:ea typeface="+mn-ea"/>
                    <a:cs typeface="+mn-cs"/>
                  </a:rPr>
                  <a:t>a1</a:t>
                </a:r>
                <a:endParaRPr lang="en-US" altLang="zh-CN" b="0" strike="noStrike" noProof="1">
                  <a:solidFill>
                    <a:schemeClr val="lt1"/>
                  </a:solidFill>
                  <a:latin typeface="+mn-lt"/>
                  <a:ea typeface="+mn-ea"/>
                </a:endParaRPr>
              </a:p>
            </p:txBody>
          </p:sp>
          <p:sp>
            <p:nvSpPr>
              <p:cNvPr id="45082" name="直接连接符 68718"/>
              <p:cNvSpPr/>
              <p:nvPr>
                <p:custDataLst>
                  <p:tags r:id="rId28"/>
                </p:custDataLst>
              </p:nvPr>
            </p:nvSpPr>
            <p:spPr>
              <a:xfrm>
                <a:off x="960" y="3120"/>
                <a:ext cx="624" cy="0"/>
              </a:xfrm>
              <a:prstGeom prst="line">
                <a:avLst/>
              </a:prstGeom>
              <a:ln w="28575" cap="sq" cmpd="sng">
                <a:solidFill>
                  <a:schemeClr val="tx1"/>
                </a:solidFill>
                <a:prstDash val="solid"/>
                <a:round/>
                <a:headEnd type="none" w="med" len="med"/>
                <a:tailEnd type="none" w="med" len="med"/>
              </a:ln>
            </p:spPr>
          </p:sp>
          <p:sp>
            <p:nvSpPr>
              <p:cNvPr id="45083" name="直接连接符 68719"/>
              <p:cNvSpPr/>
              <p:nvPr>
                <p:custDataLst>
                  <p:tags r:id="rId29"/>
                </p:custDataLst>
              </p:nvPr>
            </p:nvSpPr>
            <p:spPr>
              <a:xfrm>
                <a:off x="960" y="3446"/>
                <a:ext cx="624" cy="0"/>
              </a:xfrm>
              <a:prstGeom prst="line">
                <a:avLst/>
              </a:prstGeom>
              <a:ln w="28575" cap="sq" cmpd="sng">
                <a:solidFill>
                  <a:schemeClr val="tx1"/>
                </a:solidFill>
                <a:prstDash val="solid"/>
                <a:round/>
                <a:headEnd type="none" w="med" len="med"/>
                <a:tailEnd type="none" w="med" len="med"/>
              </a:ln>
            </p:spPr>
          </p:sp>
          <p:sp>
            <p:nvSpPr>
              <p:cNvPr id="45084" name="直接连接符 68720"/>
              <p:cNvSpPr/>
              <p:nvPr>
                <p:custDataLst>
                  <p:tags r:id="rId30"/>
                </p:custDataLst>
              </p:nvPr>
            </p:nvSpPr>
            <p:spPr>
              <a:xfrm>
                <a:off x="960" y="3120"/>
                <a:ext cx="0" cy="326"/>
              </a:xfrm>
              <a:prstGeom prst="line">
                <a:avLst/>
              </a:prstGeom>
              <a:ln w="28575" cap="sq" cmpd="sng">
                <a:solidFill>
                  <a:schemeClr val="tx1"/>
                </a:solidFill>
                <a:prstDash val="solid"/>
                <a:round/>
                <a:headEnd type="none" w="med" len="med"/>
                <a:tailEnd type="none" w="med" len="med"/>
              </a:ln>
            </p:spPr>
          </p:sp>
          <p:sp>
            <p:nvSpPr>
              <p:cNvPr id="45085" name="直接连接符 68721"/>
              <p:cNvSpPr/>
              <p:nvPr>
                <p:custDataLst>
                  <p:tags r:id="rId31"/>
                </p:custDataLst>
              </p:nvPr>
            </p:nvSpPr>
            <p:spPr>
              <a:xfrm>
                <a:off x="1272" y="3120"/>
                <a:ext cx="0" cy="326"/>
              </a:xfrm>
              <a:prstGeom prst="line">
                <a:avLst/>
              </a:prstGeom>
              <a:ln w="12700" cap="flat" cmpd="sng">
                <a:solidFill>
                  <a:schemeClr val="tx1"/>
                </a:solidFill>
                <a:prstDash val="solid"/>
                <a:round/>
                <a:headEnd type="none" w="med" len="med"/>
                <a:tailEnd type="none" w="med" len="med"/>
              </a:ln>
            </p:spPr>
          </p:sp>
          <p:sp>
            <p:nvSpPr>
              <p:cNvPr id="45086" name="直接连接符 68722"/>
              <p:cNvSpPr/>
              <p:nvPr>
                <p:custDataLst>
                  <p:tags r:id="rId32"/>
                </p:custDataLst>
              </p:nvPr>
            </p:nvSpPr>
            <p:spPr>
              <a:xfrm>
                <a:off x="1584" y="3120"/>
                <a:ext cx="0" cy="326"/>
              </a:xfrm>
              <a:prstGeom prst="line">
                <a:avLst/>
              </a:prstGeom>
              <a:ln w="28575" cap="sq" cmpd="sng">
                <a:solidFill>
                  <a:schemeClr val="tx1"/>
                </a:solidFill>
                <a:prstDash val="solid"/>
                <a:round/>
                <a:headEnd type="none" w="med" len="med"/>
                <a:tailEnd type="none" w="med" len="med"/>
              </a:ln>
            </p:spPr>
          </p:sp>
        </p:grpSp>
        <p:sp>
          <p:nvSpPr>
            <p:cNvPr id="68724" name="文本框 68723"/>
            <p:cNvSpPr txBox="1"/>
            <p:nvPr>
              <p:custDataLst>
                <p:tags r:id="rId33"/>
              </p:custDataLst>
            </p:nvPr>
          </p:nvSpPr>
          <p:spPr>
            <a:xfrm>
              <a:off x="1344" y="2025"/>
              <a:ext cx="432" cy="329"/>
            </a:xfrm>
            <a:prstGeom prst="rect">
              <a:avLst/>
            </a:prstGeom>
            <a:noFill/>
            <a:ln w="9525">
              <a:noFill/>
            </a:ln>
          </p:spPr>
          <p:txBody>
            <a:bodyPr wrap="square">
              <a:normAutofit/>
            </a:bodyPr>
            <a:p>
              <a:pPr>
                <a:spcBef>
                  <a:spcPct val="50000"/>
                </a:spcBef>
              </a:pPr>
              <a:r>
                <a:rPr lang="en-US" altLang="zh-CN" sz="2800" b="1" noProof="1">
                  <a:solidFill>
                    <a:schemeClr val="tx1"/>
                  </a:solidFill>
                  <a:latin typeface="+mn-lt"/>
                  <a:ea typeface="+mn-ea"/>
                  <a:cs typeface="+mn-cs"/>
                </a:rPr>
                <a:t>P</a:t>
              </a:r>
              <a:endParaRPr lang="en-US" altLang="zh-CN" sz="2800" b="1" noProof="1">
                <a:solidFill>
                  <a:schemeClr val="tx1"/>
                </a:solidFill>
                <a:latin typeface="+mn-lt"/>
                <a:ea typeface="+mn-ea"/>
                <a:cs typeface="+mn-cs"/>
              </a:endParaRPr>
            </a:p>
          </p:txBody>
        </p:sp>
        <p:sp>
          <p:nvSpPr>
            <p:cNvPr id="45088" name="直接连接符 68724"/>
            <p:cNvSpPr/>
            <p:nvPr>
              <p:custDataLst>
                <p:tags r:id="rId34"/>
              </p:custDataLst>
            </p:nvPr>
          </p:nvSpPr>
          <p:spPr>
            <a:xfrm>
              <a:off x="1584" y="2160"/>
              <a:ext cx="240" cy="1"/>
            </a:xfrm>
            <a:prstGeom prst="line">
              <a:avLst/>
            </a:prstGeom>
            <a:ln w="19050" cap="flat" cmpd="sng">
              <a:solidFill>
                <a:schemeClr val="tx1"/>
              </a:solidFill>
              <a:prstDash val="solid"/>
              <a:round/>
              <a:headEnd type="none" w="med" len="med"/>
              <a:tailEnd type="triangle" w="med" len="med"/>
            </a:ln>
          </p:spPr>
        </p:sp>
        <p:sp>
          <p:nvSpPr>
            <p:cNvPr id="45089" name="直接连接符 68725"/>
            <p:cNvSpPr/>
            <p:nvPr>
              <p:custDataLst>
                <p:tags r:id="rId35"/>
              </p:custDataLst>
            </p:nvPr>
          </p:nvSpPr>
          <p:spPr>
            <a:xfrm>
              <a:off x="2400" y="2160"/>
              <a:ext cx="672" cy="1"/>
            </a:xfrm>
            <a:prstGeom prst="line">
              <a:avLst/>
            </a:prstGeom>
            <a:ln w="19050" cap="flat" cmpd="sng">
              <a:solidFill>
                <a:schemeClr val="tx1"/>
              </a:solidFill>
              <a:prstDash val="solid"/>
              <a:round/>
              <a:headEnd type="none" w="med" len="med"/>
              <a:tailEnd type="triangle" w="med" len="med"/>
            </a:ln>
          </p:spPr>
        </p:sp>
      </p:grpSp>
      <p:grpSp>
        <p:nvGrpSpPr>
          <p:cNvPr id="68727" name="组合 68726"/>
          <p:cNvGrpSpPr/>
          <p:nvPr/>
        </p:nvGrpSpPr>
        <p:grpSpPr>
          <a:xfrm>
            <a:off x="3962400" y="5943600"/>
            <a:ext cx="609600" cy="533400"/>
            <a:chOff x="2496" y="3000"/>
            <a:chExt cx="384" cy="336"/>
          </a:xfrm>
        </p:grpSpPr>
        <p:sp>
          <p:nvSpPr>
            <p:cNvPr id="45091" name="文本框 68727"/>
            <p:cNvSpPr txBox="1"/>
            <p:nvPr>
              <p:custDataLst>
                <p:tags r:id="rId36"/>
              </p:custDataLst>
            </p:nvPr>
          </p:nvSpPr>
          <p:spPr>
            <a:xfrm>
              <a:off x="2496" y="3000"/>
              <a:ext cx="336" cy="329"/>
            </a:xfrm>
            <a:prstGeom prst="rect">
              <a:avLst/>
            </a:prstGeom>
            <a:noFill/>
            <a:ln w="9525">
              <a:noFill/>
            </a:ln>
          </p:spPr>
          <p:txBody>
            <a:bodyPr wrap="square" anchor="t" anchorCtr="0"/>
            <a:p>
              <a:pPr algn="ctr">
                <a:spcBef>
                  <a:spcPct val="50000"/>
                </a:spcBef>
              </a:pPr>
              <a:r>
                <a:rPr lang="en-US" altLang="zh-CN" sz="2800" b="1">
                  <a:solidFill>
                    <a:schemeClr val="tx1"/>
                  </a:solidFill>
                  <a:latin typeface="+mn-lt"/>
                  <a:ea typeface="+mn-ea"/>
                </a:rPr>
                <a:t>q</a:t>
              </a:r>
              <a:endParaRPr lang="en-US" altLang="zh-CN" sz="2800" b="1">
                <a:solidFill>
                  <a:schemeClr val="tx1"/>
                </a:solidFill>
                <a:latin typeface="+mn-lt"/>
                <a:ea typeface="+mn-ea"/>
              </a:endParaRPr>
            </a:p>
          </p:txBody>
        </p:sp>
        <p:sp>
          <p:nvSpPr>
            <p:cNvPr id="45092" name="直接连接符 68728"/>
            <p:cNvSpPr/>
            <p:nvPr>
              <p:custDataLst>
                <p:tags r:id="rId37"/>
              </p:custDataLst>
            </p:nvPr>
          </p:nvSpPr>
          <p:spPr>
            <a:xfrm flipV="1">
              <a:off x="2880" y="3000"/>
              <a:ext cx="0" cy="336"/>
            </a:xfrm>
            <a:prstGeom prst="line">
              <a:avLst/>
            </a:prstGeom>
            <a:ln w="38100" cap="flat" cmpd="sng">
              <a:solidFill>
                <a:schemeClr val="accent1"/>
              </a:solidFill>
              <a:prstDash val="solid"/>
              <a:round/>
              <a:headEnd type="none" w="med" len="med"/>
              <a:tailEnd type="triangle" w="med" len="med"/>
            </a:ln>
          </p:spPr>
        </p:sp>
      </p:grpSp>
      <p:sp>
        <p:nvSpPr>
          <p:cNvPr id="68730" name="矩形 68729"/>
          <p:cNvSpPr/>
          <p:nvPr>
            <p:custDataLst>
              <p:tags r:id="rId38"/>
            </p:custDataLst>
          </p:nvPr>
        </p:nvSpPr>
        <p:spPr>
          <a:xfrm>
            <a:off x="5105400" y="5067300"/>
            <a:ext cx="539750" cy="522288"/>
          </a:xfrm>
          <a:prstGeom prst="rect">
            <a:avLst/>
          </a:prstGeom>
          <a:noFill/>
          <a:ln w="9525">
            <a:noFill/>
          </a:ln>
        </p:spPr>
        <p:txBody>
          <a:bodyPr wrap="square" anchor="t" anchorCtr="0">
            <a:normAutofit/>
          </a:bodyPr>
          <a:p>
            <a:pPr fontAlgn="base"/>
            <a:r>
              <a:rPr lang="en-US" altLang="zh-CN" sz="2800" b="1" strike="noStrike" noProof="1" dirty="0">
                <a:solidFill>
                  <a:schemeClr val="tx1"/>
                </a:solidFill>
                <a:latin typeface="+mn-lt"/>
                <a:ea typeface="+mn-ea"/>
                <a:cs typeface="+mn-cs"/>
              </a:rPr>
              <a:t>①</a:t>
            </a:r>
            <a:endParaRPr lang="en-US" altLang="zh-CN" sz="2800" b="1" strike="noStrike" noProof="1" dirty="0">
              <a:solidFill>
                <a:schemeClr val="tx1"/>
              </a:solidFill>
              <a:latin typeface="+mn-lt"/>
              <a:ea typeface="+mn-ea"/>
              <a:cs typeface="+mn-cs"/>
            </a:endParaRPr>
          </a:p>
        </p:txBody>
      </p:sp>
      <p:sp>
        <p:nvSpPr>
          <p:cNvPr id="68731" name="矩形 68730"/>
          <p:cNvSpPr/>
          <p:nvPr>
            <p:custDataLst>
              <p:tags r:id="rId39"/>
            </p:custDataLst>
          </p:nvPr>
        </p:nvSpPr>
        <p:spPr>
          <a:xfrm>
            <a:off x="3200400" y="5143500"/>
            <a:ext cx="539750" cy="522288"/>
          </a:xfrm>
          <a:prstGeom prst="rect">
            <a:avLst/>
          </a:prstGeom>
          <a:noFill/>
          <a:ln w="9525">
            <a:noFill/>
          </a:ln>
        </p:spPr>
        <p:txBody>
          <a:bodyPr wrap="square" anchor="t" anchorCtr="0">
            <a:normAutofit/>
          </a:bodyPr>
          <a:p>
            <a:pPr fontAlgn="base"/>
            <a:r>
              <a:rPr lang="en-US" altLang="zh-CN" sz="2800" b="1" strike="noStrike" noProof="1" dirty="0">
                <a:solidFill>
                  <a:schemeClr val="tx1"/>
                </a:solidFill>
                <a:latin typeface="+mn-lt"/>
                <a:ea typeface="+mn-ea"/>
                <a:cs typeface="+mn-cs"/>
              </a:rPr>
              <a:t>②</a:t>
            </a:r>
            <a:endParaRPr lang="en-US" altLang="zh-CN" sz="2800" b="1" strike="noStrike" noProof="1" dirty="0">
              <a:solidFill>
                <a:schemeClr val="tx1"/>
              </a:solidFill>
              <a:latin typeface="+mn-lt"/>
              <a:ea typeface="+mn-ea"/>
              <a:cs typeface="+mn-cs"/>
            </a:endParaRPr>
          </a:p>
        </p:txBody>
      </p:sp>
      <p:grpSp>
        <p:nvGrpSpPr>
          <p:cNvPr id="68734" name="组合 68733"/>
          <p:cNvGrpSpPr/>
          <p:nvPr/>
        </p:nvGrpSpPr>
        <p:grpSpPr>
          <a:xfrm>
            <a:off x="4343400" y="4419600"/>
            <a:ext cx="228600" cy="304800"/>
            <a:chOff x="2736" y="2784"/>
            <a:chExt cx="96" cy="144"/>
          </a:xfrm>
        </p:grpSpPr>
        <p:sp>
          <p:nvSpPr>
            <p:cNvPr id="45096" name="直接连接符 68731"/>
            <p:cNvSpPr/>
            <p:nvPr>
              <p:custDataLst>
                <p:tags r:id="rId40"/>
              </p:custDataLst>
            </p:nvPr>
          </p:nvSpPr>
          <p:spPr>
            <a:xfrm>
              <a:off x="2736" y="2784"/>
              <a:ext cx="96" cy="144"/>
            </a:xfrm>
            <a:prstGeom prst="line">
              <a:avLst/>
            </a:prstGeom>
            <a:ln w="38100" cap="flat" cmpd="sng">
              <a:solidFill>
                <a:schemeClr val="accent1"/>
              </a:solidFill>
              <a:prstDash val="solid"/>
              <a:round/>
              <a:headEnd type="none" w="med" len="med"/>
              <a:tailEnd type="none" w="med" len="med"/>
            </a:ln>
          </p:spPr>
        </p:sp>
        <p:sp>
          <p:nvSpPr>
            <p:cNvPr id="45097" name="直接连接符 68732"/>
            <p:cNvSpPr/>
            <p:nvPr>
              <p:custDataLst>
                <p:tags r:id="rId41"/>
              </p:custDataLst>
            </p:nvPr>
          </p:nvSpPr>
          <p:spPr>
            <a:xfrm flipH="1">
              <a:off x="2736" y="2784"/>
              <a:ext cx="96" cy="144"/>
            </a:xfrm>
            <a:prstGeom prst="line">
              <a:avLst/>
            </a:prstGeom>
            <a:ln w="38100" cap="flat" cmpd="sng">
              <a:solidFill>
                <a:schemeClr val="accent1"/>
              </a:solidFill>
              <a:prstDash val="solid"/>
              <a:round/>
              <a:headEnd type="none" w="med" len="med"/>
              <a:tailEnd type="none" w="med" len="med"/>
            </a:ln>
          </p:spPr>
        </p:sp>
      </p:grpSp>
      <p:sp>
        <p:nvSpPr>
          <p:cNvPr id="45098" name="标题 2"/>
          <p:cNvSpPr>
            <a:spLocks noGrp="1"/>
          </p:cNvSpPr>
          <p:nvPr>
            <p:ph type="title"/>
            <p:custDataLst>
              <p:tags r:id="rId42"/>
            </p:custDataLst>
          </p:nvPr>
        </p:nvSpPr>
        <p:spPr>
          <a:xfrm>
            <a:off x="304800" y="2287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8611"/>
                                        </p:tgtEl>
                                        <p:attrNameLst>
                                          <p:attrName>style.visibility</p:attrName>
                                        </p:attrNameLst>
                                      </p:cBhvr>
                                      <p:to>
                                        <p:strVal val="visible"/>
                                      </p:to>
                                    </p:set>
                                    <p:animEffect transition="in" filter="randombar(horizontal)">
                                      <p:cBhvr>
                                        <p:cTn id="7" dur="500"/>
                                        <p:tgtEl>
                                          <p:spTgt spid="686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randombar(horizontal)">
                                      <p:cBhvr>
                                        <p:cTn id="12" dur="500"/>
                                        <p:tgtEl>
                                          <p:spTgt spid="686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8707"/>
                                        </p:tgtEl>
                                        <p:attrNameLst>
                                          <p:attrName>style.visibility</p:attrName>
                                        </p:attrNameLst>
                                      </p:cBhvr>
                                      <p:to>
                                        <p:strVal val="visible"/>
                                      </p:to>
                                    </p:set>
                                    <p:animEffect transition="in" filter="dissolve">
                                      <p:cBhvr>
                                        <p:cTn id="17" dur="500"/>
                                        <p:tgtEl>
                                          <p:spTgt spid="6870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8697"/>
                                        </p:tgtEl>
                                        <p:attrNameLst>
                                          <p:attrName>style.visibility</p:attrName>
                                        </p:attrNameLst>
                                      </p:cBhvr>
                                      <p:to>
                                        <p:strVal val="visible"/>
                                      </p:to>
                                    </p:set>
                                    <p:animEffect transition="in" filter="dissolve">
                                      <p:cBhvr>
                                        <p:cTn id="22" dur="500"/>
                                        <p:tgtEl>
                                          <p:spTgt spid="6869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8727"/>
                                        </p:tgtEl>
                                        <p:attrNameLst>
                                          <p:attrName>style.visibility</p:attrName>
                                        </p:attrNameLst>
                                      </p:cBhvr>
                                      <p:to>
                                        <p:strVal val="visible"/>
                                      </p:to>
                                    </p:set>
                                    <p:animEffect transition="in" filter="box(in)">
                                      <p:cBhvr>
                                        <p:cTn id="27" dur="2000"/>
                                        <p:tgtEl>
                                          <p:spTgt spid="687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870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870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68730"/>
                                        </p:tgtEl>
                                        <p:attrNameLst>
                                          <p:attrName>style.visibility</p:attrName>
                                        </p:attrNameLst>
                                      </p:cBhvr>
                                      <p:to>
                                        <p:strVal val="visible"/>
                                      </p:to>
                                    </p:set>
                                    <p:animEffect transition="in" filter="dissolve">
                                      <p:cBhvr>
                                        <p:cTn id="40" dur="500"/>
                                        <p:tgtEl>
                                          <p:spTgt spid="687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68731"/>
                                        </p:tgtEl>
                                        <p:attrNameLst>
                                          <p:attrName>style.visibility</p:attrName>
                                        </p:attrNameLst>
                                      </p:cBhvr>
                                      <p:to>
                                        <p:strVal val="visible"/>
                                      </p:to>
                                    </p:set>
                                    <p:animEffect transition="in" filter="dissolve">
                                      <p:cBhvr>
                                        <p:cTn id="45" dur="500"/>
                                        <p:tgtEl>
                                          <p:spTgt spid="6873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68734"/>
                                        </p:tgtEl>
                                        <p:attrNameLst>
                                          <p:attrName>style.visibility</p:attrName>
                                        </p:attrNameLst>
                                      </p:cBhvr>
                                      <p:to>
                                        <p:strVal val="visible"/>
                                      </p:to>
                                    </p:set>
                                    <p:animEffect transition="in" filter="dissolve">
                                      <p:cBhvr>
                                        <p:cTn id="50" dur="500"/>
                                        <p:tgtEl>
                                          <p:spTgt spid="68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nimBg="1"/>
      <p:bldP spid="68612" grpId="0" animBg="1"/>
      <p:bldP spid="68730" grpId="0" animBg="1"/>
      <p:bldP spid="687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7586" name="文本框 67585"/>
          <p:cNvSpPr txBox="1"/>
          <p:nvPr>
            <p:custDataLst>
              <p:tags r:id="rId2"/>
            </p:custDataLst>
          </p:nvPr>
        </p:nvSpPr>
        <p:spPr>
          <a:xfrm>
            <a:off x="628650" y="1881188"/>
            <a:ext cx="7886700" cy="3609975"/>
          </a:xfrm>
          <a:prstGeom prst="rect">
            <a:avLst/>
          </a:prstGeom>
          <a:noFill/>
          <a:ln w="9525">
            <a:noFill/>
          </a:ln>
        </p:spPr>
        <p:txBody>
          <a:bodyPr wrap="square">
            <a:normAutofit fontScale="70000"/>
          </a:bodyPr>
          <a:p>
            <a:pPr indent="636905"/>
            <a:r>
              <a:rPr lang="en-US" altLang="zh-CN" sz="2800" b="1" noProof="1">
                <a:solidFill>
                  <a:schemeClr val="tx1"/>
                </a:solidFill>
                <a:latin typeface="+mn-lt"/>
                <a:ea typeface="+mn-ea"/>
                <a:cs typeface="+mn-cs"/>
              </a:rPr>
              <a:t>void insert(NODE *p,</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x)</a:t>
            </a:r>
            <a:endParaRPr lang="en-US" altLang="zh-CN" sz="2800" b="1" noProof="1">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在链表的</a:t>
            </a:r>
            <a:r>
              <a:rPr lang="en-US" altLang="zh-CN" sz="2800" b="1" noProof="1">
                <a:solidFill>
                  <a:schemeClr val="tx1"/>
                </a:solidFill>
                <a:latin typeface="+mn-lt"/>
                <a:ea typeface="+mn-ea"/>
                <a:cs typeface="+mn-cs"/>
              </a:rPr>
              <a:t>p</a:t>
            </a:r>
            <a:r>
              <a:rPr lang="zh-CN" altLang="en-US" sz="2800" b="1" noProof="1" dirty="0">
                <a:solidFill>
                  <a:schemeClr val="tx1"/>
                </a:solidFill>
                <a:latin typeface="+mn-lt"/>
                <a:ea typeface="+mn-ea"/>
                <a:cs typeface="+mn-cs"/>
              </a:rPr>
              <a:t>结点后插入给定元素</a:t>
            </a:r>
            <a:r>
              <a:rPr lang="en-US" altLang="zh-CN" sz="2800" b="1" noProof="1">
                <a:solidFill>
                  <a:schemeClr val="tx1"/>
                </a:solidFill>
                <a:latin typeface="+mn-lt"/>
                <a:ea typeface="+mn-ea"/>
                <a:cs typeface="+mn-cs"/>
              </a:rPr>
              <a:t>x*/</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NODE *q;</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q=(NODE*)</a:t>
            </a:r>
            <a:r>
              <a:rPr lang="en-US" altLang="zh-CN" sz="2800" b="1" noProof="1" err="1">
                <a:solidFill>
                  <a:schemeClr val="tx1"/>
                </a:solidFill>
                <a:latin typeface="+mn-lt"/>
                <a:ea typeface="+mn-ea"/>
                <a:cs typeface="+mn-cs"/>
              </a:rPr>
              <a:t>malloc</a:t>
            </a:r>
            <a:r>
              <a:rPr lang="en-US" altLang="zh-CN" sz="2800" b="1" noProof="1">
                <a:solidFill>
                  <a:schemeClr val="tx1"/>
                </a:solidFill>
                <a:latin typeface="+mn-lt"/>
                <a:ea typeface="+mn-ea"/>
                <a:cs typeface="+mn-cs"/>
              </a:rPr>
              <a:t>(</a:t>
            </a:r>
            <a:r>
              <a:rPr lang="en-US" altLang="zh-CN" sz="2800" b="1" noProof="1" err="1">
                <a:solidFill>
                  <a:schemeClr val="tx1"/>
                </a:solidFill>
                <a:latin typeface="+mn-lt"/>
                <a:ea typeface="+mn-ea"/>
                <a:cs typeface="+mn-cs"/>
              </a:rPr>
              <a:t>sizeof</a:t>
            </a:r>
            <a:r>
              <a:rPr lang="en-US" altLang="zh-CN" sz="2800" b="1" noProof="1">
                <a:solidFill>
                  <a:schemeClr val="tx1"/>
                </a:solidFill>
                <a:latin typeface="+mn-lt"/>
                <a:ea typeface="+mn-ea"/>
                <a:cs typeface="+mn-cs"/>
              </a:rPr>
              <a:t>(NODE)); </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申请新的存储空间</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q-&gt;data=x;</a:t>
            </a:r>
            <a:endParaRPr lang="en-US" altLang="zh-CN" sz="2800" b="1" noProof="1">
              <a:solidFill>
                <a:schemeClr val="tx1"/>
              </a:solidFill>
              <a:latin typeface="+mn-lt"/>
              <a:ea typeface="+mn-ea"/>
            </a:endParaRPr>
          </a:p>
          <a:p>
            <a:pPr indent="636905"/>
            <a:r>
              <a:rPr lang="en-US" altLang="zh-CN" sz="2800" b="1" noProof="1">
                <a:solidFill>
                  <a:schemeClr val="tx1"/>
                </a:solidFill>
                <a:latin typeface="+mn-lt"/>
                <a:ea typeface="+mn-ea"/>
                <a:cs typeface="+mn-cs"/>
              </a:rPr>
              <a:t>    q-&gt;next=p-&gt;next;                /*</a:t>
            </a:r>
            <a:r>
              <a:rPr lang="zh-CN" altLang="en-US" sz="2800" b="1" noProof="1" dirty="0">
                <a:solidFill>
                  <a:schemeClr val="tx1"/>
                </a:solidFill>
                <a:latin typeface="+mn-lt"/>
                <a:ea typeface="+mn-ea"/>
                <a:cs typeface="+mn-cs"/>
              </a:rPr>
              <a:t>实现图的</a:t>
            </a:r>
            <a:r>
              <a:rPr lang="en-US" altLang="zh-CN" sz="2800" b="1" noProof="1" dirty="0">
                <a:solidFill>
                  <a:schemeClr val="tx1"/>
                </a:solidFill>
                <a:latin typeface="+mn-lt"/>
                <a:ea typeface="+mn-ea"/>
                <a:cs typeface="+mn-cs"/>
              </a:rPr>
              <a:t>①*/</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p-&gt;next=q;</a:t>
            </a:r>
            <a:endParaRPr lang="en-US" altLang="zh-CN" sz="2800" b="1" noProof="1">
              <a:solidFill>
                <a:schemeClr val="tx1"/>
              </a:solidFill>
              <a:latin typeface="+mn-lt"/>
              <a:ea typeface="+mn-ea"/>
            </a:endParaRPr>
          </a:p>
          <a:p>
            <a:pPr indent="636905"/>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实现图的</a:t>
            </a:r>
            <a:r>
              <a:rPr lang="en-US" altLang="zh-CN" sz="2800" b="1" noProof="1" dirty="0">
                <a:solidFill>
                  <a:schemeClr val="tx1"/>
                </a:solidFill>
                <a:latin typeface="+mn-lt"/>
                <a:ea typeface="+mn-ea"/>
                <a:cs typeface="+mn-cs"/>
              </a:rPr>
              <a:t>②</a:t>
            </a:r>
            <a:r>
              <a:rPr lang="zh-CN" altLang="en-US" sz="2800" b="1" noProof="1" dirty="0">
                <a:solidFill>
                  <a:schemeClr val="tx1"/>
                </a:solidFill>
                <a:latin typeface="+mn-lt"/>
                <a:ea typeface="+mn-ea"/>
                <a:cs typeface="+mn-cs"/>
              </a:rPr>
              <a:t>，将新结点</a:t>
            </a:r>
            <a:r>
              <a:rPr lang="en-US" altLang="zh-CN" sz="2800" b="1" noProof="1">
                <a:solidFill>
                  <a:schemeClr val="tx1"/>
                </a:solidFill>
                <a:latin typeface="+mn-lt"/>
                <a:ea typeface="+mn-ea"/>
                <a:cs typeface="+mn-cs"/>
              </a:rPr>
              <a:t>q</a:t>
            </a:r>
            <a:r>
              <a:rPr lang="zh-CN" altLang="en-US" sz="2800" b="1" noProof="1" dirty="0">
                <a:solidFill>
                  <a:schemeClr val="tx1"/>
                </a:solidFill>
                <a:latin typeface="+mn-lt"/>
                <a:ea typeface="+mn-ea"/>
                <a:cs typeface="+mn-cs"/>
              </a:rPr>
              <a:t>链接到</a:t>
            </a:r>
            <a:r>
              <a:rPr lang="en-US" altLang="zh-CN" sz="2800" b="1" noProof="1">
                <a:solidFill>
                  <a:schemeClr val="tx1"/>
                </a:solidFill>
                <a:latin typeface="+mn-lt"/>
                <a:ea typeface="+mn-ea"/>
                <a:cs typeface="+mn-cs"/>
              </a:rPr>
              <a:t>p</a:t>
            </a:r>
            <a:r>
              <a:rPr lang="zh-CN" altLang="en-US" sz="2800" b="1" noProof="1" dirty="0">
                <a:solidFill>
                  <a:schemeClr val="tx1"/>
                </a:solidFill>
                <a:latin typeface="+mn-lt"/>
                <a:ea typeface="+mn-ea"/>
                <a:cs typeface="+mn-cs"/>
              </a:rPr>
              <a:t>结点之后</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cs typeface="+mn-cs"/>
            </a:endParaRPr>
          </a:p>
        </p:txBody>
      </p:sp>
      <p:sp>
        <p:nvSpPr>
          <p:cNvPr id="46082" name="标题 2"/>
          <p:cNvSpPr>
            <a:spLocks noGrp="1"/>
          </p:cNvSpPr>
          <p:nvPr>
            <p:ph type="title"/>
            <p:custDataLst>
              <p:tags r:id="rId3"/>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6562" name="文本框 66561"/>
          <p:cNvSpPr txBox="1"/>
          <p:nvPr>
            <p:custDataLst>
              <p:tags r:id="rId2"/>
            </p:custDataLst>
          </p:nvPr>
        </p:nvSpPr>
        <p:spPr>
          <a:xfrm>
            <a:off x="304800" y="1066800"/>
            <a:ext cx="67056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4. </a:t>
            </a:r>
            <a:r>
              <a:rPr lang="zh-CN" altLang="en-US" sz="2800" b="1" noProof="1" dirty="0">
                <a:solidFill>
                  <a:schemeClr val="accent1">
                    <a:lumMod val="50000"/>
                  </a:schemeClr>
                </a:solidFill>
                <a:latin typeface="+mn-lt"/>
                <a:ea typeface="+mn-ea"/>
                <a:cs typeface="+mn-cs"/>
              </a:rPr>
              <a:t>单链表上的删除运算</a:t>
            </a:r>
            <a:endParaRPr lang="zh-CN" altLang="en-US" sz="2800" b="1" noProof="1" dirty="0">
              <a:solidFill>
                <a:schemeClr val="accent1">
                  <a:lumMod val="50000"/>
                </a:schemeClr>
              </a:solidFill>
              <a:latin typeface="+mn-lt"/>
              <a:ea typeface="+mn-ea"/>
              <a:cs typeface="+mn-cs"/>
            </a:endParaRPr>
          </a:p>
        </p:txBody>
      </p:sp>
      <p:sp>
        <p:nvSpPr>
          <p:cNvPr id="66563" name="文本框 66562"/>
          <p:cNvSpPr txBox="1"/>
          <p:nvPr>
            <p:custDataLst>
              <p:tags r:id="rId3"/>
            </p:custDataLst>
          </p:nvPr>
        </p:nvSpPr>
        <p:spPr>
          <a:xfrm>
            <a:off x="685800" y="1752600"/>
            <a:ext cx="8077200" cy="4400550"/>
          </a:xfrm>
          <a:prstGeom prst="rect">
            <a:avLst/>
          </a:prstGeom>
          <a:noFill/>
          <a:ln w="9525">
            <a:noFill/>
          </a:ln>
        </p:spPr>
        <p:txBody>
          <a:bodyPr wrap="square" anchor="t" anchorCtr="0"/>
          <a:p>
            <a:pPr indent="636905"/>
            <a:r>
              <a:rPr lang="en-US" altLang="zh-CN" sz="2000" b="1" dirty="0">
                <a:solidFill>
                  <a:schemeClr val="tx1"/>
                </a:solidFill>
                <a:latin typeface="+mn-lt"/>
                <a:ea typeface="+mn-ea"/>
              </a:rPr>
              <a:t> </a:t>
            </a:r>
            <a:r>
              <a:rPr lang="zh-CN" altLang="en-US" sz="2000" b="1" dirty="0">
                <a:solidFill>
                  <a:schemeClr val="tx1"/>
                </a:solidFill>
                <a:latin typeface="+mn-lt"/>
                <a:ea typeface="+mn-ea"/>
              </a:rPr>
              <a:t>删除单向链表中的结点</a:t>
            </a:r>
            <a:r>
              <a:rPr lang="en-US" altLang="zh-CN" sz="2000" b="1">
                <a:solidFill>
                  <a:schemeClr val="tx1"/>
                </a:solidFill>
                <a:latin typeface="+mn-lt"/>
                <a:ea typeface="+mn-ea"/>
              </a:rPr>
              <a:t>x</a:t>
            </a:r>
            <a:r>
              <a:rPr lang="zh-CN" altLang="en-US" sz="2000" b="1">
                <a:solidFill>
                  <a:schemeClr val="tx1"/>
                </a:solidFill>
                <a:latin typeface="+mn-lt"/>
                <a:ea typeface="+mn-ea"/>
              </a:rPr>
              <a:t>，</a:t>
            </a:r>
            <a:r>
              <a:rPr lang="zh-CN" altLang="en-US" sz="2000" b="1" dirty="0">
                <a:solidFill>
                  <a:schemeClr val="tx1"/>
                </a:solidFill>
                <a:latin typeface="+mn-lt"/>
                <a:ea typeface="+mn-ea"/>
              </a:rPr>
              <a:t>并由系统收回其占用的存储空间，其过程如下</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zh-CN" altLang="en-US" sz="2000" b="1" dirty="0">
                <a:solidFill>
                  <a:schemeClr val="tx1"/>
                </a:solidFill>
                <a:latin typeface="+mn-lt"/>
                <a:ea typeface="+mn-ea"/>
              </a:rPr>
              <a:t>（</a:t>
            </a:r>
            <a:r>
              <a:rPr lang="en-US" altLang="zh-CN" sz="2000" b="1" dirty="0">
                <a:solidFill>
                  <a:schemeClr val="tx1"/>
                </a:solidFill>
                <a:latin typeface="+mn-lt"/>
                <a:ea typeface="+mn-ea"/>
              </a:rPr>
              <a:t>1</a:t>
            </a:r>
            <a:r>
              <a:rPr lang="zh-CN" altLang="en-US" sz="2000" b="1" dirty="0">
                <a:solidFill>
                  <a:schemeClr val="tx1"/>
                </a:solidFill>
                <a:latin typeface="+mn-lt"/>
                <a:ea typeface="+mn-ea"/>
              </a:rPr>
              <a:t>） 设定两个指针</a:t>
            </a:r>
            <a:r>
              <a:rPr lang="en-US" altLang="zh-CN" sz="2000" b="1">
                <a:solidFill>
                  <a:schemeClr val="tx1"/>
                </a:solidFill>
                <a:latin typeface="+mn-lt"/>
                <a:ea typeface="+mn-ea"/>
              </a:rPr>
              <a:t>p</a:t>
            </a:r>
            <a:r>
              <a:rPr lang="zh-CN" altLang="en-US" sz="2000" b="1">
                <a:solidFill>
                  <a:schemeClr val="tx1"/>
                </a:solidFill>
                <a:latin typeface="+mn-lt"/>
                <a:ea typeface="+mn-ea"/>
              </a:rPr>
              <a:t>和</a:t>
            </a:r>
            <a:r>
              <a:rPr lang="en-US" altLang="zh-CN" sz="2000" b="1">
                <a:solidFill>
                  <a:schemeClr val="tx1"/>
                </a:solidFill>
                <a:latin typeface="+mn-lt"/>
                <a:ea typeface="+mn-ea"/>
              </a:rPr>
              <a:t>q</a:t>
            </a:r>
            <a:r>
              <a:rPr lang="zh-CN" altLang="en-US" sz="2000" b="1">
                <a:solidFill>
                  <a:schemeClr val="tx1"/>
                </a:solidFill>
                <a:latin typeface="+mn-lt"/>
                <a:ea typeface="+mn-ea"/>
              </a:rPr>
              <a:t>，</a:t>
            </a:r>
            <a:r>
              <a:rPr lang="en-US" altLang="zh-CN" sz="2000" b="1">
                <a:solidFill>
                  <a:schemeClr val="tx1"/>
                </a:solidFill>
                <a:latin typeface="+mn-lt"/>
                <a:ea typeface="+mn-ea"/>
              </a:rPr>
              <a:t>p</a:t>
            </a:r>
            <a:r>
              <a:rPr lang="zh-CN" altLang="en-US" sz="2000" b="1" dirty="0">
                <a:solidFill>
                  <a:schemeClr val="tx1"/>
                </a:solidFill>
                <a:latin typeface="+mn-lt"/>
                <a:ea typeface="+mn-ea"/>
              </a:rPr>
              <a:t>指针指向被删除结点，</a:t>
            </a:r>
            <a:r>
              <a:rPr lang="en-US" altLang="zh-CN" sz="2000" b="1">
                <a:solidFill>
                  <a:schemeClr val="tx1"/>
                </a:solidFill>
                <a:latin typeface="+mn-lt"/>
                <a:ea typeface="+mn-ea"/>
              </a:rPr>
              <a:t>q</a:t>
            </a:r>
            <a:r>
              <a:rPr lang="zh-CN" altLang="en-US" sz="2000" b="1" dirty="0">
                <a:solidFill>
                  <a:schemeClr val="tx1"/>
                </a:solidFill>
                <a:latin typeface="+mn-lt"/>
                <a:ea typeface="+mn-ea"/>
              </a:rPr>
              <a:t>为跟踪指针，指向被删除结点的直接前驱结点。</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a:t>
            </a:r>
            <a:r>
              <a:rPr lang="en-US" altLang="zh-CN" sz="2000" b="1" dirty="0">
                <a:solidFill>
                  <a:schemeClr val="tx1"/>
                </a:solidFill>
                <a:latin typeface="+mn-lt"/>
                <a:ea typeface="+mn-ea"/>
              </a:rPr>
              <a:t>2</a:t>
            </a:r>
            <a:r>
              <a:rPr lang="zh-CN" altLang="en-US" sz="2000" b="1" dirty="0">
                <a:solidFill>
                  <a:schemeClr val="tx1"/>
                </a:solidFill>
                <a:latin typeface="+mn-lt"/>
                <a:ea typeface="+mn-ea"/>
              </a:rPr>
              <a:t>） </a:t>
            </a:r>
            <a:r>
              <a:rPr lang="en-US" altLang="zh-CN" sz="2000" b="1">
                <a:solidFill>
                  <a:schemeClr val="tx1"/>
                </a:solidFill>
                <a:latin typeface="+mn-lt"/>
                <a:ea typeface="+mn-ea"/>
              </a:rPr>
              <a:t>p</a:t>
            </a:r>
            <a:r>
              <a:rPr lang="zh-CN" altLang="en-US" sz="2000" b="1" dirty="0">
                <a:solidFill>
                  <a:schemeClr val="tx1"/>
                </a:solidFill>
                <a:latin typeface="+mn-lt"/>
                <a:ea typeface="+mn-ea"/>
              </a:rPr>
              <a:t>从表头指针 </a:t>
            </a:r>
            <a:r>
              <a:rPr lang="en-US" altLang="zh-CN" sz="2000" b="1">
                <a:solidFill>
                  <a:schemeClr val="tx1"/>
                </a:solidFill>
                <a:latin typeface="+mn-lt"/>
                <a:ea typeface="+mn-ea"/>
              </a:rPr>
              <a:t>head </a:t>
            </a:r>
            <a:r>
              <a:rPr lang="zh-CN" altLang="en-US" sz="2000" b="1" dirty="0">
                <a:solidFill>
                  <a:schemeClr val="tx1"/>
                </a:solidFill>
                <a:latin typeface="+mn-lt"/>
                <a:ea typeface="+mn-ea"/>
              </a:rPr>
              <a:t>指向的第一个结点开始依次向后搜索。当</a:t>
            </a:r>
            <a:r>
              <a:rPr lang="en-US" altLang="zh-CN" sz="2000" b="1">
                <a:solidFill>
                  <a:schemeClr val="tx1"/>
                </a:solidFill>
                <a:latin typeface="+mn-lt"/>
                <a:ea typeface="+mn-ea"/>
              </a:rPr>
              <a:t>p→ data </a:t>
            </a:r>
            <a:r>
              <a:rPr lang="zh-CN" altLang="en-US" sz="2000" b="1" dirty="0">
                <a:solidFill>
                  <a:schemeClr val="tx1"/>
                </a:solidFill>
                <a:latin typeface="+mn-lt"/>
                <a:ea typeface="+mn-ea"/>
              </a:rPr>
              <a:t>等于</a:t>
            </a:r>
            <a:r>
              <a:rPr lang="en-US" altLang="zh-CN" sz="2000" b="1">
                <a:solidFill>
                  <a:schemeClr val="tx1"/>
                </a:solidFill>
                <a:latin typeface="+mn-lt"/>
                <a:ea typeface="+mn-ea"/>
              </a:rPr>
              <a:t>x</a:t>
            </a:r>
            <a:r>
              <a:rPr lang="zh-CN" altLang="en-US" sz="2000" b="1" dirty="0">
                <a:solidFill>
                  <a:schemeClr val="tx1"/>
                </a:solidFill>
                <a:latin typeface="+mn-lt"/>
                <a:ea typeface="+mn-ea"/>
              </a:rPr>
              <a:t>时，被删除结点找到。</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a:t>
            </a:r>
            <a:r>
              <a:rPr lang="en-US" altLang="zh-CN" sz="2000" b="1" dirty="0">
                <a:solidFill>
                  <a:schemeClr val="tx1"/>
                </a:solidFill>
                <a:latin typeface="+mn-lt"/>
                <a:ea typeface="+mn-ea"/>
              </a:rPr>
              <a:t>3</a:t>
            </a:r>
            <a:r>
              <a:rPr lang="zh-CN" altLang="en-US" sz="2000" b="1" dirty="0">
                <a:solidFill>
                  <a:schemeClr val="tx1"/>
                </a:solidFill>
                <a:latin typeface="+mn-lt"/>
                <a:ea typeface="+mn-ea"/>
              </a:rPr>
              <a:t>） 修改</a:t>
            </a:r>
            <a:r>
              <a:rPr lang="en-US" altLang="zh-CN" sz="2000" b="1">
                <a:solidFill>
                  <a:schemeClr val="tx1"/>
                </a:solidFill>
                <a:latin typeface="+mn-lt"/>
                <a:ea typeface="+mn-ea"/>
              </a:rPr>
              <a:t>p</a:t>
            </a:r>
            <a:r>
              <a:rPr lang="zh-CN" altLang="en-US" sz="2000" b="1" dirty="0">
                <a:solidFill>
                  <a:schemeClr val="tx1"/>
                </a:solidFill>
                <a:latin typeface="+mn-lt"/>
                <a:ea typeface="+mn-ea"/>
              </a:rPr>
              <a:t>的前驱结点</a:t>
            </a:r>
            <a:r>
              <a:rPr lang="en-US" altLang="zh-CN" sz="2000" b="1">
                <a:solidFill>
                  <a:schemeClr val="tx1"/>
                </a:solidFill>
                <a:latin typeface="+mn-lt"/>
                <a:ea typeface="+mn-ea"/>
              </a:rPr>
              <a:t>q</a:t>
            </a:r>
            <a:r>
              <a:rPr lang="zh-CN" altLang="en-US" sz="2000" b="1" dirty="0">
                <a:solidFill>
                  <a:schemeClr val="tx1"/>
                </a:solidFill>
                <a:latin typeface="+mn-lt"/>
                <a:ea typeface="+mn-ea"/>
              </a:rPr>
              <a:t>的指针域。使</a:t>
            </a:r>
            <a:r>
              <a:rPr lang="en-US" altLang="zh-CN" sz="2000" b="1">
                <a:solidFill>
                  <a:schemeClr val="tx1"/>
                </a:solidFill>
                <a:latin typeface="+mn-lt"/>
                <a:ea typeface="+mn-ea"/>
              </a:rPr>
              <a:t>p</a:t>
            </a:r>
            <a:r>
              <a:rPr lang="zh-CN" altLang="en-US" sz="2000" b="1" dirty="0">
                <a:solidFill>
                  <a:schemeClr val="tx1"/>
                </a:solidFill>
                <a:latin typeface="+mn-lt"/>
                <a:ea typeface="+mn-ea"/>
              </a:rPr>
              <a:t>结点被删除，然后释放存储空间。</a:t>
            </a:r>
            <a:endParaRPr lang="zh-CN" altLang="en-US" sz="2000" b="1" dirty="0">
              <a:solidFill>
                <a:schemeClr val="tx1"/>
              </a:solidFill>
              <a:latin typeface="+mn-lt"/>
              <a:ea typeface="+mn-ea"/>
            </a:endParaRPr>
          </a:p>
        </p:txBody>
      </p:sp>
      <p:sp>
        <p:nvSpPr>
          <p:cNvPr id="47107" name="标题 2"/>
          <p:cNvSpPr>
            <a:spLocks noGrp="1"/>
          </p:cNvSpPr>
          <p:nvPr>
            <p:ph type="title"/>
            <p:custDataLst>
              <p:tags r:id="rId4"/>
            </p:custDataLst>
          </p:nvPr>
        </p:nvSpPr>
        <p:spPr>
          <a:xfrm>
            <a:off x="228600" y="28333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randombar(horizontal)">
                                      <p:cBhvr>
                                        <p:cTn id="7" dur="5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29" name="组合 111617"/>
          <p:cNvGrpSpPr/>
          <p:nvPr/>
        </p:nvGrpSpPr>
        <p:grpSpPr>
          <a:xfrm>
            <a:off x="5638800" y="2209800"/>
            <a:ext cx="990600" cy="533400"/>
            <a:chOff x="960" y="3120"/>
            <a:chExt cx="624" cy="336"/>
          </a:xfrm>
        </p:grpSpPr>
        <p:sp>
          <p:nvSpPr>
            <p:cNvPr id="111619" name="矩形 111618"/>
            <p:cNvSpPr/>
            <p:nvPr>
              <p:custDataLst>
                <p:tags r:id="rId1"/>
              </p:custDataLst>
            </p:nvPr>
          </p:nvSpPr>
          <p:spPr>
            <a:xfrm>
              <a:off x="1272" y="3120"/>
              <a:ext cx="312" cy="336"/>
            </a:xfrm>
            <a:prstGeom prst="rect">
              <a:avLst/>
            </a:prstGeom>
            <a:solidFill>
              <a:schemeClr val="accent1"/>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endParaRPr strike="noStrike" noProof="1">
                <a:solidFill>
                  <a:schemeClr val="tx1"/>
                </a:solidFill>
              </a:endParaRPr>
            </a:p>
          </p:txBody>
        </p:sp>
        <p:sp>
          <p:nvSpPr>
            <p:cNvPr id="111620" name="矩形 111619"/>
            <p:cNvSpPr/>
            <p:nvPr>
              <p:custDataLst>
                <p:tags r:id="rId7"/>
              </p:custDataLst>
            </p:nvPr>
          </p:nvSpPr>
          <p:spPr>
            <a:xfrm>
              <a:off x="960" y="3120"/>
              <a:ext cx="312" cy="336"/>
            </a:xfrm>
            <a:prstGeom prst="rect">
              <a:avLst/>
            </a:prstGeom>
            <a:solidFill>
              <a:schemeClr val="accent1"/>
            </a:solidFill>
            <a:ln w="9525">
              <a:noFill/>
            </a:ln>
          </p:spPr>
          <p:txBody>
            <a:bodyPr wrap="square">
              <a:normAutofit/>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tx1"/>
                  </a:solidFill>
                  <a:latin typeface="+mn-lt"/>
                  <a:ea typeface="+mn-ea"/>
                  <a:cs typeface="+mn-cs"/>
                </a:rPr>
                <a:t>b</a:t>
              </a:r>
              <a:endParaRPr lang="en-US" altLang="zh-CN" b="0" strike="noStrike" noProof="1">
                <a:solidFill>
                  <a:schemeClr val="tx1"/>
                </a:solidFill>
                <a:latin typeface="+mn-lt"/>
                <a:ea typeface="+mn-ea"/>
                <a:cs typeface="+mn-cs"/>
              </a:endParaRPr>
            </a:p>
          </p:txBody>
        </p:sp>
        <p:sp>
          <p:nvSpPr>
            <p:cNvPr id="48132" name="直接连接符 111620"/>
            <p:cNvSpPr/>
            <p:nvPr>
              <p:custDataLst>
                <p:tags r:id="rId8"/>
              </p:custDataLst>
            </p:nvPr>
          </p:nvSpPr>
          <p:spPr>
            <a:xfrm>
              <a:off x="960" y="3120"/>
              <a:ext cx="624" cy="0"/>
            </a:xfrm>
            <a:prstGeom prst="line">
              <a:avLst/>
            </a:prstGeom>
            <a:ln w="28575" cap="sq" cmpd="sng">
              <a:solidFill>
                <a:schemeClr val="tx1"/>
              </a:solidFill>
              <a:prstDash val="solid"/>
              <a:round/>
              <a:headEnd type="none" w="med" len="med"/>
              <a:tailEnd type="none" w="med" len="med"/>
            </a:ln>
          </p:spPr>
        </p:sp>
        <p:sp>
          <p:nvSpPr>
            <p:cNvPr id="48133" name="直接连接符 111621"/>
            <p:cNvSpPr/>
            <p:nvPr>
              <p:custDataLst>
                <p:tags r:id="rId9"/>
              </p:custDataLst>
            </p:nvPr>
          </p:nvSpPr>
          <p:spPr>
            <a:xfrm>
              <a:off x="960" y="3456"/>
              <a:ext cx="624" cy="0"/>
            </a:xfrm>
            <a:prstGeom prst="line">
              <a:avLst/>
            </a:prstGeom>
            <a:ln w="28575" cap="sq" cmpd="sng">
              <a:solidFill>
                <a:schemeClr val="tx1"/>
              </a:solidFill>
              <a:prstDash val="solid"/>
              <a:round/>
              <a:headEnd type="none" w="med" len="med"/>
              <a:tailEnd type="none" w="med" len="med"/>
            </a:ln>
          </p:spPr>
        </p:sp>
        <p:sp>
          <p:nvSpPr>
            <p:cNvPr id="48134" name="直接连接符 111622"/>
            <p:cNvSpPr/>
            <p:nvPr>
              <p:custDataLst>
                <p:tags r:id="rId10"/>
              </p:custDataLst>
            </p:nvPr>
          </p:nvSpPr>
          <p:spPr>
            <a:xfrm>
              <a:off x="960" y="3120"/>
              <a:ext cx="0" cy="336"/>
            </a:xfrm>
            <a:prstGeom prst="line">
              <a:avLst/>
            </a:prstGeom>
            <a:ln w="28575" cap="sq" cmpd="sng">
              <a:solidFill>
                <a:schemeClr val="tx1"/>
              </a:solidFill>
              <a:prstDash val="solid"/>
              <a:round/>
              <a:headEnd type="none" w="med" len="med"/>
              <a:tailEnd type="none" w="med" len="med"/>
            </a:ln>
          </p:spPr>
        </p:sp>
        <p:sp>
          <p:nvSpPr>
            <p:cNvPr id="48135" name="直接连接符 111623"/>
            <p:cNvSpPr/>
            <p:nvPr>
              <p:custDataLst>
                <p:tags r:id="rId11"/>
              </p:custDataLst>
            </p:nvPr>
          </p:nvSpPr>
          <p:spPr>
            <a:xfrm>
              <a:off x="1272" y="3120"/>
              <a:ext cx="0" cy="336"/>
            </a:xfrm>
            <a:prstGeom prst="line">
              <a:avLst/>
            </a:prstGeom>
            <a:ln w="12700" cap="flat" cmpd="sng">
              <a:solidFill>
                <a:schemeClr val="tx1"/>
              </a:solidFill>
              <a:prstDash val="solid"/>
              <a:round/>
              <a:headEnd type="none" w="med" len="med"/>
              <a:tailEnd type="none" w="med" len="med"/>
            </a:ln>
          </p:spPr>
        </p:sp>
        <p:sp>
          <p:nvSpPr>
            <p:cNvPr id="48136" name="直接连接符 111624"/>
            <p:cNvSpPr/>
            <p:nvPr>
              <p:custDataLst>
                <p:tags r:id="rId12"/>
              </p:custDataLst>
            </p:nvPr>
          </p:nvSpPr>
          <p:spPr>
            <a:xfrm>
              <a:off x="1584" y="3120"/>
              <a:ext cx="0" cy="336"/>
            </a:xfrm>
            <a:prstGeom prst="line">
              <a:avLst/>
            </a:prstGeom>
            <a:ln w="28575" cap="sq" cmpd="sng">
              <a:solidFill>
                <a:schemeClr val="tx1"/>
              </a:solidFill>
              <a:prstDash val="solid"/>
              <a:round/>
              <a:headEnd type="none" w="med" len="med"/>
              <a:tailEnd type="none" w="med" len="med"/>
            </a:ln>
          </p:spPr>
        </p:sp>
      </p:grpSp>
      <p:grpSp>
        <p:nvGrpSpPr>
          <p:cNvPr id="48137" name="组合 111625"/>
          <p:cNvGrpSpPr/>
          <p:nvPr/>
        </p:nvGrpSpPr>
        <p:grpSpPr>
          <a:xfrm>
            <a:off x="2743200" y="2225675"/>
            <a:ext cx="990600" cy="517525"/>
            <a:chOff x="960" y="3120"/>
            <a:chExt cx="624" cy="326"/>
          </a:xfrm>
        </p:grpSpPr>
        <p:sp>
          <p:nvSpPr>
            <p:cNvPr id="111627" name="矩形 111626"/>
            <p:cNvSpPr/>
            <p:nvPr>
              <p:custDataLst>
                <p:tags r:id="rId13"/>
              </p:custDataLst>
            </p:nvPr>
          </p:nvSpPr>
          <p:spPr>
            <a:xfrm>
              <a:off x="1272" y="3120"/>
              <a:ext cx="312" cy="326"/>
            </a:xfrm>
            <a:prstGeom prst="rect">
              <a:avLst/>
            </a:prstGeom>
            <a:solidFill>
              <a:schemeClr val="accent1"/>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endParaRPr strike="noStrike" noProof="1">
                <a:solidFill>
                  <a:schemeClr val="tx1"/>
                </a:solidFill>
              </a:endParaRPr>
            </a:p>
          </p:txBody>
        </p:sp>
        <p:sp>
          <p:nvSpPr>
            <p:cNvPr id="111628" name="矩形 111627"/>
            <p:cNvSpPr/>
            <p:nvPr>
              <p:custDataLst>
                <p:tags r:id="rId14"/>
              </p:custDataLst>
            </p:nvPr>
          </p:nvSpPr>
          <p:spPr>
            <a:xfrm>
              <a:off x="960" y="3120"/>
              <a:ext cx="312" cy="326"/>
            </a:xfrm>
            <a:prstGeom prst="rect">
              <a:avLst/>
            </a:prstGeom>
            <a:solidFill>
              <a:schemeClr val="accent1"/>
            </a:solidFill>
            <a:ln w="9525">
              <a:noFill/>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tx1"/>
                  </a:solidFill>
                  <a:latin typeface="+mn-lt"/>
                  <a:ea typeface="+mn-ea"/>
                  <a:cs typeface="+mn-cs"/>
                </a:rPr>
                <a:t>a</a:t>
              </a:r>
              <a:endParaRPr lang="en-US" altLang="zh-CN" b="0" strike="noStrike" noProof="1">
                <a:solidFill>
                  <a:schemeClr val="tx1"/>
                </a:solidFill>
                <a:latin typeface="+mn-lt"/>
                <a:ea typeface="+mn-ea"/>
                <a:cs typeface="+mn-cs"/>
              </a:endParaRPr>
            </a:p>
          </p:txBody>
        </p:sp>
        <p:sp>
          <p:nvSpPr>
            <p:cNvPr id="48140" name="直接连接符 111628"/>
            <p:cNvSpPr/>
            <p:nvPr>
              <p:custDataLst>
                <p:tags r:id="rId15"/>
              </p:custDataLst>
            </p:nvPr>
          </p:nvSpPr>
          <p:spPr>
            <a:xfrm>
              <a:off x="960" y="3120"/>
              <a:ext cx="624" cy="0"/>
            </a:xfrm>
            <a:prstGeom prst="line">
              <a:avLst/>
            </a:prstGeom>
            <a:ln w="28575" cap="sq" cmpd="sng">
              <a:solidFill>
                <a:schemeClr val="tx1"/>
              </a:solidFill>
              <a:prstDash val="solid"/>
              <a:round/>
              <a:headEnd type="none" w="med" len="med"/>
              <a:tailEnd type="none" w="med" len="med"/>
            </a:ln>
          </p:spPr>
        </p:sp>
        <p:sp>
          <p:nvSpPr>
            <p:cNvPr id="48141" name="直接连接符 111629"/>
            <p:cNvSpPr/>
            <p:nvPr>
              <p:custDataLst>
                <p:tags r:id="rId16"/>
              </p:custDataLst>
            </p:nvPr>
          </p:nvSpPr>
          <p:spPr>
            <a:xfrm>
              <a:off x="960" y="3446"/>
              <a:ext cx="624" cy="0"/>
            </a:xfrm>
            <a:prstGeom prst="line">
              <a:avLst/>
            </a:prstGeom>
            <a:ln w="28575" cap="sq" cmpd="sng">
              <a:solidFill>
                <a:schemeClr val="tx1"/>
              </a:solidFill>
              <a:prstDash val="solid"/>
              <a:round/>
              <a:headEnd type="none" w="med" len="med"/>
              <a:tailEnd type="none" w="med" len="med"/>
            </a:ln>
          </p:spPr>
        </p:sp>
        <p:sp>
          <p:nvSpPr>
            <p:cNvPr id="48142" name="直接连接符 111630"/>
            <p:cNvSpPr/>
            <p:nvPr>
              <p:custDataLst>
                <p:tags r:id="rId17"/>
              </p:custDataLst>
            </p:nvPr>
          </p:nvSpPr>
          <p:spPr>
            <a:xfrm>
              <a:off x="960" y="3120"/>
              <a:ext cx="0" cy="326"/>
            </a:xfrm>
            <a:prstGeom prst="line">
              <a:avLst/>
            </a:prstGeom>
            <a:ln w="28575" cap="sq" cmpd="sng">
              <a:solidFill>
                <a:schemeClr val="tx1"/>
              </a:solidFill>
              <a:prstDash val="solid"/>
              <a:round/>
              <a:headEnd type="none" w="med" len="med"/>
              <a:tailEnd type="none" w="med" len="med"/>
            </a:ln>
          </p:spPr>
        </p:sp>
        <p:sp>
          <p:nvSpPr>
            <p:cNvPr id="48143" name="直接连接符 111631"/>
            <p:cNvSpPr/>
            <p:nvPr>
              <p:custDataLst>
                <p:tags r:id="rId18"/>
              </p:custDataLst>
            </p:nvPr>
          </p:nvSpPr>
          <p:spPr>
            <a:xfrm>
              <a:off x="1272" y="3120"/>
              <a:ext cx="0" cy="326"/>
            </a:xfrm>
            <a:prstGeom prst="line">
              <a:avLst/>
            </a:prstGeom>
            <a:ln w="12700" cap="flat" cmpd="sng">
              <a:solidFill>
                <a:schemeClr val="tx1"/>
              </a:solidFill>
              <a:prstDash val="solid"/>
              <a:round/>
              <a:headEnd type="none" w="med" len="med"/>
              <a:tailEnd type="none" w="med" len="med"/>
            </a:ln>
          </p:spPr>
        </p:sp>
        <p:sp>
          <p:nvSpPr>
            <p:cNvPr id="48144" name="直接连接符 111632"/>
            <p:cNvSpPr/>
            <p:nvPr>
              <p:custDataLst>
                <p:tags r:id="rId19"/>
              </p:custDataLst>
            </p:nvPr>
          </p:nvSpPr>
          <p:spPr>
            <a:xfrm>
              <a:off x="1584" y="3120"/>
              <a:ext cx="0" cy="326"/>
            </a:xfrm>
            <a:prstGeom prst="line">
              <a:avLst/>
            </a:prstGeom>
            <a:ln w="28575" cap="sq" cmpd="sng">
              <a:solidFill>
                <a:schemeClr val="tx1"/>
              </a:solidFill>
              <a:prstDash val="solid"/>
              <a:round/>
              <a:headEnd type="none" w="med" len="med"/>
              <a:tailEnd type="none" w="med" len="med"/>
            </a:ln>
          </p:spPr>
        </p:sp>
      </p:grpSp>
      <p:grpSp>
        <p:nvGrpSpPr>
          <p:cNvPr id="48145" name="组合 111649"/>
          <p:cNvGrpSpPr/>
          <p:nvPr/>
        </p:nvGrpSpPr>
        <p:grpSpPr>
          <a:xfrm>
            <a:off x="4114800" y="2225675"/>
            <a:ext cx="990600" cy="517525"/>
            <a:chOff x="960" y="3120"/>
            <a:chExt cx="624" cy="326"/>
          </a:xfrm>
        </p:grpSpPr>
        <p:sp>
          <p:nvSpPr>
            <p:cNvPr id="111651" name="矩形 111650"/>
            <p:cNvSpPr/>
            <p:nvPr>
              <p:custDataLst>
                <p:tags r:id="rId20"/>
              </p:custDataLst>
            </p:nvPr>
          </p:nvSpPr>
          <p:spPr>
            <a:xfrm>
              <a:off x="1272" y="3120"/>
              <a:ext cx="312" cy="326"/>
            </a:xfrm>
            <a:prstGeom prst="rect">
              <a:avLst/>
            </a:prstGeom>
            <a:solidFill>
              <a:schemeClr val="accent1"/>
            </a:solidFill>
            <a:ln w="9525" cap="flat" cmpd="sng">
              <a:solidFill>
                <a:schemeClr val="accent1"/>
              </a:solidFill>
              <a:prstDash val="solid"/>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endParaRPr strike="noStrike" noProof="1">
                <a:solidFill>
                  <a:schemeClr val="tx1"/>
                </a:solidFill>
              </a:endParaRPr>
            </a:p>
          </p:txBody>
        </p:sp>
        <p:sp>
          <p:nvSpPr>
            <p:cNvPr id="111652" name="矩形 111651"/>
            <p:cNvSpPr/>
            <p:nvPr>
              <p:custDataLst>
                <p:tags r:id="rId21"/>
              </p:custDataLst>
            </p:nvPr>
          </p:nvSpPr>
          <p:spPr>
            <a:xfrm>
              <a:off x="960" y="3120"/>
              <a:ext cx="312" cy="326"/>
            </a:xfrm>
            <a:prstGeom prst="rect">
              <a:avLst/>
            </a:prstGeom>
            <a:solidFill>
              <a:schemeClr val="accent1"/>
            </a:solidFill>
            <a:ln w="9525" cap="flat" cmpd="sng">
              <a:solidFill>
                <a:schemeClr val="accent1"/>
              </a:solidFill>
              <a:prstDash val="solid"/>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Tx/>
                <a:buSzPct val="90000"/>
                <a:buFontTx/>
                <a:buBlip>
                  <a:blip r:embed="rId2"/>
                </a:buBlip>
                <a:defRPr sz="2800" b="1" u="none" kern="1200" baseline="0">
                  <a:solidFill>
                    <a:srgbClr val="000000"/>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Pct val="80000"/>
                <a:buFontTx/>
                <a:buBlip>
                  <a:blip r:embed="rId3"/>
                </a:buBlip>
                <a:defRPr sz="2400" b="1" i="0" u="none" kern="1200" baseline="0">
                  <a:solidFill>
                    <a:srgbClr val="000000"/>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Pct val="70000"/>
                <a:buFontTx/>
                <a:buBlip>
                  <a:blip r:embed="rId4"/>
                </a:buBlip>
                <a:defRPr sz="2000" b="1" i="0" u="none" kern="1200" baseline="0">
                  <a:solidFill>
                    <a:srgbClr val="000000"/>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Pct val="70000"/>
                <a:buFontTx/>
                <a:buBlip>
                  <a:blip r:embed="rId5"/>
                </a:buBlip>
                <a:defRPr sz="1800" b="1" i="0" u="none" kern="1200" baseline="0">
                  <a:solidFill>
                    <a:srgbClr val="000000"/>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Pct val="70000"/>
                <a:buFontTx/>
                <a:buBlip>
                  <a:blip r:embed="rId6"/>
                </a:buBlip>
                <a:defRPr sz="1800" b="1" i="0" u="none" kern="1200" baseline="0">
                  <a:solidFill>
                    <a:srgbClr val="000000"/>
                  </a:solidFill>
                  <a:latin typeface="Tahoma" panose="020B0604030504040204" pitchFamily="34" charset="0"/>
                  <a:ea typeface="宋体" panose="02010600030101010101" pitchFamily="2" charset="-122"/>
                </a:defRPr>
              </a:lvl5pPr>
            </a:lstStyle>
            <a:p>
              <a:pPr marL="0" lvl="0" indent="0" fontAlgn="base">
                <a:buNone/>
              </a:pPr>
              <a:r>
                <a:rPr lang="en-US" altLang="zh-CN" b="0" strike="noStrike" noProof="1">
                  <a:solidFill>
                    <a:schemeClr val="tx1"/>
                  </a:solidFill>
                  <a:latin typeface="+mn-lt"/>
                  <a:ea typeface="+mn-ea"/>
                  <a:cs typeface="+mn-cs"/>
                </a:rPr>
                <a:t>x</a:t>
              </a:r>
              <a:endParaRPr lang="en-US" altLang="zh-CN" b="0" strike="noStrike" noProof="1">
                <a:solidFill>
                  <a:schemeClr val="tx1"/>
                </a:solidFill>
                <a:latin typeface="+mn-lt"/>
                <a:ea typeface="+mn-ea"/>
                <a:cs typeface="+mn-cs"/>
              </a:endParaRPr>
            </a:p>
          </p:txBody>
        </p:sp>
        <p:sp>
          <p:nvSpPr>
            <p:cNvPr id="111653" name="直接连接符 111652"/>
            <p:cNvSpPr/>
            <p:nvPr>
              <p:custDataLst>
                <p:tags r:id="rId22"/>
              </p:custDataLst>
            </p:nvPr>
          </p:nvSpPr>
          <p:spPr>
            <a:xfrm>
              <a:off x="960" y="3120"/>
              <a:ext cx="624" cy="0"/>
            </a:xfrm>
            <a:prstGeom prst="line">
              <a:avLst/>
            </a:prstGeom>
            <a:ln w="28575" cap="sq" cmpd="sng">
              <a:solidFill>
                <a:schemeClr val="accent1"/>
              </a:solidFill>
              <a:prstDash val="solid"/>
              <a:headEnd type="none" w="med" len="med"/>
              <a:tailEnd type="none" w="med" len="med"/>
            </a:ln>
          </p:spPr>
        </p:sp>
        <p:sp>
          <p:nvSpPr>
            <p:cNvPr id="111654" name="直接连接符 111653"/>
            <p:cNvSpPr/>
            <p:nvPr>
              <p:custDataLst>
                <p:tags r:id="rId23"/>
              </p:custDataLst>
            </p:nvPr>
          </p:nvSpPr>
          <p:spPr>
            <a:xfrm>
              <a:off x="960" y="3446"/>
              <a:ext cx="624" cy="0"/>
            </a:xfrm>
            <a:prstGeom prst="line">
              <a:avLst/>
            </a:prstGeom>
            <a:ln w="28575" cap="sq" cmpd="sng">
              <a:solidFill>
                <a:schemeClr val="accent1"/>
              </a:solidFill>
              <a:prstDash val="solid"/>
              <a:headEnd type="none" w="med" len="med"/>
              <a:tailEnd type="none" w="med" len="med"/>
            </a:ln>
          </p:spPr>
        </p:sp>
        <p:sp>
          <p:nvSpPr>
            <p:cNvPr id="111655" name="直接连接符 111654"/>
            <p:cNvSpPr/>
            <p:nvPr>
              <p:custDataLst>
                <p:tags r:id="rId24"/>
              </p:custDataLst>
            </p:nvPr>
          </p:nvSpPr>
          <p:spPr>
            <a:xfrm>
              <a:off x="960" y="3120"/>
              <a:ext cx="0" cy="326"/>
            </a:xfrm>
            <a:prstGeom prst="line">
              <a:avLst/>
            </a:prstGeom>
            <a:ln w="28575" cap="sq" cmpd="sng">
              <a:solidFill>
                <a:schemeClr val="accent1"/>
              </a:solidFill>
              <a:prstDash val="solid"/>
              <a:headEnd type="none" w="med" len="med"/>
              <a:tailEnd type="none" w="med" len="med"/>
            </a:ln>
          </p:spPr>
        </p:sp>
        <p:sp>
          <p:nvSpPr>
            <p:cNvPr id="111656" name="直接连接符 111655"/>
            <p:cNvSpPr/>
            <p:nvPr>
              <p:custDataLst>
                <p:tags r:id="rId25"/>
              </p:custDataLst>
            </p:nvPr>
          </p:nvSpPr>
          <p:spPr>
            <a:xfrm>
              <a:off x="1272" y="3120"/>
              <a:ext cx="0" cy="326"/>
            </a:xfrm>
            <a:prstGeom prst="line">
              <a:avLst/>
            </a:prstGeom>
            <a:ln w="12700" cap="flat" cmpd="sng">
              <a:solidFill>
                <a:schemeClr val="accent1"/>
              </a:solidFill>
              <a:prstDash val="solid"/>
              <a:headEnd type="none" w="med" len="med"/>
              <a:tailEnd type="none" w="med" len="med"/>
            </a:ln>
          </p:spPr>
        </p:sp>
        <p:sp>
          <p:nvSpPr>
            <p:cNvPr id="111657" name="直接连接符 111656"/>
            <p:cNvSpPr/>
            <p:nvPr>
              <p:custDataLst>
                <p:tags r:id="rId26"/>
              </p:custDataLst>
            </p:nvPr>
          </p:nvSpPr>
          <p:spPr>
            <a:xfrm>
              <a:off x="1584" y="3120"/>
              <a:ext cx="0" cy="326"/>
            </a:xfrm>
            <a:prstGeom prst="line">
              <a:avLst/>
            </a:prstGeom>
            <a:ln w="28575" cap="sq" cmpd="sng">
              <a:solidFill>
                <a:schemeClr val="accent1"/>
              </a:solidFill>
              <a:prstDash val="solid"/>
              <a:headEnd type="none" w="med" len="med"/>
              <a:tailEnd type="none" w="med" len="med"/>
            </a:ln>
          </p:spPr>
        </p:sp>
      </p:grpSp>
      <p:grpSp>
        <p:nvGrpSpPr>
          <p:cNvPr id="48153" name="组合 111744"/>
          <p:cNvGrpSpPr/>
          <p:nvPr/>
        </p:nvGrpSpPr>
        <p:grpSpPr>
          <a:xfrm>
            <a:off x="2743200" y="2819400"/>
            <a:ext cx="533400" cy="827088"/>
            <a:chOff x="1728" y="1776"/>
            <a:chExt cx="336" cy="521"/>
          </a:xfrm>
        </p:grpSpPr>
        <p:sp>
          <p:nvSpPr>
            <p:cNvPr id="48154" name="文本框 111700"/>
            <p:cNvSpPr txBox="1"/>
            <p:nvPr>
              <p:custDataLst>
                <p:tags r:id="rId27"/>
              </p:custDataLst>
            </p:nvPr>
          </p:nvSpPr>
          <p:spPr>
            <a:xfrm>
              <a:off x="1728" y="1968"/>
              <a:ext cx="336" cy="329"/>
            </a:xfrm>
            <a:prstGeom prst="rect">
              <a:avLst/>
            </a:prstGeom>
            <a:noFill/>
            <a:ln w="9525">
              <a:noFill/>
            </a:ln>
          </p:spPr>
          <p:txBody>
            <a:bodyPr wrap="square" anchor="t" anchorCtr="0"/>
            <a:p>
              <a:pPr>
                <a:spcBef>
                  <a:spcPct val="50000"/>
                </a:spcBef>
              </a:pPr>
              <a:r>
                <a:rPr lang="en-US" altLang="zh-CN" sz="2800" b="1">
                  <a:solidFill>
                    <a:schemeClr val="tx1"/>
                  </a:solidFill>
                  <a:latin typeface="+mn-lt"/>
                  <a:ea typeface="+mn-ea"/>
                </a:rPr>
                <a:t>q</a:t>
              </a:r>
              <a:endParaRPr lang="en-US" altLang="zh-CN" sz="2800" b="1">
                <a:solidFill>
                  <a:schemeClr val="tx1"/>
                </a:solidFill>
                <a:latin typeface="+mn-lt"/>
                <a:ea typeface="+mn-ea"/>
              </a:endParaRPr>
            </a:p>
          </p:txBody>
        </p:sp>
        <p:sp>
          <p:nvSpPr>
            <p:cNvPr id="48155" name="直接连接符 111702"/>
            <p:cNvSpPr/>
            <p:nvPr>
              <p:custDataLst>
                <p:tags r:id="rId28"/>
              </p:custDataLst>
            </p:nvPr>
          </p:nvSpPr>
          <p:spPr>
            <a:xfrm flipV="1">
              <a:off x="1824" y="1776"/>
              <a:ext cx="0" cy="240"/>
            </a:xfrm>
            <a:prstGeom prst="line">
              <a:avLst/>
            </a:prstGeom>
            <a:ln w="28575" cap="flat" cmpd="sng">
              <a:solidFill>
                <a:schemeClr val="tx1"/>
              </a:solidFill>
              <a:prstDash val="solid"/>
              <a:round/>
              <a:headEnd type="none" w="med" len="med"/>
              <a:tailEnd type="triangle" w="med" len="med"/>
            </a:ln>
          </p:spPr>
        </p:sp>
      </p:grpSp>
      <p:sp>
        <p:nvSpPr>
          <p:cNvPr id="48156" name="直接连接符 111703"/>
          <p:cNvSpPr/>
          <p:nvPr>
            <p:custDataLst>
              <p:tags r:id="rId29"/>
            </p:custDataLst>
          </p:nvPr>
        </p:nvSpPr>
        <p:spPr>
          <a:xfrm>
            <a:off x="4876800" y="2514600"/>
            <a:ext cx="762000" cy="0"/>
          </a:xfrm>
          <a:prstGeom prst="line">
            <a:avLst/>
          </a:prstGeom>
          <a:ln w="19050" cap="flat" cmpd="sng">
            <a:solidFill>
              <a:schemeClr val="tx1"/>
            </a:solidFill>
            <a:prstDash val="solid"/>
            <a:round/>
            <a:headEnd type="none" w="med" len="med"/>
            <a:tailEnd type="triangle" w="med" len="med"/>
          </a:ln>
        </p:spPr>
      </p:sp>
      <p:grpSp>
        <p:nvGrpSpPr>
          <p:cNvPr id="48157" name="组合 111746"/>
          <p:cNvGrpSpPr/>
          <p:nvPr/>
        </p:nvGrpSpPr>
        <p:grpSpPr>
          <a:xfrm>
            <a:off x="4038600" y="2819400"/>
            <a:ext cx="533400" cy="903288"/>
            <a:chOff x="2544" y="1776"/>
            <a:chExt cx="336" cy="569"/>
          </a:xfrm>
        </p:grpSpPr>
        <p:sp>
          <p:nvSpPr>
            <p:cNvPr id="48158" name="文本框 111741"/>
            <p:cNvSpPr txBox="1"/>
            <p:nvPr>
              <p:custDataLst>
                <p:tags r:id="rId30"/>
              </p:custDataLst>
            </p:nvPr>
          </p:nvSpPr>
          <p:spPr>
            <a:xfrm>
              <a:off x="2544" y="2016"/>
              <a:ext cx="336" cy="329"/>
            </a:xfrm>
            <a:prstGeom prst="rect">
              <a:avLst/>
            </a:prstGeom>
            <a:noFill/>
            <a:ln w="9525">
              <a:noFill/>
            </a:ln>
          </p:spPr>
          <p:txBody>
            <a:bodyPr wrap="square" anchor="t" anchorCtr="0"/>
            <a:p>
              <a:pPr algn="ctr">
                <a:spcBef>
                  <a:spcPct val="50000"/>
                </a:spcBef>
              </a:pPr>
              <a:r>
                <a:rPr lang="en-US" altLang="zh-CN" sz="2800" b="1">
                  <a:solidFill>
                    <a:schemeClr val="tx1"/>
                  </a:solidFill>
                  <a:latin typeface="+mn-lt"/>
                  <a:ea typeface="+mn-ea"/>
                </a:rPr>
                <a:t>p</a:t>
              </a:r>
              <a:endParaRPr lang="en-US" altLang="zh-CN" sz="2800" b="1">
                <a:solidFill>
                  <a:schemeClr val="tx1"/>
                </a:solidFill>
                <a:latin typeface="+mn-lt"/>
                <a:ea typeface="+mn-ea"/>
              </a:endParaRPr>
            </a:p>
          </p:txBody>
        </p:sp>
        <p:sp>
          <p:nvSpPr>
            <p:cNvPr id="48159" name="直接连接符 111742"/>
            <p:cNvSpPr/>
            <p:nvPr>
              <p:custDataLst>
                <p:tags r:id="rId31"/>
              </p:custDataLst>
            </p:nvPr>
          </p:nvSpPr>
          <p:spPr>
            <a:xfrm flipV="1">
              <a:off x="2688" y="1776"/>
              <a:ext cx="0" cy="336"/>
            </a:xfrm>
            <a:prstGeom prst="line">
              <a:avLst/>
            </a:prstGeom>
            <a:ln w="38100" cap="flat" cmpd="sng">
              <a:solidFill>
                <a:schemeClr val="accent2"/>
              </a:solidFill>
              <a:prstDash val="solid"/>
              <a:round/>
              <a:headEnd type="none" w="med" len="med"/>
              <a:tailEnd type="triangle" w="med" len="med"/>
            </a:ln>
          </p:spPr>
        </p:sp>
      </p:grpSp>
      <p:sp>
        <p:nvSpPr>
          <p:cNvPr id="48160" name="直接连接符 111745"/>
          <p:cNvSpPr/>
          <p:nvPr>
            <p:custDataLst>
              <p:tags r:id="rId32"/>
            </p:custDataLst>
          </p:nvPr>
        </p:nvSpPr>
        <p:spPr>
          <a:xfrm>
            <a:off x="3429000" y="2514600"/>
            <a:ext cx="762000" cy="0"/>
          </a:xfrm>
          <a:prstGeom prst="line">
            <a:avLst/>
          </a:prstGeom>
          <a:ln w="19050" cap="flat" cmpd="sng">
            <a:solidFill>
              <a:schemeClr val="tx1"/>
            </a:solidFill>
            <a:prstDash val="solid"/>
            <a:round/>
            <a:headEnd type="none" w="med" len="med"/>
            <a:tailEnd type="triangle" w="med" len="med"/>
          </a:ln>
        </p:spPr>
      </p:sp>
      <p:cxnSp>
        <p:nvCxnSpPr>
          <p:cNvPr id="111749" name="肘形连接符 111748"/>
          <p:cNvCxnSpPr>
            <a:stCxn id="111627" idx="0"/>
          </p:cNvCxnSpPr>
          <p:nvPr>
            <p:custDataLst>
              <p:tags r:id="rId33"/>
            </p:custDataLst>
          </p:nvPr>
        </p:nvCxnSpPr>
        <p:spPr>
          <a:xfrm rot="16200000">
            <a:off x="4535488" y="1122363"/>
            <a:ext cx="53975" cy="2152650"/>
          </a:xfrm>
          <a:prstGeom prst="bentConnector2">
            <a:avLst/>
          </a:prstGeom>
          <a:ln w="38100" cap="flat" cmpd="sng">
            <a:solidFill>
              <a:schemeClr val="accent3"/>
            </a:solidFill>
            <a:prstDash val="solid"/>
            <a:miter/>
            <a:headEnd type="none" w="med" len="med"/>
            <a:tailEnd type="triangle" w="med" len="med"/>
          </a:ln>
        </p:spPr>
      </p:cxnSp>
      <p:grpSp>
        <p:nvGrpSpPr>
          <p:cNvPr id="48162" name="组合 111750"/>
          <p:cNvGrpSpPr/>
          <p:nvPr/>
        </p:nvGrpSpPr>
        <p:grpSpPr>
          <a:xfrm>
            <a:off x="3810000" y="2362200"/>
            <a:ext cx="228600" cy="304800"/>
            <a:chOff x="2736" y="2784"/>
            <a:chExt cx="96" cy="144"/>
          </a:xfrm>
        </p:grpSpPr>
        <p:sp>
          <p:nvSpPr>
            <p:cNvPr id="48163" name="直接连接符 111751"/>
            <p:cNvSpPr/>
            <p:nvPr>
              <p:custDataLst>
                <p:tags r:id="rId34"/>
              </p:custDataLst>
            </p:nvPr>
          </p:nvSpPr>
          <p:spPr>
            <a:xfrm>
              <a:off x="2736" y="2784"/>
              <a:ext cx="96" cy="144"/>
            </a:xfrm>
            <a:prstGeom prst="line">
              <a:avLst/>
            </a:prstGeom>
            <a:ln w="38100" cap="flat" cmpd="sng">
              <a:solidFill>
                <a:schemeClr val="accent2"/>
              </a:solidFill>
              <a:prstDash val="solid"/>
              <a:round/>
              <a:headEnd type="none" w="med" len="med"/>
              <a:tailEnd type="none" w="med" len="med"/>
            </a:ln>
          </p:spPr>
        </p:sp>
        <p:sp>
          <p:nvSpPr>
            <p:cNvPr id="48164" name="直接连接符 111752"/>
            <p:cNvSpPr/>
            <p:nvPr/>
          </p:nvSpPr>
          <p:spPr>
            <a:xfrm flipH="1">
              <a:off x="2736" y="2784"/>
              <a:ext cx="96" cy="144"/>
            </a:xfrm>
            <a:prstGeom prst="line">
              <a:avLst/>
            </a:prstGeom>
            <a:ln w="38100" cap="flat" cmpd="sng">
              <a:solidFill>
                <a:schemeClr val="accent2"/>
              </a:solidFill>
              <a:prstDash val="solid"/>
              <a:round/>
              <a:headEnd type="none" w="med" len="med"/>
              <a:tailEnd type="none" w="med" len="med"/>
            </a:ln>
          </p:spPr>
        </p:sp>
      </p:grpSp>
      <p:grpSp>
        <p:nvGrpSpPr>
          <p:cNvPr id="48165" name="组合 111753"/>
          <p:cNvGrpSpPr/>
          <p:nvPr/>
        </p:nvGrpSpPr>
        <p:grpSpPr>
          <a:xfrm>
            <a:off x="5181600" y="2362200"/>
            <a:ext cx="228600" cy="304800"/>
            <a:chOff x="2736" y="2784"/>
            <a:chExt cx="96" cy="144"/>
          </a:xfrm>
        </p:grpSpPr>
        <p:sp>
          <p:nvSpPr>
            <p:cNvPr id="48166" name="直接连接符 111754"/>
            <p:cNvSpPr/>
            <p:nvPr>
              <p:custDataLst>
                <p:tags r:id="rId35"/>
              </p:custDataLst>
            </p:nvPr>
          </p:nvSpPr>
          <p:spPr>
            <a:xfrm>
              <a:off x="2736" y="2784"/>
              <a:ext cx="96" cy="144"/>
            </a:xfrm>
            <a:prstGeom prst="line">
              <a:avLst/>
            </a:prstGeom>
            <a:ln w="38100" cap="flat" cmpd="sng">
              <a:solidFill>
                <a:schemeClr val="accent2"/>
              </a:solidFill>
              <a:prstDash val="solid"/>
              <a:round/>
              <a:headEnd type="none" w="med" len="med"/>
              <a:tailEnd type="none" w="med" len="med"/>
            </a:ln>
          </p:spPr>
        </p:sp>
        <p:sp>
          <p:nvSpPr>
            <p:cNvPr id="48167" name="直接连接符 111755"/>
            <p:cNvSpPr/>
            <p:nvPr/>
          </p:nvSpPr>
          <p:spPr>
            <a:xfrm flipH="1">
              <a:off x="2736" y="2784"/>
              <a:ext cx="96" cy="144"/>
            </a:xfrm>
            <a:prstGeom prst="line">
              <a:avLst/>
            </a:prstGeom>
            <a:ln w="38100" cap="flat" cmpd="sng">
              <a:solidFill>
                <a:schemeClr val="accent2"/>
              </a:solidFill>
              <a:prstDash val="solid"/>
              <a:round/>
              <a:headEnd type="none" w="med" len="med"/>
              <a:tailEnd type="none" w="med" len="med"/>
            </a:ln>
          </p:spPr>
        </p:sp>
      </p:grpSp>
      <p:sp>
        <p:nvSpPr>
          <p:cNvPr id="48168" name="标题 1"/>
          <p:cNvSpPr>
            <a:spLocks noGrp="1"/>
          </p:cNvSpPr>
          <p:nvPr>
            <p:ph type="title"/>
            <p:custDataLst>
              <p:tags r:id="rId36"/>
            </p:custDataLst>
          </p:nvPr>
        </p:nvSpPr>
        <p:spPr/>
        <p:txBody>
          <a:bodyPr vert="horz" wrap="square" lIns="0" tIns="0" rIns="0" bIns="0" rtlCol="0" anchor="b" anchorCtr="0">
            <a:normAutofit/>
          </a:bodyPr>
          <a:lstStyle/>
          <a:p>
            <a:pPr lvl="0" algn="l">
              <a:buClrTx/>
              <a:buSzTx/>
              <a:buFontTx/>
            </a:pPr>
            <a:r>
              <a:rPr lang="zh-CN" altLang="en-US">
                <a:sym typeface="+mn-ea"/>
              </a:rPr>
              <a:t>单链表的删除运算</a:t>
            </a:r>
            <a:endParaRPr lang="zh-CN" altLang="en-US">
              <a:sym typeface="+mn-ea"/>
            </a:endParaRPr>
          </a:p>
        </p:txBody>
      </p:sp>
    </p:spTree>
    <p:custDataLst>
      <p:tags r:id="rId37"/>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5538" name="文本框 65537"/>
          <p:cNvSpPr txBox="1"/>
          <p:nvPr>
            <p:custDataLst>
              <p:tags r:id="rId2"/>
            </p:custDataLst>
          </p:nvPr>
        </p:nvSpPr>
        <p:spPr>
          <a:xfrm>
            <a:off x="628650" y="1881188"/>
            <a:ext cx="7886700" cy="3609975"/>
          </a:xfrm>
          <a:prstGeom prst="rect">
            <a:avLst/>
          </a:prstGeom>
          <a:noFill/>
          <a:ln w="9525">
            <a:noFill/>
          </a:ln>
        </p:spPr>
        <p:txBody>
          <a:bodyPr wrap="square">
            <a:normAutofit fontScale="60000"/>
          </a:bodyPr>
          <a:p>
            <a:pPr indent="636905">
              <a:lnSpc>
                <a:spcPct val="85000"/>
              </a:lnSpc>
            </a:pPr>
            <a:r>
              <a:rPr lang="en-US" altLang="zh-CN" sz="2800" b="1" noProof="1">
                <a:solidFill>
                  <a:schemeClr val="tx1"/>
                </a:solidFill>
                <a:latin typeface="+mn-lt"/>
                <a:ea typeface="+mn-ea"/>
                <a:cs typeface="+mn-cs"/>
              </a:rPr>
              <a:t>void delete(NODE *head,</a:t>
            </a:r>
            <a:r>
              <a:rPr lang="en-US" altLang="zh-CN" sz="2800" b="1" noProof="1" err="1">
                <a:solidFill>
                  <a:schemeClr val="tx1"/>
                </a:solidFill>
                <a:latin typeface="+mn-lt"/>
                <a:ea typeface="+mn-ea"/>
                <a:cs typeface="+mn-cs"/>
              </a:rPr>
              <a:t>int</a:t>
            </a:r>
            <a:r>
              <a:rPr lang="en-US" altLang="zh-CN" sz="2800" b="1" noProof="1">
                <a:solidFill>
                  <a:schemeClr val="tx1"/>
                </a:solidFill>
                <a:latin typeface="+mn-lt"/>
                <a:ea typeface="+mn-ea"/>
                <a:cs typeface="+mn-cs"/>
              </a:rPr>
              <a:t> x) </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删除链表中的给定元素</a:t>
            </a:r>
            <a:r>
              <a:rPr lang="en-US" altLang="zh-CN" sz="2800" b="1" noProof="1">
                <a:solidFill>
                  <a:schemeClr val="tx1"/>
                </a:solidFill>
                <a:latin typeface="+mn-lt"/>
                <a:ea typeface="+mn-ea"/>
                <a:cs typeface="+mn-cs"/>
              </a:rPr>
              <a:t>x*/</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NODE *p,*q;</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q=head;</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p=q-&gt;next;</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while((p!=NULL)&amp;&amp;(p-&gt;data!=x)) </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	/*</a:t>
            </a:r>
            <a:r>
              <a:rPr lang="zh-CN" altLang="en-US" sz="2800" b="1" noProof="1" dirty="0">
                <a:solidFill>
                  <a:schemeClr val="tx1"/>
                </a:solidFill>
                <a:latin typeface="+mn-lt"/>
                <a:ea typeface="+mn-ea"/>
                <a:cs typeface="+mn-cs"/>
              </a:rPr>
              <a:t>查找要删除的元素</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   {  </a:t>
            </a:r>
            <a:r>
              <a:rPr lang="en-US" altLang="zh-CN" sz="2800" b="1" noProof="1">
                <a:solidFill>
                  <a:schemeClr val="tx1"/>
                </a:solidFill>
                <a:latin typeface="+mn-lt"/>
                <a:ea typeface="+mn-ea"/>
                <a:cs typeface="+mn-cs"/>
              </a:rPr>
              <a:t>q=p;     p=p-&gt;next;   }</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if(p==NULL) 	/*x</a:t>
            </a:r>
            <a:r>
              <a:rPr lang="zh-CN" altLang="en-US" sz="2800" b="1" noProof="1" dirty="0">
                <a:solidFill>
                  <a:schemeClr val="tx1"/>
                </a:solidFill>
                <a:latin typeface="+mn-lt"/>
                <a:ea typeface="+mn-ea"/>
                <a:cs typeface="+mn-cs"/>
              </a:rPr>
              <a:t>结点未找到</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       </a:t>
            </a:r>
            <a:r>
              <a:rPr lang="en-US" altLang="zh-CN" sz="2800" b="1" noProof="1" err="1">
                <a:solidFill>
                  <a:schemeClr val="tx1"/>
                </a:solidFill>
                <a:latin typeface="+mn-lt"/>
                <a:ea typeface="+mn-ea"/>
                <a:cs typeface="+mn-cs"/>
              </a:rPr>
              <a:t>printf</a:t>
            </a:r>
            <a:r>
              <a:rPr lang="en-US" altLang="zh-CN" sz="2800" b="1" noProof="1">
                <a:solidFill>
                  <a:schemeClr val="tx1"/>
                </a:solidFill>
                <a:latin typeface="+mn-lt"/>
                <a:ea typeface="+mn-ea"/>
                <a:cs typeface="+mn-cs"/>
              </a:rPr>
              <a:t>("%d not found.\n",x);</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else</a:t>
            </a:r>
            <a:endParaRPr lang="en-US" altLang="zh-CN" sz="2800" b="1" noProof="1">
              <a:solidFill>
                <a:schemeClr val="tx1"/>
              </a:solidFill>
              <a:latin typeface="+mn-lt"/>
              <a:ea typeface="+mn-ea"/>
            </a:endParaRPr>
          </a:p>
          <a:p>
            <a:pPr indent="636905">
              <a:lnSpc>
                <a:spcPct val="85000"/>
              </a:lnSpc>
            </a:pPr>
            <a:r>
              <a:rPr lang="en-US" altLang="zh-CN" sz="2800" b="1" noProof="1">
                <a:solidFill>
                  <a:schemeClr val="tx1"/>
                </a:solidFill>
                <a:latin typeface="+mn-lt"/>
                <a:ea typeface="+mn-ea"/>
                <a:cs typeface="+mn-cs"/>
              </a:rPr>
              <a:t>   {   q-&gt;next=p-&gt;next; /*</a:t>
            </a:r>
            <a:r>
              <a:rPr lang="zh-CN" altLang="en-US" sz="2800" b="1" noProof="1" dirty="0">
                <a:solidFill>
                  <a:schemeClr val="tx1"/>
                </a:solidFill>
                <a:latin typeface="+mn-lt"/>
                <a:ea typeface="+mn-ea"/>
                <a:cs typeface="+mn-cs"/>
              </a:rPr>
              <a:t>链接</a:t>
            </a:r>
            <a:r>
              <a:rPr lang="en-US" altLang="zh-CN" sz="2800" b="1" noProof="1">
                <a:solidFill>
                  <a:schemeClr val="tx1"/>
                </a:solidFill>
                <a:latin typeface="+mn-lt"/>
                <a:ea typeface="+mn-ea"/>
                <a:cs typeface="+mn-cs"/>
              </a:rPr>
              <a:t>x</a:t>
            </a:r>
            <a:r>
              <a:rPr lang="zh-CN" altLang="en-US" sz="2800" b="1" noProof="1" dirty="0">
                <a:solidFill>
                  <a:schemeClr val="tx1"/>
                </a:solidFill>
                <a:latin typeface="+mn-lt"/>
                <a:ea typeface="+mn-ea"/>
                <a:cs typeface="+mn-cs"/>
              </a:rPr>
              <a:t>直接后继结点</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free(p); 	/*</a:t>
            </a:r>
            <a:r>
              <a:rPr lang="zh-CN" altLang="en-US" sz="2800" b="1" noProof="1" dirty="0">
                <a:solidFill>
                  <a:schemeClr val="tx1"/>
                </a:solidFill>
                <a:latin typeface="+mn-lt"/>
                <a:ea typeface="+mn-ea"/>
                <a:cs typeface="+mn-cs"/>
              </a:rPr>
              <a:t>删除</a:t>
            </a:r>
            <a:r>
              <a:rPr lang="en-US" altLang="zh-CN" sz="2800" b="1" noProof="1">
                <a:solidFill>
                  <a:schemeClr val="tx1"/>
                </a:solidFill>
                <a:latin typeface="+mn-lt"/>
                <a:ea typeface="+mn-ea"/>
                <a:cs typeface="+mn-cs"/>
              </a:rPr>
              <a:t>x</a:t>
            </a:r>
            <a:r>
              <a:rPr lang="zh-CN" altLang="en-US" sz="2800" b="1" noProof="1" dirty="0">
                <a:solidFill>
                  <a:schemeClr val="tx1"/>
                </a:solidFill>
                <a:latin typeface="+mn-lt"/>
                <a:ea typeface="+mn-ea"/>
                <a:cs typeface="+mn-cs"/>
              </a:rPr>
              <a:t>结点，释放</a:t>
            </a:r>
            <a:r>
              <a:rPr lang="en-US" altLang="zh-CN" sz="2800" b="1" noProof="1">
                <a:solidFill>
                  <a:schemeClr val="tx1"/>
                </a:solidFill>
                <a:latin typeface="+mn-lt"/>
                <a:ea typeface="+mn-ea"/>
                <a:cs typeface="+mn-cs"/>
              </a:rPr>
              <a:t>x</a:t>
            </a:r>
            <a:r>
              <a:rPr lang="zh-CN" altLang="en-US" sz="2800" b="1" noProof="1" dirty="0">
                <a:solidFill>
                  <a:schemeClr val="tx1"/>
                </a:solidFill>
                <a:latin typeface="+mn-lt"/>
                <a:ea typeface="+mn-ea"/>
                <a:cs typeface="+mn-cs"/>
              </a:rPr>
              <a:t>结点空间</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pPr indent="636905">
              <a:lnSpc>
                <a:spcPct val="85000"/>
              </a:lnSpc>
            </a:pP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cs typeface="+mn-cs"/>
            </a:endParaRPr>
          </a:p>
        </p:txBody>
      </p:sp>
      <p:sp>
        <p:nvSpPr>
          <p:cNvPr id="49154" name="标题 2"/>
          <p:cNvSpPr>
            <a:spLocks noGrp="1"/>
          </p:cNvSpPr>
          <p:nvPr>
            <p:ph type="title"/>
            <p:custDataLst>
              <p:tags r:id="rId3"/>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4514" name="文本框 64513"/>
          <p:cNvSpPr txBox="1"/>
          <p:nvPr>
            <p:custDataLst>
              <p:tags r:id="rId2"/>
            </p:custDataLst>
          </p:nvPr>
        </p:nvSpPr>
        <p:spPr>
          <a:xfrm>
            <a:off x="457200" y="990600"/>
            <a:ext cx="43434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5. </a:t>
            </a:r>
            <a:r>
              <a:rPr lang="zh-CN" altLang="en-US" sz="2800" b="1" noProof="1" dirty="0">
                <a:solidFill>
                  <a:schemeClr val="accent1">
                    <a:lumMod val="50000"/>
                  </a:schemeClr>
                </a:solidFill>
                <a:latin typeface="+mn-lt"/>
                <a:ea typeface="+mn-ea"/>
                <a:cs typeface="+mn-cs"/>
              </a:rPr>
              <a:t>输出单链表</a:t>
            </a:r>
            <a:endParaRPr lang="zh-CN" altLang="en-US" sz="2800" b="1" noProof="1" dirty="0">
              <a:solidFill>
                <a:schemeClr val="accent1">
                  <a:lumMod val="50000"/>
                </a:schemeClr>
              </a:solidFill>
              <a:latin typeface="+mn-lt"/>
              <a:ea typeface="+mn-ea"/>
              <a:cs typeface="+mn-cs"/>
            </a:endParaRPr>
          </a:p>
        </p:txBody>
      </p:sp>
      <p:sp>
        <p:nvSpPr>
          <p:cNvPr id="64515" name="文本框 64514"/>
          <p:cNvSpPr txBox="1"/>
          <p:nvPr>
            <p:custDataLst>
              <p:tags r:id="rId3"/>
            </p:custDataLst>
          </p:nvPr>
        </p:nvSpPr>
        <p:spPr>
          <a:xfrm>
            <a:off x="609600" y="1524000"/>
            <a:ext cx="7620000" cy="9525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若要将单链表按其逻辑顺序输出，就必须从头到尾访问单链表中的每一个结点。</a:t>
            </a:r>
            <a:endParaRPr lang="zh-CN" altLang="en-US" sz="2000" b="1" dirty="0">
              <a:solidFill>
                <a:schemeClr val="tx1"/>
              </a:solidFill>
              <a:latin typeface="+mn-lt"/>
              <a:ea typeface="+mn-ea"/>
            </a:endParaRPr>
          </a:p>
        </p:txBody>
      </p:sp>
      <p:sp>
        <p:nvSpPr>
          <p:cNvPr id="64516" name="文本框 64515"/>
          <p:cNvSpPr txBox="1"/>
          <p:nvPr>
            <p:custDataLst>
              <p:tags r:id="rId4"/>
            </p:custDataLst>
          </p:nvPr>
        </p:nvSpPr>
        <p:spPr>
          <a:xfrm>
            <a:off x="381000" y="2362200"/>
            <a:ext cx="8763000" cy="3968750"/>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void print(NODE *head)  /*</a:t>
            </a:r>
            <a:r>
              <a:rPr lang="zh-CN" altLang="en-US" sz="2000" b="1" dirty="0">
                <a:solidFill>
                  <a:schemeClr val="tx1"/>
                </a:solidFill>
                <a:latin typeface="+mn-lt"/>
                <a:ea typeface="+mn-ea"/>
              </a:rPr>
              <a:t>输出单向链表各元素</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a:solidFill>
                  <a:schemeClr val="tx1"/>
                </a:solidFill>
                <a:latin typeface="+mn-lt"/>
                <a:ea typeface="+mn-ea"/>
              </a:rPr>
              <a:t>NODE *p;</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p=head-&gt;next;</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printf</a:t>
            </a:r>
            <a:r>
              <a:rPr lang="en-US" altLang="zh-CN" sz="2000" b="1">
                <a:solidFill>
                  <a:schemeClr val="tx1"/>
                </a:solidFill>
                <a:latin typeface="+mn-lt"/>
                <a:ea typeface="+mn-ea"/>
              </a:rPr>
              <a:t>("Output the list:");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while(p!=NULL)</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   </a:t>
            </a:r>
            <a:r>
              <a:rPr lang="en-US" altLang="zh-CN" sz="2000" b="1" err="1">
                <a:solidFill>
                  <a:schemeClr val="tx1"/>
                </a:solidFill>
                <a:latin typeface="+mn-lt"/>
                <a:ea typeface="+mn-ea"/>
              </a:rPr>
              <a:t>printf</a:t>
            </a:r>
            <a:r>
              <a:rPr lang="en-US" altLang="zh-CN" sz="2000" b="1">
                <a:solidFill>
                  <a:schemeClr val="tx1"/>
                </a:solidFill>
                <a:latin typeface="+mn-lt"/>
                <a:ea typeface="+mn-ea"/>
              </a:rPr>
              <a:t>("%3d",p-&gt;data);</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p=p-&gt;next;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50180" name="标题 2"/>
          <p:cNvSpPr>
            <a:spLocks noGrp="1"/>
          </p:cNvSpPr>
          <p:nvPr>
            <p:ph type="title"/>
            <p:custDataLst>
              <p:tags r:id="rId5"/>
            </p:custDataLst>
          </p:nvPr>
        </p:nvSpPr>
        <p:spPr>
          <a:xfrm>
            <a:off x="228600" y="1525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randombar(horizontal)">
                                      <p:cBhvr>
                                        <p:cTn id="7" dur="500"/>
                                        <p:tgtEl>
                                          <p:spTgt spid="6451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randombar(horizontal)">
                                      <p:cBhvr>
                                        <p:cTn id="12"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1201" name="文本框 63489"/>
          <p:cNvSpPr txBox="1"/>
          <p:nvPr>
            <p:custDataLst>
              <p:tags r:id="rId2"/>
            </p:custDataLst>
          </p:nvPr>
        </p:nvSpPr>
        <p:spPr>
          <a:xfrm>
            <a:off x="304800" y="1066800"/>
            <a:ext cx="5181600" cy="366713"/>
          </a:xfrm>
          <a:prstGeom prst="rect">
            <a:avLst/>
          </a:prstGeom>
          <a:noFill/>
          <a:ln w="9525">
            <a:noFill/>
          </a:ln>
        </p:spPr>
        <p:txBody>
          <a:bodyPr anchor="t" anchorCtr="0"/>
          <a:p>
            <a:pPr>
              <a:spcBef>
                <a:spcPct val="20000"/>
              </a:spcBef>
            </a:pPr>
            <a:r>
              <a:rPr lang="en-US" altLang="zh-CN" sz="3200" b="1" dirty="0">
                <a:solidFill>
                  <a:schemeClr val="accent1">
                    <a:lumMod val="50000"/>
                  </a:schemeClr>
                </a:solidFill>
                <a:latin typeface="+mn-lt"/>
                <a:ea typeface="+mn-ea"/>
              </a:rPr>
              <a:t>2.3.3 </a:t>
            </a:r>
            <a:r>
              <a:rPr lang="zh-CN" altLang="en-US" sz="3200" b="1" dirty="0">
                <a:solidFill>
                  <a:schemeClr val="accent1">
                    <a:lumMod val="50000"/>
                  </a:schemeClr>
                </a:solidFill>
                <a:latin typeface="+mn-lt"/>
                <a:ea typeface="+mn-ea"/>
              </a:rPr>
              <a:t>循环链表结构</a:t>
            </a:r>
            <a:endParaRPr lang="zh-CN" altLang="en-US" sz="3200" b="1" dirty="0">
              <a:solidFill>
                <a:schemeClr val="accent1">
                  <a:lumMod val="50000"/>
                </a:schemeClr>
              </a:solidFill>
              <a:latin typeface="+mn-lt"/>
              <a:ea typeface="+mn-ea"/>
            </a:endParaRPr>
          </a:p>
        </p:txBody>
      </p:sp>
      <p:sp>
        <p:nvSpPr>
          <p:cNvPr id="63491" name="文本框 63490"/>
          <p:cNvSpPr txBox="1"/>
          <p:nvPr>
            <p:custDataLst>
              <p:tags r:id="rId3"/>
            </p:custDataLst>
          </p:nvPr>
        </p:nvSpPr>
        <p:spPr>
          <a:xfrm>
            <a:off x="304800" y="1600200"/>
            <a:ext cx="8382000" cy="16764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单链表特点：各个节点之间由一个指针域链接，最后一个节点指针域存放的值为</a:t>
            </a:r>
            <a:r>
              <a:rPr lang="en-US" altLang="zh-CN" sz="2000" b="1">
                <a:solidFill>
                  <a:schemeClr val="tx1"/>
                </a:solidFill>
                <a:latin typeface="+mn-lt"/>
                <a:ea typeface="+mn-ea"/>
              </a:rPr>
              <a:t>NULL</a:t>
            </a:r>
            <a:r>
              <a:rPr lang="zh-CN" altLang="en-US" sz="2000" b="1">
                <a:solidFill>
                  <a:schemeClr val="tx1"/>
                </a:solidFill>
                <a:latin typeface="+mn-lt"/>
                <a:ea typeface="+mn-ea"/>
              </a:rPr>
              <a:t>，</a:t>
            </a:r>
            <a:r>
              <a:rPr lang="zh-CN" altLang="en-US" sz="2000" b="1" dirty="0">
                <a:solidFill>
                  <a:schemeClr val="tx1"/>
                </a:solidFill>
                <a:latin typeface="+mn-lt"/>
                <a:ea typeface="+mn-ea"/>
              </a:rPr>
              <a:t>表示链表的结束。</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如果将单链表最后一个结点的指针指向头结点，使链表形成一个环形，此链表就称为循环链表（</a:t>
            </a:r>
            <a:r>
              <a:rPr lang="en-US" altLang="zh-CN" sz="2000" b="1">
                <a:solidFill>
                  <a:schemeClr val="tx1"/>
                </a:solidFill>
                <a:latin typeface="+mn-lt"/>
                <a:ea typeface="+mn-ea"/>
              </a:rPr>
              <a:t>Circular  Link  List</a:t>
            </a:r>
            <a:r>
              <a:rPr lang="zh-CN" altLang="en-US" sz="2000" b="1">
                <a:solidFill>
                  <a:schemeClr val="tx1"/>
                </a:solidFill>
                <a:latin typeface="+mn-lt"/>
                <a:ea typeface="+mn-ea"/>
              </a:rPr>
              <a:t>）。</a:t>
            </a:r>
            <a:endParaRPr lang="zh-CN" altLang="en-US" sz="2000" b="1">
              <a:solidFill>
                <a:schemeClr val="tx1"/>
              </a:solidFill>
              <a:latin typeface="+mn-lt"/>
              <a:ea typeface="+mn-ea"/>
            </a:endParaRPr>
          </a:p>
        </p:txBody>
      </p:sp>
      <p:grpSp>
        <p:nvGrpSpPr>
          <p:cNvPr id="63494" name="组合 63493"/>
          <p:cNvGrpSpPr/>
          <p:nvPr/>
        </p:nvGrpSpPr>
        <p:grpSpPr>
          <a:xfrm>
            <a:off x="209550" y="3124200"/>
            <a:ext cx="8339138" cy="995363"/>
            <a:chOff x="0" y="2784"/>
            <a:chExt cx="5615" cy="627"/>
          </a:xfrm>
        </p:grpSpPr>
        <p:grpSp>
          <p:nvGrpSpPr>
            <p:cNvPr id="51204" name="组合 63494"/>
            <p:cNvGrpSpPr/>
            <p:nvPr/>
          </p:nvGrpSpPr>
          <p:grpSpPr>
            <a:xfrm>
              <a:off x="0" y="2784"/>
              <a:ext cx="5615" cy="624"/>
              <a:chOff x="0" y="2784"/>
              <a:chExt cx="5615" cy="624"/>
            </a:xfrm>
          </p:grpSpPr>
          <p:grpSp>
            <p:nvGrpSpPr>
              <p:cNvPr id="51205" name="组合 63495"/>
              <p:cNvGrpSpPr/>
              <p:nvPr/>
            </p:nvGrpSpPr>
            <p:grpSpPr>
              <a:xfrm>
                <a:off x="2112" y="3072"/>
                <a:ext cx="672" cy="326"/>
                <a:chOff x="960" y="880"/>
                <a:chExt cx="576" cy="326"/>
              </a:xfrm>
            </p:grpSpPr>
            <p:sp>
              <p:nvSpPr>
                <p:cNvPr id="51206" name="矩形 63496"/>
                <p:cNvSpPr/>
                <p:nvPr>
                  <p:custDataLst>
                    <p:tags r:id="rId4"/>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07" name="矩形 63497"/>
                <p:cNvSpPr/>
                <p:nvPr>
                  <p:custDataLst>
                    <p:tags r:id="rId5"/>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1</a:t>
                  </a:r>
                  <a:endParaRPr lang="en-US" altLang="zh-CN" b="1" baseline="-25000">
                    <a:solidFill>
                      <a:schemeClr val="tx1"/>
                    </a:solidFill>
                    <a:latin typeface="+mn-lt"/>
                    <a:ea typeface="+mn-ea"/>
                  </a:endParaRPr>
                </a:p>
              </p:txBody>
            </p:sp>
            <p:sp>
              <p:nvSpPr>
                <p:cNvPr id="51208" name="直接连接符 63498"/>
                <p:cNvSpPr/>
                <p:nvPr>
                  <p:custDataLst>
                    <p:tags r:id="rId6"/>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51209" name="直接连接符 63499"/>
                <p:cNvSpPr/>
                <p:nvPr>
                  <p:custDataLst>
                    <p:tags r:id="rId7"/>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51210" name="直接连接符 63500"/>
                <p:cNvSpPr/>
                <p:nvPr>
                  <p:custDataLst>
                    <p:tags r:id="rId8"/>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51211" name="直接连接符 63501"/>
                <p:cNvSpPr/>
                <p:nvPr>
                  <p:custDataLst>
                    <p:tags r:id="rId9"/>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51212" name="直接连接符 63502"/>
                <p:cNvSpPr/>
                <p:nvPr>
                  <p:custDataLst>
                    <p:tags r:id="rId10"/>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51213" name="组合 63503"/>
              <p:cNvGrpSpPr/>
              <p:nvPr/>
            </p:nvGrpSpPr>
            <p:grpSpPr>
              <a:xfrm>
                <a:off x="3067" y="3072"/>
                <a:ext cx="672" cy="326"/>
                <a:chOff x="2448" y="3216"/>
                <a:chExt cx="576" cy="326"/>
              </a:xfrm>
            </p:grpSpPr>
            <p:sp>
              <p:nvSpPr>
                <p:cNvPr id="51214" name="矩形 63504"/>
                <p:cNvSpPr/>
                <p:nvPr>
                  <p:custDataLst>
                    <p:tags r:id="rId11"/>
                  </p:custDataLst>
                </p:nvPr>
              </p:nvSpPr>
              <p:spPr>
                <a:xfrm>
                  <a:off x="2736" y="3216"/>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15" name="矩形 63505"/>
                <p:cNvSpPr/>
                <p:nvPr>
                  <p:custDataLst>
                    <p:tags r:id="rId12"/>
                  </p:custDataLst>
                </p:nvPr>
              </p:nvSpPr>
              <p:spPr>
                <a:xfrm>
                  <a:off x="2448" y="3216"/>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2</a:t>
                  </a:r>
                  <a:endParaRPr lang="en-US" altLang="zh-CN" b="1" baseline="-25000">
                    <a:solidFill>
                      <a:schemeClr val="tx1"/>
                    </a:solidFill>
                    <a:latin typeface="+mn-lt"/>
                    <a:ea typeface="+mn-ea"/>
                  </a:endParaRPr>
                </a:p>
              </p:txBody>
            </p:sp>
            <p:sp>
              <p:nvSpPr>
                <p:cNvPr id="51216" name="直接连接符 63506"/>
                <p:cNvSpPr/>
                <p:nvPr>
                  <p:custDataLst>
                    <p:tags r:id="rId13"/>
                  </p:custDataLst>
                </p:nvPr>
              </p:nvSpPr>
              <p:spPr>
                <a:xfrm>
                  <a:off x="2448" y="3216"/>
                  <a:ext cx="576" cy="0"/>
                </a:xfrm>
                <a:prstGeom prst="line">
                  <a:avLst/>
                </a:prstGeom>
                <a:ln w="28575" cap="sq" cmpd="sng">
                  <a:solidFill>
                    <a:schemeClr val="tx1"/>
                  </a:solidFill>
                  <a:prstDash val="solid"/>
                  <a:round/>
                  <a:headEnd type="none" w="med" len="med"/>
                  <a:tailEnd type="none" w="med" len="med"/>
                </a:ln>
              </p:spPr>
            </p:sp>
            <p:sp>
              <p:nvSpPr>
                <p:cNvPr id="51217" name="直接连接符 63507"/>
                <p:cNvSpPr/>
                <p:nvPr>
                  <p:custDataLst>
                    <p:tags r:id="rId14"/>
                  </p:custDataLst>
                </p:nvPr>
              </p:nvSpPr>
              <p:spPr>
                <a:xfrm>
                  <a:off x="2448" y="3542"/>
                  <a:ext cx="576" cy="0"/>
                </a:xfrm>
                <a:prstGeom prst="line">
                  <a:avLst/>
                </a:prstGeom>
                <a:ln w="28575" cap="sq" cmpd="sng">
                  <a:solidFill>
                    <a:schemeClr val="tx1"/>
                  </a:solidFill>
                  <a:prstDash val="solid"/>
                  <a:round/>
                  <a:headEnd type="none" w="med" len="med"/>
                  <a:tailEnd type="none" w="med" len="med"/>
                </a:ln>
              </p:spPr>
            </p:sp>
            <p:sp>
              <p:nvSpPr>
                <p:cNvPr id="51218" name="直接连接符 63508"/>
                <p:cNvSpPr/>
                <p:nvPr>
                  <p:custDataLst>
                    <p:tags r:id="rId15"/>
                  </p:custDataLst>
                </p:nvPr>
              </p:nvSpPr>
              <p:spPr>
                <a:xfrm>
                  <a:off x="2448" y="3216"/>
                  <a:ext cx="0" cy="326"/>
                </a:xfrm>
                <a:prstGeom prst="line">
                  <a:avLst/>
                </a:prstGeom>
                <a:ln w="28575" cap="sq" cmpd="sng">
                  <a:solidFill>
                    <a:schemeClr val="tx1"/>
                  </a:solidFill>
                  <a:prstDash val="solid"/>
                  <a:round/>
                  <a:headEnd type="none" w="med" len="med"/>
                  <a:tailEnd type="none" w="med" len="med"/>
                </a:ln>
              </p:spPr>
            </p:sp>
            <p:sp>
              <p:nvSpPr>
                <p:cNvPr id="51219" name="直接连接符 63509"/>
                <p:cNvSpPr/>
                <p:nvPr>
                  <p:custDataLst>
                    <p:tags r:id="rId16"/>
                  </p:custDataLst>
                </p:nvPr>
              </p:nvSpPr>
              <p:spPr>
                <a:xfrm>
                  <a:off x="2736" y="3216"/>
                  <a:ext cx="0" cy="326"/>
                </a:xfrm>
                <a:prstGeom prst="line">
                  <a:avLst/>
                </a:prstGeom>
                <a:ln w="12700" cap="flat" cmpd="sng">
                  <a:solidFill>
                    <a:schemeClr val="tx1"/>
                  </a:solidFill>
                  <a:prstDash val="solid"/>
                  <a:round/>
                  <a:headEnd type="none" w="med" len="med"/>
                  <a:tailEnd type="none" w="med" len="med"/>
                </a:ln>
              </p:spPr>
            </p:sp>
            <p:sp>
              <p:nvSpPr>
                <p:cNvPr id="51220" name="直接连接符 63510"/>
                <p:cNvSpPr/>
                <p:nvPr>
                  <p:custDataLst>
                    <p:tags r:id="rId17"/>
                  </p:custDataLst>
                </p:nvPr>
              </p:nvSpPr>
              <p:spPr>
                <a:xfrm>
                  <a:off x="3024" y="3216"/>
                  <a:ext cx="0" cy="326"/>
                </a:xfrm>
                <a:prstGeom prst="line">
                  <a:avLst/>
                </a:prstGeom>
                <a:ln w="28575" cap="sq" cmpd="sng">
                  <a:solidFill>
                    <a:schemeClr val="tx1"/>
                  </a:solidFill>
                  <a:prstDash val="solid"/>
                  <a:round/>
                  <a:headEnd type="none" w="med" len="med"/>
                  <a:tailEnd type="none" w="med" len="med"/>
                </a:ln>
              </p:spPr>
            </p:sp>
          </p:grpSp>
          <p:grpSp>
            <p:nvGrpSpPr>
              <p:cNvPr id="51221" name="组合 63511"/>
              <p:cNvGrpSpPr/>
              <p:nvPr/>
            </p:nvGrpSpPr>
            <p:grpSpPr>
              <a:xfrm>
                <a:off x="4939" y="3072"/>
                <a:ext cx="672" cy="326"/>
                <a:chOff x="960" y="880"/>
                <a:chExt cx="576" cy="326"/>
              </a:xfrm>
            </p:grpSpPr>
            <p:sp>
              <p:nvSpPr>
                <p:cNvPr id="51222" name="矩形 63512"/>
                <p:cNvSpPr/>
                <p:nvPr>
                  <p:custDataLst>
                    <p:tags r:id="rId18"/>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23" name="矩形 63513"/>
                <p:cNvSpPr/>
                <p:nvPr>
                  <p:custDataLst>
                    <p:tags r:id="rId19"/>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4</a:t>
                  </a:r>
                  <a:endParaRPr lang="en-US" altLang="zh-CN" b="1" baseline="-25000">
                    <a:solidFill>
                      <a:schemeClr val="tx1"/>
                    </a:solidFill>
                    <a:latin typeface="+mn-lt"/>
                    <a:ea typeface="+mn-ea"/>
                  </a:endParaRPr>
                </a:p>
              </p:txBody>
            </p:sp>
            <p:sp>
              <p:nvSpPr>
                <p:cNvPr id="51224" name="直接连接符 63514"/>
                <p:cNvSpPr/>
                <p:nvPr>
                  <p:custDataLst>
                    <p:tags r:id="rId20"/>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51225" name="直接连接符 63515"/>
                <p:cNvSpPr/>
                <p:nvPr>
                  <p:custDataLst>
                    <p:tags r:id="rId21"/>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51226" name="直接连接符 63516"/>
                <p:cNvSpPr/>
                <p:nvPr>
                  <p:custDataLst>
                    <p:tags r:id="rId22"/>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51227" name="直接连接符 63517"/>
                <p:cNvSpPr/>
                <p:nvPr>
                  <p:custDataLst>
                    <p:tags r:id="rId23"/>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51228" name="直接连接符 63518"/>
                <p:cNvSpPr/>
                <p:nvPr>
                  <p:custDataLst>
                    <p:tags r:id="rId24"/>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grpSp>
            <p:nvGrpSpPr>
              <p:cNvPr id="51229" name="组合 63519"/>
              <p:cNvGrpSpPr/>
              <p:nvPr/>
            </p:nvGrpSpPr>
            <p:grpSpPr>
              <a:xfrm>
                <a:off x="3979" y="3072"/>
                <a:ext cx="672" cy="326"/>
                <a:chOff x="960" y="880"/>
                <a:chExt cx="576" cy="326"/>
              </a:xfrm>
            </p:grpSpPr>
            <p:sp>
              <p:nvSpPr>
                <p:cNvPr id="51230" name="矩形 63520"/>
                <p:cNvSpPr/>
                <p:nvPr>
                  <p:custDataLst>
                    <p:tags r:id="rId25"/>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31" name="矩形 63521"/>
                <p:cNvSpPr/>
                <p:nvPr>
                  <p:custDataLst>
                    <p:tags r:id="rId26"/>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r>
                    <a:rPr lang="en-US" altLang="zh-CN" sz="2800" b="1">
                      <a:solidFill>
                        <a:schemeClr val="tx1"/>
                      </a:solidFill>
                      <a:latin typeface="+mn-lt"/>
                      <a:ea typeface="+mn-ea"/>
                    </a:rPr>
                    <a:t>a</a:t>
                  </a:r>
                  <a:r>
                    <a:rPr lang="en-US" altLang="zh-CN" b="1" baseline="-25000">
                      <a:solidFill>
                        <a:schemeClr val="tx1"/>
                      </a:solidFill>
                      <a:latin typeface="+mn-lt"/>
                      <a:ea typeface="+mn-ea"/>
                    </a:rPr>
                    <a:t>3</a:t>
                  </a:r>
                  <a:endParaRPr lang="en-US" altLang="zh-CN" b="1" baseline="-25000">
                    <a:solidFill>
                      <a:schemeClr val="tx1"/>
                    </a:solidFill>
                    <a:latin typeface="+mn-lt"/>
                    <a:ea typeface="+mn-ea"/>
                  </a:endParaRPr>
                </a:p>
              </p:txBody>
            </p:sp>
            <p:sp>
              <p:nvSpPr>
                <p:cNvPr id="51232" name="直接连接符 63522"/>
                <p:cNvSpPr/>
                <p:nvPr>
                  <p:custDataLst>
                    <p:tags r:id="rId27"/>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51233" name="直接连接符 63523"/>
                <p:cNvSpPr/>
                <p:nvPr>
                  <p:custDataLst>
                    <p:tags r:id="rId28"/>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51234" name="直接连接符 63524"/>
                <p:cNvSpPr/>
                <p:nvPr>
                  <p:custDataLst>
                    <p:tags r:id="rId29"/>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51235" name="直接连接符 63525"/>
                <p:cNvSpPr/>
                <p:nvPr>
                  <p:custDataLst>
                    <p:tags r:id="rId30"/>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51236" name="直接连接符 63526"/>
                <p:cNvSpPr/>
                <p:nvPr>
                  <p:custDataLst>
                    <p:tags r:id="rId31"/>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sp>
            <p:nvSpPr>
              <p:cNvPr id="51237" name="直接连接符 63527"/>
              <p:cNvSpPr/>
              <p:nvPr>
                <p:custDataLst>
                  <p:tags r:id="rId32"/>
                </p:custDataLst>
              </p:nvPr>
            </p:nvSpPr>
            <p:spPr>
              <a:xfrm>
                <a:off x="2635" y="3264"/>
                <a:ext cx="432" cy="0"/>
              </a:xfrm>
              <a:prstGeom prst="line">
                <a:avLst/>
              </a:prstGeom>
              <a:ln w="19050" cap="flat" cmpd="sng">
                <a:solidFill>
                  <a:schemeClr val="tx1"/>
                </a:solidFill>
                <a:prstDash val="solid"/>
                <a:round/>
                <a:headEnd type="none" w="med" len="med"/>
                <a:tailEnd type="triangle" w="med" len="med"/>
              </a:ln>
            </p:spPr>
          </p:sp>
          <p:sp>
            <p:nvSpPr>
              <p:cNvPr id="51238" name="直接连接符 63528"/>
              <p:cNvSpPr/>
              <p:nvPr>
                <p:custDataLst>
                  <p:tags r:id="rId33"/>
                </p:custDataLst>
              </p:nvPr>
            </p:nvSpPr>
            <p:spPr>
              <a:xfrm>
                <a:off x="3547" y="3264"/>
                <a:ext cx="432" cy="0"/>
              </a:xfrm>
              <a:prstGeom prst="line">
                <a:avLst/>
              </a:prstGeom>
              <a:ln w="19050" cap="flat" cmpd="sng">
                <a:solidFill>
                  <a:schemeClr val="tx1"/>
                </a:solidFill>
                <a:prstDash val="solid"/>
                <a:round/>
                <a:headEnd type="none" w="med" len="med"/>
                <a:tailEnd type="triangle" w="med" len="med"/>
              </a:ln>
            </p:spPr>
          </p:sp>
          <p:sp>
            <p:nvSpPr>
              <p:cNvPr id="51239" name="直接连接符 63529"/>
              <p:cNvSpPr/>
              <p:nvPr>
                <p:custDataLst>
                  <p:tags r:id="rId34"/>
                </p:custDataLst>
              </p:nvPr>
            </p:nvSpPr>
            <p:spPr>
              <a:xfrm>
                <a:off x="4459" y="3264"/>
                <a:ext cx="480" cy="0"/>
              </a:xfrm>
              <a:prstGeom prst="line">
                <a:avLst/>
              </a:prstGeom>
              <a:ln w="19050" cap="flat" cmpd="sng">
                <a:solidFill>
                  <a:schemeClr val="tx1"/>
                </a:solidFill>
                <a:prstDash val="solid"/>
                <a:round/>
                <a:headEnd type="none" w="med" len="med"/>
                <a:tailEnd type="triangle" w="med" len="med"/>
              </a:ln>
            </p:spPr>
          </p:sp>
          <p:sp>
            <p:nvSpPr>
              <p:cNvPr id="51240" name="矩形 63530"/>
              <p:cNvSpPr/>
              <p:nvPr>
                <p:custDataLst>
                  <p:tags r:id="rId35"/>
                </p:custDataLst>
              </p:nvPr>
            </p:nvSpPr>
            <p:spPr>
              <a:xfrm>
                <a:off x="5275" y="3072"/>
                <a:ext cx="340" cy="329"/>
              </a:xfrm>
              <a:prstGeom prst="rect">
                <a:avLst/>
              </a:prstGeom>
              <a:noFill/>
              <a:ln w="9525">
                <a:noFill/>
              </a:ln>
            </p:spPr>
            <p:txBody>
              <a:bodyPr wrap="square" anchor="t" anchorCtr="0">
                <a:spAutoFit/>
              </a:bodyPr>
              <a:p>
                <a:r>
                  <a:rPr lang="en-US" altLang="zh-CN" sz="2800" b="1" dirty="0">
                    <a:solidFill>
                      <a:schemeClr val="bg1"/>
                    </a:solidFill>
                    <a:latin typeface="+mn-lt"/>
                    <a:ea typeface="+mn-ea"/>
                  </a:rPr>
                  <a:t>∧</a:t>
                </a:r>
                <a:endParaRPr lang="en-US" altLang="zh-CN" sz="2800" b="1" dirty="0">
                  <a:solidFill>
                    <a:schemeClr val="bg1"/>
                  </a:solidFill>
                  <a:latin typeface="+mn-lt"/>
                  <a:ea typeface="+mn-ea"/>
                </a:endParaRPr>
              </a:p>
            </p:txBody>
          </p:sp>
          <p:sp>
            <p:nvSpPr>
              <p:cNvPr id="51241" name="直接连接符 63531"/>
              <p:cNvSpPr/>
              <p:nvPr>
                <p:custDataLst>
                  <p:tags r:id="rId36"/>
                </p:custDataLst>
              </p:nvPr>
            </p:nvSpPr>
            <p:spPr>
              <a:xfrm>
                <a:off x="816" y="3264"/>
                <a:ext cx="384" cy="0"/>
              </a:xfrm>
              <a:prstGeom prst="line">
                <a:avLst/>
              </a:prstGeom>
              <a:ln w="19050" cap="flat" cmpd="sng">
                <a:solidFill>
                  <a:schemeClr val="tx1"/>
                </a:solidFill>
                <a:prstDash val="solid"/>
                <a:round/>
                <a:headEnd type="none" w="med" len="med"/>
                <a:tailEnd type="triangle" w="med" len="med"/>
              </a:ln>
            </p:spPr>
          </p:sp>
          <p:grpSp>
            <p:nvGrpSpPr>
              <p:cNvPr id="51242" name="组合 63532"/>
              <p:cNvGrpSpPr/>
              <p:nvPr/>
            </p:nvGrpSpPr>
            <p:grpSpPr>
              <a:xfrm>
                <a:off x="576" y="3072"/>
                <a:ext cx="384" cy="336"/>
                <a:chOff x="528" y="1248"/>
                <a:chExt cx="528" cy="288"/>
              </a:xfrm>
            </p:grpSpPr>
            <p:sp>
              <p:nvSpPr>
                <p:cNvPr id="51243" name="矩形 63533"/>
                <p:cNvSpPr/>
                <p:nvPr>
                  <p:custDataLst>
                    <p:tags r:id="rId37"/>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44" name="直接连接符 63534"/>
                <p:cNvSpPr/>
                <p:nvPr>
                  <p:custDataLst>
                    <p:tags r:id="rId38"/>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51245" name="直接连接符 63535"/>
                <p:cNvSpPr/>
                <p:nvPr>
                  <p:custDataLst>
                    <p:tags r:id="rId39"/>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51246" name="直接连接符 63536"/>
                <p:cNvSpPr/>
                <p:nvPr>
                  <p:custDataLst>
                    <p:tags r:id="rId40"/>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51247" name="直接连接符 63537"/>
                <p:cNvSpPr/>
                <p:nvPr>
                  <p:custDataLst>
                    <p:tags r:id="rId41"/>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63539" name="文本框 63538"/>
              <p:cNvSpPr txBox="1"/>
              <p:nvPr>
                <p:custDataLst>
                  <p:tags r:id="rId42"/>
                </p:custDataLst>
              </p:nvPr>
            </p:nvSpPr>
            <p:spPr>
              <a:xfrm>
                <a:off x="0" y="2784"/>
                <a:ext cx="912" cy="368"/>
              </a:xfrm>
              <a:prstGeom prst="rect">
                <a:avLst/>
              </a:prstGeom>
              <a:noFill/>
              <a:ln w="9525">
                <a:noFill/>
              </a:ln>
            </p:spPr>
            <p:txBody>
              <a:bodyPr wrap="square">
                <a:normAutofit fontScale="90000"/>
              </a:bodyPr>
              <a:p>
                <a:pPr>
                  <a:spcBef>
                    <a:spcPct val="50000"/>
                  </a:spcBef>
                </a:pPr>
                <a:r>
                  <a:rPr lang="en-US" altLang="zh-CN" sz="3200" noProof="1">
                    <a:solidFill>
                      <a:schemeClr val="tx1"/>
                    </a:solidFill>
                    <a:latin typeface="+mn-lt"/>
                    <a:ea typeface="+mn-ea"/>
                    <a:cs typeface="+mn-cs"/>
                  </a:rPr>
                  <a:t>Head</a:t>
                </a:r>
                <a:endParaRPr lang="en-US" altLang="zh-CN" sz="3200" noProof="1">
                  <a:solidFill>
                    <a:schemeClr val="tx1"/>
                  </a:solidFill>
                  <a:latin typeface="+mn-lt"/>
                  <a:ea typeface="+mn-ea"/>
                  <a:cs typeface="+mn-cs"/>
                </a:endParaRPr>
              </a:p>
            </p:txBody>
          </p:sp>
        </p:grpSp>
        <p:grpSp>
          <p:nvGrpSpPr>
            <p:cNvPr id="51249" name="组合 63539"/>
            <p:cNvGrpSpPr/>
            <p:nvPr/>
          </p:nvGrpSpPr>
          <p:grpSpPr>
            <a:xfrm>
              <a:off x="1248" y="3072"/>
              <a:ext cx="672" cy="326"/>
              <a:chOff x="960" y="880"/>
              <a:chExt cx="576" cy="326"/>
            </a:xfrm>
          </p:grpSpPr>
          <p:sp>
            <p:nvSpPr>
              <p:cNvPr id="51250" name="矩形 63540"/>
              <p:cNvSpPr/>
              <p:nvPr>
                <p:custDataLst>
                  <p:tags r:id="rId43"/>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51" name="矩形 63541"/>
              <p:cNvSpPr/>
              <p:nvPr>
                <p:custDataLst>
                  <p:tags r:id="rId44"/>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52" name="直接连接符 63542"/>
              <p:cNvSpPr/>
              <p:nvPr>
                <p:custDataLst>
                  <p:tags r:id="rId45"/>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51253" name="直接连接符 63543"/>
              <p:cNvSpPr/>
              <p:nvPr>
                <p:custDataLst>
                  <p:tags r:id="rId46"/>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51254" name="直接连接符 63544"/>
              <p:cNvSpPr/>
              <p:nvPr>
                <p:custDataLst>
                  <p:tags r:id="rId47"/>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51255" name="直接连接符 63545"/>
              <p:cNvSpPr/>
              <p:nvPr>
                <p:custDataLst>
                  <p:tags r:id="rId48"/>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51256" name="直接连接符 63546"/>
              <p:cNvSpPr/>
              <p:nvPr>
                <p:custDataLst>
                  <p:tags r:id="rId49"/>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sp>
          <p:nvSpPr>
            <p:cNvPr id="51257" name="直接连接符 63547"/>
            <p:cNvSpPr/>
            <p:nvPr>
              <p:custDataLst>
                <p:tags r:id="rId50"/>
              </p:custDataLst>
            </p:nvPr>
          </p:nvSpPr>
          <p:spPr>
            <a:xfrm>
              <a:off x="1776" y="3264"/>
              <a:ext cx="384" cy="0"/>
            </a:xfrm>
            <a:prstGeom prst="line">
              <a:avLst/>
            </a:prstGeom>
            <a:ln w="19050" cap="flat" cmpd="sng">
              <a:solidFill>
                <a:schemeClr val="tx1"/>
              </a:solidFill>
              <a:prstDash val="solid"/>
              <a:round/>
              <a:headEnd type="none" w="med" len="med"/>
              <a:tailEnd type="triangle" w="med" len="med"/>
            </a:ln>
          </p:spPr>
        </p:sp>
        <p:cxnSp>
          <p:nvCxnSpPr>
            <p:cNvPr id="51258" name="直接箭头连接符 63548"/>
            <p:cNvCxnSpPr/>
            <p:nvPr>
              <p:custDataLst>
                <p:tags r:id="rId51"/>
              </p:custDataLst>
            </p:nvPr>
          </p:nvCxnSpPr>
          <p:spPr>
            <a:xfrm flipH="1">
              <a:off x="1248" y="3072"/>
              <a:ext cx="288" cy="339"/>
            </a:xfrm>
            <a:prstGeom prst="straightConnector1">
              <a:avLst/>
            </a:prstGeom>
            <a:ln w="19050" cap="flat" cmpd="sng">
              <a:solidFill>
                <a:schemeClr val="tx1"/>
              </a:solidFill>
              <a:prstDash val="solid"/>
              <a:round/>
              <a:headEnd type="none" w="med" len="med"/>
              <a:tailEnd type="none" w="med" len="med"/>
            </a:ln>
          </p:spPr>
        </p:cxnSp>
        <p:cxnSp>
          <p:nvCxnSpPr>
            <p:cNvPr id="51259" name="直接箭头连接符 63549"/>
            <p:cNvCxnSpPr/>
            <p:nvPr>
              <p:custDataLst>
                <p:tags r:id="rId52"/>
              </p:custDataLst>
            </p:nvPr>
          </p:nvCxnSpPr>
          <p:spPr>
            <a:xfrm flipH="1">
              <a:off x="1248" y="3120"/>
              <a:ext cx="144" cy="165"/>
            </a:xfrm>
            <a:prstGeom prst="straightConnector1">
              <a:avLst/>
            </a:prstGeom>
            <a:ln w="19050" cap="flat" cmpd="sng">
              <a:solidFill>
                <a:schemeClr val="tx1"/>
              </a:solidFill>
              <a:prstDash val="solid"/>
              <a:round/>
              <a:headEnd type="none" w="med" len="med"/>
              <a:tailEnd type="none" w="med" len="med"/>
            </a:ln>
          </p:spPr>
        </p:cxnSp>
        <p:cxnSp>
          <p:nvCxnSpPr>
            <p:cNvPr id="51260" name="直接箭头连接符 63550"/>
            <p:cNvCxnSpPr/>
            <p:nvPr>
              <p:custDataLst>
                <p:tags r:id="rId53"/>
              </p:custDataLst>
            </p:nvPr>
          </p:nvCxnSpPr>
          <p:spPr>
            <a:xfrm flipH="1">
              <a:off x="1392" y="3216"/>
              <a:ext cx="144" cy="165"/>
            </a:xfrm>
            <a:prstGeom prst="straightConnector1">
              <a:avLst/>
            </a:prstGeom>
            <a:ln w="19050" cap="flat" cmpd="sng">
              <a:solidFill>
                <a:schemeClr val="tx1"/>
              </a:solidFill>
              <a:prstDash val="solid"/>
              <a:round/>
              <a:headEnd type="none" w="med" len="med"/>
              <a:tailEnd type="none" w="med" len="med"/>
            </a:ln>
          </p:spPr>
        </p:cxnSp>
      </p:grpSp>
      <p:sp>
        <p:nvSpPr>
          <p:cNvPr id="63552" name="矩形 63551"/>
          <p:cNvSpPr/>
          <p:nvPr>
            <p:custDataLst>
              <p:tags r:id="rId54"/>
            </p:custDataLst>
          </p:nvPr>
        </p:nvSpPr>
        <p:spPr>
          <a:xfrm>
            <a:off x="1992313" y="3573463"/>
            <a:ext cx="1219200" cy="685800"/>
          </a:xfrm>
          <a:prstGeom prst="rect">
            <a:avLst/>
          </a:prstGeom>
          <a:noFill/>
          <a:ln w="57150" cap="flat" cmpd="sng">
            <a:solidFill>
              <a:schemeClr val="accent3"/>
            </a:solidFill>
            <a:prstDash val="solid"/>
            <a:miter/>
            <a:headEnd type="none" w="med" len="med"/>
            <a:tailEnd type="none" w="med" len="med"/>
          </a:ln>
        </p:spPr>
        <p:txBody>
          <a:bodyPr/>
          <a:p>
            <a:pPr fontAlgn="base"/>
            <a:endParaRPr lang="zh-CN" altLang="en-US" strike="noStrike" noProof="1">
              <a:solidFill>
                <a:schemeClr val="tx1"/>
              </a:solidFill>
            </a:endParaRPr>
          </a:p>
        </p:txBody>
      </p:sp>
      <p:grpSp>
        <p:nvGrpSpPr>
          <p:cNvPr id="63618" name="组合 63617"/>
          <p:cNvGrpSpPr/>
          <p:nvPr/>
        </p:nvGrpSpPr>
        <p:grpSpPr>
          <a:xfrm>
            <a:off x="574675" y="3962400"/>
            <a:ext cx="8288338" cy="533400"/>
            <a:chOff x="1008" y="3120"/>
            <a:chExt cx="4704" cy="336"/>
          </a:xfrm>
        </p:grpSpPr>
        <p:sp>
          <p:nvSpPr>
            <p:cNvPr id="51263" name="直接连接符 63553"/>
            <p:cNvSpPr/>
            <p:nvPr>
              <p:custDataLst>
                <p:tags r:id="rId55"/>
              </p:custDataLst>
            </p:nvPr>
          </p:nvSpPr>
          <p:spPr>
            <a:xfrm>
              <a:off x="1008" y="3456"/>
              <a:ext cx="4704" cy="0"/>
            </a:xfrm>
            <a:prstGeom prst="line">
              <a:avLst/>
            </a:prstGeom>
            <a:ln w="25400" cap="flat" cmpd="sng">
              <a:solidFill>
                <a:schemeClr val="accent2"/>
              </a:solidFill>
              <a:prstDash val="solid"/>
              <a:miter/>
              <a:headEnd type="none" w="med" len="med"/>
              <a:tailEnd type="none" w="med" len="med"/>
            </a:ln>
          </p:spPr>
        </p:sp>
        <p:sp>
          <p:nvSpPr>
            <p:cNvPr id="51264" name="直接连接符 63613"/>
            <p:cNvSpPr/>
            <p:nvPr>
              <p:custDataLst>
                <p:tags r:id="rId56"/>
              </p:custDataLst>
            </p:nvPr>
          </p:nvSpPr>
          <p:spPr>
            <a:xfrm>
              <a:off x="5712" y="3120"/>
              <a:ext cx="0" cy="336"/>
            </a:xfrm>
            <a:prstGeom prst="line">
              <a:avLst/>
            </a:prstGeom>
            <a:ln w="25400" cap="flat" cmpd="sng">
              <a:solidFill>
                <a:schemeClr val="accent2"/>
              </a:solidFill>
              <a:prstDash val="solid"/>
              <a:miter/>
              <a:headEnd type="none" w="med" len="med"/>
              <a:tailEnd type="none" w="med" len="med"/>
            </a:ln>
          </p:spPr>
        </p:sp>
        <p:sp>
          <p:nvSpPr>
            <p:cNvPr id="51265" name="直接连接符 63614"/>
            <p:cNvSpPr/>
            <p:nvPr>
              <p:custDataLst>
                <p:tags r:id="rId57"/>
              </p:custDataLst>
            </p:nvPr>
          </p:nvSpPr>
          <p:spPr>
            <a:xfrm>
              <a:off x="5376" y="3120"/>
              <a:ext cx="336" cy="0"/>
            </a:xfrm>
            <a:prstGeom prst="line">
              <a:avLst/>
            </a:prstGeom>
            <a:ln w="25400" cap="flat" cmpd="sng">
              <a:solidFill>
                <a:schemeClr val="accent2"/>
              </a:solidFill>
              <a:prstDash val="solid"/>
              <a:miter/>
              <a:headEnd type="none" w="med" len="med"/>
              <a:tailEnd type="none" w="med" len="med"/>
            </a:ln>
          </p:spPr>
        </p:sp>
        <p:sp>
          <p:nvSpPr>
            <p:cNvPr id="51266" name="直接连接符 63615"/>
            <p:cNvSpPr/>
            <p:nvPr>
              <p:custDataLst>
                <p:tags r:id="rId58"/>
              </p:custDataLst>
            </p:nvPr>
          </p:nvSpPr>
          <p:spPr>
            <a:xfrm>
              <a:off x="1008" y="3168"/>
              <a:ext cx="192" cy="0"/>
            </a:xfrm>
            <a:prstGeom prst="line">
              <a:avLst/>
            </a:prstGeom>
            <a:ln w="25400" cap="flat" cmpd="sng">
              <a:solidFill>
                <a:schemeClr val="accent2"/>
              </a:solidFill>
              <a:prstDash val="solid"/>
              <a:miter/>
              <a:headEnd type="none" w="med" len="med"/>
              <a:tailEnd type="triangle" w="med" len="med"/>
            </a:ln>
          </p:spPr>
        </p:sp>
        <p:sp>
          <p:nvSpPr>
            <p:cNvPr id="51267" name="直接连接符 63616"/>
            <p:cNvSpPr/>
            <p:nvPr>
              <p:custDataLst>
                <p:tags r:id="rId59"/>
              </p:custDataLst>
            </p:nvPr>
          </p:nvSpPr>
          <p:spPr>
            <a:xfrm>
              <a:off x="1008" y="3168"/>
              <a:ext cx="0" cy="288"/>
            </a:xfrm>
            <a:prstGeom prst="line">
              <a:avLst/>
            </a:prstGeom>
            <a:ln w="25400" cap="flat" cmpd="sng">
              <a:solidFill>
                <a:schemeClr val="accent2"/>
              </a:solidFill>
              <a:prstDash val="solid"/>
              <a:miter/>
              <a:headEnd type="none" w="med" len="med"/>
              <a:tailEnd type="none" w="med" len="med"/>
            </a:ln>
          </p:spPr>
        </p:sp>
      </p:grpSp>
      <p:grpSp>
        <p:nvGrpSpPr>
          <p:cNvPr id="63685" name="组合 63684"/>
          <p:cNvGrpSpPr/>
          <p:nvPr/>
        </p:nvGrpSpPr>
        <p:grpSpPr>
          <a:xfrm>
            <a:off x="2362200" y="4805363"/>
            <a:ext cx="2900363" cy="858837"/>
            <a:chOff x="-481" y="3424"/>
            <a:chExt cx="2593" cy="848"/>
          </a:xfrm>
        </p:grpSpPr>
        <p:grpSp>
          <p:nvGrpSpPr>
            <p:cNvPr id="51269" name="组合 63683"/>
            <p:cNvGrpSpPr/>
            <p:nvPr/>
          </p:nvGrpSpPr>
          <p:grpSpPr>
            <a:xfrm>
              <a:off x="-481" y="3424"/>
              <a:ext cx="2546" cy="659"/>
              <a:chOff x="-481" y="3424"/>
              <a:chExt cx="2545" cy="659"/>
            </a:xfrm>
          </p:grpSpPr>
          <p:grpSp>
            <p:nvGrpSpPr>
              <p:cNvPr id="51270" name="组合 63682"/>
              <p:cNvGrpSpPr/>
              <p:nvPr/>
            </p:nvGrpSpPr>
            <p:grpSpPr>
              <a:xfrm>
                <a:off x="-481" y="3424"/>
                <a:ext cx="1826" cy="656"/>
                <a:chOff x="-482" y="3424"/>
                <a:chExt cx="1826" cy="656"/>
              </a:xfrm>
            </p:grpSpPr>
            <p:sp>
              <p:nvSpPr>
                <p:cNvPr id="51271" name="直接连接符 63656"/>
                <p:cNvSpPr/>
                <p:nvPr>
                  <p:custDataLst>
                    <p:tags r:id="rId60"/>
                  </p:custDataLst>
                </p:nvPr>
              </p:nvSpPr>
              <p:spPr>
                <a:xfrm>
                  <a:off x="960" y="3936"/>
                  <a:ext cx="384" cy="0"/>
                </a:xfrm>
                <a:prstGeom prst="line">
                  <a:avLst/>
                </a:prstGeom>
                <a:ln w="19050" cap="flat" cmpd="sng">
                  <a:solidFill>
                    <a:schemeClr val="tx1"/>
                  </a:solidFill>
                  <a:prstDash val="solid"/>
                  <a:round/>
                  <a:headEnd type="none" w="med" len="med"/>
                  <a:tailEnd type="triangle" w="med" len="med"/>
                </a:ln>
              </p:spPr>
            </p:sp>
            <p:grpSp>
              <p:nvGrpSpPr>
                <p:cNvPr id="51272" name="组合 63657"/>
                <p:cNvGrpSpPr/>
                <p:nvPr/>
              </p:nvGrpSpPr>
              <p:grpSpPr>
                <a:xfrm>
                  <a:off x="720" y="3744"/>
                  <a:ext cx="384" cy="336"/>
                  <a:chOff x="528" y="1248"/>
                  <a:chExt cx="528" cy="288"/>
                </a:xfrm>
              </p:grpSpPr>
              <p:sp>
                <p:nvSpPr>
                  <p:cNvPr id="51273" name="矩形 63658"/>
                  <p:cNvSpPr/>
                  <p:nvPr>
                    <p:custDataLst>
                      <p:tags r:id="rId61"/>
                    </p:custDataLst>
                  </p:nvPr>
                </p:nvSpPr>
                <p:spPr>
                  <a:xfrm>
                    <a:off x="528" y="1248"/>
                    <a:ext cx="528" cy="288"/>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74" name="直接连接符 63659"/>
                  <p:cNvSpPr/>
                  <p:nvPr>
                    <p:custDataLst>
                      <p:tags r:id="rId62"/>
                    </p:custDataLst>
                  </p:nvPr>
                </p:nvSpPr>
                <p:spPr>
                  <a:xfrm>
                    <a:off x="528" y="1248"/>
                    <a:ext cx="528" cy="0"/>
                  </a:xfrm>
                  <a:prstGeom prst="line">
                    <a:avLst/>
                  </a:prstGeom>
                  <a:ln w="28575" cap="sq" cmpd="sng">
                    <a:solidFill>
                      <a:schemeClr val="tx1"/>
                    </a:solidFill>
                    <a:prstDash val="solid"/>
                    <a:round/>
                    <a:headEnd type="none" w="med" len="med"/>
                    <a:tailEnd type="none" w="med" len="med"/>
                  </a:ln>
                </p:spPr>
              </p:sp>
              <p:sp>
                <p:nvSpPr>
                  <p:cNvPr id="51275" name="直接连接符 63660"/>
                  <p:cNvSpPr/>
                  <p:nvPr>
                    <p:custDataLst>
                      <p:tags r:id="rId63"/>
                    </p:custDataLst>
                  </p:nvPr>
                </p:nvSpPr>
                <p:spPr>
                  <a:xfrm>
                    <a:off x="528" y="1536"/>
                    <a:ext cx="528" cy="0"/>
                  </a:xfrm>
                  <a:prstGeom prst="line">
                    <a:avLst/>
                  </a:prstGeom>
                  <a:ln w="28575" cap="sq" cmpd="sng">
                    <a:solidFill>
                      <a:schemeClr val="tx1"/>
                    </a:solidFill>
                    <a:prstDash val="solid"/>
                    <a:round/>
                    <a:headEnd type="none" w="med" len="med"/>
                    <a:tailEnd type="none" w="med" len="med"/>
                  </a:ln>
                </p:spPr>
              </p:sp>
              <p:sp>
                <p:nvSpPr>
                  <p:cNvPr id="51276" name="直接连接符 63661"/>
                  <p:cNvSpPr/>
                  <p:nvPr>
                    <p:custDataLst>
                      <p:tags r:id="rId64"/>
                    </p:custDataLst>
                  </p:nvPr>
                </p:nvSpPr>
                <p:spPr>
                  <a:xfrm>
                    <a:off x="528" y="1248"/>
                    <a:ext cx="0" cy="288"/>
                  </a:xfrm>
                  <a:prstGeom prst="line">
                    <a:avLst/>
                  </a:prstGeom>
                  <a:ln w="28575" cap="sq" cmpd="sng">
                    <a:solidFill>
                      <a:schemeClr val="tx1"/>
                    </a:solidFill>
                    <a:prstDash val="solid"/>
                    <a:round/>
                    <a:headEnd type="none" w="med" len="med"/>
                    <a:tailEnd type="none" w="med" len="med"/>
                  </a:ln>
                </p:spPr>
              </p:sp>
              <p:sp>
                <p:nvSpPr>
                  <p:cNvPr id="51277" name="直接连接符 63662"/>
                  <p:cNvSpPr/>
                  <p:nvPr>
                    <p:custDataLst>
                      <p:tags r:id="rId65"/>
                    </p:custDataLst>
                  </p:nvPr>
                </p:nvSpPr>
                <p:spPr>
                  <a:xfrm>
                    <a:off x="1056" y="1248"/>
                    <a:ext cx="0" cy="288"/>
                  </a:xfrm>
                  <a:prstGeom prst="line">
                    <a:avLst/>
                  </a:prstGeom>
                  <a:ln w="28575" cap="sq" cmpd="sng">
                    <a:solidFill>
                      <a:schemeClr val="tx1"/>
                    </a:solidFill>
                    <a:prstDash val="solid"/>
                    <a:round/>
                    <a:headEnd type="none" w="med" len="med"/>
                    <a:tailEnd type="none" w="med" len="med"/>
                  </a:ln>
                </p:spPr>
              </p:sp>
            </p:grpSp>
            <p:sp>
              <p:nvSpPr>
                <p:cNvPr id="51278" name="文本框 63663"/>
                <p:cNvSpPr txBox="1"/>
                <p:nvPr>
                  <p:custDataLst>
                    <p:tags r:id="rId66"/>
                  </p:custDataLst>
                </p:nvPr>
              </p:nvSpPr>
              <p:spPr>
                <a:xfrm>
                  <a:off x="-482" y="3424"/>
                  <a:ext cx="912" cy="368"/>
                </a:xfrm>
                <a:prstGeom prst="rect">
                  <a:avLst/>
                </a:prstGeom>
                <a:noFill/>
                <a:ln w="9525">
                  <a:noFill/>
                </a:ln>
              </p:spPr>
              <p:txBody>
                <a:bodyPr wrap="square" anchor="t" anchorCtr="0"/>
                <a:p>
                  <a:pPr>
                    <a:spcBef>
                      <a:spcPct val="50000"/>
                    </a:spcBef>
                  </a:pPr>
                  <a:r>
                    <a:rPr lang="en-US" altLang="zh-CN">
                      <a:solidFill>
                        <a:schemeClr val="tx1"/>
                      </a:solidFill>
                      <a:latin typeface="+mn-lt"/>
                      <a:ea typeface="+mn-ea"/>
                    </a:rPr>
                    <a:t>Head</a:t>
                  </a:r>
                  <a:endParaRPr lang="en-US" altLang="zh-CN">
                    <a:solidFill>
                      <a:schemeClr val="tx1"/>
                    </a:solidFill>
                    <a:latin typeface="+mn-lt"/>
                    <a:ea typeface="+mn-ea"/>
                  </a:endParaRPr>
                </a:p>
              </p:txBody>
            </p:sp>
          </p:grpSp>
          <p:grpSp>
            <p:nvGrpSpPr>
              <p:cNvPr id="51279" name="组合 63664"/>
              <p:cNvGrpSpPr/>
              <p:nvPr/>
            </p:nvGrpSpPr>
            <p:grpSpPr>
              <a:xfrm>
                <a:off x="1392" y="3744"/>
                <a:ext cx="672" cy="326"/>
                <a:chOff x="960" y="880"/>
                <a:chExt cx="576" cy="326"/>
              </a:xfrm>
            </p:grpSpPr>
            <p:sp>
              <p:nvSpPr>
                <p:cNvPr id="51280" name="矩形 63665"/>
                <p:cNvSpPr/>
                <p:nvPr>
                  <p:custDataLst>
                    <p:tags r:id="rId67"/>
                  </p:custDataLst>
                </p:nvPr>
              </p:nvSpPr>
              <p:spPr>
                <a:xfrm>
                  <a:off x="1248"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81" name="矩形 63666"/>
                <p:cNvSpPr/>
                <p:nvPr>
                  <p:custDataLst>
                    <p:tags r:id="rId68"/>
                  </p:custDataLst>
                </p:nvPr>
              </p:nvSpPr>
              <p:spPr>
                <a:xfrm>
                  <a:off x="960" y="880"/>
                  <a:ext cx="288" cy="326"/>
                </a:xfrm>
                <a:prstGeom prst="rect">
                  <a:avLst/>
                </a:prstGeom>
                <a:solidFill>
                  <a:schemeClr val="accent1"/>
                </a:solidFill>
                <a:ln w="9525">
                  <a:noFill/>
                </a:ln>
              </p:spPr>
              <p:txBody>
                <a:bodyPr anchor="t" anchorCtr="0"/>
                <a:p>
                  <a:pPr>
                    <a:spcBef>
                      <a:spcPct val="20000"/>
                    </a:spcBef>
                    <a:buClrTx/>
                    <a:buSzPct val="90000"/>
                    <a:buFontTx/>
                  </a:pPr>
                  <a:endParaRPr lang="zh-CN" altLang="zh-CN" sz="2800" b="1">
                    <a:solidFill>
                      <a:schemeClr val="tx1"/>
                    </a:solidFill>
                    <a:latin typeface="Tahoma" panose="020B0604030504040204" pitchFamily="34" charset="0"/>
                    <a:ea typeface="宋体" panose="02010600030101010101" pitchFamily="2" charset="-122"/>
                  </a:endParaRPr>
                </a:p>
              </p:txBody>
            </p:sp>
            <p:sp>
              <p:nvSpPr>
                <p:cNvPr id="51282" name="直接连接符 63667"/>
                <p:cNvSpPr/>
                <p:nvPr>
                  <p:custDataLst>
                    <p:tags r:id="rId69"/>
                  </p:custDataLst>
                </p:nvPr>
              </p:nvSpPr>
              <p:spPr>
                <a:xfrm>
                  <a:off x="960" y="880"/>
                  <a:ext cx="576" cy="0"/>
                </a:xfrm>
                <a:prstGeom prst="line">
                  <a:avLst/>
                </a:prstGeom>
                <a:ln w="28575" cap="sq" cmpd="sng">
                  <a:solidFill>
                    <a:schemeClr val="tx1"/>
                  </a:solidFill>
                  <a:prstDash val="solid"/>
                  <a:round/>
                  <a:headEnd type="none" w="med" len="med"/>
                  <a:tailEnd type="none" w="med" len="med"/>
                </a:ln>
              </p:spPr>
            </p:sp>
            <p:sp>
              <p:nvSpPr>
                <p:cNvPr id="51283" name="直接连接符 63668"/>
                <p:cNvSpPr/>
                <p:nvPr>
                  <p:custDataLst>
                    <p:tags r:id="rId70"/>
                  </p:custDataLst>
                </p:nvPr>
              </p:nvSpPr>
              <p:spPr>
                <a:xfrm>
                  <a:off x="960" y="1206"/>
                  <a:ext cx="576" cy="0"/>
                </a:xfrm>
                <a:prstGeom prst="line">
                  <a:avLst/>
                </a:prstGeom>
                <a:ln w="28575" cap="sq" cmpd="sng">
                  <a:solidFill>
                    <a:schemeClr val="tx1"/>
                  </a:solidFill>
                  <a:prstDash val="solid"/>
                  <a:round/>
                  <a:headEnd type="none" w="med" len="med"/>
                  <a:tailEnd type="none" w="med" len="med"/>
                </a:ln>
              </p:spPr>
            </p:sp>
            <p:sp>
              <p:nvSpPr>
                <p:cNvPr id="51284" name="直接连接符 63669"/>
                <p:cNvSpPr/>
                <p:nvPr>
                  <p:custDataLst>
                    <p:tags r:id="rId71"/>
                  </p:custDataLst>
                </p:nvPr>
              </p:nvSpPr>
              <p:spPr>
                <a:xfrm>
                  <a:off x="960" y="880"/>
                  <a:ext cx="0" cy="326"/>
                </a:xfrm>
                <a:prstGeom prst="line">
                  <a:avLst/>
                </a:prstGeom>
                <a:ln w="28575" cap="sq" cmpd="sng">
                  <a:solidFill>
                    <a:schemeClr val="tx1"/>
                  </a:solidFill>
                  <a:prstDash val="solid"/>
                  <a:round/>
                  <a:headEnd type="none" w="med" len="med"/>
                  <a:tailEnd type="none" w="med" len="med"/>
                </a:ln>
              </p:spPr>
            </p:sp>
            <p:sp>
              <p:nvSpPr>
                <p:cNvPr id="51285" name="直接连接符 63670"/>
                <p:cNvSpPr/>
                <p:nvPr>
                  <p:custDataLst>
                    <p:tags r:id="rId72"/>
                  </p:custDataLst>
                </p:nvPr>
              </p:nvSpPr>
              <p:spPr>
                <a:xfrm>
                  <a:off x="1248" y="880"/>
                  <a:ext cx="0" cy="326"/>
                </a:xfrm>
                <a:prstGeom prst="line">
                  <a:avLst/>
                </a:prstGeom>
                <a:ln w="12700" cap="flat" cmpd="sng">
                  <a:solidFill>
                    <a:schemeClr val="tx1"/>
                  </a:solidFill>
                  <a:prstDash val="solid"/>
                  <a:round/>
                  <a:headEnd type="none" w="med" len="med"/>
                  <a:tailEnd type="none" w="med" len="med"/>
                </a:ln>
              </p:spPr>
            </p:sp>
            <p:sp>
              <p:nvSpPr>
                <p:cNvPr id="51286" name="直接连接符 63671"/>
                <p:cNvSpPr/>
                <p:nvPr>
                  <p:custDataLst>
                    <p:tags r:id="rId73"/>
                  </p:custDataLst>
                </p:nvPr>
              </p:nvSpPr>
              <p:spPr>
                <a:xfrm>
                  <a:off x="1536" y="880"/>
                  <a:ext cx="0" cy="326"/>
                </a:xfrm>
                <a:prstGeom prst="line">
                  <a:avLst/>
                </a:prstGeom>
                <a:ln w="28575" cap="sq" cmpd="sng">
                  <a:solidFill>
                    <a:schemeClr val="tx1"/>
                  </a:solidFill>
                  <a:prstDash val="solid"/>
                  <a:round/>
                  <a:headEnd type="none" w="med" len="med"/>
                  <a:tailEnd type="none" w="med" len="med"/>
                </a:ln>
              </p:spPr>
            </p:sp>
          </p:grpSp>
          <p:cxnSp>
            <p:nvCxnSpPr>
              <p:cNvPr id="51287" name="直接箭头连接符 63673"/>
              <p:cNvCxnSpPr/>
              <p:nvPr>
                <p:custDataLst>
                  <p:tags r:id="rId74"/>
                </p:custDataLst>
              </p:nvPr>
            </p:nvCxnSpPr>
            <p:spPr>
              <a:xfrm flipH="1">
                <a:off x="1392" y="3744"/>
                <a:ext cx="288" cy="339"/>
              </a:xfrm>
              <a:prstGeom prst="straightConnector1">
                <a:avLst/>
              </a:prstGeom>
              <a:ln w="19050" cap="flat" cmpd="sng">
                <a:solidFill>
                  <a:schemeClr val="tx1"/>
                </a:solidFill>
                <a:prstDash val="solid"/>
                <a:round/>
                <a:headEnd type="none" w="med" len="med"/>
                <a:tailEnd type="none" w="med" len="med"/>
              </a:ln>
            </p:spPr>
          </p:cxnSp>
          <p:cxnSp>
            <p:nvCxnSpPr>
              <p:cNvPr id="51288" name="直接箭头连接符 63674"/>
              <p:cNvCxnSpPr/>
              <p:nvPr>
                <p:custDataLst>
                  <p:tags r:id="rId75"/>
                </p:custDataLst>
              </p:nvPr>
            </p:nvCxnSpPr>
            <p:spPr>
              <a:xfrm flipH="1">
                <a:off x="1392" y="3792"/>
                <a:ext cx="144" cy="165"/>
              </a:xfrm>
              <a:prstGeom prst="straightConnector1">
                <a:avLst/>
              </a:prstGeom>
              <a:ln w="19050" cap="flat" cmpd="sng">
                <a:solidFill>
                  <a:schemeClr val="tx1"/>
                </a:solidFill>
                <a:prstDash val="solid"/>
                <a:round/>
                <a:headEnd type="none" w="med" len="med"/>
                <a:tailEnd type="none" w="med" len="med"/>
              </a:ln>
            </p:spPr>
          </p:cxnSp>
          <p:cxnSp>
            <p:nvCxnSpPr>
              <p:cNvPr id="51289" name="直接箭头连接符 63675"/>
              <p:cNvCxnSpPr/>
              <p:nvPr>
                <p:custDataLst>
                  <p:tags r:id="rId76"/>
                </p:custDataLst>
              </p:nvPr>
            </p:nvCxnSpPr>
            <p:spPr>
              <a:xfrm flipH="1">
                <a:off x="1536" y="3888"/>
                <a:ext cx="144" cy="165"/>
              </a:xfrm>
              <a:prstGeom prst="straightConnector1">
                <a:avLst/>
              </a:prstGeom>
              <a:ln w="19050" cap="flat" cmpd="sng">
                <a:solidFill>
                  <a:schemeClr val="tx1"/>
                </a:solidFill>
                <a:prstDash val="solid"/>
                <a:round/>
                <a:headEnd type="none" w="med" len="med"/>
                <a:tailEnd type="none" w="med" len="med"/>
              </a:ln>
            </p:spPr>
          </p:cxnSp>
        </p:grpSp>
        <p:sp>
          <p:nvSpPr>
            <p:cNvPr id="51290" name="直接连接符 63677"/>
            <p:cNvSpPr/>
            <p:nvPr>
              <p:custDataLst>
                <p:tags r:id="rId77"/>
              </p:custDataLst>
            </p:nvPr>
          </p:nvSpPr>
          <p:spPr>
            <a:xfrm>
              <a:off x="1152" y="4272"/>
              <a:ext cx="960" cy="0"/>
            </a:xfrm>
            <a:prstGeom prst="line">
              <a:avLst/>
            </a:prstGeom>
            <a:ln w="25400" cap="flat" cmpd="sng">
              <a:solidFill>
                <a:schemeClr val="accent2"/>
              </a:solidFill>
              <a:prstDash val="solid"/>
              <a:miter/>
              <a:headEnd type="none" w="med" len="med"/>
              <a:tailEnd type="none" w="med" len="med"/>
            </a:ln>
          </p:spPr>
        </p:sp>
        <p:sp>
          <p:nvSpPr>
            <p:cNvPr id="51291" name="直接连接符 63678"/>
            <p:cNvSpPr/>
            <p:nvPr>
              <p:custDataLst>
                <p:tags r:id="rId78"/>
              </p:custDataLst>
            </p:nvPr>
          </p:nvSpPr>
          <p:spPr>
            <a:xfrm>
              <a:off x="2112" y="3936"/>
              <a:ext cx="0" cy="336"/>
            </a:xfrm>
            <a:prstGeom prst="line">
              <a:avLst/>
            </a:prstGeom>
            <a:ln w="25400" cap="flat" cmpd="sng">
              <a:solidFill>
                <a:schemeClr val="accent2"/>
              </a:solidFill>
              <a:prstDash val="solid"/>
              <a:miter/>
              <a:headEnd type="none" w="med" len="med"/>
              <a:tailEnd type="none" w="med" len="med"/>
            </a:ln>
          </p:spPr>
        </p:sp>
        <p:sp>
          <p:nvSpPr>
            <p:cNvPr id="51292" name="直接连接符 63679"/>
            <p:cNvSpPr/>
            <p:nvPr>
              <p:custDataLst>
                <p:tags r:id="rId79"/>
              </p:custDataLst>
            </p:nvPr>
          </p:nvSpPr>
          <p:spPr>
            <a:xfrm>
              <a:off x="1776" y="3936"/>
              <a:ext cx="336" cy="0"/>
            </a:xfrm>
            <a:prstGeom prst="line">
              <a:avLst/>
            </a:prstGeom>
            <a:ln w="25400" cap="flat" cmpd="sng">
              <a:solidFill>
                <a:schemeClr val="accent2"/>
              </a:solidFill>
              <a:prstDash val="solid"/>
              <a:miter/>
              <a:headEnd type="none" w="med" len="med"/>
              <a:tailEnd type="none" w="med" len="med"/>
            </a:ln>
          </p:spPr>
        </p:sp>
        <p:sp>
          <p:nvSpPr>
            <p:cNvPr id="51293" name="直接连接符 63680"/>
            <p:cNvSpPr/>
            <p:nvPr>
              <p:custDataLst>
                <p:tags r:id="rId80"/>
              </p:custDataLst>
            </p:nvPr>
          </p:nvSpPr>
          <p:spPr>
            <a:xfrm>
              <a:off x="1152" y="3984"/>
              <a:ext cx="192" cy="0"/>
            </a:xfrm>
            <a:prstGeom prst="line">
              <a:avLst/>
            </a:prstGeom>
            <a:ln w="25400" cap="flat" cmpd="sng">
              <a:solidFill>
                <a:schemeClr val="accent2"/>
              </a:solidFill>
              <a:prstDash val="solid"/>
              <a:miter/>
              <a:headEnd type="none" w="med" len="med"/>
              <a:tailEnd type="triangle" w="med" len="med"/>
            </a:ln>
          </p:spPr>
        </p:sp>
        <p:sp>
          <p:nvSpPr>
            <p:cNvPr id="51294" name="直接连接符 63681"/>
            <p:cNvSpPr/>
            <p:nvPr>
              <p:custDataLst>
                <p:tags r:id="rId81"/>
              </p:custDataLst>
            </p:nvPr>
          </p:nvSpPr>
          <p:spPr>
            <a:xfrm>
              <a:off x="1152" y="3984"/>
              <a:ext cx="0" cy="288"/>
            </a:xfrm>
            <a:prstGeom prst="line">
              <a:avLst/>
            </a:prstGeom>
            <a:ln w="25400" cap="flat" cmpd="sng">
              <a:solidFill>
                <a:schemeClr val="accent2"/>
              </a:solidFill>
              <a:prstDash val="solid"/>
              <a:miter/>
              <a:headEnd type="none" w="med" len="med"/>
              <a:tailEnd type="none" w="med" len="med"/>
            </a:ln>
          </p:spPr>
        </p:sp>
      </p:grpSp>
      <p:sp>
        <p:nvSpPr>
          <p:cNvPr id="51295" name="标题 2"/>
          <p:cNvSpPr>
            <a:spLocks noGrp="1"/>
          </p:cNvSpPr>
          <p:nvPr>
            <p:ph type="title"/>
            <p:custDataLst>
              <p:tags r:id="rId82"/>
            </p:custDataLst>
          </p:nvPr>
        </p:nvSpPr>
        <p:spPr>
          <a:xfrm>
            <a:off x="229235" y="1525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8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randombar(horizontal)">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3494"/>
                                        </p:tgtEl>
                                        <p:attrNameLst>
                                          <p:attrName>style.visibility</p:attrName>
                                        </p:attrNameLst>
                                      </p:cBhvr>
                                      <p:to>
                                        <p:strVal val="visible"/>
                                      </p:to>
                                    </p:set>
                                    <p:animEffect transition="in" filter="dissolve">
                                      <p:cBhvr>
                                        <p:cTn id="12" dur="500"/>
                                        <p:tgtEl>
                                          <p:spTgt spid="6349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3552"/>
                                        </p:tgtEl>
                                        <p:attrNameLst>
                                          <p:attrName>style.visibility</p:attrName>
                                        </p:attrNameLst>
                                      </p:cBhvr>
                                      <p:to>
                                        <p:strVal val="visible"/>
                                      </p:to>
                                    </p:set>
                                    <p:animEffect transition="in" filter="dissolve">
                                      <p:cBhvr>
                                        <p:cTn id="17" dur="500"/>
                                        <p:tgtEl>
                                          <p:spTgt spid="635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3618"/>
                                        </p:tgtEl>
                                        <p:attrNameLst>
                                          <p:attrName>style.visibility</p:attrName>
                                        </p:attrNameLst>
                                      </p:cBhvr>
                                      <p:to>
                                        <p:strVal val="visible"/>
                                      </p:to>
                                    </p:set>
                                    <p:animEffect transition="in" filter="wipe(down)">
                                      <p:cBhvr>
                                        <p:cTn id="22" dur="500"/>
                                        <p:tgtEl>
                                          <p:spTgt spid="636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3685"/>
                                        </p:tgtEl>
                                        <p:attrNameLst>
                                          <p:attrName>style.visibility</p:attrName>
                                        </p:attrNameLst>
                                      </p:cBhvr>
                                      <p:to>
                                        <p:strVal val="visible"/>
                                      </p:to>
                                    </p:set>
                                    <p:animEffect transition="in" filter="dissolve">
                                      <p:cBhvr>
                                        <p:cTn id="27" dur="500"/>
                                        <p:tgtEl>
                                          <p:spTgt spid="63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2225" name="文本框 112641"/>
          <p:cNvSpPr txBox="1"/>
          <p:nvPr>
            <p:custDataLst>
              <p:tags r:id="rId2"/>
            </p:custDataLst>
          </p:nvPr>
        </p:nvSpPr>
        <p:spPr>
          <a:xfrm>
            <a:off x="304800" y="1066800"/>
            <a:ext cx="5181600" cy="366713"/>
          </a:xfrm>
          <a:prstGeom prst="rect">
            <a:avLst/>
          </a:prstGeom>
          <a:noFill/>
          <a:ln w="9525">
            <a:noFill/>
          </a:ln>
        </p:spPr>
        <p:txBody>
          <a:bodyPr anchor="t" anchorCtr="0"/>
          <a:p>
            <a:pPr>
              <a:spcBef>
                <a:spcPct val="20000"/>
              </a:spcBef>
            </a:pPr>
            <a:r>
              <a:rPr lang="zh-CN" altLang="en-US" sz="3200" b="1" dirty="0">
                <a:solidFill>
                  <a:schemeClr val="accent1">
                    <a:lumMod val="50000"/>
                  </a:schemeClr>
                </a:solidFill>
                <a:latin typeface="+mn-lt"/>
                <a:ea typeface="+mn-ea"/>
              </a:rPr>
              <a:t>循环链表的运算</a:t>
            </a:r>
            <a:endParaRPr lang="zh-CN" altLang="en-US" sz="3200" b="1" dirty="0">
              <a:solidFill>
                <a:schemeClr val="accent1">
                  <a:lumMod val="50000"/>
                </a:schemeClr>
              </a:solidFill>
              <a:latin typeface="+mn-lt"/>
              <a:ea typeface="+mn-ea"/>
            </a:endParaRPr>
          </a:p>
        </p:txBody>
      </p:sp>
      <p:sp>
        <p:nvSpPr>
          <p:cNvPr id="112643" name="文本框 112642"/>
          <p:cNvSpPr txBox="1"/>
          <p:nvPr>
            <p:custDataLst>
              <p:tags r:id="rId3"/>
            </p:custDataLst>
          </p:nvPr>
        </p:nvSpPr>
        <p:spPr>
          <a:xfrm>
            <a:off x="457200" y="2057400"/>
            <a:ext cx="8382000" cy="1938020"/>
          </a:xfrm>
          <a:prstGeom prst="rect">
            <a:avLst/>
          </a:prstGeom>
          <a:noFill/>
          <a:ln w="9525">
            <a:noFill/>
          </a:ln>
        </p:spPr>
        <p:txBody>
          <a:bodyPr anchor="t" anchorCtr="0">
            <a:spAutoFit/>
          </a:bodyPr>
          <a:p>
            <a:pPr indent="636905"/>
            <a:r>
              <a:rPr lang="zh-CN" altLang="en-US" sz="2000" b="1" dirty="0">
                <a:solidFill>
                  <a:schemeClr val="tx1"/>
                </a:solidFill>
                <a:latin typeface="+mn-lt"/>
                <a:ea typeface="+mn-ea"/>
              </a:rPr>
              <a:t>与单链表基本一致，区别在于最后一个节点的判断，将单链表算法中出现的</a:t>
            </a:r>
            <a:r>
              <a:rPr lang="en-US" altLang="zh-CN" sz="2000" b="1">
                <a:solidFill>
                  <a:schemeClr val="tx1"/>
                </a:solidFill>
                <a:latin typeface="+mn-lt"/>
                <a:ea typeface="+mn-ea"/>
              </a:rPr>
              <a:t>NULL</a:t>
            </a:r>
            <a:r>
              <a:rPr lang="zh-CN" altLang="en-US" sz="2000" b="1">
                <a:solidFill>
                  <a:schemeClr val="tx1"/>
                </a:solidFill>
                <a:latin typeface="+mn-lt"/>
                <a:ea typeface="+mn-ea"/>
              </a:rPr>
              <a:t>处</a:t>
            </a:r>
            <a:r>
              <a:rPr lang="zh-CN" altLang="en-US" sz="2000" b="1" dirty="0">
                <a:solidFill>
                  <a:schemeClr val="tx1"/>
                </a:solidFill>
                <a:latin typeface="+mn-lt"/>
                <a:ea typeface="+mn-ea"/>
              </a:rPr>
              <a:t>改为</a:t>
            </a:r>
            <a:r>
              <a:rPr lang="en-US" altLang="zh-CN" sz="2000" b="1">
                <a:solidFill>
                  <a:schemeClr val="tx1"/>
                </a:solidFill>
                <a:latin typeface="+mn-lt"/>
                <a:ea typeface="+mn-ea"/>
              </a:rPr>
              <a:t>head</a:t>
            </a:r>
            <a:r>
              <a:rPr lang="zh-CN" altLang="en-US" sz="2000" b="1" dirty="0">
                <a:solidFill>
                  <a:schemeClr val="tx1"/>
                </a:solidFill>
                <a:latin typeface="+mn-lt"/>
                <a:ea typeface="+mn-ea"/>
              </a:rPr>
              <a:t>即可。</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在很多场合利用循环链表示先某些运算比单链表更方便。</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例如，查找某一节点的直接前驱。</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单链表：必须从</a:t>
            </a:r>
            <a:r>
              <a:rPr lang="en-US" altLang="zh-CN" sz="2000" b="1">
                <a:solidFill>
                  <a:schemeClr val="tx1"/>
                </a:solidFill>
                <a:latin typeface="+mn-lt"/>
                <a:ea typeface="+mn-ea"/>
              </a:rPr>
              <a:t>head</a:t>
            </a:r>
            <a:r>
              <a:rPr lang="zh-CN" altLang="en-US" sz="2000" b="1" dirty="0">
                <a:solidFill>
                  <a:schemeClr val="tx1"/>
                </a:solidFill>
                <a:latin typeface="+mn-lt"/>
                <a:ea typeface="+mn-ea"/>
              </a:rPr>
              <a:t>指向的头节点出发去找</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zh-CN" altLang="en-US" sz="2000" b="1" dirty="0">
                <a:solidFill>
                  <a:schemeClr val="tx1"/>
                </a:solidFill>
                <a:latin typeface="+mn-lt"/>
                <a:ea typeface="+mn-ea"/>
              </a:rPr>
              <a:t>循环链表</a:t>
            </a:r>
            <a:r>
              <a:rPr lang="en-US" altLang="zh-CN" sz="2000" b="1" dirty="0">
                <a:solidFill>
                  <a:schemeClr val="tx1"/>
                </a:solidFill>
                <a:latin typeface="+mn-lt"/>
                <a:ea typeface="+mn-ea"/>
              </a:rPr>
              <a:t>: </a:t>
            </a:r>
            <a:r>
              <a:rPr lang="zh-CN" altLang="en-US" sz="2000" b="1" dirty="0">
                <a:solidFill>
                  <a:schemeClr val="tx1"/>
                </a:solidFill>
                <a:latin typeface="+mn-lt"/>
                <a:ea typeface="+mn-ea"/>
              </a:rPr>
              <a:t>可从表中任一节点</a:t>
            </a:r>
            <a:r>
              <a:rPr lang="en-US" altLang="zh-CN" sz="2000" b="1">
                <a:solidFill>
                  <a:schemeClr val="tx1"/>
                </a:solidFill>
                <a:latin typeface="+mn-lt"/>
                <a:ea typeface="+mn-ea"/>
              </a:rPr>
              <a:t>p</a:t>
            </a:r>
            <a:r>
              <a:rPr lang="zh-CN" altLang="en-US" sz="2000" b="1" dirty="0">
                <a:solidFill>
                  <a:schemeClr val="tx1"/>
                </a:solidFill>
                <a:latin typeface="+mn-lt"/>
                <a:ea typeface="+mn-ea"/>
              </a:rPr>
              <a:t>出发去找</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p:txBody>
      </p:sp>
      <p:sp>
        <p:nvSpPr>
          <p:cNvPr id="52227" name="标题 2"/>
          <p:cNvSpPr>
            <a:spLocks noGrp="1"/>
          </p:cNvSpPr>
          <p:nvPr>
            <p:ph type="title"/>
            <p:custDataLst>
              <p:tags r:id="rId4"/>
            </p:custDataLst>
          </p:nvPr>
        </p:nvSpPr>
        <p:spPr>
          <a:xfrm>
            <a:off x="228600" y="3049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2643"/>
                                        </p:tgtEl>
                                        <p:attrNameLst>
                                          <p:attrName>style.visibility</p:attrName>
                                        </p:attrNameLst>
                                      </p:cBhvr>
                                      <p:to>
                                        <p:strVal val="visible"/>
                                      </p:to>
                                    </p:set>
                                    <p:animEffect transition="in" filter="randombar(horizontal)">
                                      <p:cBhvr>
                                        <p:cTn id="7" dur="5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3249" name="文本框 113665"/>
          <p:cNvSpPr txBox="1"/>
          <p:nvPr>
            <p:custDataLst>
              <p:tags r:id="rId2"/>
            </p:custDataLst>
          </p:nvPr>
        </p:nvSpPr>
        <p:spPr>
          <a:xfrm>
            <a:off x="304800" y="914400"/>
            <a:ext cx="6248400" cy="366713"/>
          </a:xfrm>
          <a:prstGeom prst="rect">
            <a:avLst/>
          </a:prstGeom>
          <a:noFill/>
          <a:ln w="9525">
            <a:noFill/>
          </a:ln>
        </p:spPr>
        <p:txBody>
          <a:bodyPr anchor="t" anchorCtr="0"/>
          <a:p>
            <a:pPr>
              <a:spcBef>
                <a:spcPct val="20000"/>
              </a:spcBef>
            </a:pPr>
            <a:r>
              <a:rPr lang="zh-CN" altLang="en-US" sz="2000" b="1" dirty="0">
                <a:solidFill>
                  <a:schemeClr val="tx1"/>
                </a:solidFill>
                <a:latin typeface="+mn-lt"/>
                <a:ea typeface="+mn-ea"/>
              </a:rPr>
              <a:t>查某一节点</a:t>
            </a:r>
            <a:r>
              <a:rPr lang="en-US" altLang="zh-CN" sz="2000" b="1">
                <a:solidFill>
                  <a:schemeClr val="tx1"/>
                </a:solidFill>
                <a:latin typeface="+mn-lt"/>
                <a:ea typeface="+mn-ea"/>
              </a:rPr>
              <a:t>p</a:t>
            </a:r>
            <a:r>
              <a:rPr lang="zh-CN" altLang="en-US" sz="2000" b="1">
                <a:solidFill>
                  <a:schemeClr val="tx1"/>
                </a:solidFill>
                <a:latin typeface="+mn-lt"/>
                <a:ea typeface="+mn-ea"/>
              </a:rPr>
              <a:t>的</a:t>
            </a:r>
            <a:r>
              <a:rPr lang="zh-CN" altLang="en-US" sz="2000" b="1" dirty="0">
                <a:solidFill>
                  <a:schemeClr val="tx1"/>
                </a:solidFill>
                <a:latin typeface="+mn-lt"/>
                <a:ea typeface="+mn-ea"/>
              </a:rPr>
              <a:t>直接前驱节点</a:t>
            </a:r>
            <a:endParaRPr lang="zh-CN" altLang="en-US" sz="2000" b="1" dirty="0">
              <a:solidFill>
                <a:schemeClr val="tx1"/>
              </a:solidFill>
              <a:latin typeface="+mn-lt"/>
              <a:ea typeface="+mn-ea"/>
            </a:endParaRPr>
          </a:p>
        </p:txBody>
      </p:sp>
      <p:sp>
        <p:nvSpPr>
          <p:cNvPr id="53250" name="矩形 113668"/>
          <p:cNvSpPr/>
          <p:nvPr>
            <p:custDataLst>
              <p:tags r:id="rId3"/>
            </p:custDataLst>
          </p:nvPr>
        </p:nvSpPr>
        <p:spPr>
          <a:xfrm>
            <a:off x="685800" y="1281113"/>
            <a:ext cx="8305800" cy="5262562"/>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#include&lt;</a:t>
            </a:r>
            <a:r>
              <a:rPr lang="en-US" altLang="zh-CN" sz="2000" b="1" err="1">
                <a:solidFill>
                  <a:schemeClr val="tx1"/>
                </a:solidFill>
                <a:latin typeface="+mn-lt"/>
                <a:ea typeface="+mn-ea"/>
              </a:rPr>
              <a:t>stdio</a:t>
            </a:r>
            <a:r>
              <a:rPr lang="en-US" altLang="zh-CN" sz="2000" b="1">
                <a:solidFill>
                  <a:schemeClr val="tx1"/>
                </a:solidFill>
                <a:latin typeface="+mn-lt"/>
                <a:ea typeface="+mn-ea"/>
              </a:rPr>
              <a:t>.h&gt;</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typedef struct</a:t>
            </a:r>
            <a:r>
              <a:rPr lang="en-US" altLang="zh-CN" sz="2000" b="1">
                <a:solidFill>
                  <a:schemeClr val="tx1"/>
                </a:solidFill>
                <a:latin typeface="+mn-lt"/>
                <a:ea typeface="+mn-ea"/>
              </a:rPr>
              <a:t> node    /*</a:t>
            </a:r>
            <a:r>
              <a:rPr lang="zh-CN" altLang="en-US" sz="2000" b="1" dirty="0">
                <a:solidFill>
                  <a:schemeClr val="tx1"/>
                </a:solidFill>
                <a:latin typeface="+mn-lt"/>
                <a:ea typeface="+mn-ea"/>
              </a:rPr>
              <a:t>定义结点的存储结构</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data;</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struct</a:t>
            </a:r>
            <a:r>
              <a:rPr lang="en-US" altLang="zh-CN" sz="2000" b="1">
                <a:solidFill>
                  <a:schemeClr val="tx1"/>
                </a:solidFill>
                <a:latin typeface="+mn-lt"/>
                <a:ea typeface="+mn-ea"/>
              </a:rPr>
              <a:t> node *next;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}NODE;</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NODE *create_circular() </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NODE *head,*q,*p;   /*</a:t>
            </a:r>
            <a:r>
              <a:rPr lang="zh-CN" altLang="en-US" sz="2000" b="1" dirty="0">
                <a:solidFill>
                  <a:schemeClr val="tx1"/>
                </a:solidFill>
                <a:latin typeface="+mn-lt"/>
                <a:ea typeface="+mn-ea"/>
              </a:rPr>
              <a:t>定义指针变量</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a,n;</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head=(NODE*)</a:t>
            </a:r>
            <a:r>
              <a:rPr lang="en-US" altLang="zh-CN" sz="2000" b="1" err="1">
                <a:solidFill>
                  <a:schemeClr val="tx1"/>
                </a:solidFill>
                <a:latin typeface="+mn-lt"/>
                <a:ea typeface="+mn-ea"/>
              </a:rPr>
              <a:t>malloc</a:t>
            </a:r>
            <a:r>
              <a:rPr lang="en-US" altLang="zh-CN" sz="2000" b="1">
                <a:solidFill>
                  <a:schemeClr val="tx1"/>
                </a:solidFill>
                <a:latin typeface="+mn-lt"/>
                <a:ea typeface="+mn-ea"/>
              </a:rPr>
              <a:t>(</a:t>
            </a:r>
            <a:r>
              <a:rPr lang="en-US" altLang="zh-CN" sz="2000" b="1" err="1">
                <a:solidFill>
                  <a:schemeClr val="tx1"/>
                </a:solidFill>
                <a:latin typeface="+mn-lt"/>
                <a:ea typeface="+mn-ea"/>
              </a:rPr>
              <a:t>sizeof</a:t>
            </a:r>
            <a:r>
              <a:rPr lang="en-US" altLang="zh-CN" sz="2000" b="1">
                <a:solidFill>
                  <a:schemeClr val="tx1"/>
                </a:solidFill>
                <a:latin typeface="+mn-lt"/>
                <a:ea typeface="+mn-ea"/>
              </a:rPr>
              <a:t>(NODE));</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dirty="0">
                <a:solidFill>
                  <a:schemeClr val="tx1"/>
                </a:solidFill>
                <a:latin typeface="+mn-lt"/>
                <a:ea typeface="+mn-ea"/>
              </a:rPr>
              <a:t>建立表头结点</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a:solidFill>
                  <a:schemeClr val="tx1"/>
                </a:solidFill>
                <a:latin typeface="+mn-lt"/>
                <a:ea typeface="+mn-ea"/>
              </a:rPr>
              <a:t>    q=head;</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en-US" altLang="zh-CN" sz="2000" b="1" err="1">
                <a:solidFill>
                  <a:schemeClr val="tx1"/>
                </a:solidFill>
                <a:latin typeface="+mn-lt"/>
                <a:ea typeface="+mn-ea"/>
              </a:rPr>
              <a:t> printf</a:t>
            </a:r>
            <a:r>
              <a:rPr lang="en-US" altLang="zh-CN" sz="2000" b="1">
                <a:solidFill>
                  <a:schemeClr val="tx1"/>
                </a:solidFill>
                <a:latin typeface="+mn-lt"/>
                <a:ea typeface="+mn-ea"/>
              </a:rPr>
              <a:t>("\</a:t>
            </a:r>
            <a:r>
              <a:rPr lang="en-US" altLang="zh-CN" sz="2000" b="1" err="1">
                <a:solidFill>
                  <a:schemeClr val="tx1"/>
                </a:solidFill>
                <a:latin typeface="+mn-lt"/>
                <a:ea typeface="+mn-ea"/>
              </a:rPr>
              <a:t>nInput</a:t>
            </a:r>
            <a:r>
              <a:rPr lang="en-US" altLang="zh-CN" sz="2000" b="1">
                <a:solidFill>
                  <a:schemeClr val="tx1"/>
                </a:solidFill>
                <a:latin typeface="+mn-lt"/>
                <a:ea typeface="+mn-ea"/>
              </a:rPr>
              <a:t> number of the list: ");</a:t>
            </a:r>
            <a:endParaRPr lang="en-US" altLang="zh-CN" sz="2000" b="1">
              <a:solidFill>
                <a:schemeClr val="tx1"/>
              </a:solidFill>
              <a:latin typeface="+mn-lt"/>
              <a:ea typeface="+mn-ea"/>
            </a:endParaRPr>
          </a:p>
        </p:txBody>
      </p:sp>
      <p:sp>
        <p:nvSpPr>
          <p:cNvPr id="53251" name="标题 2"/>
          <p:cNvSpPr>
            <a:spLocks noGrp="1"/>
          </p:cNvSpPr>
          <p:nvPr>
            <p:ph type="title"/>
            <p:custDataLst>
              <p:tags r:id="rId4"/>
            </p:custDataLst>
          </p:nvPr>
        </p:nvSpPr>
        <p:spPr>
          <a:xfrm>
            <a:off x="381000" y="1525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矩形 114690"/>
          <p:cNvSpPr/>
          <p:nvPr>
            <p:custDataLst>
              <p:tags r:id="rId1"/>
            </p:custDataLst>
          </p:nvPr>
        </p:nvSpPr>
        <p:spPr>
          <a:xfrm>
            <a:off x="152400" y="76200"/>
            <a:ext cx="8229600" cy="792163"/>
          </a:xfrm>
          <a:prstGeom prst="rect">
            <a:avLst/>
          </a:prstGeom>
          <a:noFill/>
          <a:ln w="9525">
            <a:noFill/>
          </a:ln>
        </p:spPr>
        <p:txBody>
          <a:bodyPr wrap="square" anchor="b" anchorCtr="1">
            <a:normAutofit/>
          </a:bodyPr>
          <a:p>
            <a:pPr algn="ctr"/>
            <a:r>
              <a:rPr lang="en-US" altLang="zh-CN" sz="3600" b="1" dirty="0">
                <a:solidFill>
                  <a:schemeClr val="tx1"/>
                </a:solidFill>
                <a:latin typeface="+mn-lt"/>
                <a:ea typeface="+mn-ea"/>
              </a:rPr>
              <a:t>2.3 </a:t>
            </a:r>
            <a:r>
              <a:rPr lang="zh-CN" altLang="en-US" sz="3600" b="1" dirty="0">
                <a:solidFill>
                  <a:schemeClr val="tx1"/>
                </a:solidFill>
                <a:latin typeface="+mn-lt"/>
                <a:ea typeface="+mn-ea"/>
              </a:rPr>
              <a:t>线性表的链式存储结构及其运算</a:t>
            </a:r>
            <a:endParaRPr lang="zh-CN" altLang="en-US" sz="3600" b="1" dirty="0">
              <a:solidFill>
                <a:schemeClr val="tx1"/>
              </a:solidFill>
              <a:latin typeface="+mn-lt"/>
              <a:ea typeface="+mn-ea"/>
            </a:endParaRPr>
          </a:p>
        </p:txBody>
      </p:sp>
      <p:sp>
        <p:nvSpPr>
          <p:cNvPr id="54274" name="矩形 114691"/>
          <p:cNvSpPr/>
          <p:nvPr>
            <p:custDataLst>
              <p:tags r:id="rId2"/>
            </p:custDataLst>
          </p:nvPr>
        </p:nvSpPr>
        <p:spPr>
          <a:xfrm>
            <a:off x="1055688" y="1435100"/>
            <a:ext cx="7783512" cy="5522913"/>
          </a:xfrm>
          <a:prstGeom prst="rect">
            <a:avLst/>
          </a:prstGeom>
          <a:noFill/>
          <a:ln w="9525">
            <a:noFill/>
          </a:ln>
        </p:spPr>
        <p:txBody>
          <a:bodyPr wrap="square" anchor="t" anchorCtr="0">
            <a:normAutofit/>
          </a:bodyPr>
          <a:p>
            <a:pPr indent="636905">
              <a:lnSpc>
                <a:spcPct val="80000"/>
              </a:lnSpc>
            </a:pPr>
            <a:r>
              <a:rPr lang="en-US" altLang="zh-CN" sz="2800" b="1" dirty="0">
                <a:solidFill>
                  <a:schemeClr val="tx1"/>
                </a:solidFill>
                <a:latin typeface="+mn-lt"/>
                <a:ea typeface="+mn-ea"/>
              </a:rPr>
              <a:t>    </a:t>
            </a:r>
            <a:r>
              <a:rPr lang="en-US" altLang="zh-CN" sz="2000" b="1" err="1">
                <a:solidFill>
                  <a:schemeClr val="tx1"/>
                </a:solidFill>
                <a:latin typeface="+mn-lt"/>
                <a:ea typeface="+mn-ea"/>
              </a:rPr>
              <a:t>scanf</a:t>
            </a:r>
            <a:r>
              <a:rPr lang="en-US" altLang="zh-CN" sz="2000" b="1">
                <a:solidFill>
                  <a:schemeClr val="tx1"/>
                </a:solidFill>
                <a:latin typeface="+mn-lt"/>
                <a:ea typeface="+mn-ea"/>
              </a:rPr>
              <a:t>("%d",&amp;n); /*</a:t>
            </a:r>
            <a:r>
              <a:rPr lang="zh-CN" altLang="en-US" sz="2000" b="1" dirty="0">
                <a:solidFill>
                  <a:schemeClr val="tx1"/>
                </a:solidFill>
                <a:latin typeface="+mn-lt"/>
                <a:ea typeface="+mn-ea"/>
              </a:rPr>
              <a:t>输入单向链表结点个数</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a:t>
            </a:r>
            <a:r>
              <a:rPr lang="en-US" altLang="zh-CN" sz="2000" b="1">
                <a:solidFill>
                  <a:schemeClr val="tx1"/>
                </a:solidFill>
                <a:latin typeface="+mn-lt"/>
                <a:ea typeface="+mn-ea"/>
              </a:rPr>
              <a:t>head-&gt;data=n; /*</a:t>
            </a:r>
            <a:r>
              <a:rPr lang="zh-CN" altLang="en-US" sz="2000" b="1" dirty="0">
                <a:solidFill>
                  <a:schemeClr val="tx1"/>
                </a:solidFill>
                <a:latin typeface="+mn-lt"/>
                <a:ea typeface="+mn-ea"/>
              </a:rPr>
              <a:t>表头结点赋值</a:t>
            </a:r>
            <a:r>
              <a:rPr lang="en-US" altLang="zh-CN" sz="2000" b="1">
                <a:solidFill>
                  <a:schemeClr val="tx1"/>
                </a:solidFill>
                <a:latin typeface="+mn-lt"/>
                <a:ea typeface="+mn-ea"/>
              </a:rPr>
              <a:t>n(</a:t>
            </a:r>
            <a:r>
              <a:rPr lang="zh-CN" altLang="en-US" sz="2000" b="1" dirty="0">
                <a:solidFill>
                  <a:schemeClr val="tx1"/>
                </a:solidFill>
                <a:latin typeface="+mn-lt"/>
                <a:ea typeface="+mn-ea"/>
              </a:rPr>
              <a:t>表中结点数</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a:t>
            </a:r>
            <a:r>
              <a:rPr lang="en-US" altLang="zh-CN" sz="2000" b="1">
                <a:solidFill>
                  <a:schemeClr val="tx1"/>
                </a:solidFill>
                <a:latin typeface="+mn-lt"/>
                <a:ea typeface="+mn-ea"/>
              </a:rPr>
              <a:t>if(n&gt;0) /*</a:t>
            </a:r>
            <a:r>
              <a:rPr lang="zh-CN" altLang="en-US" sz="2000" b="1">
                <a:solidFill>
                  <a:schemeClr val="tx1"/>
                </a:solidFill>
                <a:latin typeface="+mn-lt"/>
                <a:ea typeface="+mn-ea"/>
              </a:rPr>
              <a:t>若</a:t>
            </a:r>
            <a:r>
              <a:rPr lang="en-US" altLang="zh-CN" sz="2000" b="1">
                <a:solidFill>
                  <a:schemeClr val="tx1"/>
                </a:solidFill>
                <a:latin typeface="+mn-lt"/>
                <a:ea typeface="+mn-ea"/>
              </a:rPr>
              <a:t>n&lt;=0</a:t>
            </a:r>
            <a:r>
              <a:rPr lang="zh-CN" altLang="en-US" sz="2000" b="1">
                <a:solidFill>
                  <a:schemeClr val="tx1"/>
                </a:solidFill>
                <a:latin typeface="+mn-lt"/>
                <a:ea typeface="+mn-ea"/>
              </a:rPr>
              <a:t>，</a:t>
            </a:r>
            <a:r>
              <a:rPr lang="zh-CN" altLang="en-US" sz="2000" b="1" dirty="0">
                <a:solidFill>
                  <a:schemeClr val="tx1"/>
                </a:solidFill>
                <a:latin typeface="+mn-lt"/>
                <a:ea typeface="+mn-ea"/>
              </a:rPr>
              <a:t>建立仅含表头结点的空表</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 </a:t>
            </a:r>
            <a:r>
              <a:rPr lang="en-US" altLang="zh-CN" sz="2000" b="1" err="1">
                <a:solidFill>
                  <a:schemeClr val="tx1"/>
                </a:solidFill>
                <a:latin typeface="+mn-lt"/>
                <a:ea typeface="+mn-ea"/>
              </a:rPr>
              <a:t>printf</a:t>
            </a:r>
            <a:r>
              <a:rPr lang="en-US" altLang="zh-CN" sz="2000" b="1">
                <a:solidFill>
                  <a:schemeClr val="tx1"/>
                </a:solidFill>
                <a:latin typeface="+mn-lt"/>
                <a:ea typeface="+mn-ea"/>
              </a:rPr>
              <a:t>("Input the list :");</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        while(n&gt;0)</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        {   </a:t>
            </a:r>
            <a:r>
              <a:rPr lang="en-US" altLang="zh-CN" sz="2000" b="1" err="1">
                <a:solidFill>
                  <a:schemeClr val="tx1"/>
                </a:solidFill>
                <a:latin typeface="+mn-lt"/>
                <a:ea typeface="+mn-ea"/>
              </a:rPr>
              <a:t>scanf</a:t>
            </a:r>
            <a:r>
              <a:rPr lang="en-US" altLang="zh-CN" sz="2000" b="1">
                <a:solidFill>
                  <a:schemeClr val="tx1"/>
                </a:solidFill>
                <a:latin typeface="+mn-lt"/>
                <a:ea typeface="+mn-ea"/>
              </a:rPr>
              <a:t>("%d",&amp;a); /*</a:t>
            </a:r>
            <a:r>
              <a:rPr lang="zh-CN" altLang="en-US" sz="2000" b="1" dirty="0">
                <a:solidFill>
                  <a:schemeClr val="tx1"/>
                </a:solidFill>
                <a:latin typeface="+mn-lt"/>
                <a:ea typeface="+mn-ea"/>
              </a:rPr>
              <a:t>输入新元素</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a:t>
            </a:r>
            <a:r>
              <a:rPr lang="en-US" altLang="zh-CN" sz="2000" b="1">
                <a:solidFill>
                  <a:schemeClr val="tx1"/>
                </a:solidFill>
                <a:latin typeface="+mn-lt"/>
                <a:ea typeface="+mn-ea"/>
              </a:rPr>
              <a:t>p=(NODE*)</a:t>
            </a:r>
            <a:r>
              <a:rPr lang="en-US" altLang="zh-CN" sz="2000" b="1" err="1">
                <a:solidFill>
                  <a:schemeClr val="tx1"/>
                </a:solidFill>
                <a:latin typeface="+mn-lt"/>
                <a:ea typeface="+mn-ea"/>
              </a:rPr>
              <a:t>malloc</a:t>
            </a:r>
            <a:r>
              <a:rPr lang="en-US" altLang="zh-CN" sz="2000" b="1">
                <a:solidFill>
                  <a:schemeClr val="tx1"/>
                </a:solidFill>
                <a:latin typeface="+mn-lt"/>
                <a:ea typeface="+mn-ea"/>
              </a:rPr>
              <a:t>(</a:t>
            </a:r>
            <a:r>
              <a:rPr lang="en-US" altLang="zh-CN" sz="2000" b="1" err="1">
                <a:solidFill>
                  <a:schemeClr val="tx1"/>
                </a:solidFill>
                <a:latin typeface="+mn-lt"/>
                <a:ea typeface="+mn-ea"/>
              </a:rPr>
              <a:t>sizeof</a:t>
            </a:r>
            <a:r>
              <a:rPr lang="en-US" altLang="zh-CN" sz="2000" b="1">
                <a:solidFill>
                  <a:schemeClr val="tx1"/>
                </a:solidFill>
                <a:latin typeface="+mn-lt"/>
                <a:ea typeface="+mn-ea"/>
              </a:rPr>
              <a:t>(NODE));</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            p-&gt;data=a; </a:t>
            </a:r>
            <a:r>
              <a:rPr lang="en-US" altLang="zh-CN" sz="2000" b="1" dirty="0">
                <a:solidFill>
                  <a:schemeClr val="tx1"/>
                </a:solidFill>
                <a:latin typeface="+mn-lt"/>
                <a:ea typeface="+mn-ea"/>
              </a:rPr>
              <a:t> </a:t>
            </a:r>
            <a:r>
              <a:rPr lang="en-US" altLang="zh-CN" sz="2000" b="1">
                <a:solidFill>
                  <a:schemeClr val="tx1"/>
                </a:solidFill>
                <a:latin typeface="+mn-lt"/>
                <a:ea typeface="+mn-ea"/>
              </a:rPr>
              <a:t> </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a:t>
            </a:r>
            <a:r>
              <a:rPr lang="en-US" altLang="zh-CN" sz="2000" b="1">
                <a:solidFill>
                  <a:schemeClr val="tx1"/>
                </a:solidFill>
                <a:latin typeface="+mn-lt"/>
                <a:ea typeface="+mn-ea"/>
              </a:rPr>
              <a:t>      q-&gt;next=p;    q=p;  n--;</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        }   </a:t>
            </a:r>
            <a:endParaRPr lang="en-US" altLang="zh-CN" sz="2000" b="1" dirty="0">
              <a:solidFill>
                <a:schemeClr val="tx1"/>
              </a:solidFill>
              <a:latin typeface="+mn-lt"/>
              <a:ea typeface="+mn-ea"/>
            </a:endParaRPr>
          </a:p>
          <a:p>
            <a:pPr indent="636905">
              <a:lnSpc>
                <a:spcPct val="80000"/>
              </a:lnSpc>
            </a:pPr>
            <a:r>
              <a:rPr lang="en-US" altLang="zh-CN" sz="2000" b="1" dirty="0">
                <a:solidFill>
                  <a:schemeClr val="tx1"/>
                </a:solidFill>
                <a:latin typeface="+mn-lt"/>
                <a:ea typeface="+mn-ea"/>
              </a:rPr>
              <a:t>    </a:t>
            </a:r>
            <a:r>
              <a:rPr lang="en-US" altLang="zh-CN" sz="2000" b="1">
                <a:solidFill>
                  <a:schemeClr val="tx1"/>
                </a:solidFill>
                <a:latin typeface="+mn-lt"/>
                <a:ea typeface="+mn-ea"/>
              </a:rPr>
              <a:t> }</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    q-&gt;next=head; /*</a:t>
            </a:r>
            <a:r>
              <a:rPr lang="zh-CN" altLang="en-US" sz="2000" b="1" dirty="0">
                <a:solidFill>
                  <a:schemeClr val="tx1"/>
                </a:solidFill>
                <a:latin typeface="+mn-lt"/>
                <a:ea typeface="+mn-ea"/>
              </a:rPr>
              <a:t>循环链表</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lnSpc>
                <a:spcPct val="80000"/>
              </a:lnSpc>
            </a:pPr>
            <a:r>
              <a:rPr lang="en-US" altLang="zh-CN" sz="2000" b="1">
                <a:solidFill>
                  <a:schemeClr val="tx1"/>
                </a:solidFill>
                <a:latin typeface="+mn-lt"/>
                <a:ea typeface="+mn-ea"/>
              </a:rPr>
              <a:t>    return(head); /*</a:t>
            </a:r>
            <a:r>
              <a:rPr lang="zh-CN" altLang="en-US" sz="2000" b="1" dirty="0">
                <a:solidFill>
                  <a:schemeClr val="tx1"/>
                </a:solidFill>
                <a:latin typeface="+mn-lt"/>
                <a:ea typeface="+mn-ea"/>
              </a:rPr>
              <a:t>返回表头指针</a:t>
            </a:r>
            <a:r>
              <a:rPr lang="en-US" altLang="zh-CN" sz="2000" b="1">
                <a:solidFill>
                  <a:schemeClr val="tx1"/>
                </a:solidFill>
                <a:latin typeface="+mn-lt"/>
                <a:ea typeface="+mn-ea"/>
              </a:rPr>
              <a:t>head*/</a:t>
            </a:r>
            <a:endParaRPr lang="en-US" altLang="zh-CN" sz="2000" b="1">
              <a:solidFill>
                <a:schemeClr val="tx1"/>
              </a:solidFill>
              <a:latin typeface="+mn-lt"/>
              <a:ea typeface="+mn-ea"/>
            </a:endParaRPr>
          </a:p>
          <a:p>
            <a:pPr indent="636905">
              <a:lnSpc>
                <a:spcPct val="80000"/>
              </a:lnSpc>
            </a:pPr>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5298" name="矩形 115714"/>
          <p:cNvSpPr/>
          <p:nvPr>
            <p:custDataLst>
              <p:tags r:id="rId2"/>
            </p:custDataLst>
          </p:nvPr>
        </p:nvSpPr>
        <p:spPr>
          <a:xfrm>
            <a:off x="533400" y="1905000"/>
            <a:ext cx="6489700" cy="3609975"/>
          </a:xfrm>
          <a:prstGeom prst="rect">
            <a:avLst/>
          </a:prstGeom>
          <a:noFill/>
          <a:ln w="9525">
            <a:noFill/>
          </a:ln>
        </p:spPr>
        <p:txBody>
          <a:bodyPr wrap="square" anchor="t" anchorCtr="0">
            <a:normAutofit/>
          </a:bodyPr>
          <a:p>
            <a:pPr indent="636905"/>
            <a:r>
              <a:rPr lang="en-US" altLang="zh-CN" b="1">
                <a:solidFill>
                  <a:schemeClr val="tx1"/>
                </a:solidFill>
                <a:latin typeface="+mn-lt"/>
                <a:ea typeface="+mn-ea"/>
              </a:rPr>
              <a:t>NODE *prior(NODE *p)</a:t>
            </a:r>
            <a:endParaRPr lang="en-US" altLang="zh-CN" b="1">
              <a:solidFill>
                <a:schemeClr val="tx1"/>
              </a:solidFill>
              <a:latin typeface="+mn-lt"/>
              <a:ea typeface="+mn-ea"/>
            </a:endParaRPr>
          </a:p>
          <a:p>
            <a:pPr indent="636905"/>
            <a:r>
              <a:rPr lang="en-US" altLang="zh-CN" b="1">
                <a:solidFill>
                  <a:schemeClr val="tx1"/>
                </a:solidFill>
                <a:latin typeface="+mn-lt"/>
                <a:ea typeface="+mn-ea"/>
              </a:rPr>
              <a:t>{</a:t>
            </a:r>
            <a:endParaRPr lang="en-US" altLang="zh-CN" b="1">
              <a:solidFill>
                <a:schemeClr val="tx1"/>
              </a:solidFill>
              <a:latin typeface="+mn-lt"/>
              <a:ea typeface="+mn-ea"/>
            </a:endParaRPr>
          </a:p>
          <a:p>
            <a:pPr indent="636905"/>
            <a:r>
              <a:rPr lang="en-US" altLang="zh-CN" b="1">
                <a:solidFill>
                  <a:schemeClr val="tx1"/>
                </a:solidFill>
                <a:latin typeface="+mn-lt"/>
                <a:ea typeface="+mn-ea"/>
              </a:rPr>
              <a:t>   NODE *q;</a:t>
            </a:r>
            <a:endParaRPr lang="en-US" altLang="zh-CN" b="1">
              <a:solidFill>
                <a:schemeClr val="tx1"/>
              </a:solidFill>
              <a:latin typeface="+mn-lt"/>
              <a:ea typeface="+mn-ea"/>
            </a:endParaRPr>
          </a:p>
          <a:p>
            <a:pPr indent="636905"/>
            <a:r>
              <a:rPr lang="en-US" altLang="zh-CN" b="1">
                <a:solidFill>
                  <a:schemeClr val="accent1">
                    <a:lumMod val="50000"/>
                  </a:schemeClr>
                </a:solidFill>
                <a:latin typeface="+mn-lt"/>
                <a:ea typeface="+mn-ea"/>
              </a:rPr>
              <a:t>   q=p-&gt;next;  /*</a:t>
            </a:r>
            <a:r>
              <a:rPr lang="zh-CN" altLang="en-US" b="1" dirty="0">
                <a:solidFill>
                  <a:schemeClr val="accent1">
                    <a:lumMod val="50000"/>
                  </a:schemeClr>
                </a:solidFill>
                <a:latin typeface="+mn-lt"/>
                <a:ea typeface="+mn-ea"/>
              </a:rPr>
              <a:t>向后搜索方式查找</a:t>
            </a:r>
            <a:r>
              <a:rPr lang="en-US" altLang="zh-CN" b="1" dirty="0">
                <a:solidFill>
                  <a:schemeClr val="accent1">
                    <a:lumMod val="50000"/>
                  </a:schemeClr>
                </a:solidFill>
                <a:latin typeface="+mn-lt"/>
                <a:ea typeface="+mn-ea"/>
              </a:rPr>
              <a:t>*/</a:t>
            </a:r>
            <a:endParaRPr lang="en-US" altLang="zh-CN" b="1" dirty="0">
              <a:solidFill>
                <a:schemeClr val="accent1">
                  <a:lumMod val="50000"/>
                </a:schemeClr>
              </a:solidFill>
              <a:latin typeface="+mn-lt"/>
              <a:ea typeface="+mn-ea"/>
            </a:endParaRPr>
          </a:p>
          <a:p>
            <a:pPr indent="636905"/>
            <a:r>
              <a:rPr lang="en-US" altLang="zh-CN" b="1">
                <a:solidFill>
                  <a:schemeClr val="accent1">
                    <a:lumMod val="50000"/>
                  </a:schemeClr>
                </a:solidFill>
                <a:latin typeface="+mn-lt"/>
                <a:ea typeface="+mn-ea"/>
              </a:rPr>
              <a:t>   while(q-&gt;next!=p)</a:t>
            </a:r>
            <a:endParaRPr lang="en-US" altLang="zh-CN" b="1">
              <a:solidFill>
                <a:schemeClr val="accent1">
                  <a:lumMod val="50000"/>
                </a:schemeClr>
              </a:solidFill>
              <a:latin typeface="+mn-lt"/>
              <a:ea typeface="+mn-ea"/>
            </a:endParaRPr>
          </a:p>
          <a:p>
            <a:pPr indent="636905"/>
            <a:r>
              <a:rPr lang="en-US" altLang="zh-CN" b="1">
                <a:solidFill>
                  <a:schemeClr val="accent1">
                    <a:lumMod val="50000"/>
                  </a:schemeClr>
                </a:solidFill>
                <a:latin typeface="+mn-lt"/>
                <a:ea typeface="+mn-ea"/>
              </a:rPr>
              <a:t>       q=q-&gt;next;</a:t>
            </a:r>
            <a:endParaRPr lang="en-US" altLang="zh-CN" b="1">
              <a:solidFill>
                <a:schemeClr val="accent1">
                  <a:lumMod val="50000"/>
                </a:schemeClr>
              </a:solidFill>
              <a:latin typeface="+mn-lt"/>
              <a:ea typeface="+mn-ea"/>
            </a:endParaRPr>
          </a:p>
          <a:p>
            <a:pPr indent="636905"/>
            <a:r>
              <a:rPr lang="en-US" altLang="zh-CN" b="1">
                <a:solidFill>
                  <a:schemeClr val="tx1"/>
                </a:solidFill>
                <a:latin typeface="+mn-lt"/>
                <a:ea typeface="+mn-ea"/>
              </a:rPr>
              <a:t>   return(q);</a:t>
            </a:r>
            <a:endParaRPr lang="en-US" altLang="zh-CN" b="1">
              <a:solidFill>
                <a:schemeClr val="tx1"/>
              </a:solidFill>
              <a:latin typeface="+mn-lt"/>
              <a:ea typeface="+mn-ea"/>
            </a:endParaRPr>
          </a:p>
          <a:p>
            <a:pPr indent="636905"/>
            <a:r>
              <a:rPr lang="en-US" altLang="zh-CN" b="1">
                <a:solidFill>
                  <a:schemeClr val="tx1"/>
                </a:solidFill>
                <a:latin typeface="+mn-lt"/>
                <a:ea typeface="+mn-ea"/>
              </a:rPr>
              <a:t>}</a:t>
            </a:r>
            <a:endParaRPr lang="en-US" altLang="zh-CN" b="1">
              <a:solidFill>
                <a:schemeClr val="tx1"/>
              </a:solidFill>
              <a:latin typeface="+mn-lt"/>
              <a:ea typeface="+mn-ea"/>
            </a:endParaRPr>
          </a:p>
        </p:txBody>
      </p:sp>
      <p:sp>
        <p:nvSpPr>
          <p:cNvPr id="55297" name="标题 2"/>
          <p:cNvSpPr>
            <a:spLocks noGrp="1"/>
          </p:cNvSpPr>
          <p:nvPr>
            <p:ph type="title"/>
            <p:custDataLst>
              <p:tags r:id="rId3"/>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6321" name="标题 2"/>
          <p:cNvSpPr>
            <a:spLocks noGrp="1"/>
          </p:cNvSpPr>
          <p:nvPr>
            <p:ph type="title"/>
            <p:custDataLst>
              <p:tags r:id="rId2"/>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
        <p:nvSpPr>
          <p:cNvPr id="116739" name="矩形 116738"/>
          <p:cNvSpPr/>
          <p:nvPr>
            <p:custDataLst>
              <p:tags r:id="rId3"/>
            </p:custDataLst>
          </p:nvPr>
        </p:nvSpPr>
        <p:spPr>
          <a:xfrm>
            <a:off x="521970" y="1833562"/>
            <a:ext cx="8100000" cy="3655219"/>
          </a:xfrm>
          <a:prstGeom prst="rect">
            <a:avLst/>
          </a:prstGeom>
          <a:noFill/>
          <a:ln w="9525">
            <a:noFill/>
          </a:ln>
        </p:spPr>
        <p:txBody>
          <a:bodyPr wrap="square">
            <a:normAutofit fontScale="60000"/>
          </a:bodyPr>
          <a:p>
            <a:pPr indent="636905" fontAlgn="base"/>
            <a:r>
              <a:rPr lang="en-US" altLang="zh-CN" sz="2800" b="1" strike="noStrike" noProof="1">
                <a:solidFill>
                  <a:schemeClr val="tx1"/>
                </a:solidFill>
                <a:latin typeface="+mn-lt"/>
                <a:ea typeface="+mn-ea"/>
                <a:cs typeface="+mn-cs"/>
              </a:rPr>
              <a:t>main()                     /*</a:t>
            </a:r>
            <a:r>
              <a:rPr lang="zh-CN" altLang="en-US" sz="2800" b="1" strike="noStrike" noProof="1" dirty="0">
                <a:solidFill>
                  <a:schemeClr val="tx1"/>
                </a:solidFill>
                <a:latin typeface="+mn-lt"/>
                <a:ea typeface="+mn-ea"/>
                <a:cs typeface="+mn-cs"/>
              </a:rPr>
              <a:t>主程序</a:t>
            </a:r>
            <a:r>
              <a:rPr lang="en-US" altLang="zh-CN" sz="2800" b="1" strike="noStrike" noProof="1" dirty="0">
                <a:solidFill>
                  <a:schemeClr val="tx1"/>
                </a:solidFill>
                <a:latin typeface="+mn-lt"/>
                <a:ea typeface="+mn-ea"/>
                <a:cs typeface="+mn-cs"/>
              </a:rPr>
              <a:t>*/</a:t>
            </a:r>
            <a:endParaRPr lang="en-US" altLang="zh-CN" sz="2800" b="1" strike="noStrike" noProof="1" dirty="0">
              <a:solidFill>
                <a:schemeClr val="tx1"/>
              </a:solidFill>
              <a:latin typeface="+mn-lt"/>
              <a:ea typeface="+mn-ea"/>
            </a:endParaRPr>
          </a:p>
          <a:p>
            <a:pPr indent="636905" fontAlgn="base"/>
            <a:r>
              <a:rPr lang="en-US" altLang="zh-CN" sz="2800" b="1" strike="noStrike" noProof="1" dirty="0">
                <a:solidFill>
                  <a:schemeClr val="tx1"/>
                </a:solidFill>
                <a:latin typeface="+mn-lt"/>
                <a:ea typeface="+mn-ea"/>
                <a:cs typeface="+mn-cs"/>
              </a:rPr>
              <a:t>{  </a:t>
            </a:r>
            <a:r>
              <a:rPr lang="en-US" altLang="zh-CN" sz="2800" b="1" strike="noStrike" noProof="1">
                <a:solidFill>
                  <a:schemeClr val="tx1"/>
                </a:solidFill>
                <a:latin typeface="+mn-lt"/>
                <a:ea typeface="+mn-ea"/>
                <a:cs typeface="+mn-cs"/>
              </a:rPr>
              <a:t>NODE *a,*c,*p;</a:t>
            </a:r>
            <a:endParaRPr lang="en-US" altLang="zh-CN" sz="2800" b="1" strike="noStrike" noProof="1" err="1">
              <a:solidFill>
                <a:schemeClr val="tx1"/>
              </a:solidFill>
              <a:latin typeface="+mn-lt"/>
              <a:ea typeface="+mn-ea"/>
            </a:endParaRPr>
          </a:p>
          <a:p>
            <a:pPr indent="636905" fontAlgn="base"/>
            <a:r>
              <a:rPr lang="en-US" altLang="zh-CN" sz="2800" b="1" strike="noStrike" noProof="1" err="1">
                <a:solidFill>
                  <a:schemeClr val="tx1"/>
                </a:solidFill>
                <a:latin typeface="+mn-lt"/>
                <a:ea typeface="+mn-ea"/>
                <a:cs typeface="+mn-cs"/>
              </a:rPr>
              <a:t>   int</a:t>
            </a:r>
            <a:r>
              <a:rPr lang="en-US" altLang="zh-CN" sz="2800" b="1" strike="noStrike" noProof="1">
                <a:solidFill>
                  <a:schemeClr val="tx1"/>
                </a:solidFill>
                <a:latin typeface="+mn-lt"/>
                <a:ea typeface="+mn-ea"/>
                <a:cs typeface="+mn-cs"/>
              </a:rPr>
              <a:t> i,j;</a:t>
            </a:r>
            <a:endParaRPr lang="en-US" altLang="zh-CN" sz="2800" b="1" strike="noStrike" noProof="1">
              <a:solidFill>
                <a:schemeClr val="tx1"/>
              </a:solidFill>
              <a:latin typeface="+mn-lt"/>
              <a:ea typeface="+mn-ea"/>
            </a:endParaRPr>
          </a:p>
          <a:p>
            <a:pPr indent="636905" fontAlgn="base"/>
            <a:r>
              <a:rPr lang="en-US" altLang="zh-CN" sz="2800" b="1" strike="noStrike" noProof="1">
                <a:solidFill>
                  <a:schemeClr val="tx1"/>
                </a:solidFill>
                <a:latin typeface="+mn-lt"/>
                <a:ea typeface="+mn-ea"/>
                <a:cs typeface="+mn-cs"/>
              </a:rPr>
              <a:t>   a=create_circular(); </a:t>
            </a:r>
            <a:endParaRPr lang="en-US" altLang="zh-CN" sz="2800" b="1" strike="noStrike" noProof="1" err="1">
              <a:solidFill>
                <a:schemeClr val="tx1"/>
              </a:solidFill>
              <a:latin typeface="+mn-lt"/>
              <a:ea typeface="+mn-ea"/>
            </a:endParaRPr>
          </a:p>
          <a:p>
            <a:pPr indent="636905" fontAlgn="base"/>
            <a:r>
              <a:rPr lang="en-US" altLang="zh-CN" sz="2800" b="1" strike="noStrike" noProof="1" err="1">
                <a:solidFill>
                  <a:schemeClr val="tx1"/>
                </a:solidFill>
                <a:latin typeface="+mn-lt"/>
                <a:ea typeface="+mn-ea"/>
                <a:cs typeface="+mn-cs"/>
              </a:rPr>
              <a:t>  printf</a:t>
            </a:r>
            <a:r>
              <a:rPr lang="en-US" altLang="zh-CN" sz="2800" b="1" strike="noStrike" noProof="1">
                <a:solidFill>
                  <a:schemeClr val="tx1"/>
                </a:solidFill>
                <a:latin typeface="+mn-lt"/>
                <a:ea typeface="+mn-ea"/>
                <a:cs typeface="+mn-cs"/>
              </a:rPr>
              <a:t>(“Input j:”); </a:t>
            </a:r>
            <a:endParaRPr lang="en-US" altLang="zh-CN" sz="2800" b="1" strike="noStrike" noProof="1" err="1">
              <a:solidFill>
                <a:schemeClr val="tx1"/>
              </a:solidFill>
              <a:latin typeface="+mn-lt"/>
              <a:ea typeface="+mn-ea"/>
            </a:endParaRPr>
          </a:p>
          <a:p>
            <a:pPr indent="636905" fontAlgn="base"/>
            <a:r>
              <a:rPr lang="en-US" altLang="zh-CN" sz="2800" b="1" strike="noStrike" noProof="1" err="1">
                <a:solidFill>
                  <a:schemeClr val="tx1"/>
                </a:solidFill>
                <a:latin typeface="+mn-lt"/>
                <a:ea typeface="+mn-ea"/>
                <a:cs typeface="+mn-cs"/>
              </a:rPr>
              <a:t>  scanf</a:t>
            </a:r>
            <a:r>
              <a:rPr lang="en-US" altLang="zh-CN" sz="2800" b="1" strike="noStrike" noProof="1">
                <a:solidFill>
                  <a:schemeClr val="tx1"/>
                </a:solidFill>
                <a:latin typeface="+mn-lt"/>
                <a:ea typeface="+mn-ea"/>
                <a:cs typeface="+mn-cs"/>
              </a:rPr>
              <a:t>(“%d”,&amp;j);  /*</a:t>
            </a:r>
            <a:r>
              <a:rPr lang="zh-CN" altLang="en-US" sz="2800" b="1" strike="noStrike" noProof="1" dirty="0">
                <a:solidFill>
                  <a:schemeClr val="tx1"/>
                </a:solidFill>
                <a:latin typeface="+mn-lt"/>
                <a:ea typeface="+mn-ea"/>
                <a:cs typeface="+mn-cs"/>
              </a:rPr>
              <a:t>输入要查的节点序号</a:t>
            </a:r>
            <a:r>
              <a:rPr lang="en-US" altLang="zh-CN" sz="2800" b="1" strike="noStrike" noProof="1" dirty="0">
                <a:solidFill>
                  <a:schemeClr val="tx1"/>
                </a:solidFill>
                <a:latin typeface="+mn-lt"/>
                <a:ea typeface="+mn-ea"/>
                <a:cs typeface="+mn-cs"/>
              </a:rPr>
              <a:t>,&gt;=0)</a:t>
            </a:r>
            <a:endParaRPr lang="en-US" altLang="zh-CN" sz="2800" b="1" strike="noStrike" noProof="1" dirty="0">
              <a:solidFill>
                <a:schemeClr val="tx1"/>
              </a:solidFill>
              <a:latin typeface="+mn-lt"/>
              <a:ea typeface="+mn-ea"/>
            </a:endParaRPr>
          </a:p>
          <a:p>
            <a:pPr indent="636905" fontAlgn="base"/>
            <a:r>
              <a:rPr lang="en-US" altLang="zh-CN" sz="2800" b="1" strike="noStrike" noProof="1">
                <a:solidFill>
                  <a:schemeClr val="tx1"/>
                </a:solidFill>
                <a:latin typeface="+mn-lt"/>
                <a:ea typeface="+mn-ea"/>
                <a:cs typeface="+mn-cs"/>
              </a:rPr>
              <a:t>  p=a; /*</a:t>
            </a:r>
            <a:r>
              <a:rPr lang="zh-CN" altLang="en-US" sz="2800" b="1" strike="noStrike" noProof="1" dirty="0">
                <a:solidFill>
                  <a:schemeClr val="tx1"/>
                </a:solidFill>
                <a:latin typeface="+mn-lt"/>
                <a:ea typeface="+mn-ea"/>
                <a:cs typeface="+mn-cs"/>
              </a:rPr>
              <a:t>从头节点搜索序号为</a:t>
            </a:r>
            <a:r>
              <a:rPr lang="en-US" altLang="zh-CN" sz="2800" b="1" strike="noStrike" noProof="1">
                <a:solidFill>
                  <a:schemeClr val="tx1"/>
                </a:solidFill>
                <a:latin typeface="+mn-lt"/>
                <a:ea typeface="+mn-ea"/>
                <a:cs typeface="+mn-cs"/>
              </a:rPr>
              <a:t>j</a:t>
            </a:r>
            <a:r>
              <a:rPr lang="zh-CN" altLang="en-US" sz="2800" b="1" strike="noStrike" noProof="1" dirty="0">
                <a:solidFill>
                  <a:schemeClr val="tx1"/>
                </a:solidFill>
                <a:latin typeface="+mn-lt"/>
                <a:ea typeface="+mn-ea"/>
                <a:cs typeface="+mn-cs"/>
              </a:rPr>
              <a:t>的节点</a:t>
            </a:r>
            <a:r>
              <a:rPr lang="en-US" altLang="zh-CN" sz="2800" b="1" strike="noStrike" noProof="1" dirty="0">
                <a:solidFill>
                  <a:schemeClr val="tx1"/>
                </a:solidFill>
                <a:latin typeface="+mn-lt"/>
                <a:ea typeface="+mn-ea"/>
                <a:cs typeface="+mn-cs"/>
              </a:rPr>
              <a:t>,</a:t>
            </a:r>
            <a:r>
              <a:rPr lang="zh-CN" altLang="en-US" sz="2800" b="1" strike="noStrike" noProof="1" dirty="0">
                <a:solidFill>
                  <a:schemeClr val="tx1"/>
                </a:solidFill>
                <a:latin typeface="+mn-lt"/>
                <a:ea typeface="+mn-ea"/>
                <a:cs typeface="+mn-cs"/>
              </a:rPr>
              <a:t>让</a:t>
            </a:r>
            <a:r>
              <a:rPr lang="en-US" altLang="zh-CN" sz="2800" b="1" strike="noStrike" noProof="1">
                <a:solidFill>
                  <a:schemeClr val="tx1"/>
                </a:solidFill>
                <a:latin typeface="+mn-lt"/>
                <a:ea typeface="+mn-ea"/>
                <a:cs typeface="+mn-cs"/>
              </a:rPr>
              <a:t>p </a:t>
            </a:r>
            <a:r>
              <a:rPr lang="zh-CN" altLang="en-US" sz="2800" b="1" strike="noStrike" noProof="1" dirty="0">
                <a:solidFill>
                  <a:schemeClr val="tx1"/>
                </a:solidFill>
                <a:latin typeface="+mn-lt"/>
                <a:ea typeface="+mn-ea"/>
                <a:cs typeface="+mn-cs"/>
              </a:rPr>
              <a:t>指向它</a:t>
            </a:r>
            <a:r>
              <a:rPr lang="en-US" altLang="zh-CN" sz="2800" b="1" strike="noStrike" noProof="1" dirty="0">
                <a:solidFill>
                  <a:schemeClr val="tx1"/>
                </a:solidFill>
                <a:latin typeface="+mn-lt"/>
                <a:ea typeface="+mn-ea"/>
                <a:cs typeface="+mn-cs"/>
              </a:rPr>
              <a:t>*/ </a:t>
            </a:r>
            <a:endParaRPr lang="en-US" altLang="zh-CN" sz="2800" b="1" strike="noStrike" noProof="1" dirty="0">
              <a:solidFill>
                <a:schemeClr val="tx1"/>
              </a:solidFill>
              <a:latin typeface="+mn-lt"/>
              <a:ea typeface="+mn-ea"/>
            </a:endParaRPr>
          </a:p>
          <a:p>
            <a:pPr indent="636905" fontAlgn="base"/>
            <a:r>
              <a:rPr lang="en-US" altLang="zh-CN" sz="2800" b="1" strike="noStrike" noProof="1">
                <a:solidFill>
                  <a:schemeClr val="tx1"/>
                </a:solidFill>
                <a:latin typeface="+mn-lt"/>
                <a:ea typeface="+mn-ea"/>
                <a:cs typeface="+mn-cs"/>
              </a:rPr>
              <a:t>   for(i=0;i&lt;j;i++)</a:t>
            </a:r>
            <a:endParaRPr lang="en-US" altLang="zh-CN" sz="2800" b="1" strike="noStrike" noProof="1">
              <a:solidFill>
                <a:schemeClr val="tx1"/>
              </a:solidFill>
              <a:latin typeface="+mn-lt"/>
              <a:ea typeface="+mn-ea"/>
            </a:endParaRPr>
          </a:p>
          <a:p>
            <a:pPr indent="636905" fontAlgn="base"/>
            <a:r>
              <a:rPr lang="en-US" altLang="zh-CN" sz="2800" b="1" strike="noStrike" noProof="1">
                <a:solidFill>
                  <a:schemeClr val="tx1"/>
                </a:solidFill>
                <a:latin typeface="+mn-lt"/>
                <a:ea typeface="+mn-ea"/>
                <a:cs typeface="+mn-cs"/>
              </a:rPr>
              <a:t>       p=p-&gt;next;          /*</a:t>
            </a:r>
            <a:r>
              <a:rPr lang="zh-CN" altLang="en-US" sz="2800" b="1" strike="noStrike" noProof="1" dirty="0">
                <a:solidFill>
                  <a:schemeClr val="tx1"/>
                </a:solidFill>
                <a:latin typeface="+mn-lt"/>
                <a:ea typeface="+mn-ea"/>
                <a:cs typeface="+mn-cs"/>
              </a:rPr>
              <a:t>按序号确定一个</a:t>
            </a:r>
            <a:r>
              <a:rPr lang="en-US" altLang="zh-CN" sz="2800" b="1" strike="noStrike" noProof="1">
                <a:solidFill>
                  <a:schemeClr val="tx1"/>
                </a:solidFill>
                <a:latin typeface="+mn-lt"/>
                <a:ea typeface="+mn-ea"/>
                <a:cs typeface="+mn-cs"/>
              </a:rPr>
              <a:t>p</a:t>
            </a:r>
            <a:r>
              <a:rPr lang="zh-CN" altLang="en-US" sz="2800" b="1" strike="noStrike" noProof="1" dirty="0">
                <a:solidFill>
                  <a:schemeClr val="tx1"/>
                </a:solidFill>
                <a:latin typeface="+mn-lt"/>
                <a:ea typeface="+mn-ea"/>
                <a:cs typeface="+mn-cs"/>
              </a:rPr>
              <a:t>结点</a:t>
            </a:r>
            <a:r>
              <a:rPr lang="en-US" altLang="zh-CN" sz="2800" b="1" strike="noStrike" noProof="1" dirty="0">
                <a:solidFill>
                  <a:schemeClr val="tx1"/>
                </a:solidFill>
                <a:latin typeface="+mn-lt"/>
                <a:ea typeface="+mn-ea"/>
                <a:cs typeface="+mn-cs"/>
              </a:rPr>
              <a:t>*/</a:t>
            </a:r>
            <a:endParaRPr lang="en-US" altLang="zh-CN" sz="2800" b="1" strike="noStrike" noProof="1" dirty="0">
              <a:solidFill>
                <a:schemeClr val="tx1"/>
              </a:solidFill>
              <a:latin typeface="+mn-lt"/>
              <a:ea typeface="+mn-ea"/>
            </a:endParaRPr>
          </a:p>
          <a:p>
            <a:pPr indent="636905" fontAlgn="base"/>
            <a:r>
              <a:rPr lang="en-US" altLang="zh-CN" sz="2800" b="1" strike="noStrike" noProof="1" dirty="0">
                <a:solidFill>
                  <a:schemeClr val="tx1"/>
                </a:solidFill>
                <a:latin typeface="+mn-lt"/>
                <a:ea typeface="+mn-ea"/>
                <a:cs typeface="+mn-cs"/>
              </a:rPr>
              <a:t>   </a:t>
            </a:r>
            <a:r>
              <a:rPr lang="en-US" altLang="zh-CN" sz="2800" b="1" strike="noStrike" noProof="1">
                <a:solidFill>
                  <a:schemeClr val="tx1"/>
                </a:solidFill>
                <a:latin typeface="+mn-lt"/>
                <a:ea typeface="+mn-ea"/>
                <a:cs typeface="+mn-cs"/>
              </a:rPr>
              <a:t>c=prior(p);</a:t>
            </a:r>
            <a:endParaRPr lang="en-US" altLang="zh-CN" sz="2800" b="1" strike="noStrike" noProof="1" err="1">
              <a:solidFill>
                <a:schemeClr val="tx1"/>
              </a:solidFill>
              <a:latin typeface="+mn-lt"/>
              <a:ea typeface="+mn-ea"/>
            </a:endParaRPr>
          </a:p>
          <a:p>
            <a:pPr indent="636905" fontAlgn="base"/>
            <a:r>
              <a:rPr lang="en-US" altLang="zh-CN" sz="2800" b="1" strike="noStrike" noProof="1" err="1">
                <a:solidFill>
                  <a:schemeClr val="tx1"/>
                </a:solidFill>
                <a:latin typeface="+mn-lt"/>
                <a:ea typeface="+mn-ea"/>
                <a:cs typeface="+mn-cs"/>
              </a:rPr>
              <a:t>   printf</a:t>
            </a:r>
            <a:r>
              <a:rPr lang="en-US" altLang="zh-CN" sz="2800" b="1" strike="noStrike" noProof="1">
                <a:solidFill>
                  <a:schemeClr val="tx1"/>
                </a:solidFill>
                <a:latin typeface="+mn-lt"/>
                <a:ea typeface="+mn-ea"/>
                <a:cs typeface="+mn-cs"/>
              </a:rPr>
              <a:t>("prior of %d is : %d",p-&gt;data,c-&gt;data);</a:t>
            </a:r>
            <a:endParaRPr lang="en-US" altLang="zh-CN" sz="2800" b="1" strike="noStrike" noProof="1">
              <a:solidFill>
                <a:schemeClr val="tx1"/>
              </a:solidFill>
              <a:latin typeface="+mn-lt"/>
              <a:ea typeface="+mn-ea"/>
            </a:endParaRPr>
          </a:p>
          <a:p>
            <a:pPr indent="636905" fontAlgn="base"/>
            <a:r>
              <a:rPr lang="en-US" altLang="zh-CN" sz="2800" b="1" strike="noStrike" noProof="1">
                <a:solidFill>
                  <a:schemeClr val="tx1"/>
                </a:solidFill>
                <a:latin typeface="+mn-lt"/>
                <a:ea typeface="+mn-ea"/>
                <a:cs typeface="+mn-cs"/>
              </a:rPr>
              <a:t>}</a:t>
            </a:r>
            <a:endParaRPr lang="en-US" altLang="zh-CN" sz="2800" b="1" strike="noStrike" noProof="1">
              <a:solidFill>
                <a:schemeClr val="tx1"/>
              </a:solidFill>
              <a:latin typeface="+mn-lt"/>
              <a:ea typeface="+mn-ea"/>
              <a:cs typeface="+mn-cs"/>
            </a:endParaRPr>
          </a:p>
        </p:txBody>
      </p:sp>
    </p:spTree>
    <p:custDataLst>
      <p:tags r:id="rId4"/>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8369" name="文本框 62465"/>
          <p:cNvSpPr txBox="1"/>
          <p:nvPr>
            <p:custDataLst>
              <p:tags r:id="rId2"/>
            </p:custDataLst>
          </p:nvPr>
        </p:nvSpPr>
        <p:spPr>
          <a:xfrm>
            <a:off x="304800" y="1066800"/>
            <a:ext cx="5181600" cy="533400"/>
          </a:xfrm>
          <a:prstGeom prst="rect">
            <a:avLst/>
          </a:prstGeom>
          <a:noFill/>
          <a:ln w="9525">
            <a:noFill/>
          </a:ln>
        </p:spPr>
        <p:txBody>
          <a:bodyPr wrap="square" anchor="t" anchorCtr="0">
            <a:normAutofit/>
          </a:bodyPr>
          <a:p>
            <a:pPr>
              <a:spcBef>
                <a:spcPct val="20000"/>
              </a:spcBef>
            </a:pPr>
            <a:r>
              <a:rPr lang="en-US" altLang="en-US" sz="2000" b="1">
                <a:solidFill>
                  <a:schemeClr val="accent1">
                    <a:lumMod val="50000"/>
                  </a:schemeClr>
                </a:solidFill>
                <a:latin typeface="+mn-lt"/>
                <a:ea typeface="+mn-ea"/>
              </a:rPr>
              <a:t>2.3.4 双向链表结构</a:t>
            </a:r>
            <a:endParaRPr lang="en-US" altLang="en-US" sz="2000" b="1">
              <a:solidFill>
                <a:schemeClr val="accent1">
                  <a:lumMod val="50000"/>
                </a:schemeClr>
              </a:solidFill>
              <a:latin typeface="+mn-lt"/>
              <a:ea typeface="+mn-ea"/>
            </a:endParaRPr>
          </a:p>
        </p:txBody>
      </p:sp>
      <p:sp>
        <p:nvSpPr>
          <p:cNvPr id="62468" name="文本框 62467"/>
          <p:cNvSpPr txBox="1"/>
          <p:nvPr>
            <p:custDataLst>
              <p:tags r:id="rId3"/>
            </p:custDataLst>
          </p:nvPr>
        </p:nvSpPr>
        <p:spPr>
          <a:xfrm>
            <a:off x="304800" y="1600200"/>
            <a:ext cx="4267200" cy="522288"/>
          </a:xfrm>
          <a:prstGeom prst="rect">
            <a:avLst/>
          </a:prstGeom>
          <a:noFill/>
          <a:ln w="9525">
            <a:noFill/>
          </a:ln>
        </p:spPr>
        <p:txBody>
          <a:bodyPr wrap="square">
            <a:normAutofit/>
          </a:bodyPr>
          <a:p>
            <a:r>
              <a:rPr lang="en-US" altLang="zh-CN" sz="2220" b="1" noProof="1" dirty="0">
                <a:solidFill>
                  <a:schemeClr val="accent1">
                    <a:lumMod val="50000"/>
                  </a:schemeClr>
                </a:solidFill>
                <a:latin typeface="+mn-lt"/>
                <a:ea typeface="+mn-ea"/>
                <a:cs typeface="+mn-cs"/>
              </a:rPr>
              <a:t>1. </a:t>
            </a:r>
            <a:r>
              <a:rPr lang="zh-CN" altLang="en-US" sz="2220" b="1" noProof="1" dirty="0">
                <a:solidFill>
                  <a:schemeClr val="accent1">
                    <a:lumMod val="50000"/>
                  </a:schemeClr>
                </a:solidFill>
                <a:latin typeface="+mn-lt"/>
                <a:ea typeface="+mn-ea"/>
                <a:cs typeface="+mn-cs"/>
              </a:rPr>
              <a:t>双向链表的基本概念</a:t>
            </a:r>
            <a:endParaRPr lang="zh-CN" altLang="en-US" sz="2220" b="1" noProof="1" dirty="0">
              <a:solidFill>
                <a:schemeClr val="accent1">
                  <a:lumMod val="50000"/>
                </a:schemeClr>
              </a:solidFill>
              <a:latin typeface="+mn-lt"/>
              <a:ea typeface="+mn-ea"/>
              <a:cs typeface="+mn-cs"/>
            </a:endParaRPr>
          </a:p>
        </p:txBody>
      </p:sp>
      <p:sp>
        <p:nvSpPr>
          <p:cNvPr id="62469" name="文本框 62468"/>
          <p:cNvSpPr txBox="1"/>
          <p:nvPr>
            <p:custDataLst>
              <p:tags r:id="rId4"/>
            </p:custDataLst>
          </p:nvPr>
        </p:nvSpPr>
        <p:spPr>
          <a:xfrm>
            <a:off x="381000" y="2133600"/>
            <a:ext cx="7848600" cy="1814513"/>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在单链表的结点中再增加一个指针域，这个指针直接指向该结点的 直接前驱。这样，链表中一个结点就有了两个指针域，我们把这样的链表称为双向链表。</a:t>
            </a:r>
            <a:endParaRPr lang="zh-CN" altLang="en-US" sz="2000" b="1" dirty="0">
              <a:solidFill>
                <a:schemeClr val="tx1"/>
              </a:solidFill>
              <a:latin typeface="+mn-lt"/>
              <a:ea typeface="+mn-ea"/>
            </a:endParaRPr>
          </a:p>
        </p:txBody>
      </p:sp>
      <p:pic>
        <p:nvPicPr>
          <p:cNvPr id="62473" name="图片 62472" descr="0213"/>
          <p:cNvPicPr>
            <a:picLocks noChangeAspect="1"/>
          </p:cNvPicPr>
          <p:nvPr>
            <p:custDataLst>
              <p:tags r:id="rId5"/>
            </p:custDataLst>
          </p:nvPr>
        </p:nvPicPr>
        <p:blipFill>
          <a:blip r:embed="rId6"/>
          <a:stretch>
            <a:fillRect/>
          </a:stretch>
        </p:blipFill>
        <p:spPr>
          <a:xfrm>
            <a:off x="5715000" y="1143000"/>
            <a:ext cx="2614613" cy="660400"/>
          </a:xfrm>
          <a:prstGeom prst="rect">
            <a:avLst/>
          </a:prstGeom>
          <a:noFill/>
          <a:ln w="38100" cap="flat" cmpd="sng">
            <a:solidFill>
              <a:schemeClr val="accent1"/>
            </a:solidFill>
            <a:prstDash val="solid"/>
            <a:miter/>
            <a:headEnd type="none" w="med" len="med"/>
            <a:tailEnd type="none" w="med" len="med"/>
          </a:ln>
        </p:spPr>
      </p:pic>
      <p:sp>
        <p:nvSpPr>
          <p:cNvPr id="62475" name="文本框 62474"/>
          <p:cNvSpPr txBox="1"/>
          <p:nvPr>
            <p:custDataLst>
              <p:tags r:id="rId7"/>
            </p:custDataLst>
          </p:nvPr>
        </p:nvSpPr>
        <p:spPr>
          <a:xfrm>
            <a:off x="457200" y="3276600"/>
            <a:ext cx="3216275" cy="952500"/>
          </a:xfrm>
          <a:prstGeom prst="rect">
            <a:avLst/>
          </a:prstGeom>
          <a:noFill/>
          <a:ln w="9525">
            <a:noFill/>
          </a:ln>
        </p:spPr>
        <p:txBody>
          <a:bodyPr wrap="square" anchor="t" anchorCtr="0">
            <a:normAutofit/>
          </a:bodyPr>
          <a:p>
            <a:pPr indent="636905">
              <a:lnSpc>
                <a:spcPct val="80000"/>
              </a:lnSpc>
            </a:pPr>
            <a:r>
              <a:rPr lang="zh-CN" altLang="en-US" sz="2000" b="1" dirty="0">
                <a:solidFill>
                  <a:schemeClr val="tx1"/>
                </a:solidFill>
                <a:latin typeface="+mn-lt"/>
                <a:ea typeface="+mn-ea"/>
              </a:rPr>
              <a:t>如果每条链都构成一个循环链表，则称这样的链表为双向循环链表。</a:t>
            </a:r>
            <a:endParaRPr lang="zh-CN" altLang="en-US" sz="2000" b="1" dirty="0">
              <a:solidFill>
                <a:schemeClr val="tx1"/>
              </a:solidFill>
              <a:latin typeface="+mn-lt"/>
              <a:ea typeface="+mn-ea"/>
            </a:endParaRPr>
          </a:p>
        </p:txBody>
      </p:sp>
      <p:pic>
        <p:nvPicPr>
          <p:cNvPr id="62476" name="图片 62475" descr="0212"/>
          <p:cNvPicPr>
            <a:picLocks noChangeAspect="1"/>
          </p:cNvPicPr>
          <p:nvPr>
            <p:custDataLst>
              <p:tags r:id="rId8"/>
            </p:custDataLst>
          </p:nvPr>
        </p:nvPicPr>
        <p:blipFill>
          <a:blip r:embed="rId9"/>
          <a:stretch>
            <a:fillRect/>
          </a:stretch>
        </p:blipFill>
        <p:spPr>
          <a:xfrm>
            <a:off x="4038600" y="2971800"/>
            <a:ext cx="4597400" cy="1873250"/>
          </a:xfrm>
          <a:prstGeom prst="rect">
            <a:avLst/>
          </a:prstGeom>
          <a:noFill/>
          <a:ln w="38100" cap="flat" cmpd="sng">
            <a:solidFill>
              <a:schemeClr val="accent2"/>
            </a:solidFill>
            <a:prstDash val="solid"/>
            <a:miter/>
            <a:headEnd type="none" w="med" len="med"/>
            <a:tailEnd type="none" w="med" len="med"/>
          </a:ln>
        </p:spPr>
      </p:pic>
      <p:sp>
        <p:nvSpPr>
          <p:cNvPr id="58375" name="标题 2"/>
          <p:cNvSpPr>
            <a:spLocks noGrp="1"/>
          </p:cNvSpPr>
          <p:nvPr>
            <p:ph type="title"/>
            <p:custDataLst>
              <p:tags r:id="rId10"/>
            </p:custDataLst>
          </p:nvPr>
        </p:nvSpPr>
        <p:spPr>
          <a:xfrm>
            <a:off x="76200" y="3811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randombar(horizontal)">
                                      <p:cBhvr>
                                        <p:cTn id="7" dur="500"/>
                                        <p:tgtEl>
                                          <p:spTgt spid="6246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2469"/>
                                        </p:tgtEl>
                                        <p:attrNameLst>
                                          <p:attrName>style.visibility</p:attrName>
                                        </p:attrNameLst>
                                      </p:cBhvr>
                                      <p:to>
                                        <p:strVal val="visible"/>
                                      </p:to>
                                    </p:set>
                                    <p:animEffect transition="in" filter="randombar(horizontal)">
                                      <p:cBhvr>
                                        <p:cTn id="12" dur="500"/>
                                        <p:tgtEl>
                                          <p:spTgt spid="62469"/>
                                        </p:tgtEl>
                                      </p:cBhvr>
                                    </p:animEffect>
                                  </p:childTnLst>
                                </p:cTn>
                              </p:par>
                              <p:par>
                                <p:cTn id="13" presetID="14" presetClass="entr" presetSubtype="10" fill="hold" nodeType="withEffect">
                                  <p:stCondLst>
                                    <p:cond delay="0"/>
                                  </p:stCondLst>
                                  <p:childTnLst>
                                    <p:set>
                                      <p:cBhvr>
                                        <p:cTn id="14" dur="1" fill="hold">
                                          <p:stCondLst>
                                            <p:cond delay="0"/>
                                          </p:stCondLst>
                                        </p:cTn>
                                        <p:tgtEl>
                                          <p:spTgt spid="62473"/>
                                        </p:tgtEl>
                                        <p:attrNameLst>
                                          <p:attrName>style.visibility</p:attrName>
                                        </p:attrNameLst>
                                      </p:cBhvr>
                                      <p:to>
                                        <p:strVal val="visible"/>
                                      </p:to>
                                    </p:set>
                                    <p:animEffect transition="in" filter="randombar(horizontal)">
                                      <p:cBhvr>
                                        <p:cTn id="15" dur="500"/>
                                        <p:tgtEl>
                                          <p:spTgt spid="62473"/>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2475"/>
                                        </p:tgtEl>
                                        <p:attrNameLst>
                                          <p:attrName>style.visibility</p:attrName>
                                        </p:attrNameLst>
                                      </p:cBhvr>
                                      <p:to>
                                        <p:strVal val="visible"/>
                                      </p:to>
                                    </p:set>
                                    <p:animEffect transition="in" filter="randombar(horizontal)">
                                      <p:cBhvr>
                                        <p:cTn id="20" dur="500"/>
                                        <p:tgtEl>
                                          <p:spTgt spid="62475"/>
                                        </p:tgtEl>
                                      </p:cBhvr>
                                    </p:animEffect>
                                  </p:childTnLst>
                                </p:cTn>
                              </p:par>
                              <p:par>
                                <p:cTn id="21" presetID="14" presetClass="entr" presetSubtype="10" fill="hold" nodeType="withEffect">
                                  <p:stCondLst>
                                    <p:cond delay="0"/>
                                  </p:stCondLst>
                                  <p:childTnLst>
                                    <p:set>
                                      <p:cBhvr>
                                        <p:cTn id="22" dur="1" fill="hold">
                                          <p:stCondLst>
                                            <p:cond delay="0"/>
                                          </p:stCondLst>
                                        </p:cTn>
                                        <p:tgtEl>
                                          <p:spTgt spid="62476"/>
                                        </p:tgtEl>
                                        <p:attrNameLst>
                                          <p:attrName>style.visibility</p:attrName>
                                        </p:attrNameLst>
                                      </p:cBhvr>
                                      <p:to>
                                        <p:strVal val="visible"/>
                                      </p:to>
                                    </p:set>
                                    <p:animEffect transition="in" filter="randombar(horizontal)">
                                      <p:cBhvr>
                                        <p:cTn id="23" dur="500"/>
                                        <p:tgtEl>
                                          <p:spTgt spid="62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P spid="62469" grpId="0"/>
      <p:bldP spid="6247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框 118785"/>
          <p:cNvSpPr txBox="1"/>
          <p:nvPr>
            <p:custDataLst>
              <p:tags r:id="rId1"/>
            </p:custDataLst>
          </p:nvPr>
        </p:nvSpPr>
        <p:spPr>
          <a:xfrm>
            <a:off x="304800" y="1143000"/>
            <a:ext cx="5181600" cy="533400"/>
          </a:xfrm>
          <a:prstGeom prst="rect">
            <a:avLst/>
          </a:prstGeom>
          <a:noFill/>
          <a:ln w="9525">
            <a:noFill/>
          </a:ln>
        </p:spPr>
        <p:txBody>
          <a:bodyPr anchor="t" anchorCtr="0"/>
          <a:p>
            <a:pPr>
              <a:spcBef>
                <a:spcPct val="20000"/>
              </a:spcBef>
            </a:pPr>
            <a:r>
              <a:rPr lang="en-US" altLang="en-US" sz="3200" b="1">
                <a:solidFill>
                  <a:schemeClr val="accent1">
                    <a:lumMod val="50000"/>
                  </a:schemeClr>
                </a:solidFill>
                <a:latin typeface="+mn-lt"/>
                <a:ea typeface="+mn-ea"/>
              </a:rPr>
              <a:t>2.3.4 双向链表结构</a:t>
            </a:r>
            <a:endParaRPr lang="en-US" altLang="en-US" sz="3200" b="1">
              <a:solidFill>
                <a:schemeClr val="accent1">
                  <a:lumMod val="50000"/>
                </a:schemeClr>
              </a:solidFill>
              <a:latin typeface="+mn-lt"/>
              <a:ea typeface="+mn-ea"/>
            </a:endParaRPr>
          </a:p>
        </p:txBody>
      </p:sp>
      <p:sp>
        <p:nvSpPr>
          <p:cNvPr id="118787" name="文本框 118786"/>
          <p:cNvSpPr txBox="1"/>
          <p:nvPr>
            <p:custDataLst>
              <p:tags r:id="rId2"/>
            </p:custDataLst>
          </p:nvPr>
        </p:nvSpPr>
        <p:spPr>
          <a:xfrm>
            <a:off x="609600" y="1752600"/>
            <a:ext cx="42672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2. </a:t>
            </a:r>
            <a:r>
              <a:rPr lang="zh-CN" altLang="en-US" sz="2800" b="1" noProof="1" dirty="0">
                <a:solidFill>
                  <a:schemeClr val="accent1">
                    <a:lumMod val="50000"/>
                  </a:schemeClr>
                </a:solidFill>
                <a:latin typeface="+mn-lt"/>
                <a:ea typeface="+mn-ea"/>
                <a:cs typeface="+mn-cs"/>
              </a:rPr>
              <a:t>双向链表的结构描述</a:t>
            </a:r>
            <a:endParaRPr lang="zh-CN" altLang="en-US" sz="2800" b="1" noProof="1" dirty="0">
              <a:solidFill>
                <a:schemeClr val="accent1">
                  <a:lumMod val="50000"/>
                </a:schemeClr>
              </a:solidFill>
              <a:latin typeface="+mn-lt"/>
              <a:ea typeface="+mn-ea"/>
              <a:cs typeface="+mn-cs"/>
            </a:endParaRPr>
          </a:p>
        </p:txBody>
      </p:sp>
      <p:pic>
        <p:nvPicPr>
          <p:cNvPr id="118789" name="图片 118788" descr="0213"/>
          <p:cNvPicPr>
            <a:picLocks noChangeAspect="1"/>
          </p:cNvPicPr>
          <p:nvPr>
            <p:custDataLst>
              <p:tags r:id="rId3"/>
            </p:custDataLst>
          </p:nvPr>
        </p:nvPicPr>
        <p:blipFill>
          <a:blip r:embed="rId4"/>
          <a:stretch>
            <a:fillRect/>
          </a:stretch>
        </p:blipFill>
        <p:spPr>
          <a:xfrm>
            <a:off x="5105400" y="990600"/>
            <a:ext cx="3014663" cy="920750"/>
          </a:xfrm>
          <a:prstGeom prst="rect">
            <a:avLst/>
          </a:prstGeom>
          <a:noFill/>
          <a:ln w="38100" cap="flat" cmpd="sng">
            <a:solidFill>
              <a:schemeClr val="accent1"/>
            </a:solidFill>
            <a:prstDash val="solid"/>
            <a:miter/>
            <a:headEnd type="none" w="med" len="med"/>
            <a:tailEnd type="none" w="med" len="med"/>
          </a:ln>
        </p:spPr>
      </p:pic>
      <p:sp>
        <p:nvSpPr>
          <p:cNvPr id="59396" name="文本框 118790"/>
          <p:cNvSpPr txBox="1"/>
          <p:nvPr>
            <p:custDataLst>
              <p:tags r:id="rId5"/>
            </p:custDataLst>
          </p:nvPr>
        </p:nvSpPr>
        <p:spPr>
          <a:xfrm>
            <a:off x="228600" y="2286000"/>
            <a:ext cx="6845300" cy="1368425"/>
          </a:xfrm>
          <a:prstGeom prst="rect">
            <a:avLst/>
          </a:prstGeom>
          <a:noFill/>
          <a:ln w="9525">
            <a:noFill/>
          </a:ln>
        </p:spPr>
        <p:txBody>
          <a:bodyPr wrap="square" anchor="t" anchorCtr="0">
            <a:normAutofit lnSpcReduction="10000"/>
          </a:bodyPr>
          <a:p>
            <a:pPr indent="636905"/>
            <a:r>
              <a:rPr lang="en-US" altLang="zh-CN" sz="2000" b="1" err="1">
                <a:solidFill>
                  <a:schemeClr val="tx1"/>
                </a:solidFill>
                <a:latin typeface="+mn-lt"/>
                <a:ea typeface="+mn-ea"/>
              </a:rPr>
              <a:t>typedef struct  dupnode    </a:t>
            </a:r>
            <a:r>
              <a:rPr lang="en-US" altLang="zh-CN" sz="2000" b="1">
                <a:solidFill>
                  <a:schemeClr val="tx1"/>
                </a:solidFill>
                <a:latin typeface="+mn-lt"/>
                <a:ea typeface="+mn-ea"/>
              </a:rPr>
              <a:t>/*</a:t>
            </a:r>
            <a:r>
              <a:rPr lang="zh-CN" altLang="en-US" sz="2000" b="1" dirty="0">
                <a:solidFill>
                  <a:schemeClr val="tx1"/>
                </a:solidFill>
                <a:latin typeface="+mn-lt"/>
                <a:ea typeface="+mn-ea"/>
              </a:rPr>
              <a:t>结点的存储结构</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int</a:t>
            </a:r>
            <a:r>
              <a:rPr lang="en-US" altLang="zh-CN" sz="2000" b="1">
                <a:solidFill>
                  <a:schemeClr val="tx1"/>
                </a:solidFill>
                <a:latin typeface="+mn-lt"/>
                <a:ea typeface="+mn-ea"/>
              </a:rPr>
              <a:t> data;</a:t>
            </a:r>
            <a:endParaRPr lang="en-US" altLang="zh-CN" sz="2000" b="1" err="1">
              <a:solidFill>
                <a:schemeClr val="tx1"/>
              </a:solidFill>
              <a:latin typeface="+mn-lt"/>
              <a:ea typeface="+mn-ea"/>
            </a:endParaRPr>
          </a:p>
          <a:p>
            <a:pPr indent="636905"/>
            <a:r>
              <a:rPr lang="en-US" altLang="zh-CN" sz="2000" b="1" err="1">
                <a:solidFill>
                  <a:schemeClr val="tx1"/>
                </a:solidFill>
                <a:latin typeface="+mn-lt"/>
                <a:ea typeface="+mn-ea"/>
              </a:rPr>
              <a:t>    struct</a:t>
            </a:r>
            <a:r>
              <a:rPr lang="en-US" altLang="zh-CN" sz="2000" b="1">
                <a:solidFill>
                  <a:schemeClr val="tx1"/>
                </a:solidFill>
                <a:latin typeface="+mn-lt"/>
                <a:ea typeface="+mn-ea"/>
              </a:rPr>
              <a:t> node *next,*</a:t>
            </a:r>
            <a:r>
              <a:rPr lang="en-US" altLang="zh-CN" sz="2000" b="1" err="1">
                <a:solidFill>
                  <a:schemeClr val="tx1"/>
                </a:solidFill>
                <a:latin typeface="+mn-lt"/>
                <a:ea typeface="+mn-ea"/>
              </a:rPr>
              <a:t>pior</a:t>
            </a:r>
            <a:r>
              <a:rPr lang="en-US" altLang="zh-CN" sz="2000" b="1">
                <a:solidFill>
                  <a:schemeClr val="tx1"/>
                </a:solidFill>
                <a:latin typeface="+mn-lt"/>
                <a:ea typeface="+mn-ea"/>
              </a:rPr>
              <a: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}DUPNODE;</a:t>
            </a:r>
            <a:endParaRPr lang="en-US" altLang="zh-CN" sz="2000" b="1">
              <a:solidFill>
                <a:schemeClr val="tx1"/>
              </a:solidFill>
              <a:latin typeface="+mn-lt"/>
              <a:ea typeface="+mn-ea"/>
            </a:endParaRPr>
          </a:p>
        </p:txBody>
      </p:sp>
      <p:sp>
        <p:nvSpPr>
          <p:cNvPr id="59397" name="文本框 118792"/>
          <p:cNvSpPr txBox="1"/>
          <p:nvPr>
            <p:custDataLst>
              <p:tags r:id="rId6"/>
            </p:custDataLst>
          </p:nvPr>
        </p:nvSpPr>
        <p:spPr>
          <a:xfrm>
            <a:off x="685800" y="3581400"/>
            <a:ext cx="7713663" cy="1595438"/>
          </a:xfrm>
          <a:prstGeom prst="rect">
            <a:avLst/>
          </a:prstGeom>
          <a:noFill/>
          <a:ln w="9525">
            <a:noFill/>
          </a:ln>
        </p:spPr>
        <p:txBody>
          <a:bodyPr wrap="square" anchor="t" anchorCtr="0"/>
          <a:p>
            <a:pPr indent="636905"/>
            <a:r>
              <a:rPr lang="zh-CN" altLang="en-US" sz="2000" b="1" dirty="0">
                <a:solidFill>
                  <a:schemeClr val="tx1"/>
                </a:solidFill>
                <a:latin typeface="+mn-lt"/>
                <a:ea typeface="+mn-ea"/>
              </a:rPr>
              <a:t>双向链表的运算：如果只涉及一个方向的指针，则运算时与单向链表的算法一致；如果涉及两个方向的指针，则与单链表不同。注意其一个重要特点：若</a:t>
            </a:r>
            <a:r>
              <a:rPr lang="en-US" altLang="zh-CN" sz="2000" b="1">
                <a:solidFill>
                  <a:schemeClr val="tx1"/>
                </a:solidFill>
                <a:latin typeface="+mn-lt"/>
                <a:ea typeface="+mn-ea"/>
              </a:rPr>
              <a:t>p</a:t>
            </a:r>
            <a:r>
              <a:rPr lang="zh-CN" altLang="en-US" sz="2000" b="1" dirty="0">
                <a:solidFill>
                  <a:schemeClr val="tx1"/>
                </a:solidFill>
                <a:latin typeface="+mn-lt"/>
                <a:ea typeface="+mn-ea"/>
              </a:rPr>
              <a:t>是指向双向链表某一节点的指针，则有：</a:t>
            </a:r>
            <a:endParaRPr lang="zh-CN" altLang="en-US" sz="2000" b="1" dirty="0">
              <a:solidFill>
                <a:schemeClr val="tx1"/>
              </a:solidFill>
              <a:latin typeface="+mn-lt"/>
              <a:ea typeface="+mn-ea"/>
            </a:endParaRPr>
          </a:p>
          <a:p>
            <a:pPr indent="636905"/>
            <a:r>
              <a:rPr lang="en-US" altLang="zh-CN" sz="2000" b="1">
                <a:solidFill>
                  <a:schemeClr val="tx1"/>
                </a:solidFill>
                <a:latin typeface="+mn-lt"/>
                <a:ea typeface="+mn-ea"/>
              </a:rPr>
              <a:t>(p-&gt;next)-&gt;</a:t>
            </a:r>
            <a:r>
              <a:rPr lang="en-US" altLang="zh-CN" sz="2000" b="1" err="1">
                <a:solidFill>
                  <a:schemeClr val="tx1"/>
                </a:solidFill>
                <a:latin typeface="+mn-lt"/>
                <a:ea typeface="+mn-ea"/>
              </a:rPr>
              <a:t>pior</a:t>
            </a:r>
            <a:r>
              <a:rPr lang="en-US" altLang="zh-CN" sz="2000" b="1">
                <a:solidFill>
                  <a:schemeClr val="tx1"/>
                </a:solidFill>
                <a:latin typeface="+mn-lt"/>
                <a:ea typeface="+mn-ea"/>
              </a:rPr>
              <a:t>= (p-&gt; </a:t>
            </a:r>
            <a:r>
              <a:rPr lang="en-US" altLang="zh-CN" sz="2000" b="1" err="1">
                <a:solidFill>
                  <a:schemeClr val="tx1"/>
                </a:solidFill>
                <a:latin typeface="+mn-lt"/>
                <a:ea typeface="+mn-ea"/>
              </a:rPr>
              <a:t>pior</a:t>
            </a:r>
            <a:r>
              <a:rPr lang="en-US" altLang="zh-CN" sz="2000" b="1">
                <a:solidFill>
                  <a:schemeClr val="tx1"/>
                </a:solidFill>
                <a:latin typeface="+mn-lt"/>
                <a:ea typeface="+mn-ea"/>
              </a:rPr>
              <a:t>)-&gt; next=p</a:t>
            </a:r>
            <a:endParaRPr lang="en-US" altLang="zh-CN" sz="2000" b="1">
              <a:solidFill>
                <a:schemeClr val="tx1"/>
              </a:solidFill>
              <a:latin typeface="+mn-lt"/>
              <a:ea typeface="+mn-ea"/>
            </a:endParaRPr>
          </a:p>
        </p:txBody>
      </p:sp>
      <p:sp>
        <p:nvSpPr>
          <p:cNvPr id="59398" name="标题 1"/>
          <p:cNvSpPr>
            <a:spLocks noGrp="1"/>
          </p:cNvSpPr>
          <p:nvPr>
            <p:ph type="title"/>
            <p:custDataLst>
              <p:tags r:id="rId7"/>
            </p:custDataLst>
          </p:nvPr>
        </p:nvSpPr>
        <p:spPr>
          <a:xfrm>
            <a:off x="152400" y="1525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randombar(horizontal)">
                                      <p:cBhvr>
                                        <p:cTn id="7" dur="500"/>
                                        <p:tgtEl>
                                          <p:spTgt spid="11878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8789"/>
                                        </p:tgtEl>
                                        <p:attrNameLst>
                                          <p:attrName>style.visibility</p:attrName>
                                        </p:attrNameLst>
                                      </p:cBhvr>
                                      <p:to>
                                        <p:strVal val="visible"/>
                                      </p:to>
                                    </p:set>
                                    <p:animEffect transition="in" filter="randombar(horizontal)">
                                      <p:cBhvr>
                                        <p:cTn id="12" dur="500"/>
                                        <p:tgtEl>
                                          <p:spTgt spid="118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nimBg="1"/>
      <p:bldP spid="59396" grpId="0" animBg="1"/>
      <p:bldP spid="5939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1443" name="文本框 61442"/>
          <p:cNvSpPr txBox="1"/>
          <p:nvPr>
            <p:custDataLst>
              <p:tags r:id="rId2"/>
            </p:custDataLst>
          </p:nvPr>
        </p:nvSpPr>
        <p:spPr>
          <a:xfrm>
            <a:off x="685800" y="1143000"/>
            <a:ext cx="28194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2. </a:t>
            </a:r>
            <a:r>
              <a:rPr lang="zh-CN" altLang="en-US" sz="2800" b="1" noProof="1" dirty="0">
                <a:solidFill>
                  <a:schemeClr val="accent1">
                    <a:lumMod val="50000"/>
                  </a:schemeClr>
                </a:solidFill>
                <a:latin typeface="+mn-lt"/>
                <a:ea typeface="+mn-ea"/>
                <a:cs typeface="+mn-cs"/>
              </a:rPr>
              <a:t>插入运算</a:t>
            </a:r>
            <a:endParaRPr lang="zh-CN" altLang="en-US" sz="2800" b="1" noProof="1" dirty="0">
              <a:solidFill>
                <a:schemeClr val="accent1">
                  <a:lumMod val="50000"/>
                </a:schemeClr>
              </a:solidFill>
              <a:latin typeface="+mn-lt"/>
              <a:ea typeface="+mn-ea"/>
              <a:cs typeface="+mn-cs"/>
            </a:endParaRPr>
          </a:p>
        </p:txBody>
      </p:sp>
      <p:pic>
        <p:nvPicPr>
          <p:cNvPr id="61444" name="图片 61443" descr="0214"/>
          <p:cNvPicPr>
            <a:picLocks noChangeAspect="1"/>
          </p:cNvPicPr>
          <p:nvPr>
            <p:custDataLst>
              <p:tags r:id="rId3"/>
            </p:custDataLst>
          </p:nvPr>
        </p:nvPicPr>
        <p:blipFill>
          <a:blip r:embed="rId4"/>
          <a:stretch>
            <a:fillRect/>
          </a:stretch>
        </p:blipFill>
        <p:spPr>
          <a:xfrm>
            <a:off x="838200" y="2514600"/>
            <a:ext cx="7505700" cy="2611438"/>
          </a:xfrm>
          <a:prstGeom prst="rect">
            <a:avLst/>
          </a:prstGeom>
          <a:noFill/>
          <a:ln w="38100" cap="flat" cmpd="sng">
            <a:solidFill>
              <a:schemeClr val="accent1"/>
            </a:solidFill>
            <a:prstDash val="solid"/>
            <a:miter/>
            <a:headEnd type="none" w="med" len="med"/>
            <a:tailEnd type="none" w="med" len="med"/>
          </a:ln>
        </p:spPr>
      </p:pic>
      <p:sp>
        <p:nvSpPr>
          <p:cNvPr id="61445" name="文本框 61444"/>
          <p:cNvSpPr txBox="1"/>
          <p:nvPr>
            <p:custDataLst>
              <p:tags r:id="rId5"/>
            </p:custDataLst>
          </p:nvPr>
        </p:nvSpPr>
        <p:spPr>
          <a:xfrm>
            <a:off x="762000" y="1600200"/>
            <a:ext cx="7467600" cy="706755"/>
          </a:xfrm>
          <a:prstGeom prst="rect">
            <a:avLst/>
          </a:prstGeom>
          <a:noFill/>
          <a:ln w="9525">
            <a:noFill/>
          </a:ln>
        </p:spPr>
        <p:txBody>
          <a:bodyPr anchor="t" anchorCtr="0">
            <a:spAutoFit/>
          </a:bodyPr>
          <a:p>
            <a:pPr indent="636905"/>
            <a:r>
              <a:rPr lang="zh-CN" altLang="en-US" sz="2000" b="1" dirty="0">
                <a:solidFill>
                  <a:schemeClr val="tx1"/>
                </a:solidFill>
                <a:latin typeface="+mn-lt"/>
                <a:ea typeface="+mn-ea"/>
              </a:rPr>
              <a:t>在双向链表的</a:t>
            </a:r>
            <a:r>
              <a:rPr lang="en-US" altLang="zh-CN" sz="2000" b="1">
                <a:solidFill>
                  <a:schemeClr val="tx1"/>
                </a:solidFill>
                <a:latin typeface="+mn-lt"/>
                <a:ea typeface="+mn-ea"/>
              </a:rPr>
              <a:t>p</a:t>
            </a:r>
            <a:r>
              <a:rPr lang="zh-CN" altLang="en-US" sz="2000" b="1" dirty="0">
                <a:solidFill>
                  <a:schemeClr val="tx1"/>
                </a:solidFill>
                <a:latin typeface="+mn-lt"/>
                <a:ea typeface="+mn-ea"/>
              </a:rPr>
              <a:t>结点之后插入新结点</a:t>
            </a:r>
            <a:r>
              <a:rPr lang="en-US" altLang="zh-CN" sz="2000" b="1">
                <a:solidFill>
                  <a:schemeClr val="tx1"/>
                </a:solidFill>
                <a:latin typeface="+mn-lt"/>
                <a:ea typeface="+mn-ea"/>
              </a:rPr>
              <a:t>q</a:t>
            </a:r>
            <a:r>
              <a:rPr lang="zh-CN" altLang="en-US" sz="2000" b="1">
                <a:solidFill>
                  <a:schemeClr val="tx1"/>
                </a:solidFill>
                <a:latin typeface="+mn-lt"/>
                <a:ea typeface="+mn-ea"/>
              </a:rPr>
              <a:t>。</a:t>
            </a:r>
            <a:r>
              <a:rPr lang="en-US" altLang="zh-CN" sz="2000" b="1">
                <a:solidFill>
                  <a:schemeClr val="tx1"/>
                </a:solidFill>
                <a:latin typeface="+mn-lt"/>
                <a:ea typeface="+mn-ea"/>
              </a:rPr>
              <a:t>(</a:t>
            </a:r>
            <a:r>
              <a:rPr lang="zh-CN" altLang="en-US" sz="2000" b="1" dirty="0">
                <a:solidFill>
                  <a:schemeClr val="tx1"/>
                </a:solidFill>
                <a:latin typeface="+mn-lt"/>
                <a:ea typeface="+mn-ea"/>
              </a:rPr>
              <a:t>修改相应的</a:t>
            </a:r>
            <a:r>
              <a:rPr lang="en-US" altLang="zh-CN" sz="2000" b="1" dirty="0">
                <a:solidFill>
                  <a:schemeClr val="tx1"/>
                </a:solidFill>
                <a:latin typeface="+mn-lt"/>
                <a:ea typeface="+mn-ea"/>
              </a:rPr>
              <a:t>4</a:t>
            </a:r>
            <a:r>
              <a:rPr lang="zh-CN" altLang="en-US" sz="2000" b="1" dirty="0">
                <a:solidFill>
                  <a:schemeClr val="tx1"/>
                </a:solidFill>
                <a:latin typeface="+mn-lt"/>
                <a:ea typeface="+mn-ea"/>
              </a:rPr>
              <a:t>个指针域的内容</a:t>
            </a:r>
            <a:r>
              <a:rPr lang="en-US" altLang="zh-CN" sz="2000" b="1">
                <a:solidFill>
                  <a:schemeClr val="tx1"/>
                </a:solidFill>
                <a:latin typeface="+mn-lt"/>
                <a:ea typeface="+mn-ea"/>
              </a:rPr>
              <a:t>)</a:t>
            </a:r>
            <a:endParaRPr lang="en-US" altLang="zh-CN" sz="2000" b="1">
              <a:solidFill>
                <a:schemeClr val="tx1"/>
              </a:solidFill>
              <a:latin typeface="+mn-lt"/>
              <a:ea typeface="+mn-ea"/>
            </a:endParaRPr>
          </a:p>
        </p:txBody>
      </p:sp>
      <p:sp>
        <p:nvSpPr>
          <p:cNvPr id="60420" name="标题 2"/>
          <p:cNvSpPr>
            <a:spLocks noGrp="1"/>
          </p:cNvSpPr>
          <p:nvPr>
            <p:ph type="title"/>
            <p:custDataLst>
              <p:tags r:id="rId6"/>
            </p:custDataLst>
          </p:nvPr>
        </p:nvSpPr>
        <p:spPr>
          <a:xfrm>
            <a:off x="304800" y="3811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randombar(horizontal)">
                                      <p:cBhvr>
                                        <p:cTn id="7" dur="5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randombar(horizontal)">
                                      <p:cBhvr>
                                        <p:cTn id="12"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82949" name="文本框 82948"/>
          <p:cNvSpPr txBox="1"/>
          <p:nvPr>
            <p:custDataLst>
              <p:tags r:id="rId2"/>
            </p:custDataLst>
          </p:nvPr>
        </p:nvSpPr>
        <p:spPr>
          <a:xfrm>
            <a:off x="838200" y="1905000"/>
            <a:ext cx="7886700" cy="2714625"/>
          </a:xfrm>
          <a:prstGeom prst="rect">
            <a:avLst/>
          </a:prstGeom>
          <a:noFill/>
          <a:ln w="9525">
            <a:noFill/>
          </a:ln>
        </p:spPr>
        <p:txBody>
          <a:bodyPr wrap="square">
            <a:normAutofit fontScale="90000" lnSpcReduction="20000"/>
          </a:bodyPr>
          <a:p>
            <a:pPr indent="636905">
              <a:lnSpc>
                <a:spcPct val="150000"/>
              </a:lnSpc>
            </a:pPr>
            <a:r>
              <a:rPr lang="en-US" altLang="zh-CN" sz="2000" b="1" noProof="1">
                <a:solidFill>
                  <a:schemeClr val="tx1"/>
                </a:solidFill>
                <a:latin typeface="+mn-lt"/>
                <a:ea typeface="+mn-ea"/>
                <a:cs typeface="+mn-cs"/>
              </a:rPr>
              <a:t>void  insert</a:t>
            </a:r>
            <a:r>
              <a:rPr lang="zh-CN" altLang="en-US" sz="2000" b="1" noProof="1">
                <a:solidFill>
                  <a:schemeClr val="tx1"/>
                </a:solidFill>
                <a:latin typeface="+mn-lt"/>
                <a:ea typeface="+mn-ea"/>
                <a:cs typeface="+mn-cs"/>
              </a:rPr>
              <a:t>（</a:t>
            </a:r>
            <a:r>
              <a:rPr lang="en-US" altLang="zh-CN" sz="2000" b="1" noProof="1">
                <a:solidFill>
                  <a:schemeClr val="tx1"/>
                </a:solidFill>
                <a:latin typeface="+mn-lt"/>
                <a:ea typeface="+mn-ea"/>
                <a:cs typeface="+mn-cs"/>
              </a:rPr>
              <a:t>DUPNODE *p</a:t>
            </a:r>
            <a:r>
              <a:rPr lang="zh-CN" altLang="en-US" sz="2000" b="1" noProof="1">
                <a:solidFill>
                  <a:schemeClr val="tx1"/>
                </a:solidFill>
                <a:latin typeface="+mn-lt"/>
                <a:ea typeface="+mn-ea"/>
                <a:cs typeface="+mn-cs"/>
              </a:rPr>
              <a:t>，</a:t>
            </a:r>
            <a:r>
              <a:rPr lang="en-US" altLang="zh-CN" sz="2000" b="1" noProof="1">
                <a:solidFill>
                  <a:schemeClr val="tx1"/>
                </a:solidFill>
                <a:latin typeface="+mn-lt"/>
                <a:ea typeface="+mn-ea"/>
                <a:cs typeface="+mn-cs"/>
              </a:rPr>
              <a:t>DUPNODE *q</a:t>
            </a:r>
            <a:r>
              <a:rPr lang="zh-CN" altLang="en-US" sz="2000" b="1" noProof="1">
                <a:solidFill>
                  <a:schemeClr val="tx1"/>
                </a:solidFill>
                <a:latin typeface="+mn-lt"/>
                <a:ea typeface="+mn-ea"/>
                <a:cs typeface="+mn-cs"/>
              </a:rPr>
              <a:t>）</a:t>
            </a:r>
            <a:endParaRPr lang="zh-CN" altLang="en-US" sz="2000" b="1" noProof="1">
              <a:solidFill>
                <a:schemeClr val="tx1"/>
              </a:solidFill>
              <a:latin typeface="+mn-lt"/>
              <a:ea typeface="+mn-ea"/>
            </a:endParaRPr>
          </a:p>
          <a:p>
            <a:pPr indent="636905">
              <a:lnSpc>
                <a:spcPct val="150000"/>
              </a:lnSpc>
            </a:pPr>
            <a:r>
              <a:rPr lang="zh-CN" altLang="en-US" sz="2000" b="1" noProof="1">
                <a:solidFill>
                  <a:schemeClr val="tx1"/>
                </a:solidFill>
                <a:latin typeface="+mn-lt"/>
                <a:ea typeface="+mn-ea"/>
                <a:cs typeface="+mn-cs"/>
              </a:rPr>
              <a:t>｛ 	</a:t>
            </a:r>
            <a:r>
              <a:rPr lang="en-US" altLang="zh-CN" sz="2000" b="1" noProof="1">
                <a:solidFill>
                  <a:schemeClr val="tx1"/>
                </a:solidFill>
                <a:latin typeface="+mn-lt"/>
                <a:ea typeface="+mn-ea"/>
                <a:cs typeface="+mn-cs"/>
              </a:rPr>
              <a:t>/*</a:t>
            </a:r>
            <a:r>
              <a:rPr lang="zh-CN" altLang="en-US" sz="2000" b="1" noProof="1">
                <a:solidFill>
                  <a:schemeClr val="tx1"/>
                </a:solidFill>
                <a:latin typeface="+mn-lt"/>
                <a:ea typeface="+mn-ea"/>
                <a:cs typeface="+mn-cs"/>
              </a:rPr>
              <a:t>把</a:t>
            </a:r>
            <a:r>
              <a:rPr lang="en-US" altLang="zh-CN" sz="2000" b="1" noProof="1">
                <a:solidFill>
                  <a:schemeClr val="tx1"/>
                </a:solidFill>
                <a:latin typeface="+mn-lt"/>
                <a:ea typeface="+mn-ea"/>
                <a:cs typeface="+mn-cs"/>
              </a:rPr>
              <a:t>q</a:t>
            </a:r>
            <a:r>
              <a:rPr lang="zh-CN" altLang="en-US" sz="2000" b="1" noProof="1" dirty="0">
                <a:solidFill>
                  <a:schemeClr val="tx1"/>
                </a:solidFill>
                <a:latin typeface="+mn-lt"/>
                <a:ea typeface="+mn-ea"/>
                <a:cs typeface="+mn-cs"/>
              </a:rPr>
              <a:t>结点插在双向链表的</a:t>
            </a:r>
            <a:r>
              <a:rPr lang="en-US" altLang="zh-CN" sz="2000" b="1" noProof="1">
                <a:solidFill>
                  <a:schemeClr val="tx1"/>
                </a:solidFill>
                <a:latin typeface="+mn-lt"/>
                <a:ea typeface="+mn-ea"/>
                <a:cs typeface="+mn-cs"/>
              </a:rPr>
              <a:t>p</a:t>
            </a:r>
            <a:r>
              <a:rPr lang="zh-CN" altLang="en-US" sz="2000" b="1" noProof="1" dirty="0">
                <a:solidFill>
                  <a:schemeClr val="tx1"/>
                </a:solidFill>
                <a:latin typeface="+mn-lt"/>
                <a:ea typeface="+mn-ea"/>
                <a:cs typeface="+mn-cs"/>
              </a:rPr>
              <a:t>结点之后</a:t>
            </a:r>
            <a:r>
              <a:rPr lang="en-US" altLang="zh-CN" sz="2000" b="1" noProof="1" dirty="0">
                <a:solidFill>
                  <a:schemeClr val="tx1"/>
                </a:solidFill>
                <a:latin typeface="+mn-lt"/>
                <a:ea typeface="+mn-ea"/>
                <a:cs typeface="+mn-cs"/>
              </a:rPr>
              <a:t>*/ </a:t>
            </a:r>
            <a:endParaRPr lang="en-US" altLang="zh-CN" sz="2000" b="1" noProof="1" dirty="0">
              <a:solidFill>
                <a:schemeClr val="tx1"/>
              </a:solidFill>
              <a:latin typeface="+mn-lt"/>
              <a:ea typeface="+mn-ea"/>
            </a:endParaRPr>
          </a:p>
          <a:p>
            <a:pPr indent="636905">
              <a:lnSpc>
                <a:spcPct val="150000"/>
              </a:lnSpc>
            </a:pPr>
            <a:r>
              <a:rPr lang="en-US" altLang="zh-CN" sz="2000" b="1" noProof="1" dirty="0">
                <a:solidFill>
                  <a:schemeClr val="tx1"/>
                </a:solidFill>
                <a:latin typeface="+mn-lt"/>
                <a:ea typeface="+mn-ea"/>
                <a:cs typeface="+mn-cs"/>
              </a:rPr>
              <a:t>      </a:t>
            </a:r>
            <a:r>
              <a:rPr lang="en-US" altLang="zh-CN" sz="2000" b="1" noProof="1">
                <a:solidFill>
                  <a:schemeClr val="tx1"/>
                </a:solidFill>
                <a:latin typeface="+mn-lt"/>
                <a:ea typeface="+mn-ea"/>
                <a:cs typeface="+mn-cs"/>
              </a:rPr>
              <a:t>q-&gt;prior=p;</a:t>
            </a:r>
            <a:endParaRPr lang="en-US" altLang="zh-CN" sz="2000" b="1" noProof="1">
              <a:solidFill>
                <a:schemeClr val="tx1"/>
              </a:solidFill>
              <a:latin typeface="+mn-lt"/>
              <a:ea typeface="+mn-ea"/>
            </a:endParaRPr>
          </a:p>
          <a:p>
            <a:pPr indent="636905">
              <a:lnSpc>
                <a:spcPct val="150000"/>
              </a:lnSpc>
            </a:pPr>
            <a:r>
              <a:rPr lang="en-US" altLang="zh-CN" sz="2000" b="1" noProof="1">
                <a:solidFill>
                  <a:schemeClr val="tx1"/>
                </a:solidFill>
                <a:latin typeface="+mn-lt"/>
                <a:ea typeface="+mn-ea"/>
                <a:cs typeface="+mn-cs"/>
              </a:rPr>
              <a:t>      q-&gt;next=p-&gt;next;</a:t>
            </a:r>
            <a:endParaRPr lang="en-US" altLang="zh-CN" sz="2000" b="1" noProof="1">
              <a:solidFill>
                <a:schemeClr val="tx1"/>
              </a:solidFill>
              <a:latin typeface="+mn-lt"/>
              <a:ea typeface="+mn-ea"/>
            </a:endParaRPr>
          </a:p>
          <a:p>
            <a:pPr indent="636905">
              <a:lnSpc>
                <a:spcPct val="150000"/>
              </a:lnSpc>
            </a:pPr>
            <a:r>
              <a:rPr lang="en-US" altLang="zh-CN" sz="2000" b="1" noProof="1">
                <a:solidFill>
                  <a:schemeClr val="tx1"/>
                </a:solidFill>
                <a:latin typeface="+mn-lt"/>
                <a:ea typeface="+mn-ea"/>
                <a:cs typeface="+mn-cs"/>
              </a:rPr>
              <a:t>      </a:t>
            </a:r>
            <a:r>
              <a:rPr lang="zh-CN" altLang="en-US" sz="2000" b="1" noProof="1">
                <a:solidFill>
                  <a:schemeClr val="tx1"/>
                </a:solidFill>
                <a:latin typeface="+mn-lt"/>
                <a:ea typeface="+mn-ea"/>
                <a:cs typeface="+mn-cs"/>
              </a:rPr>
              <a:t>（</a:t>
            </a:r>
            <a:r>
              <a:rPr lang="en-US" altLang="zh-CN" sz="2000" b="1" noProof="1">
                <a:solidFill>
                  <a:schemeClr val="tx1"/>
                </a:solidFill>
                <a:latin typeface="+mn-lt"/>
                <a:ea typeface="+mn-ea"/>
                <a:cs typeface="+mn-cs"/>
              </a:rPr>
              <a:t>p-&gt;next</a:t>
            </a:r>
            <a:r>
              <a:rPr lang="zh-CN" altLang="en-US" sz="2000" b="1" noProof="1">
                <a:solidFill>
                  <a:schemeClr val="tx1"/>
                </a:solidFill>
                <a:latin typeface="+mn-lt"/>
                <a:ea typeface="+mn-ea"/>
                <a:cs typeface="+mn-cs"/>
              </a:rPr>
              <a:t>）</a:t>
            </a:r>
            <a:r>
              <a:rPr lang="en-US" altLang="zh-CN" sz="2000" b="1" noProof="1">
                <a:solidFill>
                  <a:schemeClr val="tx1"/>
                </a:solidFill>
                <a:latin typeface="+mn-lt"/>
                <a:ea typeface="+mn-ea"/>
                <a:cs typeface="+mn-cs"/>
              </a:rPr>
              <a:t>-&gt;prior=q;</a:t>
            </a:r>
            <a:endParaRPr lang="en-US" altLang="zh-CN" sz="2000" b="1" noProof="1">
              <a:solidFill>
                <a:schemeClr val="tx1"/>
              </a:solidFill>
              <a:latin typeface="+mn-lt"/>
              <a:ea typeface="+mn-ea"/>
            </a:endParaRPr>
          </a:p>
          <a:p>
            <a:pPr indent="636905">
              <a:lnSpc>
                <a:spcPct val="150000"/>
              </a:lnSpc>
            </a:pPr>
            <a:r>
              <a:rPr lang="en-US" altLang="zh-CN" sz="2000" b="1" noProof="1">
                <a:solidFill>
                  <a:schemeClr val="tx1"/>
                </a:solidFill>
                <a:latin typeface="+mn-lt"/>
                <a:ea typeface="+mn-ea"/>
                <a:cs typeface="+mn-cs"/>
              </a:rPr>
              <a:t>      p-&gt;next=q;</a:t>
            </a:r>
            <a:endParaRPr lang="en-US" altLang="zh-CN" sz="2000" b="1" noProof="1">
              <a:solidFill>
                <a:schemeClr val="tx1"/>
              </a:solidFill>
              <a:latin typeface="+mn-lt"/>
              <a:ea typeface="+mn-ea"/>
            </a:endParaRPr>
          </a:p>
          <a:p>
            <a:pPr indent="636905">
              <a:lnSpc>
                <a:spcPct val="150000"/>
              </a:lnSpc>
            </a:pPr>
            <a:r>
              <a:rPr lang="en-US" altLang="zh-CN" sz="2000" b="1" noProof="1">
                <a:solidFill>
                  <a:schemeClr val="tx1"/>
                </a:solidFill>
                <a:latin typeface="+mn-lt"/>
                <a:ea typeface="+mn-ea"/>
                <a:cs typeface="+mn-cs"/>
              </a:rPr>
              <a:t> </a:t>
            </a:r>
            <a:r>
              <a:rPr lang="zh-CN" altLang="en-US" sz="2000" b="1" noProof="1">
                <a:solidFill>
                  <a:schemeClr val="tx1"/>
                </a:solidFill>
                <a:latin typeface="+mn-lt"/>
                <a:ea typeface="+mn-ea"/>
                <a:cs typeface="+mn-cs"/>
              </a:rPr>
              <a:t>｝</a:t>
            </a:r>
            <a:endParaRPr lang="zh-CN" altLang="en-US" sz="2000" b="1" noProof="1">
              <a:solidFill>
                <a:schemeClr val="tx1"/>
              </a:solidFill>
              <a:latin typeface="+mn-lt"/>
              <a:ea typeface="+mn-ea"/>
              <a:cs typeface="+mn-cs"/>
            </a:endParaRPr>
          </a:p>
        </p:txBody>
      </p:sp>
      <p:sp>
        <p:nvSpPr>
          <p:cNvPr id="61442" name="标题 2"/>
          <p:cNvSpPr>
            <a:spLocks noGrp="1"/>
          </p:cNvSpPr>
          <p:nvPr>
            <p:ph type="title"/>
            <p:custDataLst>
              <p:tags r:id="rId3"/>
            </p:custDataLst>
          </p:nvPr>
        </p:nvSpPr>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59394" name="文本框 59393"/>
          <p:cNvSpPr txBox="1"/>
          <p:nvPr>
            <p:custDataLst>
              <p:tags r:id="rId2"/>
            </p:custDataLst>
          </p:nvPr>
        </p:nvSpPr>
        <p:spPr>
          <a:xfrm>
            <a:off x="609600" y="1143000"/>
            <a:ext cx="4953000" cy="522288"/>
          </a:xfrm>
          <a:prstGeom prst="rect">
            <a:avLst/>
          </a:prstGeom>
          <a:noFill/>
          <a:ln w="9525">
            <a:noFill/>
          </a:ln>
        </p:spPr>
        <p:txBody>
          <a:bodyPr wrap="square">
            <a:normAutofit fontScale="80000"/>
          </a:bodyPr>
          <a:p>
            <a:r>
              <a:rPr lang="en-US" altLang="zh-CN" sz="2800" b="1" noProof="1" dirty="0">
                <a:solidFill>
                  <a:schemeClr val="accent1">
                    <a:lumMod val="50000"/>
                  </a:schemeClr>
                </a:solidFill>
                <a:latin typeface="+mn-lt"/>
                <a:ea typeface="+mn-ea"/>
                <a:cs typeface="+mn-cs"/>
              </a:rPr>
              <a:t>3. </a:t>
            </a:r>
            <a:r>
              <a:rPr lang="zh-CN" altLang="en-US" sz="2800" b="1" noProof="1" dirty="0">
                <a:solidFill>
                  <a:schemeClr val="accent1">
                    <a:lumMod val="50000"/>
                  </a:schemeClr>
                </a:solidFill>
                <a:latin typeface="+mn-lt"/>
                <a:ea typeface="+mn-ea"/>
                <a:cs typeface="+mn-cs"/>
              </a:rPr>
              <a:t>删除运算</a:t>
            </a:r>
            <a:endParaRPr lang="zh-CN" altLang="en-US" sz="2800" b="1" noProof="1" dirty="0">
              <a:solidFill>
                <a:schemeClr val="accent1">
                  <a:lumMod val="50000"/>
                </a:schemeClr>
              </a:solidFill>
              <a:latin typeface="+mn-lt"/>
              <a:ea typeface="+mn-ea"/>
              <a:cs typeface="+mn-cs"/>
            </a:endParaRPr>
          </a:p>
        </p:txBody>
      </p:sp>
      <p:sp>
        <p:nvSpPr>
          <p:cNvPr id="59395" name="文本框 59394"/>
          <p:cNvSpPr txBox="1"/>
          <p:nvPr>
            <p:custDataLst>
              <p:tags r:id="rId3"/>
            </p:custDataLst>
          </p:nvPr>
        </p:nvSpPr>
        <p:spPr>
          <a:xfrm>
            <a:off x="914400" y="1676400"/>
            <a:ext cx="7467600" cy="952500"/>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将双向链表中的 </a:t>
            </a:r>
            <a:r>
              <a:rPr lang="en-US" altLang="zh-CN" sz="2000" b="1">
                <a:solidFill>
                  <a:schemeClr val="tx1"/>
                </a:solidFill>
                <a:latin typeface="+mn-lt"/>
                <a:ea typeface="+mn-ea"/>
              </a:rPr>
              <a:t>p </a:t>
            </a:r>
            <a:r>
              <a:rPr lang="zh-CN" altLang="en-US" sz="2000" b="1" dirty="0">
                <a:solidFill>
                  <a:schemeClr val="tx1"/>
                </a:solidFill>
                <a:latin typeface="+mn-lt"/>
                <a:ea typeface="+mn-ea"/>
              </a:rPr>
              <a:t>结点删除。</a:t>
            </a:r>
            <a:r>
              <a:rPr lang="en-US" altLang="zh-CN" sz="2000" b="1">
                <a:solidFill>
                  <a:schemeClr val="tx1"/>
                </a:solidFill>
                <a:latin typeface="+mn-lt"/>
                <a:ea typeface="+mn-ea"/>
              </a:rPr>
              <a:t>(</a:t>
            </a:r>
            <a:r>
              <a:rPr lang="zh-CN" altLang="en-US" sz="2000" b="1" dirty="0">
                <a:solidFill>
                  <a:schemeClr val="tx1"/>
                </a:solidFill>
                <a:latin typeface="+mn-lt"/>
                <a:ea typeface="+mn-ea"/>
              </a:rPr>
              <a:t>修改相应的</a:t>
            </a:r>
            <a:r>
              <a:rPr lang="en-US" altLang="zh-CN" sz="2000" b="1" dirty="0">
                <a:solidFill>
                  <a:schemeClr val="tx1"/>
                </a:solidFill>
                <a:latin typeface="+mn-lt"/>
                <a:ea typeface="+mn-ea"/>
              </a:rPr>
              <a:t>2</a:t>
            </a:r>
            <a:r>
              <a:rPr lang="zh-CN" altLang="en-US" sz="2000" b="1" dirty="0">
                <a:solidFill>
                  <a:schemeClr val="tx1"/>
                </a:solidFill>
                <a:latin typeface="+mn-lt"/>
                <a:ea typeface="+mn-ea"/>
              </a:rPr>
              <a:t>个指针域的内容</a:t>
            </a:r>
            <a:r>
              <a:rPr lang="en-US" altLang="zh-CN" sz="2000" b="1">
                <a:solidFill>
                  <a:schemeClr val="tx1"/>
                </a:solidFill>
                <a:latin typeface="+mn-lt"/>
                <a:ea typeface="+mn-ea"/>
              </a:rPr>
              <a:t>)</a:t>
            </a:r>
            <a:endParaRPr lang="en-US" altLang="zh-CN" sz="2000" b="1">
              <a:solidFill>
                <a:schemeClr val="tx1"/>
              </a:solidFill>
              <a:latin typeface="+mn-lt"/>
              <a:ea typeface="+mn-ea"/>
            </a:endParaRPr>
          </a:p>
        </p:txBody>
      </p:sp>
      <p:pic>
        <p:nvPicPr>
          <p:cNvPr id="59397" name="图片 59396" descr="0215"/>
          <p:cNvPicPr>
            <a:picLocks noChangeAspect="1"/>
          </p:cNvPicPr>
          <p:nvPr>
            <p:custDataLst>
              <p:tags r:id="rId4"/>
            </p:custDataLst>
          </p:nvPr>
        </p:nvPicPr>
        <p:blipFill>
          <a:blip r:embed="rId5"/>
          <a:stretch>
            <a:fillRect/>
          </a:stretch>
        </p:blipFill>
        <p:spPr>
          <a:xfrm>
            <a:off x="719138" y="2546350"/>
            <a:ext cx="7705725" cy="1765300"/>
          </a:xfrm>
          <a:prstGeom prst="rect">
            <a:avLst/>
          </a:prstGeom>
          <a:noFill/>
          <a:ln w="38100" cap="flat" cmpd="sng">
            <a:solidFill>
              <a:schemeClr val="accent1"/>
            </a:solidFill>
            <a:prstDash val="solid"/>
            <a:miter/>
            <a:headEnd type="none" w="med" len="med"/>
            <a:tailEnd type="none" w="med" len="med"/>
          </a:ln>
        </p:spPr>
      </p:pic>
      <p:sp>
        <p:nvSpPr>
          <p:cNvPr id="62468" name="标题 2"/>
          <p:cNvSpPr>
            <a:spLocks noGrp="1"/>
          </p:cNvSpPr>
          <p:nvPr>
            <p:ph type="title"/>
            <p:custDataLst>
              <p:tags r:id="rId6"/>
            </p:custDataLst>
          </p:nvPr>
        </p:nvSpPr>
        <p:spPr>
          <a:xfrm>
            <a:off x="76200" y="2287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randombar(horizontal)">
                                      <p:cBhvr>
                                        <p:cTn id="7" dur="500"/>
                                        <p:tgtEl>
                                          <p:spTgt spid="5939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randombar(horizontal)">
                                      <p:cBhvr>
                                        <p:cTn id="12" dur="5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3489" name="文本框 83971"/>
          <p:cNvSpPr txBox="1"/>
          <p:nvPr>
            <p:custDataLst>
              <p:tags r:id="rId2"/>
            </p:custDataLst>
          </p:nvPr>
        </p:nvSpPr>
        <p:spPr>
          <a:xfrm>
            <a:off x="628650" y="1371600"/>
            <a:ext cx="7886700" cy="3609975"/>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void  delete </a:t>
            </a:r>
            <a:r>
              <a:rPr lang="zh-CN" altLang="en-US" sz="2000" b="1">
                <a:solidFill>
                  <a:schemeClr val="tx1"/>
                </a:solidFill>
                <a:latin typeface="+mn-lt"/>
                <a:ea typeface="+mn-ea"/>
              </a:rPr>
              <a:t>（</a:t>
            </a:r>
            <a:r>
              <a:rPr lang="en-US" altLang="zh-CN" sz="2000" b="1">
                <a:solidFill>
                  <a:schemeClr val="tx1"/>
                </a:solidFill>
                <a:latin typeface="+mn-lt"/>
                <a:ea typeface="+mn-ea"/>
              </a:rPr>
              <a:t>DUPNODE *p</a:t>
            </a:r>
            <a:r>
              <a:rPr lang="zh-CN" altLang="en-US" sz="2000" b="1">
                <a:solidFill>
                  <a:schemeClr val="tx1"/>
                </a:solidFill>
                <a:latin typeface="+mn-lt"/>
                <a:ea typeface="+mn-ea"/>
              </a:rPr>
              <a:t>）</a:t>
            </a:r>
            <a:endParaRPr lang="zh-CN" altLang="en-US" sz="2000" b="1">
              <a:solidFill>
                <a:schemeClr val="tx1"/>
              </a:solidFill>
              <a:latin typeface="+mn-lt"/>
              <a:ea typeface="+mn-ea"/>
            </a:endParaRPr>
          </a:p>
          <a:p>
            <a:pPr indent="636905"/>
            <a:r>
              <a:rPr lang="zh-CN" altLang="en-US" sz="2000" b="1" dirty="0">
                <a:solidFill>
                  <a:schemeClr val="tx1"/>
                </a:solidFill>
                <a:latin typeface="+mn-lt"/>
                <a:ea typeface="+mn-ea"/>
              </a:rPr>
              <a:t> </a:t>
            </a:r>
            <a:r>
              <a:rPr lang="zh-CN" altLang="en-US" sz="2000" b="1">
                <a:solidFill>
                  <a:schemeClr val="tx1"/>
                </a:solidFill>
                <a:latin typeface="+mn-lt"/>
                <a:ea typeface="+mn-ea"/>
              </a:rPr>
              <a:t> </a:t>
            </a:r>
            <a:r>
              <a:rPr lang="en-US" altLang="zh-CN" sz="2000" b="1">
                <a:solidFill>
                  <a:schemeClr val="tx1"/>
                </a:solidFill>
                <a:latin typeface="+mn-lt"/>
                <a:ea typeface="+mn-ea"/>
              </a:rPr>
              <a:t>/*</a:t>
            </a:r>
            <a:r>
              <a:rPr lang="zh-CN" altLang="en-US" sz="2000" b="1" dirty="0">
                <a:solidFill>
                  <a:schemeClr val="tx1"/>
                </a:solidFill>
                <a:latin typeface="+mn-lt"/>
                <a:ea typeface="+mn-ea"/>
              </a:rPr>
              <a:t>在双向链表中删除结点</a:t>
            </a:r>
            <a:r>
              <a:rPr lang="en-US" altLang="zh-CN" sz="2000" b="1">
                <a:solidFill>
                  <a:schemeClr val="tx1"/>
                </a:solidFill>
                <a:latin typeface="+mn-lt"/>
                <a:ea typeface="+mn-ea"/>
              </a:rPr>
              <a:t>p*/ </a:t>
            </a:r>
            <a:endParaRPr lang="en-US" altLang="zh-CN" sz="2000" b="1">
              <a:solidFill>
                <a:schemeClr val="tx1"/>
              </a:solidFill>
              <a:latin typeface="+mn-lt"/>
              <a:ea typeface="+mn-ea"/>
            </a:endParaRPr>
          </a:p>
          <a:p>
            <a:pPr indent="636905"/>
            <a:r>
              <a:rPr lang="zh-CN" altLang="en-US" sz="2000" b="1">
                <a:solidFill>
                  <a:schemeClr val="tx1"/>
                </a:solidFill>
                <a:latin typeface="+mn-lt"/>
                <a:ea typeface="+mn-ea"/>
              </a:rPr>
              <a:t>｛     		</a:t>
            </a:r>
            <a:endParaRPr lang="zh-CN" altLang="en-US" sz="2000" b="1">
              <a:solidFill>
                <a:schemeClr val="tx1"/>
              </a:solidFill>
              <a:latin typeface="+mn-lt"/>
              <a:ea typeface="+mn-ea"/>
            </a:endParaRPr>
          </a:p>
          <a:p>
            <a:pPr indent="636905"/>
            <a:r>
              <a:rPr lang="zh-CN" altLang="en-US" sz="2000" b="1">
                <a:solidFill>
                  <a:schemeClr val="tx1"/>
                </a:solidFill>
                <a:latin typeface="+mn-lt"/>
                <a:ea typeface="+mn-ea"/>
              </a:rPr>
              <a:t>      （</a:t>
            </a:r>
            <a:r>
              <a:rPr lang="en-US" altLang="zh-CN" sz="2000" b="1">
                <a:solidFill>
                  <a:schemeClr val="tx1"/>
                </a:solidFill>
                <a:latin typeface="+mn-lt"/>
                <a:ea typeface="+mn-ea"/>
              </a:rPr>
              <a:t>p-&gt;prior</a:t>
            </a:r>
            <a:r>
              <a:rPr lang="zh-CN" altLang="en-US" sz="2000" b="1">
                <a:solidFill>
                  <a:schemeClr val="tx1"/>
                </a:solidFill>
                <a:latin typeface="+mn-lt"/>
                <a:ea typeface="+mn-ea"/>
              </a:rPr>
              <a:t>）</a:t>
            </a:r>
            <a:r>
              <a:rPr lang="en-US" altLang="zh-CN" sz="2000" b="1">
                <a:solidFill>
                  <a:schemeClr val="tx1"/>
                </a:solidFill>
                <a:latin typeface="+mn-lt"/>
                <a:ea typeface="+mn-ea"/>
              </a:rPr>
              <a:t>-&gt;next=p-&gt;next;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p-&gt;next</a:t>
            </a:r>
            <a:r>
              <a:rPr lang="zh-CN" altLang="en-US" sz="2000" b="1">
                <a:solidFill>
                  <a:schemeClr val="tx1"/>
                </a:solidFill>
                <a:latin typeface="+mn-lt"/>
                <a:ea typeface="+mn-ea"/>
              </a:rPr>
              <a:t>）</a:t>
            </a:r>
            <a:r>
              <a:rPr lang="en-US" altLang="zh-CN" sz="2000" b="1">
                <a:solidFill>
                  <a:schemeClr val="tx1"/>
                </a:solidFill>
                <a:latin typeface="+mn-lt"/>
                <a:ea typeface="+mn-ea"/>
              </a:rPr>
              <a:t>-&gt;prior=p-&gt;prior;</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free </a:t>
            </a:r>
            <a:r>
              <a:rPr lang="zh-CN" altLang="en-US" sz="2000" b="1">
                <a:solidFill>
                  <a:schemeClr val="tx1"/>
                </a:solidFill>
                <a:latin typeface="+mn-lt"/>
                <a:ea typeface="+mn-ea"/>
              </a:rPr>
              <a:t>（</a:t>
            </a:r>
            <a:r>
              <a:rPr lang="en-US" altLang="zh-CN" sz="2000" b="1">
                <a:solidFill>
                  <a:schemeClr val="tx1"/>
                </a:solidFill>
                <a:latin typeface="+mn-lt"/>
                <a:ea typeface="+mn-ea"/>
              </a:rPr>
              <a:t>p</a:t>
            </a:r>
            <a:r>
              <a:rPr lang="zh-CN" altLang="en-US" sz="2000" b="1">
                <a:solidFill>
                  <a:schemeClr val="tx1"/>
                </a:solidFill>
                <a:latin typeface="+mn-lt"/>
                <a:ea typeface="+mn-ea"/>
              </a:rPr>
              <a:t>）</a:t>
            </a:r>
            <a:r>
              <a:rPr lang="en-US" altLang="zh-CN" sz="2000" b="1">
                <a:solidFill>
                  <a:schemeClr val="tx1"/>
                </a:solidFill>
                <a:latin typeface="+mn-lt"/>
                <a:ea typeface="+mn-ea"/>
              </a:rPr>
              <a: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a:solidFill>
                  <a:schemeClr val="tx1"/>
                </a:solidFill>
                <a:latin typeface="+mn-lt"/>
                <a:ea typeface="+mn-ea"/>
              </a:rPr>
              <a:t>｝</a:t>
            </a:r>
            <a:endParaRPr lang="zh-CN" altLang="en-US" sz="2000" b="1">
              <a:solidFill>
                <a:schemeClr val="tx1"/>
              </a:solidFill>
              <a:latin typeface="+mn-lt"/>
              <a:ea typeface="+mn-ea"/>
            </a:endParaRPr>
          </a:p>
        </p:txBody>
      </p:sp>
      <p:sp>
        <p:nvSpPr>
          <p:cNvPr id="63490" name="标题 2"/>
          <p:cNvSpPr>
            <a:spLocks noGrp="1"/>
          </p:cNvSpPr>
          <p:nvPr>
            <p:ph type="title"/>
            <p:custDataLst>
              <p:tags r:id="rId3"/>
            </p:custDataLst>
          </p:nvPr>
        </p:nvSpPr>
        <p:spPr>
          <a:xfrm>
            <a:off x="228600" y="304925"/>
            <a:ext cx="8100000" cy="540000"/>
          </a:xfrm>
        </p:spPr>
        <p:txBody>
          <a:bodyPr vert="horz" wrap="square" lIns="0" tIns="0" rIns="0" bIns="0" rtlCol="0" anchor="b" anchorCtr="0">
            <a:normAutofit/>
          </a:bodyPr>
          <a:lstStyle/>
          <a:p>
            <a:pPr lvl="0" algn="l">
              <a:buClrTx/>
              <a:buSzTx/>
              <a:buFontTx/>
            </a:pPr>
            <a:r>
              <a:rPr lang="zh-CN" altLang="en-US">
                <a:sym typeface="+mn-ea"/>
              </a:rPr>
              <a:t>2.3 线性表的链式存储结构及其运算</a:t>
            </a:r>
            <a:endParaRPr lang="zh-CN" altLang="en-US">
              <a:sym typeface="+mn-ea"/>
            </a:endParaRPr>
          </a:p>
        </p:txBody>
      </p:sp>
    </p:spTree>
    <p:custDataLst>
      <p:tags r:id="rId4"/>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p:txBody>
          <a:bodyPr/>
          <a:p>
            <a:endParaRPr lang="zh-CN" altLang="en-US"/>
          </a:p>
        </p:txBody>
      </p:sp>
      <p:sp>
        <p:nvSpPr>
          <p:cNvPr id="64513" name="文本框 58370"/>
          <p:cNvSpPr txBox="1"/>
          <p:nvPr>
            <p:custDataLst>
              <p:tags r:id="rId2"/>
            </p:custDataLst>
          </p:nvPr>
        </p:nvSpPr>
        <p:spPr>
          <a:xfrm>
            <a:off x="609600" y="1066800"/>
            <a:ext cx="8153400" cy="1371600"/>
          </a:xfrm>
          <a:prstGeom prst="rect">
            <a:avLst/>
          </a:prstGeom>
          <a:noFill/>
          <a:ln w="9525">
            <a:noFill/>
          </a:ln>
        </p:spPr>
        <p:txBody>
          <a:bodyPr anchor="t" anchorCtr="0"/>
          <a:p>
            <a:pPr>
              <a:spcBef>
                <a:spcPct val="20000"/>
              </a:spcBef>
            </a:pPr>
            <a:r>
              <a:rPr lang="zh-CN" altLang="en-US" sz="2800" b="1" dirty="0">
                <a:solidFill>
                  <a:schemeClr val="tx1"/>
                </a:solidFill>
                <a:latin typeface="+mn-lt"/>
                <a:ea typeface="+mn-ea"/>
              </a:rPr>
              <a:t>例</a:t>
            </a:r>
            <a:r>
              <a:rPr lang="en-US" altLang="zh-CN" sz="2800" b="1" dirty="0">
                <a:solidFill>
                  <a:schemeClr val="tx1"/>
                </a:solidFill>
                <a:latin typeface="+mn-lt"/>
                <a:ea typeface="+mn-ea"/>
              </a:rPr>
              <a:t>2.1	</a:t>
            </a:r>
            <a:r>
              <a:rPr lang="zh-CN" altLang="en-US" sz="2800" b="1" dirty="0">
                <a:solidFill>
                  <a:schemeClr val="tx1"/>
                </a:solidFill>
                <a:latin typeface="+mn-lt"/>
                <a:ea typeface="+mn-ea"/>
              </a:rPr>
              <a:t>有两个线性表</a:t>
            </a:r>
            <a:r>
              <a:rPr lang="en-US" altLang="zh-CN" sz="2800" b="1">
                <a:solidFill>
                  <a:schemeClr val="tx1"/>
                </a:solidFill>
                <a:latin typeface="+mn-lt"/>
                <a:ea typeface="+mn-ea"/>
              </a:rPr>
              <a:t>A</a:t>
            </a:r>
            <a:r>
              <a:rPr lang="zh-CN" altLang="en-US" sz="2800" b="1">
                <a:solidFill>
                  <a:schemeClr val="tx1"/>
                </a:solidFill>
                <a:latin typeface="+mn-lt"/>
                <a:ea typeface="+mn-ea"/>
              </a:rPr>
              <a:t>和</a:t>
            </a:r>
            <a:r>
              <a:rPr lang="en-US" altLang="zh-CN" sz="2800" b="1">
                <a:solidFill>
                  <a:schemeClr val="tx1"/>
                </a:solidFill>
                <a:latin typeface="+mn-lt"/>
                <a:ea typeface="+mn-ea"/>
              </a:rPr>
              <a:t>B</a:t>
            </a:r>
            <a:r>
              <a:rPr lang="zh-CN" altLang="en-US" sz="2800" b="1">
                <a:solidFill>
                  <a:schemeClr val="tx1"/>
                </a:solidFill>
                <a:latin typeface="+mn-lt"/>
                <a:ea typeface="+mn-ea"/>
              </a:rPr>
              <a:t>，</a:t>
            </a:r>
            <a:r>
              <a:rPr lang="zh-CN" altLang="en-US" sz="2800" b="1" dirty="0">
                <a:solidFill>
                  <a:schemeClr val="tx1"/>
                </a:solidFill>
                <a:latin typeface="+mn-lt"/>
                <a:ea typeface="+mn-ea"/>
              </a:rPr>
              <a:t>都是循环链表存储结构，两个链表头指针分别为 </a:t>
            </a:r>
            <a:r>
              <a:rPr lang="en-US" altLang="zh-CN" sz="2800" b="1">
                <a:solidFill>
                  <a:schemeClr val="tx1"/>
                </a:solidFill>
                <a:latin typeface="+mn-lt"/>
                <a:ea typeface="+mn-ea"/>
              </a:rPr>
              <a:t>head1</a:t>
            </a:r>
            <a:r>
              <a:rPr lang="zh-CN" altLang="en-US" sz="2800" b="1">
                <a:solidFill>
                  <a:schemeClr val="tx1"/>
                </a:solidFill>
                <a:latin typeface="+mn-lt"/>
                <a:ea typeface="+mn-ea"/>
              </a:rPr>
              <a:t>和</a:t>
            </a:r>
            <a:r>
              <a:rPr lang="en-US" altLang="zh-CN" sz="2800" b="1">
                <a:solidFill>
                  <a:schemeClr val="tx1"/>
                </a:solidFill>
                <a:latin typeface="+mn-lt"/>
                <a:ea typeface="+mn-ea"/>
              </a:rPr>
              <a:t>head2 </a:t>
            </a:r>
            <a:r>
              <a:rPr lang="zh-CN" altLang="en-US" sz="2800" b="1">
                <a:solidFill>
                  <a:schemeClr val="tx1"/>
                </a:solidFill>
                <a:latin typeface="+mn-lt"/>
                <a:ea typeface="+mn-ea"/>
              </a:rPr>
              <a:t>，将</a:t>
            </a:r>
            <a:r>
              <a:rPr lang="en-US" altLang="zh-CN" sz="2800" b="1">
                <a:solidFill>
                  <a:schemeClr val="tx1"/>
                </a:solidFill>
                <a:latin typeface="+mn-lt"/>
                <a:ea typeface="+mn-ea"/>
              </a:rPr>
              <a:t>B</a:t>
            </a:r>
            <a:r>
              <a:rPr lang="zh-CN" altLang="en-US" sz="2800" b="1" dirty="0">
                <a:solidFill>
                  <a:schemeClr val="tx1"/>
                </a:solidFill>
                <a:latin typeface="+mn-lt"/>
                <a:ea typeface="+mn-ea"/>
              </a:rPr>
              <a:t>链表链接到</a:t>
            </a:r>
            <a:r>
              <a:rPr lang="en-US" altLang="zh-CN" sz="2800" b="1">
                <a:solidFill>
                  <a:schemeClr val="tx1"/>
                </a:solidFill>
                <a:latin typeface="+mn-lt"/>
                <a:ea typeface="+mn-ea"/>
              </a:rPr>
              <a:t>A</a:t>
            </a:r>
            <a:r>
              <a:rPr lang="zh-CN" altLang="en-US" sz="2800" b="1" dirty="0">
                <a:solidFill>
                  <a:schemeClr val="tx1"/>
                </a:solidFill>
                <a:latin typeface="+mn-lt"/>
                <a:ea typeface="+mn-ea"/>
              </a:rPr>
              <a:t>链表的后面， 合并成一个链表。</a:t>
            </a:r>
            <a:endParaRPr lang="zh-CN" altLang="en-US" sz="2800" b="1" dirty="0">
              <a:solidFill>
                <a:schemeClr val="tx1"/>
              </a:solidFill>
              <a:latin typeface="+mn-lt"/>
              <a:ea typeface="+mn-ea"/>
            </a:endParaRPr>
          </a:p>
        </p:txBody>
      </p:sp>
      <p:pic>
        <p:nvPicPr>
          <p:cNvPr id="58372" name="图片 58371" descr="0217"/>
          <p:cNvPicPr>
            <a:picLocks noChangeAspect="1"/>
          </p:cNvPicPr>
          <p:nvPr>
            <p:custDataLst>
              <p:tags r:id="rId3"/>
            </p:custDataLst>
          </p:nvPr>
        </p:nvPicPr>
        <p:blipFill>
          <a:blip r:embed="rId4"/>
          <a:stretch>
            <a:fillRect/>
          </a:stretch>
        </p:blipFill>
        <p:spPr>
          <a:xfrm>
            <a:off x="381000" y="2427288"/>
            <a:ext cx="8382000" cy="4125912"/>
          </a:xfrm>
          <a:prstGeom prst="rect">
            <a:avLst/>
          </a:prstGeom>
          <a:noFill/>
          <a:ln w="38100" cap="flat" cmpd="sng">
            <a:solidFill>
              <a:schemeClr val="accent1"/>
            </a:solidFill>
            <a:prstDash val="solid"/>
            <a:miter/>
            <a:headEnd type="none" w="med" len="med"/>
            <a:tailEnd type="none" w="med" len="med"/>
          </a:ln>
        </p:spPr>
      </p:pic>
      <p:sp>
        <p:nvSpPr>
          <p:cNvPr id="64516" name="标题 2"/>
          <p:cNvSpPr>
            <a:spLocks noGrp="1"/>
          </p:cNvSpPr>
          <p:nvPr>
            <p:ph type="title"/>
            <p:custDataLst>
              <p:tags r:id="rId5"/>
            </p:custDataLst>
          </p:nvPr>
        </p:nvSpPr>
        <p:spPr>
          <a:xfrm>
            <a:off x="304800" y="381125"/>
            <a:ext cx="8100000" cy="540000"/>
          </a:xfrm>
        </p:spPr>
        <p:txBody>
          <a:bodyPr vert="horz" wrap="square" lIns="0" tIns="0" rIns="0" bIns="0" rtlCol="0" anchor="b" anchorCtr="0">
            <a:normAutofit/>
          </a:bodyPr>
          <a:lstStyle/>
          <a:p>
            <a:pPr lvl="0" algn="l">
              <a:buClrTx/>
              <a:buSzTx/>
              <a:buFontTx/>
            </a:pPr>
            <a:r>
              <a:rPr lang="zh-CN" altLang="en-US">
                <a:sym typeface="+mn-ea"/>
              </a:rPr>
              <a:t>2.4 算法应用举例</a:t>
            </a:r>
            <a:endParaRPr lang="zh-CN" altLang="en-US">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randombar(horizontal)">
                                      <p:cBhvr>
                                        <p:cTn id="7"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119810" name="文本框 119809"/>
          <p:cNvSpPr txBox="1"/>
          <p:nvPr>
            <p:custDataLst>
              <p:tags r:id="rId2"/>
            </p:custDataLst>
          </p:nvPr>
        </p:nvSpPr>
        <p:spPr>
          <a:xfrm>
            <a:off x="628650" y="1447800"/>
            <a:ext cx="7886700" cy="3609975"/>
          </a:xfrm>
          <a:prstGeom prst="rect">
            <a:avLst/>
          </a:prstGeom>
          <a:noFill/>
          <a:ln w="9525">
            <a:noFill/>
          </a:ln>
        </p:spPr>
        <p:txBody>
          <a:bodyPr wrap="square">
            <a:normAutofit fontScale="60000"/>
          </a:bodyPr>
          <a:p>
            <a:r>
              <a:rPr lang="en-US" altLang="zh-CN" sz="2800" b="1" noProof="1">
                <a:solidFill>
                  <a:schemeClr val="tx1"/>
                </a:solidFill>
                <a:latin typeface="+mn-lt"/>
                <a:ea typeface="+mn-ea"/>
                <a:cs typeface="+mn-cs"/>
              </a:rPr>
              <a:t>NODE *connect(NODE *head1,NODE *head2)</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NODE *p,*q;</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p=head1-&gt;next;</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while(p-&gt;next!=head1) /*</a:t>
            </a:r>
            <a:r>
              <a:rPr lang="zh-CN" altLang="en-US" sz="2800" b="1" noProof="1">
                <a:solidFill>
                  <a:schemeClr val="tx1"/>
                </a:solidFill>
                <a:latin typeface="+mn-lt"/>
                <a:ea typeface="+mn-ea"/>
                <a:cs typeface="+mn-cs"/>
              </a:rPr>
              <a:t>找</a:t>
            </a:r>
            <a:r>
              <a:rPr lang="en-US" altLang="zh-CN" sz="2800" b="1" noProof="1">
                <a:solidFill>
                  <a:schemeClr val="tx1"/>
                </a:solidFill>
                <a:latin typeface="+mn-lt"/>
                <a:ea typeface="+mn-ea"/>
                <a:cs typeface="+mn-cs"/>
              </a:rPr>
              <a:t>head1</a:t>
            </a:r>
            <a:r>
              <a:rPr lang="zh-CN" altLang="en-US" sz="2800" b="1" noProof="1" dirty="0">
                <a:solidFill>
                  <a:schemeClr val="tx1"/>
                </a:solidFill>
                <a:latin typeface="+mn-lt"/>
                <a:ea typeface="+mn-ea"/>
                <a:cs typeface="+mn-cs"/>
              </a:rPr>
              <a:t>最后一个结点</a:t>
            </a:r>
            <a:r>
              <a:rPr lang="en-US" altLang="zh-CN" sz="2800" b="1" noProof="1">
                <a:solidFill>
                  <a:schemeClr val="tx1"/>
                </a:solidFill>
                <a:latin typeface="+mn-lt"/>
                <a:ea typeface="+mn-ea"/>
                <a:cs typeface="+mn-cs"/>
              </a:rPr>
              <a:t>p*/</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p=p-&gt;next; </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q=head2-&gt;next;</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while(q-&gt;next!=head2) /*</a:t>
            </a:r>
            <a:r>
              <a:rPr lang="zh-CN" altLang="en-US" sz="2800" b="1" noProof="1">
                <a:solidFill>
                  <a:schemeClr val="tx1"/>
                </a:solidFill>
                <a:latin typeface="+mn-lt"/>
                <a:ea typeface="+mn-ea"/>
                <a:cs typeface="+mn-cs"/>
              </a:rPr>
              <a:t>找</a:t>
            </a:r>
            <a:r>
              <a:rPr lang="en-US" altLang="zh-CN" sz="2800" b="1" noProof="1">
                <a:solidFill>
                  <a:schemeClr val="tx1"/>
                </a:solidFill>
                <a:latin typeface="+mn-lt"/>
                <a:ea typeface="+mn-ea"/>
                <a:cs typeface="+mn-cs"/>
              </a:rPr>
              <a:t>head2</a:t>
            </a:r>
            <a:r>
              <a:rPr lang="zh-CN" altLang="en-US" sz="2800" b="1" noProof="1" dirty="0">
                <a:solidFill>
                  <a:schemeClr val="tx1"/>
                </a:solidFill>
                <a:latin typeface="+mn-lt"/>
                <a:ea typeface="+mn-ea"/>
                <a:cs typeface="+mn-cs"/>
              </a:rPr>
              <a:t>最后一个结点</a:t>
            </a:r>
            <a:r>
              <a:rPr lang="en-US" altLang="zh-CN" sz="2800" b="1" noProof="1">
                <a:solidFill>
                  <a:schemeClr val="tx1"/>
                </a:solidFill>
                <a:latin typeface="+mn-lt"/>
                <a:ea typeface="+mn-ea"/>
                <a:cs typeface="+mn-cs"/>
              </a:rPr>
              <a:t>q*/</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q=q-&gt;next;</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p-&gt;next=head2-&gt;next;  /*</a:t>
            </a:r>
            <a:r>
              <a:rPr lang="zh-CN" altLang="en-US" sz="2800" b="1" noProof="1" dirty="0">
                <a:solidFill>
                  <a:schemeClr val="tx1"/>
                </a:solidFill>
                <a:latin typeface="+mn-lt"/>
                <a:ea typeface="+mn-ea"/>
                <a:cs typeface="+mn-cs"/>
              </a:rPr>
              <a:t>两表链接</a:t>
            </a:r>
            <a:r>
              <a:rPr lang="en-US" altLang="zh-CN" sz="2800" b="1" noProof="1" dirty="0">
                <a:solidFill>
                  <a:schemeClr val="tx1"/>
                </a:solidFill>
                <a:latin typeface="+mn-lt"/>
                <a:ea typeface="+mn-ea"/>
                <a:cs typeface="+mn-cs"/>
              </a:rPr>
              <a:t>*/</a:t>
            </a:r>
            <a:endParaRPr lang="en-US" altLang="zh-CN" sz="2800" b="1" noProof="1" dirty="0">
              <a:solidFill>
                <a:schemeClr val="tx1"/>
              </a:solidFill>
              <a:latin typeface="+mn-lt"/>
              <a:ea typeface="+mn-ea"/>
            </a:endParaRPr>
          </a:p>
          <a:p>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q-&gt;next=head1;</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  free(head2);           /*</a:t>
            </a:r>
            <a:r>
              <a:rPr lang="zh-CN" altLang="en-US" sz="2800" b="1" noProof="1" dirty="0">
                <a:solidFill>
                  <a:schemeClr val="tx1"/>
                </a:solidFill>
                <a:latin typeface="+mn-lt"/>
                <a:ea typeface="+mn-ea"/>
                <a:cs typeface="+mn-cs"/>
              </a:rPr>
              <a:t>释放</a:t>
            </a:r>
            <a:r>
              <a:rPr lang="en-US" altLang="zh-CN" sz="2800" b="1" noProof="1">
                <a:solidFill>
                  <a:schemeClr val="tx1"/>
                </a:solidFill>
                <a:latin typeface="+mn-lt"/>
                <a:ea typeface="+mn-ea"/>
                <a:cs typeface="+mn-cs"/>
              </a:rPr>
              <a:t>B</a:t>
            </a:r>
            <a:r>
              <a:rPr lang="zh-CN" altLang="en-US" sz="2800" b="1" noProof="1" dirty="0">
                <a:solidFill>
                  <a:schemeClr val="tx1"/>
                </a:solidFill>
                <a:latin typeface="+mn-lt"/>
                <a:ea typeface="+mn-ea"/>
                <a:cs typeface="+mn-cs"/>
              </a:rPr>
              <a:t>表表头结点</a:t>
            </a:r>
            <a:r>
              <a:rPr lang="en-US" altLang="zh-CN" sz="2800" b="1" noProof="1" dirty="0">
                <a:solidFill>
                  <a:schemeClr val="tx1"/>
                </a:solidFill>
                <a:latin typeface="+mn-lt"/>
                <a:ea typeface="+mn-ea"/>
                <a:cs typeface="+mn-cs"/>
              </a:rPr>
              <a:t>*/ </a:t>
            </a:r>
            <a:endParaRPr lang="en-US" altLang="zh-CN" sz="2800" b="1" noProof="1" dirty="0">
              <a:solidFill>
                <a:schemeClr val="tx1"/>
              </a:solidFill>
              <a:latin typeface="+mn-lt"/>
              <a:ea typeface="+mn-ea"/>
            </a:endParaRPr>
          </a:p>
          <a:p>
            <a:r>
              <a:rPr lang="en-US" altLang="zh-CN" sz="2800" b="1" noProof="1" dirty="0">
                <a:solidFill>
                  <a:schemeClr val="tx1"/>
                </a:solidFill>
                <a:latin typeface="+mn-lt"/>
                <a:ea typeface="+mn-ea"/>
                <a:cs typeface="+mn-cs"/>
              </a:rPr>
              <a:t>  </a:t>
            </a:r>
            <a:r>
              <a:rPr lang="en-US" altLang="zh-CN" sz="2800" b="1" noProof="1">
                <a:solidFill>
                  <a:schemeClr val="tx1"/>
                </a:solidFill>
                <a:latin typeface="+mn-lt"/>
                <a:ea typeface="+mn-ea"/>
                <a:cs typeface="+mn-cs"/>
              </a:rPr>
              <a:t>return(head1);</a:t>
            </a:r>
            <a:endParaRPr lang="en-US" altLang="zh-CN" sz="2800" b="1" noProof="1">
              <a:solidFill>
                <a:schemeClr val="tx1"/>
              </a:solidFill>
              <a:latin typeface="+mn-lt"/>
              <a:ea typeface="+mn-ea"/>
            </a:endParaRPr>
          </a:p>
          <a:p>
            <a:r>
              <a:rPr lang="en-US" altLang="zh-CN" sz="2800" b="1" noProof="1">
                <a:solidFill>
                  <a:schemeClr val="tx1"/>
                </a:solidFill>
                <a:latin typeface="+mn-lt"/>
                <a:ea typeface="+mn-ea"/>
                <a:cs typeface="+mn-cs"/>
              </a:rPr>
              <a:t>}</a:t>
            </a:r>
            <a:endParaRPr lang="en-US" altLang="zh-CN" sz="2800" b="1" noProof="1">
              <a:solidFill>
                <a:schemeClr val="tx1"/>
              </a:solidFill>
              <a:latin typeface="+mn-lt"/>
              <a:ea typeface="+mn-ea"/>
              <a:cs typeface="+mn-cs"/>
            </a:endParaRPr>
          </a:p>
        </p:txBody>
      </p:sp>
      <p:sp>
        <p:nvSpPr>
          <p:cNvPr id="65538" name="标题 2"/>
          <p:cNvSpPr>
            <a:spLocks noGrp="1"/>
          </p:cNvSpPr>
          <p:nvPr>
            <p:ph type="title"/>
            <p:custDataLst>
              <p:tags r:id="rId3"/>
            </p:custDataLst>
          </p:nvPr>
        </p:nvSpPr>
        <p:spPr>
          <a:xfrm>
            <a:off x="152400" y="304925"/>
            <a:ext cx="8100000" cy="540000"/>
          </a:xfrm>
        </p:spPr>
        <p:txBody>
          <a:bodyPr vert="horz" wrap="square" lIns="0" tIns="0" rIns="0" bIns="0" rtlCol="0" anchor="b" anchorCtr="0">
            <a:normAutofit/>
          </a:bodyPr>
          <a:lstStyle/>
          <a:p>
            <a:pPr lvl="0" algn="l">
              <a:buClrTx/>
              <a:buSzTx/>
              <a:buFontTx/>
            </a:pPr>
            <a:r>
              <a:rPr lang="zh-CN" altLang="en-US">
                <a:sym typeface="+mn-ea"/>
              </a:rPr>
              <a:t>2.4 算法应用举例</a:t>
            </a:r>
            <a:endParaRPr lang="zh-CN" altLang="en-US">
              <a:sym typeface="+mn-ea"/>
            </a:endParaRPr>
          </a:p>
        </p:txBody>
      </p:sp>
    </p:spTree>
    <p:custDataLst>
      <p:tags r:id="rId4"/>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文本框 57345"/>
          <p:cNvSpPr txBox="1"/>
          <p:nvPr>
            <p:custDataLst>
              <p:tags r:id="rId1"/>
            </p:custDataLst>
          </p:nvPr>
        </p:nvSpPr>
        <p:spPr>
          <a:xfrm>
            <a:off x="457200" y="1066800"/>
            <a:ext cx="8229600" cy="1981200"/>
          </a:xfrm>
          <a:prstGeom prst="rect">
            <a:avLst/>
          </a:prstGeom>
          <a:noFill/>
          <a:ln w="9525">
            <a:noFill/>
          </a:ln>
        </p:spPr>
        <p:txBody>
          <a:bodyPr wrap="square" anchor="t" anchorCtr="0">
            <a:normAutofit/>
          </a:bodyPr>
          <a:p>
            <a:pPr>
              <a:spcBef>
                <a:spcPct val="20000"/>
              </a:spcBef>
            </a:pPr>
            <a:r>
              <a:rPr lang="en-US" altLang="zh-CN" sz="2800" b="1" dirty="0">
                <a:solidFill>
                  <a:schemeClr val="tx1"/>
                </a:solidFill>
                <a:latin typeface="+mn-lt"/>
                <a:ea typeface="+mn-ea"/>
              </a:rPr>
              <a:t> </a:t>
            </a:r>
            <a:r>
              <a:rPr lang="zh-CN" altLang="en-US" sz="2000" b="1" dirty="0">
                <a:solidFill>
                  <a:schemeClr val="tx1"/>
                </a:solidFill>
                <a:latin typeface="+mn-lt"/>
                <a:ea typeface="+mn-ea"/>
              </a:rPr>
              <a:t>例</a:t>
            </a:r>
            <a:r>
              <a:rPr lang="en-US" altLang="zh-CN" sz="2000" b="1" dirty="0">
                <a:solidFill>
                  <a:schemeClr val="tx1"/>
                </a:solidFill>
                <a:latin typeface="+mn-lt"/>
                <a:ea typeface="+mn-ea"/>
              </a:rPr>
              <a:t>2.2 </a:t>
            </a:r>
            <a:r>
              <a:rPr lang="zh-CN" altLang="en-US" sz="2000" b="1" dirty="0">
                <a:solidFill>
                  <a:schemeClr val="tx1"/>
                </a:solidFill>
                <a:latin typeface="+mn-lt"/>
                <a:ea typeface="+mn-ea"/>
              </a:rPr>
              <a:t>一元多项式的加法运算。设有两个一元多项式分别为</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r>
              <a:rPr lang="en-US" altLang="zh-CN" sz="2000" b="1" dirty="0">
                <a:solidFill>
                  <a:schemeClr val="tx1"/>
                </a:solidFill>
                <a:latin typeface="+mn-lt"/>
                <a:ea typeface="+mn-ea"/>
              </a:rPr>
              <a:t>    </a:t>
            </a:r>
            <a:r>
              <a:rPr lang="en-US" altLang="zh-CN" sz="2000" b="1">
                <a:solidFill>
                  <a:schemeClr val="tx1"/>
                </a:solidFill>
                <a:latin typeface="+mn-lt"/>
                <a:ea typeface="+mn-ea"/>
              </a:rPr>
              <a:t>An</a:t>
            </a:r>
            <a:r>
              <a:rPr lang="zh-CN" altLang="en-US" sz="2000" b="1">
                <a:solidFill>
                  <a:schemeClr val="tx1"/>
                </a:solidFill>
                <a:latin typeface="+mn-lt"/>
                <a:ea typeface="+mn-ea"/>
              </a:rPr>
              <a:t>（</a:t>
            </a:r>
            <a:r>
              <a:rPr lang="en-US" altLang="zh-CN" sz="2000" b="1">
                <a:solidFill>
                  <a:schemeClr val="tx1"/>
                </a:solidFill>
                <a:latin typeface="+mn-lt"/>
                <a:ea typeface="+mn-ea"/>
              </a:rPr>
              <a:t>x</a:t>
            </a:r>
            <a:r>
              <a:rPr lang="zh-CN" altLang="en-US" sz="2000" b="1">
                <a:solidFill>
                  <a:schemeClr val="tx1"/>
                </a:solidFill>
                <a:latin typeface="+mn-lt"/>
                <a:ea typeface="+mn-ea"/>
              </a:rPr>
              <a:t>）</a:t>
            </a:r>
            <a:r>
              <a:rPr lang="en-US" altLang="zh-CN" sz="2000" b="1">
                <a:solidFill>
                  <a:schemeClr val="tx1"/>
                </a:solidFill>
                <a:latin typeface="+mn-lt"/>
                <a:ea typeface="+mn-ea"/>
              </a:rPr>
              <a:t>=a</a:t>
            </a:r>
            <a:r>
              <a:rPr lang="en-US" altLang="zh-CN" sz="2000" b="1" baseline="-25000">
                <a:solidFill>
                  <a:schemeClr val="tx1"/>
                </a:solidFill>
                <a:latin typeface="+mn-lt"/>
                <a:ea typeface="+mn-ea"/>
              </a:rPr>
              <a:t>0</a:t>
            </a:r>
            <a:r>
              <a:rPr lang="en-US" altLang="zh-CN" sz="2000" b="1">
                <a:solidFill>
                  <a:schemeClr val="tx1"/>
                </a:solidFill>
                <a:latin typeface="+mn-lt"/>
                <a:ea typeface="+mn-ea"/>
              </a:rPr>
              <a:t>+a</a:t>
            </a:r>
            <a:r>
              <a:rPr lang="en-US" altLang="zh-CN" sz="2000" b="1" baseline="-25000">
                <a:solidFill>
                  <a:schemeClr val="tx1"/>
                </a:solidFill>
                <a:latin typeface="+mn-lt"/>
                <a:ea typeface="+mn-ea"/>
              </a:rPr>
              <a:t>1</a:t>
            </a:r>
            <a:r>
              <a:rPr lang="en-US" altLang="zh-CN" sz="2000" b="1">
                <a:solidFill>
                  <a:schemeClr val="tx1"/>
                </a:solidFill>
                <a:latin typeface="+mn-lt"/>
                <a:ea typeface="+mn-ea"/>
              </a:rPr>
              <a:t>x+a</a:t>
            </a:r>
            <a:r>
              <a:rPr lang="en-US" altLang="zh-CN" sz="2000" b="1" baseline="-25000">
                <a:solidFill>
                  <a:schemeClr val="tx1"/>
                </a:solidFill>
                <a:latin typeface="+mn-lt"/>
                <a:ea typeface="+mn-ea"/>
              </a:rPr>
              <a:t>2</a:t>
            </a:r>
            <a:r>
              <a:rPr lang="en-US" altLang="zh-CN" sz="2000" b="1">
                <a:solidFill>
                  <a:schemeClr val="tx1"/>
                </a:solidFill>
                <a:latin typeface="+mn-lt"/>
                <a:ea typeface="+mn-ea"/>
              </a:rPr>
              <a:t>x</a:t>
            </a:r>
            <a:r>
              <a:rPr lang="en-US" altLang="zh-CN" sz="2000" b="1" baseline="30000">
                <a:solidFill>
                  <a:schemeClr val="tx1"/>
                </a:solidFill>
                <a:latin typeface="+mn-lt"/>
                <a:ea typeface="+mn-ea"/>
              </a:rPr>
              <a:t>2</a:t>
            </a:r>
            <a:r>
              <a:rPr lang="en-US" altLang="zh-CN" sz="2000" b="1">
                <a:solidFill>
                  <a:schemeClr val="tx1"/>
                </a:solidFill>
                <a:latin typeface="+mn-lt"/>
                <a:ea typeface="+mn-ea"/>
              </a:rPr>
              <a:t>+…+</a:t>
            </a:r>
            <a:r>
              <a:rPr lang="en-US" altLang="zh-CN" sz="2000" b="1" err="1">
                <a:solidFill>
                  <a:schemeClr val="tx1"/>
                </a:solidFill>
                <a:latin typeface="+mn-lt"/>
                <a:ea typeface="+mn-ea"/>
              </a:rPr>
              <a:t>a</a:t>
            </a:r>
            <a:r>
              <a:rPr lang="en-US" altLang="zh-CN" sz="2000" b="1" baseline="-25000" err="1">
                <a:solidFill>
                  <a:schemeClr val="tx1"/>
                </a:solidFill>
                <a:latin typeface="+mn-lt"/>
                <a:ea typeface="+mn-ea"/>
              </a:rPr>
              <a:t>n</a:t>
            </a:r>
            <a:r>
              <a:rPr lang="en-US" altLang="zh-CN" sz="2000" b="1" err="1">
                <a:solidFill>
                  <a:schemeClr val="tx1"/>
                </a:solidFill>
                <a:latin typeface="+mn-lt"/>
                <a:ea typeface="+mn-ea"/>
              </a:rPr>
              <a:t>x</a:t>
            </a:r>
            <a:r>
              <a:rPr lang="en-US" altLang="zh-CN" sz="2000" b="1" baseline="30000" err="1">
                <a:solidFill>
                  <a:schemeClr val="tx1"/>
                </a:solidFill>
                <a:latin typeface="+mn-lt"/>
                <a:ea typeface="+mn-ea"/>
              </a:rPr>
              <a:t>n                    </a:t>
            </a:r>
            <a:r>
              <a:rPr lang="en-US" altLang="zh-CN" sz="2000" b="1" baseline="30000">
                <a:solidFill>
                  <a:schemeClr val="tx1"/>
                </a:solidFill>
                <a:latin typeface="+mn-lt"/>
                <a:ea typeface="+mn-ea"/>
              </a:rPr>
              <a:t>(1)</a:t>
            </a:r>
            <a:endParaRPr lang="en-US" altLang="zh-CN" sz="2000" b="1" baseline="30000">
              <a:solidFill>
                <a:schemeClr val="tx1"/>
              </a:solidFill>
              <a:latin typeface="+mn-lt"/>
              <a:ea typeface="+mn-ea"/>
            </a:endParaRPr>
          </a:p>
          <a:p>
            <a:r>
              <a:rPr lang="en-US" altLang="zh-CN" sz="2000" b="1">
                <a:solidFill>
                  <a:schemeClr val="tx1"/>
                </a:solidFill>
                <a:latin typeface="+mn-lt"/>
                <a:ea typeface="+mn-ea"/>
              </a:rPr>
              <a:t>    </a:t>
            </a:r>
            <a:r>
              <a:rPr lang="en-US" altLang="zh-CN" sz="2000" b="1" err="1">
                <a:solidFill>
                  <a:schemeClr val="tx1"/>
                </a:solidFill>
                <a:latin typeface="+mn-lt"/>
                <a:ea typeface="+mn-ea"/>
              </a:rPr>
              <a:t>Bm</a:t>
            </a:r>
            <a:r>
              <a:rPr lang="zh-CN" altLang="en-US" sz="2000" b="1">
                <a:solidFill>
                  <a:schemeClr val="tx1"/>
                </a:solidFill>
                <a:latin typeface="+mn-lt"/>
                <a:ea typeface="+mn-ea"/>
              </a:rPr>
              <a:t>（</a:t>
            </a:r>
            <a:r>
              <a:rPr lang="en-US" altLang="zh-CN" sz="2000" b="1">
                <a:solidFill>
                  <a:schemeClr val="tx1"/>
                </a:solidFill>
                <a:latin typeface="+mn-lt"/>
                <a:ea typeface="+mn-ea"/>
              </a:rPr>
              <a:t>x</a:t>
            </a:r>
            <a:r>
              <a:rPr lang="zh-CN" altLang="en-US" sz="2000" b="1">
                <a:solidFill>
                  <a:schemeClr val="tx1"/>
                </a:solidFill>
                <a:latin typeface="+mn-lt"/>
                <a:ea typeface="+mn-ea"/>
              </a:rPr>
              <a:t>）</a:t>
            </a:r>
            <a:r>
              <a:rPr lang="en-US" altLang="zh-CN" sz="2000" b="1">
                <a:solidFill>
                  <a:schemeClr val="tx1"/>
                </a:solidFill>
                <a:latin typeface="+mn-lt"/>
                <a:ea typeface="+mn-ea"/>
              </a:rPr>
              <a:t>=b</a:t>
            </a:r>
            <a:r>
              <a:rPr lang="en-US" altLang="zh-CN" sz="2000" b="1" baseline="-25000">
                <a:solidFill>
                  <a:schemeClr val="tx1"/>
                </a:solidFill>
                <a:latin typeface="+mn-lt"/>
                <a:ea typeface="+mn-ea"/>
              </a:rPr>
              <a:t>0</a:t>
            </a:r>
            <a:r>
              <a:rPr lang="en-US" altLang="zh-CN" sz="2000" b="1">
                <a:solidFill>
                  <a:schemeClr val="tx1"/>
                </a:solidFill>
                <a:latin typeface="+mn-lt"/>
                <a:ea typeface="+mn-ea"/>
              </a:rPr>
              <a:t>+b</a:t>
            </a:r>
            <a:r>
              <a:rPr lang="en-US" altLang="zh-CN" sz="2000" b="1" baseline="-25000">
                <a:solidFill>
                  <a:schemeClr val="tx1"/>
                </a:solidFill>
                <a:latin typeface="+mn-lt"/>
                <a:ea typeface="+mn-ea"/>
              </a:rPr>
              <a:t>1</a:t>
            </a:r>
            <a:r>
              <a:rPr lang="en-US" altLang="zh-CN" sz="2000" b="1">
                <a:solidFill>
                  <a:schemeClr val="tx1"/>
                </a:solidFill>
                <a:latin typeface="+mn-lt"/>
                <a:ea typeface="+mn-ea"/>
              </a:rPr>
              <a:t>x+b</a:t>
            </a:r>
            <a:r>
              <a:rPr lang="en-US" altLang="zh-CN" sz="2000" b="1" baseline="-25000">
                <a:solidFill>
                  <a:schemeClr val="tx1"/>
                </a:solidFill>
                <a:latin typeface="+mn-lt"/>
                <a:ea typeface="+mn-ea"/>
              </a:rPr>
              <a:t>2</a:t>
            </a:r>
            <a:r>
              <a:rPr lang="en-US" altLang="zh-CN" sz="2000" b="1">
                <a:solidFill>
                  <a:schemeClr val="tx1"/>
                </a:solidFill>
                <a:latin typeface="+mn-lt"/>
                <a:ea typeface="+mn-ea"/>
              </a:rPr>
              <a:t>x</a:t>
            </a:r>
            <a:r>
              <a:rPr lang="en-US" altLang="zh-CN" sz="2000" b="1" baseline="30000">
                <a:solidFill>
                  <a:schemeClr val="tx1"/>
                </a:solidFill>
                <a:latin typeface="+mn-lt"/>
                <a:ea typeface="+mn-ea"/>
              </a:rPr>
              <a:t>2</a:t>
            </a:r>
            <a:r>
              <a:rPr lang="en-US" altLang="zh-CN" sz="2000" b="1">
                <a:solidFill>
                  <a:schemeClr val="tx1"/>
                </a:solidFill>
                <a:latin typeface="+mn-lt"/>
                <a:ea typeface="+mn-ea"/>
              </a:rPr>
              <a:t> +…+</a:t>
            </a:r>
            <a:r>
              <a:rPr lang="en-US" altLang="zh-CN" sz="2000" b="1" err="1">
                <a:solidFill>
                  <a:schemeClr val="tx1"/>
                </a:solidFill>
                <a:latin typeface="+mn-lt"/>
                <a:ea typeface="+mn-ea"/>
              </a:rPr>
              <a:t>b</a:t>
            </a:r>
            <a:r>
              <a:rPr lang="en-US" altLang="zh-CN" sz="2000" b="1" baseline="-25000" err="1">
                <a:solidFill>
                  <a:schemeClr val="tx1"/>
                </a:solidFill>
                <a:latin typeface="+mn-lt"/>
                <a:ea typeface="+mn-ea"/>
              </a:rPr>
              <a:t>m</a:t>
            </a:r>
            <a:r>
              <a:rPr lang="en-US" altLang="zh-CN" sz="2000" b="1">
                <a:solidFill>
                  <a:schemeClr val="tx1"/>
                </a:solidFill>
                <a:latin typeface="+mn-lt"/>
                <a:ea typeface="+mn-ea"/>
              </a:rPr>
              <a:t> x </a:t>
            </a:r>
            <a:r>
              <a:rPr lang="en-US" altLang="zh-CN" sz="2000" b="1" baseline="30000">
                <a:solidFill>
                  <a:schemeClr val="tx1"/>
                </a:solidFill>
                <a:latin typeface="+mn-lt"/>
                <a:ea typeface="+mn-ea"/>
              </a:rPr>
              <a:t>m         </a:t>
            </a:r>
            <a:r>
              <a:rPr lang="en-US" altLang="zh-CN" sz="2000" b="1" baseline="30000" dirty="0">
                <a:solidFill>
                  <a:schemeClr val="tx1"/>
                </a:solidFill>
                <a:latin typeface="+mn-lt"/>
                <a:ea typeface="+mn-ea"/>
              </a:rPr>
              <a:t> </a:t>
            </a:r>
            <a:r>
              <a:rPr lang="en-US" altLang="zh-CN" sz="2000" b="1" baseline="30000">
                <a:solidFill>
                  <a:schemeClr val="tx1"/>
                </a:solidFill>
                <a:latin typeface="+mn-lt"/>
                <a:ea typeface="+mn-ea"/>
              </a:rPr>
              <a:t> (2)</a:t>
            </a:r>
            <a:endParaRPr lang="en-US" altLang="zh-CN" sz="2000" b="1" baseline="30000">
              <a:solidFill>
                <a:schemeClr val="tx1"/>
              </a:solidFill>
              <a:latin typeface="+mn-lt"/>
              <a:ea typeface="+mn-ea"/>
            </a:endParaRPr>
          </a:p>
        </p:txBody>
      </p:sp>
      <p:sp>
        <p:nvSpPr>
          <p:cNvPr id="66562" name="文本框 57346"/>
          <p:cNvSpPr txBox="1"/>
          <p:nvPr>
            <p:custDataLst>
              <p:tags r:id="rId2"/>
            </p:custDataLst>
          </p:nvPr>
        </p:nvSpPr>
        <p:spPr>
          <a:xfrm>
            <a:off x="485775" y="2209800"/>
            <a:ext cx="7677150" cy="3538538"/>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分析：</a:t>
            </a:r>
            <a:endParaRPr lang="zh-CN" altLang="en-US" sz="2000" b="1" dirty="0">
              <a:solidFill>
                <a:schemeClr val="tx1"/>
              </a:solidFill>
              <a:latin typeface="+mn-lt"/>
              <a:ea typeface="+mn-ea"/>
            </a:endParaRPr>
          </a:p>
          <a:p>
            <a:pPr indent="636905"/>
            <a:r>
              <a:rPr lang="en-US" altLang="zh-CN" sz="2000" b="1" dirty="0">
                <a:solidFill>
                  <a:schemeClr val="tx1"/>
                </a:solidFill>
                <a:latin typeface="+mn-lt"/>
                <a:ea typeface="+mn-ea"/>
              </a:rPr>
              <a:t>(1)</a:t>
            </a:r>
            <a:r>
              <a:rPr lang="zh-CN" altLang="en-US" sz="2000" b="1" dirty="0">
                <a:solidFill>
                  <a:schemeClr val="tx1"/>
                </a:solidFill>
                <a:latin typeface="+mn-lt"/>
                <a:ea typeface="+mn-ea"/>
              </a:rPr>
              <a:t>式中有</a:t>
            </a:r>
            <a:r>
              <a:rPr lang="en-US" altLang="zh-CN" sz="2000" b="1">
                <a:solidFill>
                  <a:schemeClr val="tx1"/>
                </a:solidFill>
                <a:latin typeface="+mn-lt"/>
                <a:ea typeface="+mn-ea"/>
              </a:rPr>
              <a:t>n+1</a:t>
            </a:r>
            <a:r>
              <a:rPr lang="zh-CN" altLang="en-US" sz="2000" b="1" dirty="0">
                <a:solidFill>
                  <a:schemeClr val="tx1"/>
                </a:solidFill>
                <a:latin typeface="+mn-lt"/>
                <a:ea typeface="+mn-ea"/>
              </a:rPr>
              <a:t>个系数，可用线性表表示为：</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    </a:t>
            </a:r>
            <a:r>
              <a:rPr lang="en-US" altLang="zh-CN" sz="2000" b="1">
                <a:solidFill>
                  <a:schemeClr val="tx1"/>
                </a:solidFill>
                <a:latin typeface="+mn-lt"/>
                <a:ea typeface="+mn-ea"/>
              </a:rPr>
              <a:t>A=(a0,a1,a2,a3,……an)</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(2)</a:t>
            </a:r>
            <a:r>
              <a:rPr lang="zh-CN" altLang="en-US" sz="2000" b="1" dirty="0">
                <a:solidFill>
                  <a:schemeClr val="tx1"/>
                </a:solidFill>
                <a:latin typeface="+mn-lt"/>
                <a:ea typeface="+mn-ea"/>
              </a:rPr>
              <a:t>式中有</a:t>
            </a:r>
            <a:r>
              <a:rPr lang="en-US" altLang="zh-CN" sz="2000" b="1">
                <a:solidFill>
                  <a:schemeClr val="tx1"/>
                </a:solidFill>
                <a:latin typeface="+mn-lt"/>
                <a:ea typeface="+mn-ea"/>
              </a:rPr>
              <a:t>m+1</a:t>
            </a:r>
            <a:r>
              <a:rPr lang="zh-CN" altLang="en-US" sz="2000" b="1" dirty="0">
                <a:solidFill>
                  <a:schemeClr val="tx1"/>
                </a:solidFill>
                <a:latin typeface="+mn-lt"/>
                <a:ea typeface="+mn-ea"/>
              </a:rPr>
              <a:t>个系数，可用线性表表示为：</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    </a:t>
            </a:r>
            <a:r>
              <a:rPr lang="en-US" altLang="zh-CN" sz="2000" b="1">
                <a:solidFill>
                  <a:schemeClr val="tx1"/>
                </a:solidFill>
                <a:latin typeface="+mn-lt"/>
                <a:ea typeface="+mn-ea"/>
              </a:rPr>
              <a:t>B=(b0,b1,b2,b3,……</a:t>
            </a:r>
            <a:r>
              <a:rPr lang="en-US" altLang="zh-CN" sz="2000" b="1" err="1">
                <a:solidFill>
                  <a:schemeClr val="tx1"/>
                </a:solidFill>
                <a:latin typeface="+mn-lt"/>
                <a:ea typeface="+mn-ea"/>
              </a:rPr>
              <a:t>bm</a:t>
            </a:r>
            <a:r>
              <a:rPr lang="en-US" altLang="zh-CN" sz="2000" b="1">
                <a:solidFill>
                  <a:schemeClr val="tx1"/>
                </a:solidFill>
                <a:latin typeface="+mn-lt"/>
                <a:ea typeface="+mn-ea"/>
              </a:rPr>
              <a:t>)</a:t>
            </a:r>
            <a:endParaRPr lang="en-US" altLang="zh-CN" sz="2000" b="1">
              <a:solidFill>
                <a:schemeClr val="tx1"/>
              </a:solidFill>
              <a:latin typeface="+mn-lt"/>
              <a:ea typeface="+mn-ea"/>
            </a:endParaRPr>
          </a:p>
          <a:p>
            <a:pPr indent="636905"/>
            <a:r>
              <a:rPr lang="zh-CN" altLang="en-US" sz="2000" b="1" dirty="0">
                <a:solidFill>
                  <a:schemeClr val="tx1"/>
                </a:solidFill>
                <a:latin typeface="+mn-lt"/>
                <a:ea typeface="+mn-ea"/>
              </a:rPr>
              <a:t>假设</a:t>
            </a:r>
            <a:r>
              <a:rPr lang="en-US" altLang="zh-CN" sz="2000" b="1">
                <a:solidFill>
                  <a:schemeClr val="tx1"/>
                </a:solidFill>
                <a:latin typeface="+mn-lt"/>
                <a:ea typeface="+mn-ea"/>
              </a:rPr>
              <a:t>m&lt;=n,</a:t>
            </a:r>
            <a:r>
              <a:rPr lang="zh-CN" altLang="en-US" sz="2000" b="1" dirty="0">
                <a:solidFill>
                  <a:schemeClr val="tx1"/>
                </a:solidFill>
                <a:latin typeface="+mn-lt"/>
                <a:ea typeface="+mn-ea"/>
              </a:rPr>
              <a:t>两个多项式的和</a:t>
            </a:r>
            <a:r>
              <a:rPr lang="en-US" altLang="zh-CN" sz="2000" b="1" err="1">
                <a:solidFill>
                  <a:schemeClr val="tx1"/>
                </a:solidFill>
                <a:latin typeface="+mn-lt"/>
                <a:ea typeface="+mn-ea"/>
              </a:rPr>
              <a:t>Rn</a:t>
            </a:r>
            <a:r>
              <a:rPr lang="en-US" altLang="zh-CN" sz="2000" b="1">
                <a:solidFill>
                  <a:schemeClr val="tx1"/>
                </a:solidFill>
                <a:latin typeface="+mn-lt"/>
                <a:ea typeface="+mn-ea"/>
              </a:rPr>
              <a:t>(x)= An(x)+</a:t>
            </a:r>
            <a:r>
              <a:rPr lang="en-US" altLang="zh-CN" sz="2000" b="1" err="1">
                <a:solidFill>
                  <a:schemeClr val="tx1"/>
                </a:solidFill>
                <a:latin typeface="+mn-lt"/>
                <a:ea typeface="+mn-ea"/>
              </a:rPr>
              <a:t>Bm</a:t>
            </a:r>
            <a:r>
              <a:rPr lang="en-US" altLang="zh-CN" sz="2000" b="1">
                <a:solidFill>
                  <a:schemeClr val="tx1"/>
                </a:solidFill>
                <a:latin typeface="+mn-lt"/>
                <a:ea typeface="+mn-ea"/>
              </a:rPr>
              <a:t>(x)</a:t>
            </a:r>
            <a:r>
              <a:rPr lang="zh-CN" altLang="en-US" sz="2000" b="1" dirty="0">
                <a:solidFill>
                  <a:schemeClr val="tx1"/>
                </a:solidFill>
                <a:latin typeface="+mn-lt"/>
                <a:ea typeface="+mn-ea"/>
              </a:rPr>
              <a:t>的系数可用线性表表示为：</a:t>
            </a:r>
            <a:endParaRPr lang="zh-CN" altLang="en-US" sz="2000" b="1" dirty="0">
              <a:solidFill>
                <a:schemeClr val="tx1"/>
              </a:solidFill>
              <a:latin typeface="+mn-lt"/>
              <a:ea typeface="+mn-ea"/>
            </a:endParaRPr>
          </a:p>
          <a:p>
            <a:pPr indent="636905"/>
            <a:r>
              <a:rPr lang="en-US" altLang="zh-CN" sz="2000" b="1">
                <a:solidFill>
                  <a:schemeClr val="tx1"/>
                </a:solidFill>
                <a:latin typeface="+mn-lt"/>
                <a:ea typeface="+mn-ea"/>
              </a:rPr>
              <a:t>R=(a0+b0,a1+b1,……,am+</a:t>
            </a:r>
            <a:r>
              <a:rPr lang="en-US" altLang="zh-CN" sz="2000" b="1" err="1">
                <a:solidFill>
                  <a:schemeClr val="tx1"/>
                </a:solidFill>
                <a:latin typeface="+mn-lt"/>
                <a:ea typeface="+mn-ea"/>
              </a:rPr>
              <a:t>bm</a:t>
            </a:r>
            <a:r>
              <a:rPr lang="en-US" altLang="zh-CN" sz="2000" b="1">
                <a:solidFill>
                  <a:schemeClr val="tx1"/>
                </a:solidFill>
                <a:latin typeface="+mn-lt"/>
                <a:ea typeface="+mn-ea"/>
              </a:rPr>
              <a:t>,am+1,….an)</a:t>
            </a:r>
            <a:endParaRPr lang="en-US" altLang="zh-CN" sz="2000" b="1">
              <a:solidFill>
                <a:schemeClr val="tx1"/>
              </a:solidFill>
              <a:latin typeface="+mn-lt"/>
              <a:ea typeface="+mn-ea"/>
            </a:endParaRPr>
          </a:p>
        </p:txBody>
      </p:sp>
      <p:sp>
        <p:nvSpPr>
          <p:cNvPr id="66563" name="标题 1"/>
          <p:cNvSpPr>
            <a:spLocks noGrp="1"/>
          </p:cNvSpPr>
          <p:nvPr>
            <p:ph type="title"/>
            <p:custDataLst>
              <p:tags r:id="rId3"/>
            </p:custDataLst>
          </p:nvPr>
        </p:nvSpPr>
        <p:spPr>
          <a:xfrm>
            <a:off x="152400" y="228725"/>
            <a:ext cx="8100000" cy="540000"/>
          </a:xfrm>
        </p:spPr>
        <p:txBody>
          <a:bodyPr vert="horz" wrap="square" lIns="0" tIns="0" rIns="0" bIns="0" rtlCol="0" anchor="b" anchorCtr="0">
            <a:normAutofit/>
          </a:bodyPr>
          <a:lstStyle/>
          <a:p>
            <a:pPr lvl="0" algn="l">
              <a:buClrTx/>
              <a:buSzTx/>
              <a:buFontTx/>
            </a:pPr>
            <a:r>
              <a:rPr lang="zh-CN" altLang="en-US">
                <a:sym typeface="+mn-ea"/>
              </a:rPr>
              <a:t>2.4 算法应用举例</a:t>
            </a:r>
            <a:endParaRPr lang="zh-CN" altLang="en-US">
              <a:sym typeface="+mn-ea"/>
            </a:endParaRPr>
          </a:p>
        </p:txBody>
      </p:sp>
    </p:spTree>
    <p:custDataLst>
      <p:tags r:id="rId4"/>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8609" name="文本框 120833"/>
          <p:cNvSpPr txBox="1"/>
          <p:nvPr>
            <p:custDataLst>
              <p:tags r:id="rId2"/>
            </p:custDataLst>
          </p:nvPr>
        </p:nvSpPr>
        <p:spPr>
          <a:xfrm>
            <a:off x="457200" y="1066800"/>
            <a:ext cx="8229600" cy="914400"/>
          </a:xfrm>
          <a:prstGeom prst="rect">
            <a:avLst/>
          </a:prstGeom>
          <a:noFill/>
          <a:ln w="9525">
            <a:noFill/>
          </a:ln>
        </p:spPr>
        <p:txBody>
          <a:bodyPr wrap="square" anchor="t" anchorCtr="0">
            <a:normAutofit/>
          </a:bodyPr>
          <a:p>
            <a:pPr>
              <a:spcBef>
                <a:spcPct val="20000"/>
              </a:spcBef>
            </a:pPr>
            <a:r>
              <a:rPr lang="en-US" altLang="zh-CN" sz="2800" b="1">
                <a:solidFill>
                  <a:schemeClr val="accent1">
                    <a:lumMod val="50000"/>
                  </a:schemeClr>
                </a:solidFill>
                <a:latin typeface="+mn-lt"/>
                <a:ea typeface="+mn-ea"/>
              </a:rPr>
              <a:t> </a:t>
            </a:r>
            <a:r>
              <a:rPr lang="zh-CN" altLang="en-US" sz="2000" b="1" dirty="0">
                <a:solidFill>
                  <a:schemeClr val="tx1"/>
                </a:solidFill>
                <a:latin typeface="+mn-lt"/>
                <a:ea typeface="+mn-ea"/>
              </a:rPr>
              <a:t>方法</a:t>
            </a:r>
            <a:r>
              <a:rPr lang="en-US" altLang="zh-CN" sz="2000" b="1" dirty="0">
                <a:solidFill>
                  <a:schemeClr val="tx1"/>
                </a:solidFill>
                <a:latin typeface="+mn-lt"/>
                <a:ea typeface="+mn-ea"/>
              </a:rPr>
              <a:t>1</a:t>
            </a:r>
            <a:r>
              <a:rPr lang="zh-CN" altLang="en-US" sz="2000" b="1" dirty="0">
                <a:solidFill>
                  <a:schemeClr val="tx1"/>
                </a:solidFill>
                <a:latin typeface="+mn-lt"/>
                <a:ea typeface="+mn-ea"/>
              </a:rPr>
              <a:t>：用线性表的顺序存储结构实现（三个数组存储。</a:t>
            </a:r>
            <a:endParaRPr lang="zh-CN" altLang="en-US" sz="2000" b="1" dirty="0">
              <a:solidFill>
                <a:schemeClr val="tx1"/>
              </a:solidFill>
              <a:latin typeface="+mn-lt"/>
              <a:ea typeface="+mn-ea"/>
            </a:endParaRPr>
          </a:p>
        </p:txBody>
      </p:sp>
      <p:sp>
        <p:nvSpPr>
          <p:cNvPr id="120835" name="文本框 120834"/>
          <p:cNvSpPr txBox="1"/>
          <p:nvPr>
            <p:custDataLst>
              <p:tags r:id="rId3"/>
            </p:custDataLst>
          </p:nvPr>
        </p:nvSpPr>
        <p:spPr>
          <a:xfrm>
            <a:off x="457200" y="2198688"/>
            <a:ext cx="8077200" cy="865187"/>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多项式中每个</a:t>
            </a:r>
            <a:r>
              <a:rPr lang="zh-CN" altLang="en-US" sz="2000" b="1" dirty="0">
                <a:solidFill>
                  <a:schemeClr val="accent1">
                    <a:lumMod val="50000"/>
                  </a:schemeClr>
                </a:solidFill>
                <a:latin typeface="+mn-lt"/>
                <a:ea typeface="+mn-ea"/>
              </a:rPr>
              <a:t>非零项</a:t>
            </a:r>
            <a:r>
              <a:rPr lang="zh-CN" altLang="en-US" sz="2000" b="1" dirty="0">
                <a:solidFill>
                  <a:schemeClr val="tx1"/>
                </a:solidFill>
                <a:latin typeface="+mn-lt"/>
                <a:ea typeface="+mn-ea"/>
              </a:rPr>
              <a:t>用一个结点来表示，结点中含有两个数据域和一个指针域，两个数据域分别存放非零项的系数和指数。</a:t>
            </a:r>
            <a:endParaRPr lang="zh-CN" altLang="en-US" sz="2000" b="1" dirty="0">
              <a:solidFill>
                <a:schemeClr val="tx1"/>
              </a:solidFill>
              <a:latin typeface="+mn-lt"/>
              <a:ea typeface="+mn-ea"/>
            </a:endParaRPr>
          </a:p>
        </p:txBody>
      </p:sp>
      <p:pic>
        <p:nvPicPr>
          <p:cNvPr id="120836" name="图片 120835" descr="0218"/>
          <p:cNvPicPr>
            <a:picLocks noChangeAspect="1"/>
          </p:cNvPicPr>
          <p:nvPr>
            <p:custDataLst>
              <p:tags r:id="rId4"/>
            </p:custDataLst>
          </p:nvPr>
        </p:nvPicPr>
        <p:blipFill>
          <a:blip r:embed="rId5"/>
          <a:stretch>
            <a:fillRect/>
          </a:stretch>
        </p:blipFill>
        <p:spPr>
          <a:xfrm>
            <a:off x="4876800" y="3200400"/>
            <a:ext cx="3441700" cy="1290638"/>
          </a:xfrm>
          <a:prstGeom prst="rect">
            <a:avLst/>
          </a:prstGeom>
          <a:noFill/>
          <a:ln w="38100" cap="flat" cmpd="sng">
            <a:solidFill>
              <a:schemeClr val="accent1"/>
            </a:solidFill>
            <a:prstDash val="solid"/>
            <a:miter/>
            <a:headEnd type="none" w="med" len="med"/>
            <a:tailEnd type="none" w="med" len="med"/>
          </a:ln>
        </p:spPr>
      </p:pic>
      <p:sp>
        <p:nvSpPr>
          <p:cNvPr id="68612" name="文本框 120836"/>
          <p:cNvSpPr txBox="1"/>
          <p:nvPr>
            <p:custDataLst>
              <p:tags r:id="rId6"/>
            </p:custDataLst>
          </p:nvPr>
        </p:nvSpPr>
        <p:spPr>
          <a:xfrm>
            <a:off x="304800" y="2971800"/>
            <a:ext cx="5410200" cy="2244725"/>
          </a:xfrm>
          <a:prstGeom prst="rect">
            <a:avLst/>
          </a:prstGeom>
          <a:noFill/>
          <a:ln w="9525">
            <a:noFill/>
          </a:ln>
        </p:spPr>
        <p:txBody>
          <a:bodyPr wrap="square" anchor="t" anchorCtr="0">
            <a:normAutofit/>
          </a:bodyPr>
          <a:p>
            <a:pPr indent="636905"/>
            <a:r>
              <a:rPr lang="en-US" altLang="zh-CN" sz="2000" b="1">
                <a:solidFill>
                  <a:schemeClr val="tx1"/>
                </a:solidFill>
                <a:latin typeface="+mn-lt"/>
                <a:ea typeface="+mn-ea"/>
              </a:rPr>
              <a:t>typedef  </a:t>
            </a:r>
            <a:r>
              <a:rPr lang="en-US" altLang="zh-CN" sz="2000" b="1" err="1">
                <a:solidFill>
                  <a:schemeClr val="tx1"/>
                </a:solidFill>
                <a:latin typeface="+mn-lt"/>
                <a:ea typeface="+mn-ea"/>
              </a:rPr>
              <a:t>struct  pnode</a:t>
            </a:r>
            <a:endParaRPr lang="en-US" altLang="zh-CN" sz="2000" b="1">
              <a:solidFill>
                <a:schemeClr val="tx1"/>
              </a:solidFill>
              <a:latin typeface="+mn-lt"/>
              <a:ea typeface="+mn-ea"/>
            </a:endParaRPr>
          </a:p>
          <a:p>
            <a:pPr indent="636905"/>
            <a:r>
              <a:rPr lang="zh-CN" altLang="en-US" sz="2000" b="1">
                <a:solidFill>
                  <a:schemeClr val="tx1"/>
                </a:solidFill>
                <a:latin typeface="+mn-lt"/>
                <a:ea typeface="+mn-ea"/>
              </a:rPr>
              <a:t>｛  </a:t>
            </a:r>
            <a:r>
              <a:rPr lang="en-US" altLang="zh-CN" sz="2000" b="1" err="1">
                <a:solidFill>
                  <a:schemeClr val="tx1"/>
                </a:solidFill>
                <a:latin typeface="+mn-lt"/>
                <a:ea typeface="+mn-ea"/>
              </a:rPr>
              <a:t>int  coef</a:t>
            </a:r>
            <a:r>
              <a:rPr lang="en-US" altLang="zh-CN" sz="2000" b="1">
                <a:solidFill>
                  <a:schemeClr val="tx1"/>
                </a:solidFill>
                <a:latin typeface="+mn-lt"/>
                <a:ea typeface="+mn-ea"/>
              </a:rPr>
              <a:t>;   /*</a:t>
            </a:r>
            <a:r>
              <a:rPr lang="zh-CN" altLang="en-US" sz="2000" b="1" dirty="0">
                <a:solidFill>
                  <a:schemeClr val="tx1"/>
                </a:solidFill>
                <a:latin typeface="+mn-lt"/>
                <a:ea typeface="+mn-ea"/>
              </a:rPr>
              <a:t>系数</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int  </a:t>
            </a:r>
            <a:r>
              <a:rPr lang="en-US" altLang="zh-CN" sz="2000" b="1">
                <a:solidFill>
                  <a:schemeClr val="tx1"/>
                </a:solidFill>
                <a:latin typeface="+mn-lt"/>
                <a:ea typeface="+mn-ea"/>
              </a:rPr>
              <a:t>exp;    /*</a:t>
            </a:r>
            <a:r>
              <a:rPr lang="zh-CN" altLang="en-US" sz="2000" b="1" dirty="0">
                <a:solidFill>
                  <a:schemeClr val="tx1"/>
                </a:solidFill>
                <a:latin typeface="+mn-lt"/>
                <a:ea typeface="+mn-ea"/>
              </a:rPr>
              <a:t>指数</a:t>
            </a:r>
            <a:r>
              <a:rPr lang="en-US" altLang="zh-CN" sz="2000" b="1" dirty="0">
                <a:solidFill>
                  <a:schemeClr val="tx1"/>
                </a:solidFill>
                <a:latin typeface="+mn-lt"/>
                <a:ea typeface="+mn-ea"/>
              </a:rPr>
              <a:t>*/</a:t>
            </a:r>
            <a:endParaRPr lang="en-US" altLang="zh-CN" sz="2000" b="1" dirty="0">
              <a:solidFill>
                <a:schemeClr val="tx1"/>
              </a:solidFill>
              <a:latin typeface="+mn-lt"/>
              <a:ea typeface="+mn-ea"/>
            </a:endParaRPr>
          </a:p>
          <a:p>
            <a:pPr indent="636905"/>
            <a:r>
              <a:rPr lang="en-US" altLang="zh-CN" sz="2000" b="1" dirty="0">
                <a:solidFill>
                  <a:schemeClr val="tx1"/>
                </a:solidFill>
                <a:latin typeface="+mn-lt"/>
                <a:ea typeface="+mn-ea"/>
              </a:rPr>
              <a:t>      </a:t>
            </a:r>
            <a:r>
              <a:rPr lang="en-US" altLang="zh-CN" sz="2000" b="1" err="1">
                <a:solidFill>
                  <a:schemeClr val="tx1"/>
                </a:solidFill>
                <a:latin typeface="+mn-lt"/>
                <a:ea typeface="+mn-ea"/>
              </a:rPr>
              <a:t>struct  pnode</a:t>
            </a:r>
            <a:r>
              <a:rPr lang="en-US" altLang="zh-CN" sz="2000" b="1">
                <a:solidFill>
                  <a:schemeClr val="tx1"/>
                </a:solidFill>
                <a:latin typeface="+mn-lt"/>
                <a:ea typeface="+mn-ea"/>
              </a:rPr>
              <a:t> *next;</a:t>
            </a:r>
            <a:endParaRPr lang="en-US" altLang="zh-CN" sz="2000" b="1">
              <a:solidFill>
                <a:schemeClr val="tx1"/>
              </a:solidFill>
              <a:latin typeface="+mn-lt"/>
              <a:ea typeface="+mn-ea"/>
            </a:endParaRPr>
          </a:p>
          <a:p>
            <a:pPr indent="636905"/>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PNODE;</a:t>
            </a:r>
            <a:endParaRPr lang="en-US" altLang="zh-CN" sz="2000" b="1">
              <a:solidFill>
                <a:schemeClr val="tx1"/>
              </a:solidFill>
              <a:latin typeface="+mn-lt"/>
              <a:ea typeface="+mn-ea"/>
            </a:endParaRPr>
          </a:p>
        </p:txBody>
      </p:sp>
      <p:sp>
        <p:nvSpPr>
          <p:cNvPr id="120839" name="矩形 120838"/>
          <p:cNvSpPr/>
          <p:nvPr>
            <p:custDataLst>
              <p:tags r:id="rId7"/>
            </p:custDataLst>
          </p:nvPr>
        </p:nvSpPr>
        <p:spPr>
          <a:xfrm>
            <a:off x="457200" y="1676400"/>
            <a:ext cx="6556375" cy="522288"/>
          </a:xfrm>
          <a:prstGeom prst="rect">
            <a:avLst/>
          </a:prstGeom>
          <a:noFill/>
          <a:ln w="9525">
            <a:noFill/>
          </a:ln>
        </p:spPr>
        <p:txBody>
          <a:bodyPr wrap="square" anchor="t" anchorCtr="0">
            <a:normAutofit/>
          </a:bodyPr>
          <a:p>
            <a:pPr fontAlgn="base"/>
            <a:r>
              <a:rPr lang="en-US" altLang="zh-CN" sz="2220" b="1" strike="noStrike" noProof="1" dirty="0">
                <a:solidFill>
                  <a:schemeClr val="tx1"/>
                </a:solidFill>
                <a:latin typeface="+mn-lt"/>
                <a:ea typeface="+mn-ea"/>
                <a:cs typeface="+mn-cs"/>
              </a:rPr>
              <a:t> </a:t>
            </a:r>
            <a:r>
              <a:rPr lang="zh-CN" altLang="en-US" sz="2220" b="1" strike="noStrike" noProof="1" dirty="0">
                <a:solidFill>
                  <a:schemeClr val="tx1"/>
                </a:solidFill>
                <a:latin typeface="+mn-lt"/>
                <a:ea typeface="+mn-ea"/>
                <a:cs typeface="+mn-cs"/>
              </a:rPr>
              <a:t>方法</a:t>
            </a:r>
            <a:r>
              <a:rPr lang="en-US" altLang="zh-CN" sz="2220" b="1" strike="noStrike" noProof="1" dirty="0">
                <a:solidFill>
                  <a:schemeClr val="tx1"/>
                </a:solidFill>
                <a:latin typeface="+mn-lt"/>
                <a:ea typeface="+mn-ea"/>
                <a:cs typeface="+mn-cs"/>
              </a:rPr>
              <a:t>2</a:t>
            </a:r>
            <a:r>
              <a:rPr lang="zh-CN" altLang="en-US" sz="2220" b="1" strike="noStrike" noProof="1" dirty="0">
                <a:solidFill>
                  <a:schemeClr val="tx1"/>
                </a:solidFill>
                <a:latin typeface="+mn-lt"/>
                <a:ea typeface="+mn-ea"/>
                <a:cs typeface="+mn-cs"/>
              </a:rPr>
              <a:t>：用线性表的链式存储结构实现：</a:t>
            </a:r>
            <a:endParaRPr lang="zh-CN" altLang="en-US" sz="2220" b="1" strike="noStrike" noProof="1" dirty="0">
              <a:solidFill>
                <a:schemeClr val="tx1"/>
              </a:solidFill>
              <a:latin typeface="+mn-lt"/>
              <a:ea typeface="+mn-ea"/>
              <a:cs typeface="+mn-cs"/>
            </a:endParaRPr>
          </a:p>
        </p:txBody>
      </p:sp>
      <p:sp>
        <p:nvSpPr>
          <p:cNvPr id="68614" name="标题 2"/>
          <p:cNvSpPr>
            <a:spLocks noGrp="1"/>
          </p:cNvSpPr>
          <p:nvPr>
            <p:ph type="title"/>
            <p:custDataLst>
              <p:tags r:id="rId8"/>
            </p:custDataLst>
          </p:nvPr>
        </p:nvSpPr>
        <p:spPr>
          <a:xfrm>
            <a:off x="381000" y="304925"/>
            <a:ext cx="8100000" cy="540000"/>
          </a:xfrm>
        </p:spPr>
        <p:txBody>
          <a:bodyPr vert="horz" wrap="square" lIns="0" tIns="0" rIns="0" bIns="0" rtlCol="0" anchor="b" anchorCtr="0">
            <a:normAutofit/>
          </a:bodyPr>
          <a:lstStyle/>
          <a:p>
            <a:pPr lvl="0" algn="l">
              <a:buClrTx/>
              <a:buSzTx/>
              <a:buFontTx/>
            </a:pPr>
            <a:r>
              <a:rPr lang="zh-CN" altLang="en-US">
                <a:sym typeface="+mn-ea"/>
              </a:rPr>
              <a:t>2.4 算法应用举例</a:t>
            </a:r>
            <a:endParaRPr lang="zh-CN" altLang="en-US">
              <a:sym typeface="+mn-ea"/>
            </a:endParaRPr>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9"/>
                                        </p:tgtEl>
                                        <p:attrNameLst>
                                          <p:attrName>style.visibility</p:attrName>
                                        </p:attrNameLst>
                                      </p:cBhvr>
                                      <p:to>
                                        <p:strVal val="visible"/>
                                      </p:to>
                                    </p:set>
                                    <p:animEffect transition="in" filter="dissolve">
                                      <p:cBhvr>
                                        <p:cTn id="7" dur="500"/>
                                        <p:tgtEl>
                                          <p:spTgt spid="1208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5"/>
                                        </p:tgtEl>
                                        <p:attrNameLst>
                                          <p:attrName>style.visibility</p:attrName>
                                        </p:attrNameLst>
                                      </p:cBhvr>
                                      <p:to>
                                        <p:strVal val="visible"/>
                                      </p:to>
                                    </p:set>
                                    <p:animEffect transition="in" filter="dissolve">
                                      <p:cBhvr>
                                        <p:cTn id="12" dur="500"/>
                                        <p:tgtEl>
                                          <p:spTgt spid="1208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0836"/>
                                        </p:tgtEl>
                                        <p:attrNameLst>
                                          <p:attrName>style.visibility</p:attrName>
                                        </p:attrNameLst>
                                      </p:cBhvr>
                                      <p:to>
                                        <p:strVal val="visible"/>
                                      </p:to>
                                    </p:set>
                                    <p:animEffect transition="in" filter="wipe(down)">
                                      <p:cBhvr>
                                        <p:cTn id="17"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9" grpId="0" animBg="1"/>
      <p:bldP spid="120835" grpId="0" animBg="1"/>
      <p:bldP spid="6861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69633" name="文本框 56322"/>
          <p:cNvSpPr txBox="1"/>
          <p:nvPr>
            <p:custDataLst>
              <p:tags r:id="rId2"/>
            </p:custDataLst>
          </p:nvPr>
        </p:nvSpPr>
        <p:spPr>
          <a:xfrm>
            <a:off x="0" y="914400"/>
            <a:ext cx="6781800" cy="2244725"/>
          </a:xfrm>
          <a:prstGeom prst="rect">
            <a:avLst/>
          </a:prstGeom>
          <a:noFill/>
          <a:ln w="9525">
            <a:noFill/>
          </a:ln>
        </p:spPr>
        <p:txBody>
          <a:bodyPr wrap="square" anchor="t" anchorCtr="0">
            <a:normAutofit/>
          </a:bodyPr>
          <a:p>
            <a:pPr indent="636905"/>
            <a:r>
              <a:rPr lang="zh-CN" altLang="en-US" sz="2000" b="1" dirty="0">
                <a:solidFill>
                  <a:schemeClr val="tx1"/>
                </a:solidFill>
                <a:latin typeface="+mn-lt"/>
                <a:ea typeface="+mn-ea"/>
              </a:rPr>
              <a:t>设有多项式</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    </a:t>
            </a:r>
            <a:r>
              <a:rPr lang="en-US" altLang="zh-CN" sz="2000" b="1">
                <a:solidFill>
                  <a:schemeClr val="tx1"/>
                </a:solidFill>
                <a:latin typeface="+mn-lt"/>
                <a:ea typeface="+mn-ea"/>
              </a:rPr>
              <a:t>A</a:t>
            </a:r>
            <a:r>
              <a:rPr lang="zh-CN" altLang="en-US" sz="2000" b="1">
                <a:solidFill>
                  <a:schemeClr val="tx1"/>
                </a:solidFill>
                <a:latin typeface="+mn-lt"/>
                <a:ea typeface="+mn-ea"/>
              </a:rPr>
              <a:t>（</a:t>
            </a:r>
            <a:r>
              <a:rPr lang="en-US" altLang="zh-CN" sz="2000" b="1">
                <a:solidFill>
                  <a:schemeClr val="tx1"/>
                </a:solidFill>
                <a:latin typeface="+mn-lt"/>
                <a:ea typeface="+mn-ea"/>
              </a:rPr>
              <a:t>x</a:t>
            </a:r>
            <a:r>
              <a:rPr lang="zh-CN" altLang="en-US" sz="2000" b="1">
                <a:solidFill>
                  <a:schemeClr val="tx1"/>
                </a:solidFill>
                <a:latin typeface="+mn-lt"/>
                <a:ea typeface="+mn-ea"/>
              </a:rPr>
              <a:t>）</a:t>
            </a:r>
            <a:r>
              <a:rPr lang="en-US" altLang="zh-CN" sz="2000" b="1">
                <a:solidFill>
                  <a:schemeClr val="tx1"/>
                </a:solidFill>
                <a:latin typeface="+mn-lt"/>
                <a:ea typeface="+mn-ea"/>
              </a:rPr>
              <a:t>=1+2x+4x</a:t>
            </a:r>
            <a:r>
              <a:rPr lang="en-US" altLang="zh-CN" sz="2000" b="1" baseline="30000">
                <a:solidFill>
                  <a:schemeClr val="tx1"/>
                </a:solidFill>
                <a:latin typeface="+mn-lt"/>
                <a:ea typeface="+mn-ea"/>
              </a:rPr>
              <a:t>3 </a:t>
            </a:r>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1</a:t>
            </a:r>
            <a:r>
              <a:rPr lang="zh-CN" altLang="en-US" sz="2000" b="1">
                <a:solidFill>
                  <a:schemeClr val="tx1"/>
                </a:solidFill>
                <a:latin typeface="+mn-lt"/>
                <a:ea typeface="+mn-ea"/>
              </a:rPr>
              <a:t>）</a:t>
            </a:r>
            <a:endParaRPr lang="zh-CN" altLang="en-US" sz="2000" b="1">
              <a:solidFill>
                <a:schemeClr val="tx1"/>
              </a:solidFill>
              <a:latin typeface="+mn-lt"/>
              <a:ea typeface="+mn-ea"/>
            </a:endParaRPr>
          </a:p>
          <a:p>
            <a:pPr indent="636905"/>
            <a:r>
              <a:rPr lang="zh-CN" altLang="en-US" sz="2000" b="1">
                <a:solidFill>
                  <a:schemeClr val="tx1"/>
                </a:solidFill>
                <a:latin typeface="+mn-lt"/>
                <a:ea typeface="+mn-ea"/>
              </a:rPr>
              <a:t>    </a:t>
            </a:r>
            <a:r>
              <a:rPr lang="en-US" altLang="zh-CN" sz="2000" b="1">
                <a:solidFill>
                  <a:schemeClr val="tx1"/>
                </a:solidFill>
                <a:latin typeface="+mn-lt"/>
                <a:ea typeface="+mn-ea"/>
              </a:rPr>
              <a:t>B</a:t>
            </a:r>
            <a:r>
              <a:rPr lang="zh-CN" altLang="en-US" sz="2000" b="1">
                <a:solidFill>
                  <a:schemeClr val="tx1"/>
                </a:solidFill>
                <a:latin typeface="+mn-lt"/>
                <a:ea typeface="+mn-ea"/>
              </a:rPr>
              <a:t>（</a:t>
            </a:r>
            <a:r>
              <a:rPr lang="en-US" altLang="zh-CN" sz="2000" b="1">
                <a:solidFill>
                  <a:schemeClr val="tx1"/>
                </a:solidFill>
                <a:latin typeface="+mn-lt"/>
                <a:ea typeface="+mn-ea"/>
              </a:rPr>
              <a:t>x</a:t>
            </a:r>
            <a:r>
              <a:rPr lang="zh-CN" altLang="en-US" sz="2000" b="1">
                <a:solidFill>
                  <a:schemeClr val="tx1"/>
                </a:solidFill>
                <a:latin typeface="+mn-lt"/>
                <a:ea typeface="+mn-ea"/>
              </a:rPr>
              <a:t>）</a:t>
            </a:r>
            <a:r>
              <a:rPr lang="en-US" altLang="zh-CN" sz="2000" b="1">
                <a:solidFill>
                  <a:schemeClr val="tx1"/>
                </a:solidFill>
                <a:latin typeface="+mn-lt"/>
                <a:ea typeface="+mn-ea"/>
              </a:rPr>
              <a:t>=2-2x+3x</a:t>
            </a:r>
            <a:r>
              <a:rPr lang="en-US" altLang="zh-CN" sz="2000" b="1" baseline="30000">
                <a:solidFill>
                  <a:schemeClr val="tx1"/>
                </a:solidFill>
                <a:latin typeface="+mn-lt"/>
                <a:ea typeface="+mn-ea"/>
              </a:rPr>
              <a:t>2 </a:t>
            </a:r>
            <a:r>
              <a:rPr lang="en-US" altLang="zh-CN" sz="2000" b="1">
                <a:solidFill>
                  <a:schemeClr val="tx1"/>
                </a:solidFill>
                <a:latin typeface="+mn-lt"/>
                <a:ea typeface="+mn-ea"/>
              </a:rPr>
              <a:t>      </a:t>
            </a:r>
            <a:r>
              <a:rPr lang="zh-CN" altLang="en-US" sz="2000" b="1">
                <a:solidFill>
                  <a:schemeClr val="tx1"/>
                </a:solidFill>
                <a:latin typeface="+mn-lt"/>
                <a:ea typeface="+mn-ea"/>
              </a:rPr>
              <a:t>（</a:t>
            </a:r>
            <a:r>
              <a:rPr lang="en-US" altLang="zh-CN" sz="2000" b="1">
                <a:solidFill>
                  <a:schemeClr val="tx1"/>
                </a:solidFill>
                <a:latin typeface="+mn-lt"/>
                <a:ea typeface="+mn-ea"/>
              </a:rPr>
              <a:t>2</a:t>
            </a:r>
            <a:r>
              <a:rPr lang="zh-CN" altLang="en-US" sz="2000" b="1">
                <a:solidFill>
                  <a:schemeClr val="tx1"/>
                </a:solidFill>
                <a:latin typeface="+mn-lt"/>
                <a:ea typeface="+mn-ea"/>
              </a:rPr>
              <a:t>）</a:t>
            </a:r>
            <a:endParaRPr lang="zh-CN" altLang="en-US" sz="2000" b="1">
              <a:solidFill>
                <a:schemeClr val="tx1"/>
              </a:solidFill>
              <a:latin typeface="+mn-lt"/>
              <a:ea typeface="+mn-ea"/>
            </a:endParaRPr>
          </a:p>
          <a:p>
            <a:pPr indent="636905"/>
            <a:r>
              <a:rPr lang="zh-CN" altLang="en-US" sz="2000" b="1" dirty="0">
                <a:solidFill>
                  <a:schemeClr val="tx1"/>
                </a:solidFill>
                <a:latin typeface="+mn-lt"/>
                <a:ea typeface="+mn-ea"/>
              </a:rPr>
              <a:t>其和为多项式：</a:t>
            </a:r>
            <a:endParaRPr lang="zh-CN" altLang="en-US" sz="2000" b="1" dirty="0">
              <a:solidFill>
                <a:schemeClr val="tx1"/>
              </a:solidFill>
              <a:latin typeface="+mn-lt"/>
              <a:ea typeface="+mn-ea"/>
            </a:endParaRPr>
          </a:p>
          <a:p>
            <a:pPr indent="636905"/>
            <a:r>
              <a:rPr lang="zh-CN" altLang="en-US" sz="2000" b="1" dirty="0">
                <a:solidFill>
                  <a:schemeClr val="tx1"/>
                </a:solidFill>
                <a:latin typeface="+mn-lt"/>
                <a:ea typeface="+mn-ea"/>
              </a:rPr>
              <a:t>    </a:t>
            </a:r>
            <a:r>
              <a:rPr lang="en-US" altLang="zh-CN" sz="2000" b="1">
                <a:solidFill>
                  <a:schemeClr val="tx1"/>
                </a:solidFill>
                <a:latin typeface="+mn-lt"/>
                <a:ea typeface="+mn-ea"/>
              </a:rPr>
              <a:t>R</a:t>
            </a:r>
            <a:r>
              <a:rPr lang="zh-CN" altLang="en-US" sz="2000" b="1">
                <a:solidFill>
                  <a:schemeClr val="tx1"/>
                </a:solidFill>
                <a:latin typeface="+mn-lt"/>
                <a:ea typeface="+mn-ea"/>
              </a:rPr>
              <a:t>（</a:t>
            </a:r>
            <a:r>
              <a:rPr lang="en-US" altLang="zh-CN" sz="2000" b="1">
                <a:solidFill>
                  <a:schemeClr val="tx1"/>
                </a:solidFill>
                <a:latin typeface="+mn-lt"/>
                <a:ea typeface="+mn-ea"/>
              </a:rPr>
              <a:t>x</a:t>
            </a:r>
            <a:r>
              <a:rPr lang="zh-CN" altLang="en-US" sz="2000" b="1">
                <a:solidFill>
                  <a:schemeClr val="tx1"/>
                </a:solidFill>
                <a:latin typeface="+mn-lt"/>
                <a:ea typeface="+mn-ea"/>
              </a:rPr>
              <a:t>）</a:t>
            </a:r>
            <a:r>
              <a:rPr lang="en-US" altLang="zh-CN" sz="2000" b="1">
                <a:solidFill>
                  <a:schemeClr val="tx1"/>
                </a:solidFill>
                <a:latin typeface="+mn-lt"/>
                <a:ea typeface="+mn-ea"/>
              </a:rPr>
              <a:t>=3+3x</a:t>
            </a:r>
            <a:r>
              <a:rPr lang="en-US" altLang="zh-CN" sz="2000" b="1" baseline="30000">
                <a:solidFill>
                  <a:schemeClr val="tx1"/>
                </a:solidFill>
                <a:latin typeface="+mn-lt"/>
                <a:ea typeface="+mn-ea"/>
              </a:rPr>
              <a:t>2 </a:t>
            </a:r>
            <a:r>
              <a:rPr lang="en-US" altLang="zh-CN" sz="2000" b="1">
                <a:solidFill>
                  <a:schemeClr val="tx1"/>
                </a:solidFill>
                <a:latin typeface="+mn-lt"/>
                <a:ea typeface="+mn-ea"/>
              </a:rPr>
              <a:t>+4x</a:t>
            </a:r>
            <a:r>
              <a:rPr lang="en-US" altLang="zh-CN" sz="2000" b="1" baseline="30000">
                <a:solidFill>
                  <a:schemeClr val="tx1"/>
                </a:solidFill>
                <a:latin typeface="+mn-lt"/>
                <a:ea typeface="+mn-ea"/>
              </a:rPr>
              <a:t>3</a:t>
            </a:r>
            <a:endParaRPr lang="en-US" altLang="zh-CN" sz="2000" b="1" baseline="30000">
              <a:solidFill>
                <a:schemeClr val="tx1"/>
              </a:solidFill>
              <a:latin typeface="+mn-lt"/>
              <a:ea typeface="+mn-ea"/>
            </a:endParaRPr>
          </a:p>
        </p:txBody>
      </p:sp>
      <p:sp>
        <p:nvSpPr>
          <p:cNvPr id="56325" name="矩形 56324"/>
          <p:cNvSpPr/>
          <p:nvPr>
            <p:custDataLst>
              <p:tags r:id="rId3"/>
            </p:custDataLst>
          </p:nvPr>
        </p:nvSpPr>
        <p:spPr>
          <a:xfrm>
            <a:off x="895350" y="2667000"/>
            <a:ext cx="2665413" cy="706438"/>
          </a:xfrm>
          <a:prstGeom prst="rect">
            <a:avLst/>
          </a:prstGeom>
          <a:noFill/>
          <a:ln w="9525">
            <a:noFill/>
          </a:ln>
        </p:spPr>
        <p:txBody>
          <a:bodyPr wrap="square">
            <a:normAutofit fontScale="60000"/>
          </a:bodyPr>
          <a:p>
            <a:pPr fontAlgn="base"/>
            <a:r>
              <a:rPr lang="zh-CN" altLang="en-US" sz="2000" strike="noStrike" noProof="1" dirty="0">
                <a:solidFill>
                  <a:schemeClr val="tx1"/>
                </a:solidFill>
                <a:latin typeface="+mn-lt"/>
                <a:ea typeface="+mn-ea"/>
                <a:cs typeface="+mn-cs"/>
              </a:rPr>
              <a:t>多项式（</a:t>
            </a:r>
            <a:r>
              <a:rPr lang="en-US" altLang="zh-CN" sz="2000" strike="noStrike" noProof="1" dirty="0">
                <a:solidFill>
                  <a:schemeClr val="tx1"/>
                </a:solidFill>
                <a:latin typeface="+mn-lt"/>
                <a:ea typeface="+mn-ea"/>
                <a:cs typeface="+mn-cs"/>
              </a:rPr>
              <a:t>1</a:t>
            </a:r>
            <a:r>
              <a:rPr lang="zh-CN" altLang="en-US" sz="2000" strike="noStrike" noProof="1" dirty="0">
                <a:solidFill>
                  <a:schemeClr val="tx1"/>
                </a:solidFill>
                <a:latin typeface="+mn-lt"/>
                <a:ea typeface="+mn-ea"/>
                <a:cs typeface="+mn-cs"/>
              </a:rPr>
              <a:t>）加多项式（</a:t>
            </a:r>
            <a:r>
              <a:rPr lang="en-US" altLang="zh-CN" sz="2000" strike="noStrike" noProof="1" dirty="0">
                <a:solidFill>
                  <a:schemeClr val="tx1"/>
                </a:solidFill>
                <a:latin typeface="+mn-lt"/>
                <a:ea typeface="+mn-ea"/>
                <a:cs typeface="+mn-cs"/>
              </a:rPr>
              <a:t>2</a:t>
            </a:r>
            <a:r>
              <a:rPr lang="zh-CN" altLang="en-US" sz="2000" strike="noStrike" noProof="1" dirty="0">
                <a:solidFill>
                  <a:schemeClr val="tx1"/>
                </a:solidFill>
                <a:latin typeface="+mn-lt"/>
                <a:ea typeface="+mn-ea"/>
                <a:cs typeface="+mn-cs"/>
              </a:rPr>
              <a:t>）的和为多项式（</a:t>
            </a:r>
            <a:r>
              <a:rPr lang="en-US" altLang="zh-CN" sz="2000" strike="noStrike" noProof="1" dirty="0">
                <a:solidFill>
                  <a:schemeClr val="tx1"/>
                </a:solidFill>
                <a:latin typeface="+mn-lt"/>
                <a:ea typeface="+mn-ea"/>
                <a:cs typeface="+mn-cs"/>
              </a:rPr>
              <a:t>3</a:t>
            </a:r>
            <a:r>
              <a:rPr lang="zh-CN" altLang="en-US" sz="2000" strike="noStrike" noProof="1" dirty="0">
                <a:solidFill>
                  <a:schemeClr val="tx1"/>
                </a:solidFill>
                <a:latin typeface="+mn-lt"/>
                <a:ea typeface="+mn-ea"/>
                <a:cs typeface="+mn-cs"/>
              </a:rPr>
              <a:t>）</a:t>
            </a:r>
            <a:r>
              <a:rPr lang="en-US" altLang="zh-CN" sz="2000" strike="noStrike" noProof="1" dirty="0">
                <a:solidFill>
                  <a:schemeClr val="tx1"/>
                </a:solidFill>
                <a:latin typeface="+mn-lt"/>
                <a:ea typeface="+mn-ea"/>
                <a:cs typeface="+mn-cs"/>
              </a:rPr>
              <a:t>:</a:t>
            </a:r>
            <a:endParaRPr lang="en-US" altLang="zh-CN" sz="2000" strike="noStrike" noProof="1" dirty="0">
              <a:solidFill>
                <a:schemeClr val="tx1"/>
              </a:solidFill>
              <a:latin typeface="+mn-lt"/>
              <a:ea typeface="+mn-ea"/>
            </a:endParaRPr>
          </a:p>
          <a:p>
            <a:pPr fontAlgn="base"/>
            <a:r>
              <a:rPr lang="en-US" altLang="zh-CN" sz="2000" strike="noStrike" noProof="1" dirty="0">
                <a:solidFill>
                  <a:schemeClr val="tx1"/>
                </a:solidFill>
                <a:latin typeface="+mn-lt"/>
                <a:ea typeface="+mn-ea"/>
                <a:cs typeface="+mn-cs"/>
              </a:rPr>
              <a:t>    </a:t>
            </a:r>
            <a:r>
              <a:rPr lang="en-US" altLang="zh-CN" sz="2000" strike="noStrike" noProof="1">
                <a:solidFill>
                  <a:schemeClr val="tx1"/>
                </a:solidFill>
                <a:latin typeface="+mn-lt"/>
                <a:ea typeface="+mn-ea"/>
                <a:cs typeface="+mn-cs"/>
              </a:rPr>
              <a:t>R</a:t>
            </a:r>
            <a:r>
              <a:rPr lang="zh-CN" altLang="en-US" sz="2000" strike="noStrike" noProof="1">
                <a:solidFill>
                  <a:schemeClr val="tx1"/>
                </a:solidFill>
                <a:latin typeface="+mn-lt"/>
                <a:ea typeface="+mn-ea"/>
                <a:cs typeface="+mn-cs"/>
              </a:rPr>
              <a:t>（</a:t>
            </a:r>
            <a:r>
              <a:rPr lang="en-US" altLang="zh-CN" sz="2000" strike="noStrike" noProof="1">
                <a:solidFill>
                  <a:schemeClr val="tx1"/>
                </a:solidFill>
                <a:latin typeface="+mn-lt"/>
                <a:ea typeface="+mn-ea"/>
                <a:cs typeface="+mn-cs"/>
              </a:rPr>
              <a:t>x</a:t>
            </a:r>
            <a:r>
              <a:rPr lang="zh-CN" altLang="en-US" sz="2000" strike="noStrike" noProof="1">
                <a:solidFill>
                  <a:schemeClr val="tx1"/>
                </a:solidFill>
                <a:latin typeface="+mn-lt"/>
                <a:ea typeface="+mn-ea"/>
                <a:cs typeface="+mn-cs"/>
              </a:rPr>
              <a:t>）</a:t>
            </a:r>
            <a:r>
              <a:rPr lang="en-US" altLang="zh-CN" sz="2000" strike="noStrike" noProof="1">
                <a:solidFill>
                  <a:schemeClr val="tx1"/>
                </a:solidFill>
                <a:latin typeface="+mn-lt"/>
                <a:ea typeface="+mn-ea"/>
                <a:cs typeface="+mn-cs"/>
              </a:rPr>
              <a:t>=3+3x</a:t>
            </a:r>
            <a:r>
              <a:rPr lang="en-US" altLang="zh-CN" sz="2000" strike="noStrike" baseline="30000" noProof="1">
                <a:solidFill>
                  <a:schemeClr val="tx1"/>
                </a:solidFill>
                <a:latin typeface="+mn-lt"/>
                <a:ea typeface="+mn-ea"/>
                <a:cs typeface="+mn-cs"/>
              </a:rPr>
              <a:t>2</a:t>
            </a:r>
            <a:r>
              <a:rPr lang="en-US" altLang="zh-CN" sz="2000" strike="noStrike" noProof="1">
                <a:solidFill>
                  <a:schemeClr val="tx1"/>
                </a:solidFill>
                <a:latin typeface="+mn-lt"/>
                <a:ea typeface="+mn-ea"/>
                <a:cs typeface="+mn-cs"/>
              </a:rPr>
              <a:t> +4x</a:t>
            </a:r>
            <a:r>
              <a:rPr lang="en-US" altLang="zh-CN" sz="2000" strike="noStrike" baseline="30000" noProof="1">
                <a:solidFill>
                  <a:schemeClr val="tx1"/>
                </a:solidFill>
                <a:latin typeface="+mn-lt"/>
                <a:ea typeface="+mn-ea"/>
                <a:cs typeface="+mn-cs"/>
              </a:rPr>
              <a:t>3</a:t>
            </a:r>
            <a:r>
              <a:rPr lang="en-US" altLang="zh-CN" sz="2000" strike="noStrike" noProof="1">
                <a:solidFill>
                  <a:schemeClr val="tx1"/>
                </a:solidFill>
                <a:latin typeface="+mn-lt"/>
                <a:ea typeface="+mn-ea"/>
                <a:cs typeface="+mn-cs"/>
              </a:rPr>
              <a:t>    </a:t>
            </a:r>
            <a:r>
              <a:rPr lang="zh-CN" altLang="en-US" sz="2000" strike="noStrike" noProof="1">
                <a:solidFill>
                  <a:schemeClr val="tx1"/>
                </a:solidFill>
                <a:latin typeface="+mn-lt"/>
                <a:ea typeface="+mn-ea"/>
                <a:cs typeface="+mn-cs"/>
              </a:rPr>
              <a:t>（</a:t>
            </a:r>
            <a:r>
              <a:rPr lang="en-US" altLang="zh-CN" sz="2000" strike="noStrike" noProof="1">
                <a:solidFill>
                  <a:schemeClr val="tx1"/>
                </a:solidFill>
                <a:latin typeface="+mn-lt"/>
                <a:ea typeface="+mn-ea"/>
                <a:cs typeface="+mn-cs"/>
              </a:rPr>
              <a:t>3</a:t>
            </a:r>
            <a:r>
              <a:rPr lang="zh-CN" altLang="en-US" sz="2000" strike="noStrike" noProof="1">
                <a:solidFill>
                  <a:schemeClr val="tx1"/>
                </a:solidFill>
                <a:latin typeface="+mn-lt"/>
                <a:ea typeface="+mn-ea"/>
                <a:cs typeface="+mn-cs"/>
              </a:rPr>
              <a:t>）</a:t>
            </a:r>
            <a:endParaRPr lang="zh-CN" altLang="en-US" sz="2000" strike="noStrike" noProof="1">
              <a:solidFill>
                <a:schemeClr val="tx1"/>
              </a:solidFill>
              <a:latin typeface="+mn-lt"/>
              <a:ea typeface="+mn-ea"/>
              <a:cs typeface="+mn-cs"/>
            </a:endParaRPr>
          </a:p>
        </p:txBody>
      </p:sp>
      <p:pic>
        <p:nvPicPr>
          <p:cNvPr id="56322" name="图片 56321" descr="0219"/>
          <p:cNvPicPr>
            <a:picLocks noChangeAspect="1"/>
          </p:cNvPicPr>
          <p:nvPr>
            <p:custDataLst>
              <p:tags r:id="rId4"/>
            </p:custDataLst>
          </p:nvPr>
        </p:nvPicPr>
        <p:blipFill>
          <a:blip r:embed="rId5"/>
          <a:stretch>
            <a:fillRect/>
          </a:stretch>
        </p:blipFill>
        <p:spPr>
          <a:xfrm>
            <a:off x="3810000" y="2895600"/>
            <a:ext cx="4292600" cy="2865438"/>
          </a:xfrm>
          <a:prstGeom prst="rect">
            <a:avLst/>
          </a:prstGeom>
          <a:noFill/>
          <a:ln w="38100" cap="flat" cmpd="sng">
            <a:solidFill>
              <a:schemeClr val="accent1"/>
            </a:solidFill>
            <a:prstDash val="solid"/>
            <a:miter/>
            <a:headEnd type="none" w="med" len="med"/>
            <a:tailEnd type="none" w="med" len="med"/>
          </a:ln>
        </p:spPr>
      </p:pic>
      <p:sp>
        <p:nvSpPr>
          <p:cNvPr id="69636" name="标题 2"/>
          <p:cNvSpPr>
            <a:spLocks noGrp="1"/>
          </p:cNvSpPr>
          <p:nvPr>
            <p:ph type="title"/>
            <p:custDataLst>
              <p:tags r:id="rId6"/>
            </p:custDataLst>
          </p:nvPr>
        </p:nvSpPr>
        <p:spPr>
          <a:xfrm>
            <a:off x="152400" y="152525"/>
            <a:ext cx="8100000" cy="540000"/>
          </a:xfrm>
        </p:spPr>
        <p:txBody>
          <a:bodyPr vert="horz" wrap="square" lIns="0" tIns="0" rIns="0" bIns="0" rtlCol="0" anchor="b" anchorCtr="0">
            <a:normAutofit/>
          </a:bodyPr>
          <a:lstStyle/>
          <a:p>
            <a:pPr lvl="0" algn="l">
              <a:buClrTx/>
              <a:buSzTx/>
              <a:buFontTx/>
            </a:pPr>
            <a:r>
              <a:rPr lang="zh-CN" altLang="en-US">
                <a:sym typeface="+mn-ea"/>
              </a:rPr>
              <a:t>2.4 算法应用举例</a:t>
            </a:r>
            <a:endParaRPr lang="zh-CN" altLang="en-US">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randombar(horizontal)">
                                      <p:cBhvr>
                                        <p:cTn id="7" dur="5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6325"/>
                                        </p:tgtEl>
                                        <p:attrNameLst>
                                          <p:attrName>style.visibility</p:attrName>
                                        </p:attrNameLst>
                                      </p:cBhvr>
                                      <p:to>
                                        <p:strVal val="visible"/>
                                      </p:to>
                                    </p:set>
                                    <p:animEffect transition="in" filter="randombar(horizontal)">
                                      <p:cBhvr>
                                        <p:cTn id="12" dur="5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47107" name="文本框 47106"/>
          <p:cNvSpPr txBox="1"/>
          <p:nvPr>
            <p:custDataLst>
              <p:tags r:id="rId2"/>
            </p:custDataLst>
          </p:nvPr>
        </p:nvSpPr>
        <p:spPr>
          <a:xfrm>
            <a:off x="533400" y="1219200"/>
            <a:ext cx="7886700" cy="3609975"/>
          </a:xfrm>
          <a:prstGeom prst="rect">
            <a:avLst/>
          </a:prstGeom>
          <a:noFill/>
          <a:ln w="9525">
            <a:noFill/>
          </a:ln>
        </p:spPr>
        <p:txBody>
          <a:bodyPr wrap="square">
            <a:normAutofit fontScale="80000"/>
          </a:bodyPr>
          <a:p>
            <a:pPr indent="636905"/>
            <a:r>
              <a:rPr lang="en-US" altLang="zh-CN" sz="2800" b="1" noProof="1" dirty="0">
                <a:solidFill>
                  <a:schemeClr val="tx1"/>
                </a:solidFill>
                <a:latin typeface="+mn-lt"/>
                <a:ea typeface="+mn-ea"/>
                <a:cs typeface="+mn-cs"/>
              </a:rPr>
              <a:t>1.</a:t>
            </a:r>
            <a:r>
              <a:rPr lang="zh-CN" altLang="en-US" sz="2800" b="1" noProof="1" dirty="0">
                <a:solidFill>
                  <a:schemeClr val="tx1"/>
                </a:solidFill>
                <a:latin typeface="+mn-lt"/>
                <a:ea typeface="+mn-ea"/>
                <a:cs typeface="+mn-cs"/>
              </a:rPr>
              <a:t>线性表是一种具有一对一的线性关系的特殊数据结构。 </a:t>
            </a:r>
            <a:endParaRPr lang="zh-CN" altLang="en-US"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2. </a:t>
            </a:r>
            <a:r>
              <a:rPr lang="zh-CN" altLang="en-US" sz="2800" b="1" noProof="1" dirty="0">
                <a:solidFill>
                  <a:schemeClr val="tx1"/>
                </a:solidFill>
                <a:latin typeface="+mn-lt"/>
                <a:ea typeface="+mn-ea"/>
                <a:cs typeface="+mn-cs"/>
              </a:rPr>
              <a:t>线性表有两种存储方法</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用顺序存储方法来表示这种线性关系，得到顺序存储结构（即顺序表）</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用链式存储方式来表示这种线性关系，得到线性表的链式存储结构（即链表）。</a:t>
            </a:r>
            <a:endParaRPr lang="zh-CN" altLang="en-US"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2.</a:t>
            </a:r>
            <a:r>
              <a:rPr lang="zh-CN" altLang="en-US" sz="2800" b="1" noProof="1" dirty="0">
                <a:solidFill>
                  <a:schemeClr val="tx1"/>
                </a:solidFill>
                <a:latin typeface="+mn-lt"/>
                <a:ea typeface="+mn-ea"/>
                <a:cs typeface="+mn-cs"/>
              </a:rPr>
              <a:t>线性表的链式存储结构，是通过结点之间的链接而得到的，链式存储结构有单链 表、双向链表和循环链表等。</a:t>
            </a:r>
            <a:endParaRPr lang="zh-CN" altLang="en-US" sz="2800" b="1" noProof="1" dirty="0">
              <a:solidFill>
                <a:schemeClr val="tx1"/>
              </a:solidFill>
              <a:latin typeface="+mn-lt"/>
              <a:ea typeface="+mn-ea"/>
            </a:endParaRPr>
          </a:p>
          <a:p>
            <a:pPr indent="636905"/>
            <a:r>
              <a:rPr lang="en-US" altLang="zh-CN" sz="2800" b="1" noProof="1" dirty="0">
                <a:solidFill>
                  <a:schemeClr val="tx1"/>
                </a:solidFill>
                <a:latin typeface="+mn-lt"/>
                <a:ea typeface="+mn-ea"/>
                <a:cs typeface="+mn-cs"/>
              </a:rPr>
              <a:t>3.</a:t>
            </a:r>
            <a:r>
              <a:rPr lang="zh-CN" altLang="en-US" sz="2800" b="1" noProof="1" dirty="0">
                <a:solidFill>
                  <a:schemeClr val="tx1"/>
                </a:solidFill>
                <a:latin typeface="+mn-lt"/>
                <a:ea typeface="+mn-ea"/>
                <a:cs typeface="+mn-cs"/>
              </a:rPr>
              <a:t>单链表结点至少有两个域</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一个数据域和一个指针域。双向链表结点至少含有三个域</a:t>
            </a:r>
            <a:r>
              <a:rPr lang="en-US" altLang="zh-CN" sz="2800" b="1" noProof="1" dirty="0">
                <a:solidFill>
                  <a:schemeClr val="tx1"/>
                </a:solidFill>
                <a:latin typeface="+mn-lt"/>
                <a:ea typeface="+mn-ea"/>
                <a:cs typeface="+mn-cs"/>
              </a:rPr>
              <a:t>:</a:t>
            </a:r>
            <a:r>
              <a:rPr lang="zh-CN" altLang="en-US" sz="2800" b="1" noProof="1" dirty="0">
                <a:solidFill>
                  <a:schemeClr val="tx1"/>
                </a:solidFill>
                <a:latin typeface="+mn-lt"/>
                <a:ea typeface="+mn-ea"/>
                <a:cs typeface="+mn-cs"/>
              </a:rPr>
              <a:t>一个数据域和两个指针域。</a:t>
            </a:r>
            <a:endParaRPr lang="zh-CN" altLang="en-US" sz="2800" b="1" noProof="1" dirty="0">
              <a:solidFill>
                <a:schemeClr val="tx1"/>
              </a:solidFill>
              <a:latin typeface="+mn-lt"/>
              <a:ea typeface="+mn-ea"/>
              <a:cs typeface="+mn-cs"/>
            </a:endParaRPr>
          </a:p>
        </p:txBody>
      </p:sp>
      <p:sp>
        <p:nvSpPr>
          <p:cNvPr id="71682" name="标题 2"/>
          <p:cNvSpPr>
            <a:spLocks noGrp="1"/>
          </p:cNvSpPr>
          <p:nvPr>
            <p:ph type="title"/>
            <p:custDataLst>
              <p:tags r:id="rId3"/>
            </p:custDataLst>
          </p:nvPr>
        </p:nvSpPr>
        <p:spPr>
          <a:xfrm>
            <a:off x="228600" y="304925"/>
            <a:ext cx="8100000" cy="540000"/>
          </a:xfrm>
        </p:spPr>
        <p:txBody>
          <a:bodyPr vert="horz" wrap="square" lIns="0" tIns="0" rIns="0" bIns="0" rtlCol="0" anchor="b" anchorCtr="0">
            <a:normAutofit/>
          </a:bodyPr>
          <a:lstStyle/>
          <a:p>
            <a:pPr lvl="0" algn="l">
              <a:buClrTx/>
              <a:buSzTx/>
              <a:buFontTx/>
            </a:pPr>
            <a:r>
              <a:rPr lang="zh-CN" altLang="en-US">
                <a:sym typeface="+mn-ea"/>
              </a:rPr>
              <a:t>本章小结</a:t>
            </a:r>
            <a:endParaRPr lang="zh-CN" altLang="en-US">
              <a:sym typeface="+mn-ea"/>
            </a:endParaRPr>
          </a:p>
        </p:txBody>
      </p:sp>
    </p:spTree>
    <p:custDataLst>
      <p:tags r:id="rId4"/>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custDataLst>
              <p:tags r:id="rId1"/>
            </p:custDataLst>
          </p:nvPr>
        </p:nvSpPr>
        <p:spPr/>
        <p:txBody>
          <a:bodyPr/>
          <a:p>
            <a:endParaRPr lang="zh-CN" altLang="en-US"/>
          </a:p>
        </p:txBody>
      </p:sp>
      <p:sp>
        <p:nvSpPr>
          <p:cNvPr id="72705" name="文本框 46081"/>
          <p:cNvSpPr txBox="1"/>
          <p:nvPr>
            <p:custDataLst>
              <p:tags r:id="rId2"/>
            </p:custDataLst>
          </p:nvPr>
        </p:nvSpPr>
        <p:spPr>
          <a:xfrm>
            <a:off x="457200" y="1524000"/>
            <a:ext cx="7886700" cy="2116138"/>
          </a:xfrm>
          <a:prstGeom prst="rect">
            <a:avLst/>
          </a:prstGeom>
          <a:noFill/>
          <a:ln w="9525">
            <a:noFill/>
          </a:ln>
        </p:spPr>
        <p:txBody>
          <a:bodyPr wrap="square" anchor="t" anchorCtr="0">
            <a:normAutofit/>
          </a:bodyPr>
          <a:p>
            <a:pPr indent="636905"/>
            <a:r>
              <a:rPr lang="en-US" altLang="zh-CN" sz="2000" b="1" dirty="0">
                <a:solidFill>
                  <a:schemeClr val="tx1"/>
                </a:solidFill>
                <a:latin typeface="+mn-lt"/>
                <a:ea typeface="+mn-ea"/>
              </a:rPr>
              <a:t>4. </a:t>
            </a:r>
            <a:r>
              <a:rPr lang="zh-CN" altLang="en-US" sz="2000" b="1" dirty="0">
                <a:solidFill>
                  <a:schemeClr val="tx1"/>
                </a:solidFill>
                <a:latin typeface="+mn-lt"/>
                <a:ea typeface="+mn-ea"/>
              </a:rPr>
              <a:t>循环链表不存在空指针，最后一个结点的指针指向表头，形成一个首尾相接的环。</a:t>
            </a:r>
            <a:endParaRPr lang="zh-CN" altLang="en-US" sz="2000" b="1" dirty="0">
              <a:solidFill>
                <a:schemeClr val="tx1"/>
              </a:solidFill>
              <a:latin typeface="+mn-lt"/>
              <a:ea typeface="+mn-ea"/>
            </a:endParaRPr>
          </a:p>
          <a:p>
            <a:pPr indent="636905"/>
            <a:r>
              <a:rPr lang="en-US" altLang="zh-CN" sz="2000" b="1" dirty="0">
                <a:solidFill>
                  <a:schemeClr val="tx1"/>
                </a:solidFill>
                <a:latin typeface="+mn-lt"/>
                <a:ea typeface="+mn-ea"/>
              </a:rPr>
              <a:t>5. </a:t>
            </a:r>
            <a:r>
              <a:rPr lang="zh-CN" altLang="en-US" sz="2000" b="1" dirty="0">
                <a:solidFill>
                  <a:schemeClr val="tx1"/>
                </a:solidFill>
                <a:latin typeface="+mn-lt"/>
                <a:ea typeface="+mn-ea"/>
              </a:rPr>
              <a:t>为了处理问题方便，在链表中增加一个头结点。</a:t>
            </a:r>
            <a:endParaRPr lang="zh-CN" altLang="en-US" sz="2000" b="1" dirty="0">
              <a:solidFill>
                <a:schemeClr val="tx1"/>
              </a:solidFill>
              <a:latin typeface="+mn-lt"/>
              <a:ea typeface="+mn-ea"/>
            </a:endParaRPr>
          </a:p>
          <a:p>
            <a:pPr indent="636905"/>
            <a:r>
              <a:rPr lang="en-US" altLang="zh-CN" sz="2000" b="1" dirty="0">
                <a:solidFill>
                  <a:schemeClr val="tx1"/>
                </a:solidFill>
                <a:latin typeface="+mn-lt"/>
                <a:ea typeface="+mn-ea"/>
              </a:rPr>
              <a:t>6. </a:t>
            </a:r>
            <a:r>
              <a:rPr lang="zh-CN" altLang="en-US" sz="2000" b="1" dirty="0">
                <a:solidFill>
                  <a:schemeClr val="tx1"/>
                </a:solidFill>
                <a:latin typeface="+mn-lt"/>
                <a:ea typeface="+mn-ea"/>
              </a:rPr>
              <a:t>顺序存储可以提高存储单元的利用率，不便于插入和删除运算。链式存储会占用较多的存储空间，可以使用不连续的存储单元，插入、删除运算较方便。</a:t>
            </a:r>
            <a:endParaRPr lang="zh-CN" altLang="en-US" sz="2000" b="1" dirty="0">
              <a:solidFill>
                <a:schemeClr val="tx1"/>
              </a:solidFill>
              <a:latin typeface="+mn-lt"/>
              <a:ea typeface="+mn-ea"/>
            </a:endParaRPr>
          </a:p>
        </p:txBody>
      </p:sp>
      <p:sp>
        <p:nvSpPr>
          <p:cNvPr id="72706" name="标题 2"/>
          <p:cNvSpPr>
            <a:spLocks noGrp="1"/>
          </p:cNvSpPr>
          <p:nvPr>
            <p:ph type="title"/>
            <p:custDataLst>
              <p:tags r:id="rId3"/>
            </p:custDataLst>
          </p:nvPr>
        </p:nvSpPr>
        <p:spPr>
          <a:xfrm>
            <a:off x="381000" y="421765"/>
            <a:ext cx="8100000" cy="540000"/>
          </a:xfrm>
        </p:spPr>
        <p:txBody>
          <a:bodyPr vert="horz" wrap="square" lIns="0" tIns="0" rIns="0" bIns="0" rtlCol="0" anchor="b" anchorCtr="0">
            <a:normAutofit/>
          </a:bodyPr>
          <a:lstStyle/>
          <a:p>
            <a:pPr lvl="0" algn="l">
              <a:buClrTx/>
              <a:buSzTx/>
              <a:buFontTx/>
            </a:pPr>
            <a:r>
              <a:rPr lang="zh-CN" altLang="en-US">
                <a:sym typeface="+mn-ea"/>
              </a:rPr>
              <a:t>本章小结</a:t>
            </a:r>
            <a:endParaRPr lang="zh-CN" altLang="en-US">
              <a:sym typeface="+mn-ea"/>
            </a:endParaRPr>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9.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5"/>
</p:tagLst>
</file>

<file path=ppt/tags/tag10.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8"/>
</p:tagLst>
</file>

<file path=ppt/tags/tag12.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5.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2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48.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9"/>
</p:tagLst>
</file>

<file path=ppt/tags/tag49.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6"/>
</p:tagLst>
</file>

<file path=ppt/tags/tag5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2.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3.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98.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99.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1"/>
</p:tagLst>
</file>

<file path=ppt/tags/tag100.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6336"/>
</p:tagLst>
</file>

<file path=ppt/tags/tag107.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6336"/>
</p:tagLst>
</file>

<file path=ppt/tags/tag10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6336"/>
  <p:tag name="KSO_WM_TEMPLATE_CATEGORY" val="custom"/>
  <p:tag name="KSO_WM_TEMPLATE_MASTER_TYPE" val="0"/>
</p:tagLst>
</file>

<file path=ppt/tags/tag11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NDEX" val="2"/>
  <p:tag name="KSO_WM_UNIT_TYPE" val="f"/>
  <p:tag name="KSO_WM_UNIT_SUBTYPE" val="a"/>
  <p:tag name="KSO_WM_BEAUTIFY_FLAG" val="#wm#"/>
</p:tagLst>
</file>

<file path=ppt/tags/tag115.xml><?xml version="1.0" encoding="utf-8"?>
<p:tagLst xmlns:p="http://schemas.openxmlformats.org/presentationml/2006/main">
  <p:tag name="KSO_WM_UNIT_INDEX" val="7"/>
  <p:tag name="KSO_WM_UNIT_TYPE" val="f"/>
  <p:tag name="KSO_WM_UNIT_SUBTYPE" val="a"/>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 name="KSO_WM_SLIDE_THEME_ID" val="3331943"/>
  <p:tag name="KSO_WM_SLIDE_THEME_NAME" val="可爱卡通橙绿插画教育教学"/>
</p:tagLst>
</file>

<file path=ppt/tags/tag11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INDEX" val="2"/>
  <p:tag name="KSO_WM_UNIT_TYPE" val="f"/>
  <p:tag name="KSO_WM_UNIT_SUBTYPE" val="a"/>
  <p:tag name="KSO_WM_BEAUTIFY_FLAG" val="#wm#"/>
</p:tagLst>
</file>

<file path=ppt/tags/tag120.xml><?xml version="1.0" encoding="utf-8"?>
<p:tagLst xmlns:p="http://schemas.openxmlformats.org/presentationml/2006/main">
  <p:tag name="KSO_WM_UNIT_INDEX" val="3"/>
  <p:tag name="KSO_WM_UNIT_TYPE" val="f"/>
  <p:tag name="KSO_WM_UNIT_SUBTYPE" val="a"/>
  <p:tag name="KSO_WM_BEAUTIFY_FLAG" val="#wm#"/>
</p:tagLst>
</file>

<file path=ppt/tags/tag121.xml><?xml version="1.0" encoding="utf-8"?>
<p:tagLst xmlns:p="http://schemas.openxmlformats.org/presentationml/2006/main">
  <p:tag name="KSO_WM_UNIT_INDEX" val="4"/>
  <p:tag name="KSO_WM_UNIT_TYPE" val="f"/>
  <p:tag name="KSO_WM_UNIT_SUBTYPE" val="a"/>
  <p:tag name="KSO_WM_BEAUTIFY_FLAG" val="#wm#"/>
</p:tagLst>
</file>

<file path=ppt/tags/tag122.xml><?xml version="1.0" encoding="utf-8"?>
<p:tagLst xmlns:p="http://schemas.openxmlformats.org/presentationml/2006/main">
  <p:tag name="KSO_WM_UNIT_INDEX" val="5"/>
  <p:tag name="KSO_WM_UNIT_TYPE" val="f"/>
  <p:tag name="KSO_WM_UNIT_SUBTYPE" val="a"/>
  <p:tag name="KSO_WM_BEAUTIFY_FLAG" val="#wm#"/>
</p:tagLst>
</file>

<file path=ppt/tags/tag123.xml><?xml version="1.0" encoding="utf-8"?>
<p:tagLst xmlns:p="http://schemas.openxmlformats.org/presentationml/2006/main">
  <p:tag name="KSO_WM_UNIT_INDEX" val="6"/>
  <p:tag name="KSO_WM_UNIT_TYPE" val="f"/>
  <p:tag name="KSO_WM_UNIT_SUBTYPE" val="a"/>
  <p:tag name="KSO_WM_BEAUTIFY_FLAG" val="#wm#"/>
</p:tagLst>
</file>

<file path=ppt/tags/tag124.xml><?xml version="1.0" encoding="utf-8"?>
<p:tagLst xmlns:p="http://schemas.openxmlformats.org/presentationml/2006/main">
  <p:tag name="KSO_WM_UNIT_TEXT" val="第二章  线性表"/>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25.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2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INDEX" val="2"/>
  <p:tag name="KSO_WM_UNIT_TYPE" val="f"/>
  <p:tag name="KSO_WM_UNIT_SUBTYPE" val="a"/>
  <p:tag name="KSO_WM_BEAUTIFY_FLAG" val="#wm#"/>
</p:tagLst>
</file>

<file path=ppt/tags/tag128.xml><?xml version="1.0" encoding="utf-8"?>
<p:tagLst xmlns:p="http://schemas.openxmlformats.org/presentationml/2006/main">
  <p:tag name="KSO_WM_UNIT_INDEX" val="3"/>
  <p:tag name="KSO_WM_UNIT_TYPE" val="f"/>
  <p:tag name="KSO_WM_UNIT_SUBTYPE" val="a"/>
  <p:tag name="KSO_WM_BEAUTIFY_FLAG" val="#wm#"/>
</p:tagLst>
</file>

<file path=ppt/tags/tag129.xml><?xml version="1.0" encoding="utf-8"?>
<p:tagLst xmlns:p="http://schemas.openxmlformats.org/presentationml/2006/main">
  <p:tag name="KSO_WM_UNIT_INDEX" val="6"/>
  <p:tag name="KSO_WM_UNIT_TYPE" val="f"/>
  <p:tag name="KSO_WM_UNIT_SUBTYPE" val="a"/>
  <p:tag name="KSO_WM_BEAUTIFY_FLAG" val="#wm#"/>
</p:tagLst>
</file>

<file path=ppt/tags/tag130.xml><?xml version="1.0" encoding="utf-8"?>
<p:tagLst xmlns:p="http://schemas.openxmlformats.org/presentationml/2006/main">
  <p:tag name="KSO_WM_UNIT_TEXT" val="第二章  线性表"/>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3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3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NDEX" val="2"/>
  <p:tag name="KSO_WM_UNIT_TYPE" val="f"/>
  <p:tag name="KSO_WM_UNIT_SUBTYPE" val="a"/>
  <p:tag name="KSO_WM_BEAUTIFY_FLAG" val="#wm#"/>
</p:tagLst>
</file>

<file path=ppt/tags/tag134.xml><?xml version="1.0" encoding="utf-8"?>
<p:tagLst xmlns:p="http://schemas.openxmlformats.org/presentationml/2006/main">
  <p:tag name="KSO_WM_UNIT_INDEX" val="7"/>
  <p:tag name="KSO_WM_UNIT_TYPE" val="f"/>
  <p:tag name="KSO_WM_UNIT_SUBTYPE" val="a"/>
  <p:tag name="KSO_WM_BEAUTIFY_FLAG" val="#wm#"/>
</p:tagLst>
</file>

<file path=ppt/tags/tag135.xml><?xml version="1.0" encoding="utf-8"?>
<p:tagLst xmlns:p="http://schemas.openxmlformats.org/presentationml/2006/main">
  <p:tag name="KSO_WM_UNIT_INDEX" val="3"/>
  <p:tag name="KSO_WM_UNIT_TYPE" val="j"/>
  <p:tag name="KSO_WM_BEAUTIFY_FLAG" val="#wm#"/>
</p:tagLst>
</file>

<file path=ppt/tags/tag136.xml><?xml version="1.0" encoding="utf-8"?>
<p:tagLst xmlns:p="http://schemas.openxmlformats.org/presentationml/2006/main">
  <p:tag name="KSO_WM_UNIT_TEXT" val="2.1 线性表的基本概念"/>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3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3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NDEX" val="7"/>
  <p:tag name="KSO_WM_UNIT_TYPE" val="f"/>
  <p:tag name="KSO_WM_UNIT_SUBTYPE" val="a"/>
  <p:tag name="KSO_WM_BEAUTIFY_FLAG" val="#wm#"/>
</p:tagLst>
</file>

<file path=ppt/tags/tag140.xml><?xml version="1.0" encoding="utf-8"?>
<p:tagLst xmlns:p="http://schemas.openxmlformats.org/presentationml/2006/main">
  <p:tag name="KSO_WM_UNIT_INDEX" val="2"/>
  <p:tag name="KSO_WM_UNIT_TYPE" val="f"/>
  <p:tag name="KSO_WM_UNIT_SUBTYPE" val="a"/>
  <p:tag name="KSO_WM_BEAUTIFY_FLAG" val="#wm#"/>
</p:tagLst>
</file>

<file path=ppt/tags/tag141.xml><?xml version="1.0" encoding="utf-8"?>
<p:tagLst xmlns:p="http://schemas.openxmlformats.org/presentationml/2006/main">
  <p:tag name="KSO_WM_UNIT_TEXT" val="2.1 线性表的基本概念"/>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42.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43.xml><?xml version="1.0" encoding="utf-8"?>
<p:tagLst xmlns:p="http://schemas.openxmlformats.org/presentationml/2006/main">
  <p:tag name="KSO_WM_UNIT_INDEX" val="5"/>
  <p:tag name="KSO_WM_UNIT_TYPE" val="f"/>
  <p:tag name="KSO_WM_UNIT_SUBTYPE" val="a"/>
  <p:tag name="KSO_WM_BEAUTIFY_FLAG" val="#wm#"/>
</p:tagLst>
</file>

<file path=ppt/tags/tag144.xml><?xml version="1.0" encoding="utf-8"?>
<p:tagLst xmlns:p="http://schemas.openxmlformats.org/presentationml/2006/main">
  <p:tag name="KSO_WM_UNIT_INDEX" val="2"/>
  <p:tag name="KSO_WM_UNIT_TYPE" val="f"/>
  <p:tag name="KSO_WM_UNIT_SUBTYPE" val="a"/>
  <p:tag name="KSO_WM_BEAUTIFY_FLAG" val="#wm#"/>
</p:tagLst>
</file>

<file path=ppt/tags/tag145.xml><?xml version="1.0" encoding="utf-8"?>
<p:tagLst xmlns:p="http://schemas.openxmlformats.org/presentationml/2006/main">
  <p:tag name="KSO_WM_UNIT_TEXT" val="2.1 线性表的基本概念"/>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46.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47.xml><?xml version="1.0" encoding="utf-8"?>
<p:tagLst xmlns:p="http://schemas.openxmlformats.org/presentationml/2006/main">
  <p:tag name="KSO_WM_UNIT_INDEX" val="1"/>
  <p:tag name="KSO_WM_UNIT_TYPE" val="f"/>
  <p:tag name="KSO_WM_UNIT_SUBTYPE" val="a"/>
  <p:tag name="KSO_WM_BEAUTIFY_FLAG" val="#wm#"/>
</p:tagLst>
</file>

<file path=ppt/tags/tag148.xml><?xml version="1.0" encoding="utf-8"?>
<p:tagLst xmlns:p="http://schemas.openxmlformats.org/presentationml/2006/main">
  <p:tag name="KSO_WM_UNIT_INDEX" val="3"/>
  <p:tag name="KSO_WM_UNIT_TYPE" val="f"/>
  <p:tag name="KSO_WM_UNIT_SUBTYPE" val="a"/>
  <p:tag name="KSO_WM_BEAUTIFY_FLAG" val="#wm#"/>
</p:tagLst>
</file>

<file path=ppt/tags/tag149.xml><?xml version="1.0" encoding="utf-8"?>
<p:tagLst xmlns:p="http://schemas.openxmlformats.org/presentationml/2006/main">
  <p:tag name="KSO_WM_UNIT_INDEX" val="5"/>
  <p:tag name="KSO_WM_UNIT_TYPE" val="f"/>
  <p:tag name="KSO_WM_UNIT_SUBTYPE" val="a"/>
  <p:tag name="KSO_WM_BEAUTIFY_FLAG" val="#wm#"/>
</p:tagLst>
</file>

<file path=ppt/tags/tag150.xml><?xml version="1.0" encoding="utf-8"?>
<p:tagLst xmlns:p="http://schemas.openxmlformats.org/presentationml/2006/main">
  <p:tag name="KSO_WM_UNIT_INDEX" val="6"/>
  <p:tag name="KSO_WM_UNIT_TYPE" val="f"/>
  <p:tag name="KSO_WM_UNIT_SUBTYPE" val="a"/>
  <p:tag name="KSO_WM_BEAUTIFY_FLAG" val="#wm#"/>
</p:tagLst>
</file>

<file path=ppt/tags/tag151.xml><?xml version="1.0" encoding="utf-8"?>
<p:tagLst xmlns:p="http://schemas.openxmlformats.org/presentationml/2006/main">
  <p:tag name="KSO_WM_UNIT_INDEX" val="8"/>
  <p:tag name="KSO_WM_UNIT_TYPE" val="f"/>
  <p:tag name="KSO_WM_UNIT_SUBTYPE" val="a"/>
  <p:tag name="KSO_WM_BEAUTIFY_FLAG" val="#wm#"/>
</p:tagLst>
</file>

<file path=ppt/tags/tag152.xml><?xml version="1.0" encoding="utf-8"?>
<p:tagLst xmlns:p="http://schemas.openxmlformats.org/presentationml/2006/main">
  <p:tag name="KSO_WM_UNIT_INDEX" val="4"/>
  <p:tag name="KSO_WM_UNIT_TYPE" val="j"/>
  <p:tag name="KSO_WM_BEAUTIFY_FLAG" val="#wm#"/>
</p:tagLst>
</file>

<file path=ppt/tags/tag153.xml><?xml version="1.0" encoding="utf-8"?>
<p:tagLst xmlns:p="http://schemas.openxmlformats.org/presentationml/2006/main">
  <p:tag name="KSO_WM_UNIT_INDEX" val="2"/>
  <p:tag name="KSO_WM_UNIT_TYPE" val="j"/>
  <p:tag name="KSO_WM_BEAUTIFY_FLAG" val="#wm#"/>
</p:tagLst>
</file>

<file path=ppt/tags/tag15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5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6.xml><?xml version="1.0" encoding="utf-8"?>
<p:tagLst xmlns:p="http://schemas.openxmlformats.org/presentationml/2006/main">
  <p:tag name="KSO_WM_UNIT_INDEX" val="2"/>
  <p:tag name="KSO_WM_UNIT_TYPE" val="f"/>
  <p:tag name="KSO_WM_UNIT_SUBTYPE" val="a"/>
  <p:tag name="KSO_WM_BEAUTIFY_FLAG" val="#wm#"/>
</p:tagLst>
</file>

<file path=ppt/tags/tag157.xml><?xml version="1.0" encoding="utf-8"?>
<p:tagLst xmlns:p="http://schemas.openxmlformats.org/presentationml/2006/main">
  <p:tag name="KSO_WM_UNIT_INDEX" val="9"/>
  <p:tag name="KSO_WM_UNIT_TYPE" val="f"/>
  <p:tag name="KSO_WM_UNIT_SUBTYPE" val="a"/>
  <p:tag name="KSO_WM_BEAUTIFY_FLAG" val="#wm#"/>
</p:tagLst>
</file>

<file path=ppt/tags/tag158.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5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p="http://schemas.openxmlformats.org/presentationml/2006/main">
  <p:tag name="KSO_WM_UNIT_INDEX" val="3"/>
  <p:tag name="KSO_WM_UNIT_TYPE" val="f"/>
  <p:tag name="KSO_WM_UNIT_SUBTYPE" val="a"/>
  <p:tag name="KSO_WM_BEAUTIFY_FLAG" val="#wm#"/>
</p:tagLst>
</file>

<file path=ppt/tags/tag161.xml><?xml version="1.0" encoding="utf-8"?>
<p:tagLst xmlns:p="http://schemas.openxmlformats.org/presentationml/2006/main">
  <p:tag name="KSO_WM_UNIT_INDEX" val="4"/>
  <p:tag name="KSO_WM_UNIT_TYPE" val="f"/>
  <p:tag name="KSO_WM_UNIT_SUBTYPE" val="a"/>
  <p:tag name="KSO_WM_BEAUTIFY_FLAG" val="#wm#"/>
</p:tagLst>
</file>

<file path=ppt/tags/tag162.xml><?xml version="1.0" encoding="utf-8"?>
<p:tagLst xmlns:p="http://schemas.openxmlformats.org/presentationml/2006/main">
  <p:tag name="KSO_WM_UNIT_INDEX" val="6"/>
  <p:tag name="KSO_WM_UNIT_TYPE" val="f"/>
  <p:tag name="KSO_WM_UNIT_SUBTYPE" val="a"/>
  <p:tag name="KSO_WM_BEAUTIFY_FLAG" val="#wm#"/>
</p:tagLst>
</file>

<file path=ppt/tags/tag163.xml><?xml version="1.0" encoding="utf-8"?>
<p:tagLst xmlns:p="http://schemas.openxmlformats.org/presentationml/2006/main">
  <p:tag name="KSO_WM_UNIT_INDEX" val="1"/>
  <p:tag name="KSO_WM_UNIT_TYPE" val="j"/>
  <p:tag name="KSO_WM_BEAUTIFY_FLAG" val="#wm#"/>
</p:tagLst>
</file>

<file path=ppt/tags/tag16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65.xml><?xml version="1.0" encoding="utf-8"?>
<p:tagLst xmlns:p="http://schemas.openxmlformats.org/presentationml/2006/main">
  <p:tag name="KSO_WM_UNIT_INDEX" val="12"/>
  <p:tag name="KSO_WM_UNIT_TYPE" val="f"/>
  <p:tag name="KSO_WM_UNIT_SUBTYPE" val="a"/>
  <p:tag name="KSO_WM_BEAUTIFY_FLAG" val="#wm#"/>
</p:tagLst>
</file>

<file path=ppt/tags/tag166.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6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6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p="http://schemas.openxmlformats.org/presentationml/2006/main">
  <p:tag name="KSO_WM_UNIT_INDEX" val="14"/>
  <p:tag name="KSO_WM_UNIT_TYPE" val="f"/>
  <p:tag name="KSO_WM_UNIT_SUBTYPE" val="a"/>
  <p:tag name="KSO_WM_BEAUTIFY_FLAG" val="#wm#"/>
</p:tagLst>
</file>

<file path=ppt/tags/tag170.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7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p="http://schemas.openxmlformats.org/presentationml/2006/main">
  <p:tag name="KSO_WM_UNIT_INDEX" val="11"/>
  <p:tag name="KSO_WM_UNIT_TYPE" val="f"/>
  <p:tag name="KSO_WM_UNIT_SUBTYPE" val="a"/>
  <p:tag name="KSO_WM_BEAUTIFY_FLAG" val="#wm#"/>
</p:tagLst>
</file>

<file path=ppt/tags/tag174.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75.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7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p="http://schemas.openxmlformats.org/presentationml/2006/main">
  <p:tag name="KSO_WM_UNIT_INDEX" val="9"/>
  <p:tag name="KSO_WM_UNIT_TYPE" val="f"/>
  <p:tag name="KSO_WM_UNIT_SUBTYPE" val="a"/>
  <p:tag name="KSO_WM_BEAUTIFY_FLAG" val="#wm#"/>
</p:tagLst>
</file>

<file path=ppt/tags/tag178.xml><?xml version="1.0" encoding="utf-8"?>
<p:tagLst xmlns:p="http://schemas.openxmlformats.org/presentationml/2006/main">
  <p:tag name="KSO_WM_UNIT_INDEX" val="10"/>
  <p:tag name="KSO_WM_UNIT_TYPE" val="f"/>
  <p:tag name="KSO_WM_UNIT_SUBTYPE" val="a"/>
  <p:tag name="KSO_WM_BEAUTIFY_FLAG" val="#wm#"/>
</p:tagLst>
</file>

<file path=ppt/tags/tag179.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80.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8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2.xml><?xml version="1.0" encoding="utf-8"?>
<p:tagLst xmlns:p="http://schemas.openxmlformats.org/presentationml/2006/main">
  <p:tag name="KSO_WM_UNIT_INDEX" val="3"/>
  <p:tag name="KSO_WM_UNIT_TYPE" val="f"/>
  <p:tag name="KSO_WM_UNIT_SUBTYPE" val="a"/>
  <p:tag name="KSO_WM_BEAUTIFY_FLAG" val="#wm#"/>
</p:tagLst>
</file>

<file path=ppt/tags/tag183.xml><?xml version="1.0" encoding="utf-8"?>
<p:tagLst xmlns:p="http://schemas.openxmlformats.org/presentationml/2006/main">
  <p:tag name="KSO_WM_UNIT_INDEX" val="5"/>
  <p:tag name="KSO_WM_UNIT_TYPE" val="f"/>
  <p:tag name="KSO_WM_UNIT_SUBTYPE" val="a"/>
  <p:tag name="KSO_WM_BEAUTIFY_FLAG" val="#wm#"/>
</p:tagLst>
</file>

<file path=ppt/tags/tag184.xml><?xml version="1.0" encoding="utf-8"?>
<p:tagLst xmlns:p="http://schemas.openxmlformats.org/presentationml/2006/main">
  <p:tag name="KSO_WM_UNIT_INDEX" val="2"/>
  <p:tag name="KSO_WM_UNIT_TYPE" val="j"/>
  <p:tag name="KSO_WM_BEAUTIFY_FLAG" val="#wm#"/>
</p:tagLst>
</file>

<file path=ppt/tags/tag185.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86.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8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INDEX" val="9"/>
  <p:tag name="KSO_WM_UNIT_TYPE" val="f"/>
  <p:tag name="KSO_WM_UNIT_SUBTYPE" val="a"/>
  <p:tag name="KSO_WM_BEAUTIFY_FLAG" val="#wm#"/>
</p:tagLst>
</file>

<file path=ppt/tags/tag189.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90.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9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INDEX" val="13"/>
  <p:tag name="KSO_WM_UNIT_TYPE" val="f"/>
  <p:tag name="KSO_WM_UNIT_SUBTYPE" val="a"/>
  <p:tag name="KSO_WM_BEAUTIFY_FLAG" val="#wm#"/>
</p:tagLst>
</file>

<file path=ppt/tags/tag193.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9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9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6.xml><?xml version="1.0" encoding="utf-8"?>
<p:tagLst xmlns:p="http://schemas.openxmlformats.org/presentationml/2006/main">
  <p:tag name="KSO_WM_UNIT_INDEX" val="13"/>
  <p:tag name="KSO_WM_UNIT_TYPE" val="f"/>
  <p:tag name="KSO_WM_UNIT_SUBTYPE" val="a"/>
  <p:tag name="KSO_WM_BEAUTIFY_FLAG" val="#wm#"/>
</p:tagLst>
</file>

<file path=ppt/tags/tag197.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98.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19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0.xml><?xml version="1.0" encoding="utf-8"?>
<p:tagLst xmlns:p="http://schemas.openxmlformats.org/presentationml/2006/main">
  <p:tag name="KSO_WM_UNIT_INDEX" val="7"/>
  <p:tag name="KSO_WM_UNIT_TYPE" val="f"/>
  <p:tag name="KSO_WM_UNIT_SUBTYPE" val="a"/>
  <p:tag name="KSO_WM_BEAUTIFY_FLAG" val="#wm#"/>
</p:tagLst>
</file>

<file path=ppt/tags/tag201.xml><?xml version="1.0" encoding="utf-8"?>
<p:tagLst xmlns:p="http://schemas.openxmlformats.org/presentationml/2006/main">
  <p:tag name="KSO_WM_UNIT_INDEX" val="9"/>
  <p:tag name="KSO_WM_UNIT_TYPE" val="f"/>
  <p:tag name="KSO_WM_UNIT_SUBTYPE" val="a"/>
  <p:tag name="KSO_WM_BEAUTIFY_FLAG" val="#wm#"/>
</p:tagLst>
</file>

<file path=ppt/tags/tag202.xml><?xml version="1.0" encoding="utf-8"?>
<p:tagLst xmlns:p="http://schemas.openxmlformats.org/presentationml/2006/main">
  <p:tag name="KSO_WM_UNIT_INDEX" val="8"/>
  <p:tag name="KSO_WM_UNIT_TYPE" val="f"/>
  <p:tag name="KSO_WM_UNIT_SUBTYPE" val="a"/>
  <p:tag name="KSO_WM_BEAUTIFY_FLAG" val="#wm#"/>
</p:tagLst>
</file>

<file path=ppt/tags/tag203.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0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20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6.xml><?xml version="1.0" encoding="utf-8"?>
<p:tagLst xmlns:p="http://schemas.openxmlformats.org/presentationml/2006/main">
  <p:tag name="KSO_WM_UNIT_INDEX" val="3"/>
  <p:tag name="KSO_WM_UNIT_TYPE" val="f"/>
  <p:tag name="KSO_WM_UNIT_SUBTYPE" val="a"/>
  <p:tag name="KSO_WM_BEAUTIFY_FLAG" val="#wm#"/>
</p:tagLst>
</file>

<file path=ppt/tags/tag207.xml><?xml version="1.0" encoding="utf-8"?>
<p:tagLst xmlns:p="http://schemas.openxmlformats.org/presentationml/2006/main">
  <p:tag name="KSO_WM_UNIT_INDEX" val="5"/>
  <p:tag name="KSO_WM_UNIT_TYPE" val="f"/>
  <p:tag name="KSO_WM_UNIT_SUBTYPE" val="a"/>
  <p:tag name="KSO_WM_BEAUTIFY_FLAG" val="#wm#"/>
</p:tagLst>
</file>

<file path=ppt/tags/tag208.xml><?xml version="1.0" encoding="utf-8"?>
<p:tagLst xmlns:p="http://schemas.openxmlformats.org/presentationml/2006/main">
  <p:tag name="KSO_WM_UNIT_INDEX" val="2"/>
  <p:tag name="KSO_WM_UNIT_TYPE" val="j"/>
  <p:tag name="KSO_WM_BEAUTIFY_FLAG" val="#wm#"/>
</p:tagLst>
</file>

<file path=ppt/tags/tag209.xml><?xml version="1.0" encoding="utf-8"?>
<p:tagLst xmlns:p="http://schemas.openxmlformats.org/presentationml/2006/main">
  <p:tag name="KSO_WM_UNIT_INDEX" val="9"/>
  <p:tag name="KSO_WM_UNIT_TYPE" val="f"/>
  <p:tag name="KSO_WM_UNIT_SUBTYPE" val="a"/>
  <p:tag name="KSO_WM_BEAUTIFY_FLAG" val="#wm#"/>
</p:tagLst>
</file>

<file path=ppt/tags/tag210.xml><?xml version="1.0" encoding="utf-8"?>
<p:tagLst xmlns:p="http://schemas.openxmlformats.org/presentationml/2006/main">
  <p:tag name="KSO_WM_UNIT_TEXT" val="2.2 线性表的顺序存储结构及其算法"/>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1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21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INDEX" val="2"/>
  <p:tag name="KSO_WM_UNIT_TYPE" val="f"/>
  <p:tag name="KSO_WM_UNIT_SUBTYPE" val="a"/>
  <p:tag name="KSO_WM_BEAUTIFY_FLAG" val="#wm#"/>
</p:tagLst>
</file>

<file path=ppt/tags/tag214.xml><?xml version="1.0" encoding="utf-8"?>
<p:tagLst xmlns:p="http://schemas.openxmlformats.org/presentationml/2006/main">
  <p:tag name="KSO_WM_UNIT_INDEX" val="4"/>
  <p:tag name="KSO_WM_UNIT_TYPE" val="β"/>
  <p:tag name="KSO_WM_BEAUTIFY_FLAG" val="#wm#"/>
</p:tagLst>
</file>

<file path=ppt/tags/tag215.xml><?xml version="1.0" encoding="utf-8"?>
<p:tagLst xmlns:p="http://schemas.openxmlformats.org/presentationml/2006/main">
  <p:tag name="KSO_WM_UNIT_INDEX" val="5"/>
  <p:tag name="KSO_WM_UNIT_TYPE" val="β"/>
  <p:tag name="KSO_WM_BEAUTIFY_FLAG" val="#wm#"/>
</p:tagLst>
</file>

<file path=ppt/tags/tag216.xml><?xml version="1.0" encoding="utf-8"?>
<p:tagLst xmlns:p="http://schemas.openxmlformats.org/presentationml/2006/main">
  <p:tag name="KSO_WM_UNIT_INDEX" val="6"/>
  <p:tag name="KSO_WM_UNIT_TYPE" val="β"/>
  <p:tag name="KSO_WM_BEAUTIFY_FLAG" val="#wm#"/>
</p:tagLst>
</file>

<file path=ppt/tags/tag217.xml><?xml version="1.0" encoding="utf-8"?>
<p:tagLst xmlns:p="http://schemas.openxmlformats.org/presentationml/2006/main">
  <p:tag name="KSO_WM_UNIT_INDEX" val="7"/>
  <p:tag name="KSO_WM_UNIT_TYPE" val="β"/>
  <p:tag name="KSO_WM_BEAUTIFY_FLAG" val="#wm#"/>
</p:tagLst>
</file>

<file path=ppt/tags/tag218.xml><?xml version="1.0" encoding="utf-8"?>
<p:tagLst xmlns:p="http://schemas.openxmlformats.org/presentationml/2006/main">
  <p:tag name="KSO_WM_UNIT_INDEX" val="13"/>
  <p:tag name="KSO_WM_UNIT_TYPE" val="i"/>
  <p:tag name="KSO_WM_BEAUTIFY_FLAG" val="#wm#"/>
</p:tagLst>
</file>

<file path=ppt/tags/tag219.xml><?xml version="1.0" encoding="utf-8"?>
<p:tagLst xmlns:p="http://schemas.openxmlformats.org/presentationml/2006/main">
  <p:tag name="KSO_WM_UNIT_INDEX" val="14"/>
  <p:tag name="KSO_WM_UNIT_TYPE" val="i"/>
  <p:tag name="KSO_WM_BEAUTIFY_FLAG" val="#wm#"/>
</p:tagLst>
</file>

<file path=ppt/tags/tag220.xml><?xml version="1.0" encoding="utf-8"?>
<p:tagLst xmlns:p="http://schemas.openxmlformats.org/presentationml/2006/main">
  <p:tag name="KSO_WM_UNIT_INDEX" val="15"/>
  <p:tag name="KSO_WM_UNIT_TYPE" val="i"/>
  <p:tag name="KSO_WM_BEAUTIFY_FLAG" val="#wm#"/>
</p:tagLst>
</file>

<file path=ppt/tags/tag221.xml><?xml version="1.0" encoding="utf-8"?>
<p:tagLst xmlns:p="http://schemas.openxmlformats.org/presentationml/2006/main">
  <p:tag name="KSO_WM_UNIT_INDEX" val="8"/>
  <p:tag name="KSO_WM_UNIT_TYPE" val="f"/>
  <p:tag name="KSO_WM_UNIT_SUBTYPE" val="a"/>
  <p:tag name="KSO_WM_BEAUTIFY_FLAG" val="#wm#"/>
</p:tagLst>
</file>

<file path=ppt/tags/tag222.xml><?xml version="1.0" encoding="utf-8"?>
<p:tagLst xmlns:p="http://schemas.openxmlformats.org/presentationml/2006/main">
  <p:tag name="KSO_WM_UNIT_INDEX" val="28"/>
  <p:tag name="KSO_WM_UNIT_TYPE" val="f"/>
  <p:tag name="KSO_WM_UNIT_SUBTYPE" val="a"/>
  <p:tag name="KSO_WM_BEAUTIFY_FLAG" val="#wm#"/>
</p:tagLst>
</file>

<file path=ppt/tags/tag223.xml><?xml version="1.0" encoding="utf-8"?>
<p:tagLst xmlns:p="http://schemas.openxmlformats.org/presentationml/2006/main">
  <p:tag name="KSO_WM_UNIT_INDEX" val="16"/>
  <p:tag name="KSO_WM_UNIT_TYPE" val="i"/>
  <p:tag name="KSO_WM_BEAUTIFY_FLAG" val="#wm#"/>
</p:tagLst>
</file>

<file path=ppt/tags/tag224.xml><?xml version="1.0" encoding="utf-8"?>
<p:tagLst xmlns:p="http://schemas.openxmlformats.org/presentationml/2006/main">
  <p:tag name="KSO_WM_UNIT_INDEX" val="9"/>
  <p:tag name="KSO_WM_UNIT_TYPE" val="i"/>
  <p:tag name="KSO_WM_BEAUTIFY_FLAG" val="#wm#"/>
</p:tagLst>
</file>

<file path=ppt/tags/tag225.xml><?xml version="1.0" encoding="utf-8"?>
<p:tagLst xmlns:p="http://schemas.openxmlformats.org/presentationml/2006/main">
  <p:tag name="KSO_WM_UNIT_INDEX" val="10"/>
  <p:tag name="KSO_WM_UNIT_TYPE" val="i"/>
  <p:tag name="KSO_WM_BEAUTIFY_FLAG" val="#wm#"/>
</p:tagLst>
</file>

<file path=ppt/tags/tag226.xml><?xml version="1.0" encoding="utf-8"?>
<p:tagLst xmlns:p="http://schemas.openxmlformats.org/presentationml/2006/main">
  <p:tag name="KSO_WM_UNIT_INDEX" val="17"/>
  <p:tag name="KSO_WM_UNIT_TYPE" val="i"/>
  <p:tag name="KSO_WM_BEAUTIFY_FLAG" val="#wm#"/>
</p:tagLst>
</file>

<file path=ppt/tags/tag227.xml><?xml version="1.0" encoding="utf-8"?>
<p:tagLst xmlns:p="http://schemas.openxmlformats.org/presentationml/2006/main">
  <p:tag name="KSO_WM_UNIT_INDEX" val="11"/>
  <p:tag name="KSO_WM_UNIT_TYPE" val="i"/>
  <p:tag name="KSO_WM_BEAUTIFY_FLAG" val="#wm#"/>
</p:tagLst>
</file>

<file path=ppt/tags/tag228.xml><?xml version="1.0" encoding="utf-8"?>
<p:tagLst xmlns:p="http://schemas.openxmlformats.org/presentationml/2006/main">
  <p:tag name="KSO_WM_UNIT_INDEX" val="12"/>
  <p:tag name="KSO_WM_UNIT_TYPE" val="i"/>
  <p:tag name="KSO_WM_BEAUTIFY_FLAG" val="#wm#"/>
</p:tagLst>
</file>

<file path=ppt/tags/tag229.xml><?xml version="1.0" encoding="utf-8"?>
<p:tagLst xmlns:p="http://schemas.openxmlformats.org/presentationml/2006/main">
  <p:tag name="KSO_WM_UNIT_INDEX" val="3"/>
  <p:tag name="KSO_WM_UNIT_TYPE" val="f"/>
  <p:tag name="KSO_WM_UNIT_SUBTYPE" val="a"/>
  <p:tag name="KSO_WM_BEAUTIFY_FLAG" val="#wm#"/>
</p:tagLst>
</file>

<file path=ppt/tags/tag230.xml><?xml version="1.0" encoding="utf-8"?>
<p:tagLst xmlns:p="http://schemas.openxmlformats.org/presentationml/2006/main">
  <p:tag name="KSO_WM_UNIT_INDEX" val="18"/>
  <p:tag name="KSO_WM_UNIT_TYPE" val="i"/>
  <p:tag name="KSO_WM_BEAUTIFY_FLAG" val="#wm#"/>
</p:tagLst>
</file>

<file path=ppt/tags/tag231.xml><?xml version="1.0" encoding="utf-8"?>
<p:tagLst xmlns:p="http://schemas.openxmlformats.org/presentationml/2006/main">
  <p:tag name="KSO_WM_UNIT_INDEX" val="19"/>
  <p:tag name="KSO_WM_UNIT_TYPE" val="i"/>
  <p:tag name="KSO_WM_BEAUTIFY_FLAG" val="#wm#"/>
</p:tagLst>
</file>

<file path=ppt/tags/tag232.xml><?xml version="1.0" encoding="utf-8"?>
<p:tagLst xmlns:p="http://schemas.openxmlformats.org/presentationml/2006/main">
  <p:tag name="KSO_WM_UNIT_INDEX" val="23"/>
  <p:tag name="KSO_WM_UNIT_TYPE" val="i"/>
  <p:tag name="KSO_WM_BEAUTIFY_FLAG" val="#wm#"/>
</p:tagLst>
</file>

<file path=ppt/tags/tag233.xml><?xml version="1.0" encoding="utf-8"?>
<p:tagLst xmlns:p="http://schemas.openxmlformats.org/presentationml/2006/main">
  <p:tag name="KSO_WM_UNIT_INDEX" val="20"/>
  <p:tag name="KSO_WM_UNIT_TYPE" val="i"/>
  <p:tag name="KSO_WM_BEAUTIFY_FLAG" val="#wm#"/>
</p:tagLst>
</file>

<file path=ppt/tags/tag234.xml><?xml version="1.0" encoding="utf-8"?>
<p:tagLst xmlns:p="http://schemas.openxmlformats.org/presentationml/2006/main">
  <p:tag name="KSO_WM_UNIT_INDEX" val="21"/>
  <p:tag name="KSO_WM_UNIT_TYPE" val="i"/>
  <p:tag name="KSO_WM_BEAUTIFY_FLAG" val="#wm#"/>
</p:tagLst>
</file>

<file path=ppt/tags/tag235.xml><?xml version="1.0" encoding="utf-8"?>
<p:tagLst xmlns:p="http://schemas.openxmlformats.org/presentationml/2006/main">
  <p:tag name="KSO_WM_UNIT_INDEX" val="26"/>
  <p:tag name="KSO_WM_UNIT_TYPE" val="f"/>
  <p:tag name="KSO_WM_UNIT_SUBTYPE" val="a"/>
  <p:tag name="KSO_WM_BEAUTIFY_FLAG" val="#wm#"/>
</p:tagLst>
</file>

<file path=ppt/tags/tag236.xml><?xml version="1.0" encoding="utf-8"?>
<p:tagLst xmlns:p="http://schemas.openxmlformats.org/presentationml/2006/main">
  <p:tag name="KSO_WM_UNIT_INDEX" val="22"/>
  <p:tag name="KSO_WM_UNIT_TYPE" val="f"/>
  <p:tag name="KSO_WM_UNIT_SUBTYPE" val="a"/>
  <p:tag name="KSO_WM_BEAUTIFY_FLAG" val="#wm#"/>
</p:tagLst>
</file>

<file path=ppt/tags/tag237.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 name="KSO_WM_UNIT_ID" val="_2*a*1"/>
</p:tagLst>
</file>

<file path=ppt/tags/tag238.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23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p="http://schemas.openxmlformats.org/presentationml/2006/main">
  <p:tag name="KSO_WM_UNIT_INDEX" val="87"/>
  <p:tag name="KSO_WM_UNIT_TYPE" val="f"/>
  <p:tag name="KSO_WM_UNIT_SUBTYPE" val="a"/>
  <p:tag name="KSO_WM_BEAUTIFY_FLAG" val="#wm#"/>
</p:tagLst>
</file>

<file path=ppt/tags/tag241.xml><?xml version="1.0" encoding="utf-8"?>
<p:tagLst xmlns:p="http://schemas.openxmlformats.org/presentationml/2006/main">
  <p:tag name="KSO_WM_UNIT_INDEX" val="2"/>
  <p:tag name="KSO_WM_UNIT_TYPE" val="i"/>
  <p:tag name="KSO_WM_BEAUTIFY_FLAG" val="#wm#"/>
</p:tagLst>
</file>

<file path=ppt/tags/tag242.xml><?xml version="1.0" encoding="utf-8"?>
<p:tagLst xmlns:p="http://schemas.openxmlformats.org/presentationml/2006/main">
  <p:tag name="KSO_WM_UNIT_INDEX" val="3"/>
  <p:tag name="KSO_WM_UNIT_TYPE" val="f"/>
  <p:tag name="KSO_WM_UNIT_SUBTYPE" val="a"/>
  <p:tag name="KSO_WM_BEAUTIFY_FLAG" val="#wm#"/>
</p:tagLst>
</file>

<file path=ppt/tags/tag243.xml><?xml version="1.0" encoding="utf-8"?>
<p:tagLst xmlns:p="http://schemas.openxmlformats.org/presentationml/2006/main">
  <p:tag name="KSO_WM_UNIT_INDEX" val="4"/>
  <p:tag name="KSO_WM_UNIT_TYPE" val="i"/>
  <p:tag name="KSO_WM_BEAUTIFY_FLAG" val="#wm#"/>
</p:tagLst>
</file>

<file path=ppt/tags/tag244.xml><?xml version="1.0" encoding="utf-8"?>
<p:tagLst xmlns:p="http://schemas.openxmlformats.org/presentationml/2006/main">
  <p:tag name="KSO_WM_UNIT_INDEX" val="35"/>
  <p:tag name="KSO_WM_UNIT_TYPE" val="i"/>
  <p:tag name="KSO_WM_BEAUTIFY_FLAG" val="#wm#"/>
</p:tagLst>
</file>

<file path=ppt/tags/tag245.xml><?xml version="1.0" encoding="utf-8"?>
<p:tagLst xmlns:p="http://schemas.openxmlformats.org/presentationml/2006/main">
  <p:tag name="KSO_WM_UNIT_INDEX" val="5"/>
  <p:tag name="KSO_WM_UNIT_TYPE" val="i"/>
  <p:tag name="KSO_WM_BEAUTIFY_FLAG" val="#wm#"/>
</p:tagLst>
</file>

<file path=ppt/tags/tag246.xml><?xml version="1.0" encoding="utf-8"?>
<p:tagLst xmlns:p="http://schemas.openxmlformats.org/presentationml/2006/main">
  <p:tag name="KSO_WM_UNIT_INDEX" val="6"/>
  <p:tag name="KSO_WM_UNIT_TYPE" val="i"/>
  <p:tag name="KSO_WM_BEAUTIFY_FLAG" val="#wm#"/>
</p:tagLst>
</file>

<file path=ppt/tags/tag247.xml><?xml version="1.0" encoding="utf-8"?>
<p:tagLst xmlns:p="http://schemas.openxmlformats.org/presentationml/2006/main">
  <p:tag name="KSO_WM_UNIT_INDEX" val="7"/>
  <p:tag name="KSO_WM_UNIT_TYPE" val="i"/>
  <p:tag name="KSO_WM_BEAUTIFY_FLAG" val="#wm#"/>
</p:tagLst>
</file>

<file path=ppt/tags/tag248.xml><?xml version="1.0" encoding="utf-8"?>
<p:tagLst xmlns:p="http://schemas.openxmlformats.org/presentationml/2006/main">
  <p:tag name="KSO_WM_UNIT_INDEX" val="8"/>
  <p:tag name="KSO_WM_UNIT_TYPE" val="i"/>
  <p:tag name="KSO_WM_BEAUTIFY_FLAG" val="#wm#"/>
</p:tagLst>
</file>

<file path=ppt/tags/tag249.xml><?xml version="1.0" encoding="utf-8"?>
<p:tagLst xmlns:p="http://schemas.openxmlformats.org/presentationml/2006/main">
  <p:tag name="KSO_WM_UNIT_INDEX" val="9"/>
  <p:tag name="KSO_WM_UNIT_TYPE" val="f"/>
  <p:tag name="KSO_WM_UNIT_SUBTYPE" val="a"/>
  <p:tag name="KSO_WM_BEAUTIFY_FLAG" val="#wm#"/>
</p:tagLst>
</file>

<file path=ppt/tags/tag250.xml><?xml version="1.0" encoding="utf-8"?>
<p:tagLst xmlns:p="http://schemas.openxmlformats.org/presentationml/2006/main">
  <p:tag name="KSO_WM_UNIT_INDEX" val="10"/>
  <p:tag name="KSO_WM_UNIT_TYPE" val="i"/>
  <p:tag name="KSO_WM_BEAUTIFY_FLAG" val="#wm#"/>
</p:tagLst>
</file>

<file path=ppt/tags/tag251.xml><?xml version="1.0" encoding="utf-8"?>
<p:tagLst xmlns:p="http://schemas.openxmlformats.org/presentationml/2006/main">
  <p:tag name="KSO_WM_UNIT_INDEX" val="36"/>
  <p:tag name="KSO_WM_UNIT_TYPE" val="i"/>
  <p:tag name="KSO_WM_BEAUTIFY_FLAG" val="#wm#"/>
</p:tagLst>
</file>

<file path=ppt/tags/tag252.xml><?xml version="1.0" encoding="utf-8"?>
<p:tagLst xmlns:p="http://schemas.openxmlformats.org/presentationml/2006/main">
  <p:tag name="KSO_WM_UNIT_INDEX" val="11"/>
  <p:tag name="KSO_WM_UNIT_TYPE" val="i"/>
  <p:tag name="KSO_WM_BEAUTIFY_FLAG" val="#wm#"/>
</p:tagLst>
</file>

<file path=ppt/tags/tag253.xml><?xml version="1.0" encoding="utf-8"?>
<p:tagLst xmlns:p="http://schemas.openxmlformats.org/presentationml/2006/main">
  <p:tag name="KSO_WM_UNIT_INDEX" val="12"/>
  <p:tag name="KSO_WM_UNIT_TYPE" val="i"/>
  <p:tag name="KSO_WM_BEAUTIFY_FLAG" val="#wm#"/>
</p:tagLst>
</file>

<file path=ppt/tags/tag254.xml><?xml version="1.0" encoding="utf-8"?>
<p:tagLst xmlns:p="http://schemas.openxmlformats.org/presentationml/2006/main">
  <p:tag name="KSO_WM_UNIT_INDEX" val="13"/>
  <p:tag name="KSO_WM_UNIT_TYPE" val="i"/>
  <p:tag name="KSO_WM_BEAUTIFY_FLAG" val="#wm#"/>
</p:tagLst>
</file>

<file path=ppt/tags/tag255.xml><?xml version="1.0" encoding="utf-8"?>
<p:tagLst xmlns:p="http://schemas.openxmlformats.org/presentationml/2006/main">
  <p:tag name="KSO_WM_UNIT_INDEX" val="14"/>
  <p:tag name="KSO_WM_UNIT_TYPE" val="i"/>
  <p:tag name="KSO_WM_BEAUTIFY_FLAG" val="#wm#"/>
</p:tagLst>
</file>

<file path=ppt/tags/tag256.xml><?xml version="1.0" encoding="utf-8"?>
<p:tagLst xmlns:p="http://schemas.openxmlformats.org/presentationml/2006/main">
  <p:tag name="KSO_WM_UNIT_INDEX" val="15"/>
  <p:tag name="KSO_WM_UNIT_TYPE" val="f"/>
  <p:tag name="KSO_WM_UNIT_SUBTYPE" val="a"/>
  <p:tag name="KSO_WM_BEAUTIFY_FLAG" val="#wm#"/>
</p:tagLst>
</file>

<file path=ppt/tags/tag257.xml><?xml version="1.0" encoding="utf-8"?>
<p:tagLst xmlns:p="http://schemas.openxmlformats.org/presentationml/2006/main">
  <p:tag name="KSO_WM_UNIT_INDEX" val="16"/>
  <p:tag name="KSO_WM_UNIT_TYPE" val="i"/>
  <p:tag name="KSO_WM_BEAUTIFY_FLAG" val="#wm#"/>
</p:tagLst>
</file>

<file path=ppt/tags/tag258.xml><?xml version="1.0" encoding="utf-8"?>
<p:tagLst xmlns:p="http://schemas.openxmlformats.org/presentationml/2006/main">
  <p:tag name="KSO_WM_UNIT_INDEX" val="37"/>
  <p:tag name="KSO_WM_UNIT_TYPE" val="i"/>
  <p:tag name="KSO_WM_BEAUTIFY_FLAG" val="#wm#"/>
</p:tagLst>
</file>

<file path=ppt/tags/tag259.xml><?xml version="1.0" encoding="utf-8"?>
<p:tagLst xmlns:p="http://schemas.openxmlformats.org/presentationml/2006/main">
  <p:tag name="KSO_WM_UNIT_INDEX" val="17"/>
  <p:tag name="KSO_WM_UNIT_TYPE" val="i"/>
  <p:tag name="KSO_WM_BEAUTIFY_FLAG" val="#wm#"/>
</p:tagLst>
</file>

<file path=ppt/tags/tag260.xml><?xml version="1.0" encoding="utf-8"?>
<p:tagLst xmlns:p="http://schemas.openxmlformats.org/presentationml/2006/main">
  <p:tag name="KSO_WM_UNIT_INDEX" val="18"/>
  <p:tag name="KSO_WM_UNIT_TYPE" val="i"/>
  <p:tag name="KSO_WM_BEAUTIFY_FLAG" val="#wm#"/>
</p:tagLst>
</file>

<file path=ppt/tags/tag261.xml><?xml version="1.0" encoding="utf-8"?>
<p:tagLst xmlns:p="http://schemas.openxmlformats.org/presentationml/2006/main">
  <p:tag name="KSO_WM_UNIT_INDEX" val="19"/>
  <p:tag name="KSO_WM_UNIT_TYPE" val="i"/>
  <p:tag name="KSO_WM_BEAUTIFY_FLAG" val="#wm#"/>
</p:tagLst>
</file>

<file path=ppt/tags/tag262.xml><?xml version="1.0" encoding="utf-8"?>
<p:tagLst xmlns:p="http://schemas.openxmlformats.org/presentationml/2006/main">
  <p:tag name="KSO_WM_UNIT_INDEX" val="20"/>
  <p:tag name="KSO_WM_UNIT_TYPE" val="i"/>
  <p:tag name="KSO_WM_BEAUTIFY_FLAG" val="#wm#"/>
</p:tagLst>
</file>

<file path=ppt/tags/tag263.xml><?xml version="1.0" encoding="utf-8"?>
<p:tagLst xmlns:p="http://schemas.openxmlformats.org/presentationml/2006/main">
  <p:tag name="KSO_WM_UNIT_INDEX" val="21"/>
  <p:tag name="KSO_WM_UNIT_TYPE" val="f"/>
  <p:tag name="KSO_WM_UNIT_SUBTYPE" val="a"/>
  <p:tag name="KSO_WM_BEAUTIFY_FLAG" val="#wm#"/>
</p:tagLst>
</file>

<file path=ppt/tags/tag264.xml><?xml version="1.0" encoding="utf-8"?>
<p:tagLst xmlns:p="http://schemas.openxmlformats.org/presentationml/2006/main">
  <p:tag name="KSO_WM_UNIT_INDEX" val="22"/>
  <p:tag name="KSO_WM_UNIT_TYPE" val="i"/>
  <p:tag name="KSO_WM_BEAUTIFY_FLAG" val="#wm#"/>
</p:tagLst>
</file>

<file path=ppt/tags/tag265.xml><?xml version="1.0" encoding="utf-8"?>
<p:tagLst xmlns:p="http://schemas.openxmlformats.org/presentationml/2006/main">
  <p:tag name="KSO_WM_UNIT_INDEX" val="38"/>
  <p:tag name="KSO_WM_UNIT_TYPE" val="i"/>
  <p:tag name="KSO_WM_BEAUTIFY_FLAG" val="#wm#"/>
</p:tagLst>
</file>

<file path=ppt/tags/tag266.xml><?xml version="1.0" encoding="utf-8"?>
<p:tagLst xmlns:p="http://schemas.openxmlformats.org/presentationml/2006/main">
  <p:tag name="KSO_WM_UNIT_INDEX" val="23"/>
  <p:tag name="KSO_WM_UNIT_TYPE" val="i"/>
  <p:tag name="KSO_WM_BEAUTIFY_FLAG" val="#wm#"/>
</p:tagLst>
</file>

<file path=ppt/tags/tag267.xml><?xml version="1.0" encoding="utf-8"?>
<p:tagLst xmlns:p="http://schemas.openxmlformats.org/presentationml/2006/main">
  <p:tag name="KSO_WM_UNIT_INDEX" val="24"/>
  <p:tag name="KSO_WM_UNIT_TYPE" val="i"/>
  <p:tag name="KSO_WM_BEAUTIFY_FLAG" val="#wm#"/>
</p:tagLst>
</file>

<file path=ppt/tags/tag268.xml><?xml version="1.0" encoding="utf-8"?>
<p:tagLst xmlns:p="http://schemas.openxmlformats.org/presentationml/2006/main">
  <p:tag name="KSO_WM_UNIT_INDEX" val="25"/>
  <p:tag name="KSO_WM_UNIT_TYPE" val="i"/>
  <p:tag name="KSO_WM_BEAUTIFY_FLAG" val="#wm#"/>
</p:tagLst>
</file>

<file path=ppt/tags/tag269.xml><?xml version="1.0" encoding="utf-8"?>
<p:tagLst xmlns:p="http://schemas.openxmlformats.org/presentationml/2006/main">
  <p:tag name="KSO_WM_UNIT_INDEX" val="31"/>
  <p:tag name="KSO_WM_UNIT_TYPE" val="i"/>
  <p:tag name="KSO_WM_BEAUTIFY_FLAG" val="#wm#"/>
</p:tagLst>
</file>

<file path=ppt/tags/tag270.xml><?xml version="1.0" encoding="utf-8"?>
<p:tagLst xmlns:p="http://schemas.openxmlformats.org/presentationml/2006/main">
  <p:tag name="KSO_WM_UNIT_INDEX" val="32"/>
  <p:tag name="KSO_WM_UNIT_TYPE" val="i"/>
  <p:tag name="KSO_WM_BEAUTIFY_FLAG" val="#wm#"/>
</p:tagLst>
</file>

<file path=ppt/tags/tag271.xml><?xml version="1.0" encoding="utf-8"?>
<p:tagLst xmlns:p="http://schemas.openxmlformats.org/presentationml/2006/main">
  <p:tag name="KSO_WM_UNIT_INDEX" val="33"/>
  <p:tag name="KSO_WM_UNIT_TYPE" val="i"/>
  <p:tag name="KSO_WM_BEAUTIFY_FLAG" val="#wm#"/>
</p:tagLst>
</file>

<file path=ppt/tags/tag272.xml><?xml version="1.0" encoding="utf-8"?>
<p:tagLst xmlns:p="http://schemas.openxmlformats.org/presentationml/2006/main">
  <p:tag name="KSO_WM_UNIT_INDEX" val="26"/>
  <p:tag name="KSO_WM_UNIT_TYPE" val="f"/>
  <p:tag name="KSO_WM_UNIT_SUBTYPE" val="a"/>
  <p:tag name="KSO_WM_BEAUTIFY_FLAG" val="#wm#"/>
</p:tagLst>
</file>

<file path=ppt/tags/tag273.xml><?xml version="1.0" encoding="utf-8"?>
<p:tagLst xmlns:p="http://schemas.openxmlformats.org/presentationml/2006/main">
  <p:tag name="KSO_WM_UNIT_INDEX" val="34"/>
  <p:tag name="KSO_WM_UNIT_TYPE" val="i"/>
  <p:tag name="KSO_WM_BEAUTIFY_FLAG" val="#wm#"/>
</p:tagLst>
</file>

<file path=ppt/tags/tag274.xml><?xml version="1.0" encoding="utf-8"?>
<p:tagLst xmlns:p="http://schemas.openxmlformats.org/presentationml/2006/main">
  <p:tag name="KSO_WM_UNIT_INDEX" val="27"/>
  <p:tag name="KSO_WM_UNIT_TYPE" val="i"/>
  <p:tag name="KSO_WM_BEAUTIFY_FLAG" val="#wm#"/>
</p:tagLst>
</file>

<file path=ppt/tags/tag275.xml><?xml version="1.0" encoding="utf-8"?>
<p:tagLst xmlns:p="http://schemas.openxmlformats.org/presentationml/2006/main">
  <p:tag name="KSO_WM_UNIT_INDEX" val="28"/>
  <p:tag name="KSO_WM_UNIT_TYPE" val="i"/>
  <p:tag name="KSO_WM_BEAUTIFY_FLAG" val="#wm#"/>
</p:tagLst>
</file>

<file path=ppt/tags/tag276.xml><?xml version="1.0" encoding="utf-8"?>
<p:tagLst xmlns:p="http://schemas.openxmlformats.org/presentationml/2006/main">
  <p:tag name="KSO_WM_UNIT_INDEX" val="39"/>
  <p:tag name="KSO_WM_UNIT_TYPE" val="i"/>
  <p:tag name="KSO_WM_BEAUTIFY_FLAG" val="#wm#"/>
</p:tagLst>
</file>

<file path=ppt/tags/tag277.xml><?xml version="1.0" encoding="utf-8"?>
<p:tagLst xmlns:p="http://schemas.openxmlformats.org/presentationml/2006/main">
  <p:tag name="KSO_WM_UNIT_INDEX" val="29"/>
  <p:tag name="KSO_WM_UNIT_TYPE" val="i"/>
  <p:tag name="KSO_WM_BEAUTIFY_FLAG" val="#wm#"/>
</p:tagLst>
</file>

<file path=ppt/tags/tag278.xml><?xml version="1.0" encoding="utf-8"?>
<p:tagLst xmlns:p="http://schemas.openxmlformats.org/presentationml/2006/main">
  <p:tag name="KSO_WM_UNIT_INDEX" val="30"/>
  <p:tag name="KSO_WM_UNIT_TYPE" val="i"/>
  <p:tag name="KSO_WM_BEAUTIFY_FLAG" val="#wm#"/>
</p:tagLst>
</file>

<file path=ppt/tags/tag279.xml><?xml version="1.0" encoding="utf-8"?>
<p:tagLst xmlns:p="http://schemas.openxmlformats.org/presentationml/2006/main">
  <p:tag name="KSO_WM_UNIT_INDEX" val="88"/>
  <p:tag name="KSO_WM_UNIT_TYPE" val="f"/>
  <p:tag name="KSO_WM_UNIT_SUBTYPE" val="a"/>
  <p:tag name="KSO_WM_BEAUTIFY_FLAG" val="#wm#"/>
</p:tagLst>
</file>

<file path=ppt/tags/tag280.xml><?xml version="1.0" encoding="utf-8"?>
<p:tagLst xmlns:p="http://schemas.openxmlformats.org/presentationml/2006/main">
  <p:tag name="KSO_WM_UNIT_INDEX" val="42"/>
  <p:tag name="KSO_WM_UNIT_TYPE" val="i"/>
  <p:tag name="KSO_WM_BEAUTIFY_FLAG" val="#wm#"/>
</p:tagLst>
</file>

<file path=ppt/tags/tag281.xml><?xml version="1.0" encoding="utf-8"?>
<p:tagLst xmlns:p="http://schemas.openxmlformats.org/presentationml/2006/main">
  <p:tag name="KSO_WM_UNIT_INDEX" val="43"/>
  <p:tag name="KSO_WM_UNIT_TYPE" val="f"/>
  <p:tag name="KSO_WM_UNIT_SUBTYPE" val="a"/>
  <p:tag name="KSO_WM_BEAUTIFY_FLAG" val="#wm#"/>
</p:tagLst>
</file>

<file path=ppt/tags/tag282.xml><?xml version="1.0" encoding="utf-8"?>
<p:tagLst xmlns:p="http://schemas.openxmlformats.org/presentationml/2006/main">
  <p:tag name="KSO_WM_UNIT_INDEX" val="44"/>
  <p:tag name="KSO_WM_UNIT_TYPE" val="i"/>
  <p:tag name="KSO_WM_BEAUTIFY_FLAG" val="#wm#"/>
</p:tagLst>
</file>

<file path=ppt/tags/tag283.xml><?xml version="1.0" encoding="utf-8"?>
<p:tagLst xmlns:p="http://schemas.openxmlformats.org/presentationml/2006/main">
  <p:tag name="KSO_WM_UNIT_INDEX" val="85"/>
  <p:tag name="KSO_WM_UNIT_TYPE" val="i"/>
  <p:tag name="KSO_WM_BEAUTIFY_FLAG" val="#wm#"/>
</p:tagLst>
</file>

<file path=ppt/tags/tag284.xml><?xml version="1.0" encoding="utf-8"?>
<p:tagLst xmlns:p="http://schemas.openxmlformats.org/presentationml/2006/main">
  <p:tag name="KSO_WM_UNIT_INDEX" val="45"/>
  <p:tag name="KSO_WM_UNIT_TYPE" val="i"/>
  <p:tag name="KSO_WM_BEAUTIFY_FLAG" val="#wm#"/>
</p:tagLst>
</file>

<file path=ppt/tags/tag285.xml><?xml version="1.0" encoding="utf-8"?>
<p:tagLst xmlns:p="http://schemas.openxmlformats.org/presentationml/2006/main">
  <p:tag name="KSO_WM_UNIT_INDEX" val="46"/>
  <p:tag name="KSO_WM_UNIT_TYPE" val="i"/>
  <p:tag name="KSO_WM_BEAUTIFY_FLAG" val="#wm#"/>
</p:tagLst>
</file>

<file path=ppt/tags/tag286.xml><?xml version="1.0" encoding="utf-8"?>
<p:tagLst xmlns:p="http://schemas.openxmlformats.org/presentationml/2006/main">
  <p:tag name="KSO_WM_UNIT_INDEX" val="47"/>
  <p:tag name="KSO_WM_UNIT_TYPE" val="i"/>
  <p:tag name="KSO_WM_BEAUTIFY_FLAG" val="#wm#"/>
</p:tagLst>
</file>

<file path=ppt/tags/tag287.xml><?xml version="1.0" encoding="utf-8"?>
<p:tagLst xmlns:p="http://schemas.openxmlformats.org/presentationml/2006/main">
  <p:tag name="KSO_WM_UNIT_INDEX" val="48"/>
  <p:tag name="KSO_WM_UNIT_TYPE" val="i"/>
  <p:tag name="KSO_WM_BEAUTIFY_FLAG" val="#wm#"/>
</p:tagLst>
</file>

<file path=ppt/tags/tag288.xml><?xml version="1.0" encoding="utf-8"?>
<p:tagLst xmlns:p="http://schemas.openxmlformats.org/presentationml/2006/main">
  <p:tag name="KSO_WM_UNIT_INDEX" val="49"/>
  <p:tag name="KSO_WM_UNIT_TYPE" val="f"/>
  <p:tag name="KSO_WM_UNIT_SUBTYPE" val="a"/>
  <p:tag name="KSO_WM_BEAUTIFY_FLAG" val="#wm#"/>
</p:tagLst>
</file>

<file path=ppt/tags/tag289.xml><?xml version="1.0" encoding="utf-8"?>
<p:tagLst xmlns:p="http://schemas.openxmlformats.org/presentationml/2006/main">
  <p:tag name="KSO_WM_UNIT_INDEX" val="50"/>
  <p:tag name="KSO_WM_UNIT_TYPE" val="i"/>
  <p:tag name="KSO_WM_BEAUTIFY_FLAG" val="#wm#"/>
</p:tagLst>
</file>

<file path=ppt/tags/tag290.xml><?xml version="1.0" encoding="utf-8"?>
<p:tagLst xmlns:p="http://schemas.openxmlformats.org/presentationml/2006/main">
  <p:tag name="KSO_WM_UNIT_INDEX" val="86"/>
  <p:tag name="KSO_WM_UNIT_TYPE" val="i"/>
  <p:tag name="KSO_WM_BEAUTIFY_FLAG" val="#wm#"/>
</p:tagLst>
</file>

<file path=ppt/tags/tag291.xml><?xml version="1.0" encoding="utf-8"?>
<p:tagLst xmlns:p="http://schemas.openxmlformats.org/presentationml/2006/main">
  <p:tag name="KSO_WM_UNIT_INDEX" val="51"/>
  <p:tag name="KSO_WM_UNIT_TYPE" val="i"/>
  <p:tag name="KSO_WM_BEAUTIFY_FLAG" val="#wm#"/>
</p:tagLst>
</file>

<file path=ppt/tags/tag292.xml><?xml version="1.0" encoding="utf-8"?>
<p:tagLst xmlns:p="http://schemas.openxmlformats.org/presentationml/2006/main">
  <p:tag name="KSO_WM_UNIT_INDEX" val="52"/>
  <p:tag name="KSO_WM_UNIT_TYPE" val="i"/>
  <p:tag name="KSO_WM_BEAUTIFY_FLAG" val="#wm#"/>
</p:tagLst>
</file>

<file path=ppt/tags/tag293.xml><?xml version="1.0" encoding="utf-8"?>
<p:tagLst xmlns:p="http://schemas.openxmlformats.org/presentationml/2006/main">
  <p:tag name="KSO_WM_UNIT_INDEX" val="53"/>
  <p:tag name="KSO_WM_UNIT_TYPE" val="i"/>
  <p:tag name="KSO_WM_BEAUTIFY_FLAG" val="#wm#"/>
</p:tagLst>
</file>

<file path=ppt/tags/tag294.xml><?xml version="1.0" encoding="utf-8"?>
<p:tagLst xmlns:p="http://schemas.openxmlformats.org/presentationml/2006/main">
  <p:tag name="KSO_WM_UNIT_INDEX" val="54"/>
  <p:tag name="KSO_WM_UNIT_TYPE" val="i"/>
  <p:tag name="KSO_WM_BEAUTIFY_FLAG" val="#wm#"/>
</p:tagLst>
</file>

<file path=ppt/tags/tag295.xml><?xml version="1.0" encoding="utf-8"?>
<p:tagLst xmlns:p="http://schemas.openxmlformats.org/presentationml/2006/main">
  <p:tag name="KSO_WM_UNIT_INDEX" val="55"/>
  <p:tag name="KSO_WM_UNIT_TYPE" val="f"/>
  <p:tag name="KSO_WM_UNIT_SUBTYPE" val="a"/>
  <p:tag name="KSO_WM_BEAUTIFY_FLAG" val="#wm#"/>
</p:tagLst>
</file>

<file path=ppt/tags/tag296.xml><?xml version="1.0" encoding="utf-8"?>
<p:tagLst xmlns:p="http://schemas.openxmlformats.org/presentationml/2006/main">
  <p:tag name="KSO_WM_UNIT_INDEX" val="56"/>
  <p:tag name="KSO_WM_UNIT_TYPE" val="i"/>
  <p:tag name="KSO_WM_BEAUTIFY_FLAG" val="#wm#"/>
</p:tagLst>
</file>

<file path=ppt/tags/tag297.xml><?xml version="1.0" encoding="utf-8"?>
<p:tagLst xmlns:p="http://schemas.openxmlformats.org/presentationml/2006/main">
  <p:tag name="KSO_WM_UNIT_INDEX" val="89"/>
  <p:tag name="KSO_WM_UNIT_TYPE" val="i"/>
  <p:tag name="KSO_WM_BEAUTIFY_FLAG" val="#wm#"/>
</p:tagLst>
</file>

<file path=ppt/tags/tag298.xml><?xml version="1.0" encoding="utf-8"?>
<p:tagLst xmlns:p="http://schemas.openxmlformats.org/presentationml/2006/main">
  <p:tag name="KSO_WM_UNIT_INDEX" val="57"/>
  <p:tag name="KSO_WM_UNIT_TYPE" val="i"/>
  <p:tag name="KSO_WM_BEAUTIFY_FLAG" val="#wm#"/>
</p:tagLst>
</file>

<file path=ppt/tags/tag299.xml><?xml version="1.0" encoding="utf-8"?>
<p:tagLst xmlns:p="http://schemas.openxmlformats.org/presentationml/2006/main">
  <p:tag name="KSO_WM_UNIT_INDEX" val="58"/>
  <p:tag name="KSO_WM_UNIT_TYPE" val="i"/>
  <p:tag name="KSO_WM_BEAUTIFY_FLAG" val="#wm#"/>
</p:tagLst>
</file>

<file path=ppt/tags/tag300.xml><?xml version="1.0" encoding="utf-8"?>
<p:tagLst xmlns:p="http://schemas.openxmlformats.org/presentationml/2006/main">
  <p:tag name="KSO_WM_UNIT_INDEX" val="59"/>
  <p:tag name="KSO_WM_UNIT_TYPE" val="i"/>
  <p:tag name="KSO_WM_UNIT_SUBTYPE" val="h"/>
  <p:tag name="KSO_WM_BEAUTIFY_FLAG" val="#wm#"/>
</p:tagLst>
</file>

<file path=ppt/tags/tag301.xml><?xml version="1.0" encoding="utf-8"?>
<p:tagLst xmlns:p="http://schemas.openxmlformats.org/presentationml/2006/main">
  <p:tag name="KSO_WM_UNIT_INDEX" val="60"/>
  <p:tag name="KSO_WM_UNIT_TYPE" val="i"/>
  <p:tag name="KSO_WM_BEAUTIFY_FLAG" val="#wm#"/>
</p:tagLst>
</file>

<file path=ppt/tags/tag302.xml><?xml version="1.0" encoding="utf-8"?>
<p:tagLst xmlns:p="http://schemas.openxmlformats.org/presentationml/2006/main">
  <p:tag name="KSO_WM_UNIT_INDEX" val="61"/>
  <p:tag name="KSO_WM_UNIT_TYPE" val="f"/>
  <p:tag name="KSO_WM_UNIT_SUBTYPE" val="a"/>
  <p:tag name="KSO_WM_BEAUTIFY_FLAG" val="#wm#"/>
</p:tagLst>
</file>

<file path=ppt/tags/tag303.xml><?xml version="1.0" encoding="utf-8"?>
<p:tagLst xmlns:p="http://schemas.openxmlformats.org/presentationml/2006/main">
  <p:tag name="KSO_WM_UNIT_INDEX" val="62"/>
  <p:tag name="KSO_WM_UNIT_TYPE" val="i"/>
  <p:tag name="KSO_WM_BEAUTIFY_FLAG" val="#wm#"/>
</p:tagLst>
</file>

<file path=ppt/tags/tag304.xml><?xml version="1.0" encoding="utf-8"?>
<p:tagLst xmlns:p="http://schemas.openxmlformats.org/presentationml/2006/main">
  <p:tag name="KSO_WM_UNIT_INDEX" val="90"/>
  <p:tag name="KSO_WM_UNIT_TYPE" val="i"/>
  <p:tag name="KSO_WM_BEAUTIFY_FLAG" val="#wm#"/>
</p:tagLst>
</file>

<file path=ppt/tags/tag305.xml><?xml version="1.0" encoding="utf-8"?>
<p:tagLst xmlns:p="http://schemas.openxmlformats.org/presentationml/2006/main">
  <p:tag name="KSO_WM_UNIT_INDEX" val="63"/>
  <p:tag name="KSO_WM_UNIT_TYPE" val="i"/>
  <p:tag name="KSO_WM_BEAUTIFY_FLAG" val="#wm#"/>
</p:tagLst>
</file>

<file path=ppt/tags/tag306.xml><?xml version="1.0" encoding="utf-8"?>
<p:tagLst xmlns:p="http://schemas.openxmlformats.org/presentationml/2006/main">
  <p:tag name="KSO_WM_UNIT_INDEX" val="64"/>
  <p:tag name="KSO_WM_UNIT_TYPE" val="i"/>
  <p:tag name="KSO_WM_BEAUTIFY_FLAG" val="#wm#"/>
</p:tagLst>
</file>

<file path=ppt/tags/tag307.xml><?xml version="1.0" encoding="utf-8"?>
<p:tagLst xmlns:p="http://schemas.openxmlformats.org/presentationml/2006/main">
  <p:tag name="KSO_WM_UNIT_INDEX" val="65"/>
  <p:tag name="KSO_WM_UNIT_TYPE" val="i"/>
  <p:tag name="KSO_WM_BEAUTIFY_FLAG" val="#wm#"/>
</p:tagLst>
</file>

<file path=ppt/tags/tag308.xml><?xml version="1.0" encoding="utf-8"?>
<p:tagLst xmlns:p="http://schemas.openxmlformats.org/presentationml/2006/main">
  <p:tag name="KSO_WM_UNIT_INDEX" val="80"/>
  <p:tag name="KSO_WM_UNIT_TYPE" val="i"/>
  <p:tag name="KSO_WM_BEAUTIFY_FLAG" val="#wm#"/>
</p:tagLst>
</file>

<file path=ppt/tags/tag309.xml><?xml version="1.0" encoding="utf-8"?>
<p:tagLst xmlns:p="http://schemas.openxmlformats.org/presentationml/2006/main">
  <p:tag name="KSO_WM_UNIT_INDEX" val="81"/>
  <p:tag name="KSO_WM_UNIT_TYPE" val="i"/>
  <p:tag name="KSO_WM_BEAUTIFY_FLAG" val="#wm#"/>
</p:tagLst>
</file>

<file path=ppt/tags/tag310.xml><?xml version="1.0" encoding="utf-8"?>
<p:tagLst xmlns:p="http://schemas.openxmlformats.org/presentationml/2006/main">
  <p:tag name="KSO_WM_UNIT_INDEX" val="82"/>
  <p:tag name="KSO_WM_UNIT_TYPE" val="i"/>
  <p:tag name="KSO_WM_BEAUTIFY_FLAG" val="#wm#"/>
</p:tagLst>
</file>

<file path=ppt/tags/tag311.xml><?xml version="1.0" encoding="utf-8"?>
<p:tagLst xmlns:p="http://schemas.openxmlformats.org/presentationml/2006/main">
  <p:tag name="KSO_WM_UNIT_INDEX" val="66"/>
  <p:tag name="KSO_WM_UNIT_TYPE" val="f"/>
  <p:tag name="KSO_WM_UNIT_SUBTYPE" val="a"/>
  <p:tag name="KSO_WM_BEAUTIFY_FLAG" val="#wm#"/>
</p:tagLst>
</file>

<file path=ppt/tags/tag312.xml><?xml version="1.0" encoding="utf-8"?>
<p:tagLst xmlns:p="http://schemas.openxmlformats.org/presentationml/2006/main">
  <p:tag name="KSO_WM_UNIT_INDEX" val="83"/>
  <p:tag name="KSO_WM_UNIT_TYPE" val="i"/>
  <p:tag name="KSO_WM_BEAUTIFY_FLAG" val="#wm#"/>
</p:tagLst>
</file>

<file path=ppt/tags/tag313.xml><?xml version="1.0" encoding="utf-8"?>
<p:tagLst xmlns:p="http://schemas.openxmlformats.org/presentationml/2006/main">
  <p:tag name="KSO_WM_UNIT_INDEX" val="67"/>
  <p:tag name="KSO_WM_UNIT_TYPE" val="i"/>
  <p:tag name="KSO_WM_BEAUTIFY_FLAG" val="#wm#"/>
</p:tagLst>
</file>

<file path=ppt/tags/tag314.xml><?xml version="1.0" encoding="utf-8"?>
<p:tagLst xmlns:p="http://schemas.openxmlformats.org/presentationml/2006/main">
  <p:tag name="KSO_WM_UNIT_INDEX" val="68"/>
  <p:tag name="KSO_WM_UNIT_TYPE" val="i"/>
  <p:tag name="KSO_WM_BEAUTIFY_FLAG" val="#wm#"/>
</p:tagLst>
</file>

<file path=ppt/tags/tag315.xml><?xml version="1.0" encoding="utf-8"?>
<p:tagLst xmlns:p="http://schemas.openxmlformats.org/presentationml/2006/main">
  <p:tag name="KSO_WM_UNIT_INDEX" val="92"/>
  <p:tag name="KSO_WM_UNIT_TYPE" val="i"/>
  <p:tag name="KSO_WM_BEAUTIFY_FLAG" val="#wm#"/>
</p:tagLst>
</file>

<file path=ppt/tags/tag316.xml><?xml version="1.0" encoding="utf-8"?>
<p:tagLst xmlns:p="http://schemas.openxmlformats.org/presentationml/2006/main">
  <p:tag name="KSO_WM_UNIT_INDEX" val="69"/>
  <p:tag name="KSO_WM_UNIT_TYPE" val="i"/>
  <p:tag name="KSO_WM_BEAUTIFY_FLAG" val="#wm#"/>
</p:tagLst>
</file>

<file path=ppt/tags/tag317.xml><?xml version="1.0" encoding="utf-8"?>
<p:tagLst xmlns:p="http://schemas.openxmlformats.org/presentationml/2006/main">
  <p:tag name="KSO_WM_UNIT_INDEX" val="70"/>
  <p:tag name="KSO_WM_UNIT_TYPE" val="i"/>
  <p:tag name="KSO_WM_BEAUTIFY_FLAG" val="#wm#"/>
</p:tagLst>
</file>

<file path=ppt/tags/tag318.xml><?xml version="1.0" encoding="utf-8"?>
<p:tagLst xmlns:p="http://schemas.openxmlformats.org/presentationml/2006/main">
  <p:tag name="KSO_WM_UNIT_INDEX" val="40"/>
  <p:tag name="KSO_WM_UNIT_TYPE" val="f"/>
  <p:tag name="KSO_WM_UNIT_SUBTYPE" val="a"/>
  <p:tag name="KSO_WM_BEAUTIFY_FLAG" val="#wm#"/>
</p:tagLst>
</file>

<file path=ppt/tags/tag319.xml><?xml version="1.0" encoding="utf-8"?>
<p:tagLst xmlns:p="http://schemas.openxmlformats.org/presentationml/2006/main">
  <p:tag name="KSO_WM_UNIT_INDEX" val="71"/>
  <p:tag name="KSO_WM_UNIT_TYPE" val="i"/>
  <p:tag name="KSO_WM_BEAUTIFY_FLAG" val="#wm#"/>
</p:tagLst>
</file>

<file path=ppt/tags/tag320.xml><?xml version="1.0" encoding="utf-8"?>
<p:tagLst xmlns:p="http://schemas.openxmlformats.org/presentationml/2006/main">
  <p:tag name="KSO_WM_UNIT_INDEX" val="72"/>
  <p:tag name="KSO_WM_UNIT_TYPE" val="i"/>
  <p:tag name="KSO_WM_BEAUTIFY_FLAG" val="#wm#"/>
</p:tagLst>
</file>

<file path=ppt/tags/tag321.xml><?xml version="1.0" encoding="utf-8"?>
<p:tagLst xmlns:p="http://schemas.openxmlformats.org/presentationml/2006/main">
  <p:tag name="KSO_WM_UNIT_INDEX" val="73"/>
  <p:tag name="KSO_WM_UNIT_TYPE" val="i"/>
  <p:tag name="KSO_WM_BEAUTIFY_FLAG" val="#wm#"/>
</p:tagLst>
</file>

<file path=ppt/tags/tag322.xml><?xml version="1.0" encoding="utf-8"?>
<p:tagLst xmlns:p="http://schemas.openxmlformats.org/presentationml/2006/main">
  <p:tag name="KSO_WM_UNIT_INDEX" val="91"/>
  <p:tag name="KSO_WM_UNIT_TYPE" val="i"/>
  <p:tag name="KSO_WM_BEAUTIFY_FLAG" val="#wm#"/>
</p:tagLst>
</file>

<file path=ppt/tags/tag323.xml><?xml version="1.0" encoding="utf-8"?>
<p:tagLst xmlns:p="http://schemas.openxmlformats.org/presentationml/2006/main">
  <p:tag name="KSO_WM_UNIT_INDEX" val="74"/>
  <p:tag name="KSO_WM_UNIT_TYPE" val="i"/>
  <p:tag name="KSO_WM_BEAUTIFY_FLAG" val="#wm#"/>
</p:tagLst>
</file>

<file path=ppt/tags/tag324.xml><?xml version="1.0" encoding="utf-8"?>
<p:tagLst xmlns:p="http://schemas.openxmlformats.org/presentationml/2006/main">
  <p:tag name="KSO_WM_UNIT_INDEX" val="75"/>
  <p:tag name="KSO_WM_UNIT_TYPE" val="i"/>
  <p:tag name="KSO_WM_BEAUTIFY_FLAG" val="#wm#"/>
</p:tagLst>
</file>

<file path=ppt/tags/tag325.xml><?xml version="1.0" encoding="utf-8"?>
<p:tagLst xmlns:p="http://schemas.openxmlformats.org/presentationml/2006/main">
  <p:tag name="KSO_WM_UNIT_INDEX" val="76"/>
  <p:tag name="KSO_WM_UNIT_TYPE" val="i"/>
  <p:tag name="KSO_WM_BEAUTIFY_FLAG" val="#wm#"/>
</p:tagLst>
</file>

<file path=ppt/tags/tag326.xml><?xml version="1.0" encoding="utf-8"?>
<p:tagLst xmlns:p="http://schemas.openxmlformats.org/presentationml/2006/main">
  <p:tag name="KSO_WM_UNIT_INDEX" val="84"/>
  <p:tag name="KSO_WM_UNIT_TYPE" val="i"/>
  <p:tag name="KSO_WM_BEAUTIFY_FLAG" val="#wm#"/>
</p:tagLst>
</file>

<file path=ppt/tags/tag327.xml><?xml version="1.0" encoding="utf-8"?>
<p:tagLst xmlns:p="http://schemas.openxmlformats.org/presentationml/2006/main">
  <p:tag name="KSO_WM_UNIT_INDEX" val="77"/>
  <p:tag name="KSO_WM_UNIT_TYPE" val="i"/>
  <p:tag name="KSO_WM_BEAUTIFY_FLAG" val="#wm#"/>
</p:tagLst>
</file>

<file path=ppt/tags/tag328.xml><?xml version="1.0" encoding="utf-8"?>
<p:tagLst xmlns:p="http://schemas.openxmlformats.org/presentationml/2006/main">
  <p:tag name="KSO_WM_UNIT_INDEX" val="78"/>
  <p:tag name="KSO_WM_UNIT_TYPE" val="i"/>
  <p:tag name="KSO_WM_BEAUTIFY_FLAG" val="#wm#"/>
</p:tagLst>
</file>

<file path=ppt/tags/tag329.xml><?xml version="1.0" encoding="utf-8"?>
<p:tagLst xmlns:p="http://schemas.openxmlformats.org/presentationml/2006/main">
  <p:tag name="KSO_WM_UNIT_INDEX" val="79"/>
  <p:tag name="KSO_WM_UNIT_TYPE" val="i"/>
  <p:tag name="KSO_WM_BEAUTIFY_FLAG" val="#wm#"/>
</p:tagLst>
</file>

<file path=ppt/tags/tag330.xml><?xml version="1.0" encoding="utf-8"?>
<p:tagLst xmlns:p="http://schemas.openxmlformats.org/presentationml/2006/main">
  <p:tag name="KSO_WM_UNIT_INDEX" val="41"/>
  <p:tag name="KSO_WM_UNIT_TYPE" val="i"/>
  <p:tag name="KSO_WM_BEAUTIFY_FLAG" val="#wm#"/>
</p:tagLst>
</file>

<file path=ppt/tags/tag331.xml><?xml version="1.0" encoding="utf-8"?>
<p:tagLst xmlns:p="http://schemas.openxmlformats.org/presentationml/2006/main">
  <p:tag name="KSO_WM_UNIT_INDEX" val="93"/>
  <p:tag name="KSO_WM_UNIT_TYPE" val="f"/>
  <p:tag name="KSO_WM_UNIT_SUBTYPE" val="a"/>
  <p:tag name="KSO_WM_BEAUTIFY_FLAG" val="#wm#"/>
</p:tagLst>
</file>

<file path=ppt/tags/tag332.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 name="KSO_WM_UNIT_ID" val="_2*a*1"/>
</p:tagLst>
</file>

<file path=ppt/tags/tag333.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3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5.xml><?xml version="1.0" encoding="utf-8"?>
<p:tagLst xmlns:p="http://schemas.openxmlformats.org/presentationml/2006/main">
  <p:tag name="KSO_WM_UNIT_INDEX" val="2"/>
  <p:tag name="KSO_WM_UNIT_TYPE" val="f"/>
  <p:tag name="KSO_WM_UNIT_SUBTYPE" val="a"/>
  <p:tag name="KSO_WM_BEAUTIFY_FLAG" val="#wm#"/>
</p:tagLst>
</file>

<file path=ppt/tags/tag336.xml><?xml version="1.0" encoding="utf-8"?>
<p:tagLst xmlns:p="http://schemas.openxmlformats.org/presentationml/2006/main">
  <p:tag name="KSO_WM_UNIT_INDEX" val="3"/>
  <p:tag name="KSO_WM_UNIT_TYPE" val="f"/>
  <p:tag name="KSO_WM_UNIT_SUBTYPE" val="a"/>
  <p:tag name="KSO_WM_BEAUTIFY_FLAG" val="#wm#"/>
</p:tagLst>
</file>

<file path=ppt/tags/tag337.xml><?xml version="1.0" encoding="utf-8"?>
<p:tagLst xmlns:p="http://schemas.openxmlformats.org/presentationml/2006/main">
  <p:tag name="KSO_WM_UNIT_INDEX" val="8"/>
  <p:tag name="KSO_WM_UNIT_TYPE" val="f"/>
  <p:tag name="KSO_WM_UNIT_SUBTYPE" val="a"/>
  <p:tag name="KSO_WM_BEAUTIFY_FLAG" val="#wm#"/>
</p:tagLst>
</file>

<file path=ppt/tags/tag338.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39.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4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1.xml><?xml version="1.0" encoding="utf-8"?>
<p:tagLst xmlns:p="http://schemas.openxmlformats.org/presentationml/2006/main">
  <p:tag name="KSO_WM_UNIT_INDEX" val="14"/>
  <p:tag name="KSO_WM_UNIT_TYPE" val="f"/>
  <p:tag name="KSO_WM_UNIT_SUBTYPE" val="a"/>
  <p:tag name="KSO_WM_BEAUTIFY_FLAG" val="#wm#"/>
</p:tagLst>
</file>

<file path=ppt/tags/tag342.xml><?xml version="1.0" encoding="utf-8"?>
<p:tagLst xmlns:p="http://schemas.openxmlformats.org/presentationml/2006/main">
  <p:tag name="KSO_WM_UNIT_INDEX" val="15"/>
  <p:tag name="KSO_WM_UNIT_TYPE" val="f"/>
  <p:tag name="KSO_WM_UNIT_SUBTYPE" val="a"/>
  <p:tag name="KSO_WM_BEAUTIFY_FLAG" val="#wm#"/>
</p:tagLst>
</file>

<file path=ppt/tags/tag34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4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4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6.xml><?xml version="1.0" encoding="utf-8"?>
<p:tagLst xmlns:p="http://schemas.openxmlformats.org/presentationml/2006/main">
  <p:tag name="KSO_WM_UNIT_INDEX" val="13"/>
  <p:tag name="KSO_WM_UNIT_TYPE" val="f"/>
  <p:tag name="KSO_WM_UNIT_SUBTYPE" val="a"/>
  <p:tag name="KSO_WM_BEAUTIFY_FLAG" val="#wm#"/>
</p:tagLst>
</file>

<file path=ppt/tags/tag347.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48.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49.xml><?xml version="1.0" encoding="utf-8"?>
<p:tagLst xmlns:p="http://schemas.openxmlformats.org/presentationml/2006/main">
  <p:tag name="KSO_WM_UNIT_INDEX" val="11"/>
  <p:tag name="KSO_WM_UNIT_TYPE" val="f"/>
  <p:tag name="KSO_WM_UNIT_SUBTYPE" val="a"/>
  <p:tag name="KSO_WM_BEAUTIFY_FLAG" val="#wm#"/>
</p:tagLst>
</file>

<file path=ppt/tags/tag350.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5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5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3.xml><?xml version="1.0" encoding="utf-8"?>
<p:tagLst xmlns:p="http://schemas.openxmlformats.org/presentationml/2006/main">
  <p:tag name="KSO_WM_UNIT_INDEX" val="2"/>
  <p:tag name="KSO_WM_UNIT_TYPE" val="f"/>
  <p:tag name="KSO_WM_UNIT_SUBTYPE" val="a"/>
  <p:tag name="KSO_WM_BEAUTIFY_FLAG" val="#wm#"/>
</p:tagLst>
</file>

<file path=ppt/tags/tag354.xml><?xml version="1.0" encoding="utf-8"?>
<p:tagLst xmlns:p="http://schemas.openxmlformats.org/presentationml/2006/main">
  <p:tag name="KSO_WM_UNIT_INDEX" val="3"/>
  <p:tag name="KSO_WM_UNIT_TYPE" val="f"/>
  <p:tag name="KSO_WM_UNIT_SUBTYPE" val="a"/>
  <p:tag name="KSO_WM_BEAUTIFY_FLAG" val="#wm#"/>
</p:tagLst>
</file>

<file path=ppt/tags/tag355.xml><?xml version="1.0" encoding="utf-8"?>
<p:tagLst xmlns:p="http://schemas.openxmlformats.org/presentationml/2006/main">
  <p:tag name="KSO_WM_BEAUTIFY_FLAG" val="#wm#"/>
  <p:tag name="KSO_WM_UNIT_TYPE" val="l_h_f"/>
  <p:tag name="KSO_WM_UNIT_INDEX" val="1_1_1"/>
  <p:tag name="KSO_WM_UNIT_ID" val="diagram19882022_2*l_h_f*1_1_1"/>
  <p:tag name="KSO_WM_TEMPLATE_INDEX" val="19882022"/>
  <p:tag name="KSO_WM_TAG_VERSION" val="2.0"/>
  <p:tag name="KSO_WM_DIAGRAM_GROUP_CODE" val="l1-1"/>
  <p:tag name="KSO_WM_DIAGRAM_VIRTUALLY_FRAME" val="{&quot;height&quot;:249.05,&quot;left&quot;:43.45,&quot;top&quot;:193,&quot;width&quot;:636}"/>
</p:tagLst>
</file>

<file path=ppt/tags/tag356.xml><?xml version="1.0" encoding="utf-8"?>
<p:tagLst xmlns:p="http://schemas.openxmlformats.org/presentationml/2006/main">
  <p:tag name="KSO_WM_BEAUTIFY_FLAG" val="#wm#"/>
  <p:tag name="KSO_WM_UNIT_TYPE" val="l_h_a"/>
  <p:tag name="KSO_WM_UNIT_INDEX" val="1_1_1"/>
  <p:tag name="KSO_WM_UNIT_ID" val="diagram19882022_2*l_h_a*1_1_1"/>
  <p:tag name="KSO_WM_TEMPLATE_INDEX" val="19882022"/>
  <p:tag name="KSO_WM_TAG_VERSION" val="2.0"/>
  <p:tag name="KSO_WM_DIAGRAM_GROUP_CODE" val="l1-1"/>
  <p:tag name="KSO_WM_DIAGRAM_VIRTUALLY_FRAME" val="{&quot;height&quot;:249.05,&quot;left&quot;:43.45,&quot;top&quot;:193,&quot;width&quot;:636}"/>
</p:tagLst>
</file>

<file path=ppt/tags/tag357.xml><?xml version="1.0" encoding="utf-8"?>
<p:tagLst xmlns:p="http://schemas.openxmlformats.org/presentationml/2006/main">
  <p:tag name="KSO_WM_BEAUTIFY_FLAG" val="#wm#"/>
  <p:tag name="KSO_WM_UNIT_TYPE" val="l_h_f"/>
  <p:tag name="KSO_WM_UNIT_INDEX" val="1_2_1"/>
  <p:tag name="KSO_WM_UNIT_ID" val="diagram19882022_2*l_h_f*1_2_1"/>
  <p:tag name="KSO_WM_TEMPLATE_INDEX" val="19882022"/>
  <p:tag name="KSO_WM_TAG_VERSION" val="2.0"/>
  <p:tag name="KSO_WM_DIAGRAM_GROUP_CODE" val="l1-1"/>
  <p:tag name="KSO_WM_DIAGRAM_VIRTUALLY_FRAME" val="{&quot;height&quot;:249.05,&quot;left&quot;:43.45,&quot;top&quot;:193,&quot;width&quot;:636}"/>
</p:tagLst>
</file>

<file path=ppt/tags/tag358.xml><?xml version="1.0" encoding="utf-8"?>
<p:tagLst xmlns:p="http://schemas.openxmlformats.org/presentationml/2006/main">
  <p:tag name="KSO_WM_BEAUTIFY_FLAG" val="#wm#"/>
  <p:tag name="KSO_WM_UNIT_TYPE" val="l_h_a"/>
  <p:tag name="KSO_WM_UNIT_INDEX" val="1_2_1"/>
  <p:tag name="KSO_WM_UNIT_ID" val="diagram19882022_2*l_h_a*1_2_1"/>
  <p:tag name="KSO_WM_TEMPLATE_INDEX" val="19882022"/>
  <p:tag name="KSO_WM_TAG_VERSION" val="2.0"/>
  <p:tag name="KSO_WM_DIAGRAM_GROUP_CODE" val="l1-1"/>
  <p:tag name="KSO_WM_DIAGRAM_VIRTUALLY_FRAME" val="{&quot;height&quot;:249.05,&quot;left&quot;:43.45,&quot;top&quot;:193,&quot;width&quot;:636}"/>
</p:tagLst>
</file>

<file path=ppt/tags/tag359.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60.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6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2.xml><?xml version="1.0" encoding="utf-8"?>
<p:tagLst xmlns:p="http://schemas.openxmlformats.org/presentationml/2006/main">
  <p:tag name="KSO_WM_UNIT_INDEX" val="12"/>
  <p:tag name="KSO_WM_UNIT_TYPE" val="f"/>
  <p:tag name="KSO_WM_UNIT_SUBTYPE" val="a"/>
  <p:tag name="KSO_WM_BEAUTIFY_FLAG" val="#wm#"/>
</p:tagLst>
</file>

<file path=ppt/tags/tag363.xml><?xml version="1.0" encoding="utf-8"?>
<p:tagLst xmlns:p="http://schemas.openxmlformats.org/presentationml/2006/main">
  <p:tag name="KSO_WM_UNIT_INDEX" val="3"/>
  <p:tag name="KSO_WM_UNIT_TYPE" val="f"/>
  <p:tag name="KSO_WM_UNIT_SUBTYPE" val="a"/>
  <p:tag name="KSO_WM_BEAUTIFY_FLAG" val="#wm#"/>
</p:tagLst>
</file>

<file path=ppt/tags/tag364.xml><?xml version="1.0" encoding="utf-8"?>
<p:tagLst xmlns:p="http://schemas.openxmlformats.org/presentationml/2006/main">
  <p:tag name="KSO_WM_UNIT_INDEX" val="4"/>
  <p:tag name="KSO_WM_UNIT_TYPE" val="f"/>
  <p:tag name="KSO_WM_UNIT_SUBTYPE" val="a"/>
  <p:tag name="KSO_WM_BEAUTIFY_FLAG" val="#wm#"/>
</p:tagLst>
</file>

<file path=ppt/tags/tag365.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66.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6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8.xml><?xml version="1.0" encoding="utf-8"?>
<p:tagLst xmlns:p="http://schemas.openxmlformats.org/presentationml/2006/main">
  <p:tag name="KSO_WM_UNIT_INDEX" val="13"/>
  <p:tag name="KSO_WM_UNIT_TYPE" val="f"/>
  <p:tag name="KSO_WM_UNIT_SUBTYPE" val="a"/>
  <p:tag name="KSO_WM_BEAUTIFY_FLAG" val="#wm#"/>
</p:tagLst>
</file>

<file path=ppt/tags/tag369.xml><?xml version="1.0" encoding="utf-8"?>
<p:tagLst xmlns:p="http://schemas.openxmlformats.org/presentationml/2006/main">
  <p:tag name="KSO_WM_UNIT_INDEX" val="2"/>
  <p:tag name="KSO_WM_UNIT_TYPE" val="f"/>
  <p:tag name="KSO_WM_UNIT_SUBTYPE" val="a"/>
  <p:tag name="KSO_WM_BEAUTIFY_FLAG" val="#wm#"/>
</p:tagLst>
</file>

<file path=ppt/tags/tag370.xml><?xml version="1.0" encoding="utf-8"?>
<p:tagLst xmlns:p="http://schemas.openxmlformats.org/presentationml/2006/main">
  <p:tag name="KSO_WM_UNIT_INDEX" val="3"/>
  <p:tag name="KSO_WM_UNIT_TYPE" val="f"/>
  <p:tag name="KSO_WM_UNIT_SUBTYPE" val="a"/>
  <p:tag name="KSO_WM_BEAUTIFY_FLAG" val="#wm#"/>
</p:tagLst>
</file>

<file path=ppt/tags/tag371.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72.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37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4.xml><?xml version="1.0" encoding="utf-8"?>
<p:tagLst xmlns:p="http://schemas.openxmlformats.org/presentationml/2006/main">
  <p:tag name="KSO_WM_UNIT_INDEX" val="34"/>
  <p:tag name="KSO_WM_UNIT_TYPE" val="f"/>
  <p:tag name="KSO_WM_UNIT_SUBTYPE" val="a"/>
  <p:tag name="KSO_WM_BEAUTIFY_FLAG" val="#wm#"/>
</p:tagLst>
</file>

<file path=ppt/tags/tag375.xml><?xml version="1.0" encoding="utf-8"?>
<p:tagLst xmlns:p="http://schemas.openxmlformats.org/presentationml/2006/main">
  <p:tag name="KSO_WM_UNIT_INDEX" val="35"/>
  <p:tag name="KSO_WM_UNIT_TYPE" val="f"/>
  <p:tag name="KSO_WM_UNIT_SUBTYPE" val="a"/>
  <p:tag name="KSO_WM_BEAUTIFY_FLAG" val="#wm#"/>
</p:tagLst>
</file>

<file path=ppt/tags/tag376.xml><?xml version="1.0" encoding="utf-8"?>
<p:tagLst xmlns:p="http://schemas.openxmlformats.org/presentationml/2006/main">
  <p:tag name="KSO_WM_UNIT_INDEX" val="36"/>
  <p:tag name="KSO_WM_UNIT_TYPE" val="f"/>
  <p:tag name="KSO_WM_UNIT_SUBTYPE" val="a"/>
  <p:tag name="KSO_WM_BEAUTIFY_FLAG" val="#wm#"/>
</p:tagLst>
</file>

<file path=ppt/tags/tag377.xml><?xml version="1.0" encoding="utf-8"?>
<p:tagLst xmlns:p="http://schemas.openxmlformats.org/presentationml/2006/main">
  <p:tag name="KSO_WM_BEAUTIFY_FLAG" val="#wm#"/>
  <p:tag name="KSO_WM_UNIT_TYPE" val="l_h_x"/>
  <p:tag name="KSO_WM_UNIT_INDEX" val="1_2_1"/>
  <p:tag name="KSO_WM_TEMPLATE_INDEX" val="19882022"/>
  <p:tag name="KSO_WM_TAG_VERSION" val="2.0"/>
  <p:tag name="KSO_WM_DIAGRAM_GROUP_CODE" val="l1-1"/>
</p:tagLst>
</file>

<file path=ppt/tags/tag378.xml><?xml version="1.0" encoding="utf-8"?>
<p:tagLst xmlns:p="http://schemas.openxmlformats.org/presentationml/2006/main">
  <p:tag name="KSO_WM_BEAUTIFY_FLAG" val="#wm#"/>
  <p:tag name="KSO_WM_UNIT_TYPE" val="l_h_f"/>
  <p:tag name="KSO_WM_UNIT_INDEX" val="1_2_1"/>
  <p:tag name="KSO_WM_TEMPLATE_INDEX" val="19882022"/>
  <p:tag name="KSO_WM_TAG_VERSION" val="2.0"/>
  <p:tag name="KSO_WM_DIAGRAM_GROUP_CODE" val="l1-1"/>
</p:tagLst>
</file>

<file path=ppt/tags/tag379.xml><?xml version="1.0" encoding="utf-8"?>
<p:tagLst xmlns:p="http://schemas.openxmlformats.org/presentationml/2006/main">
  <p:tag name="KSO_WM_BEAUTIFY_FLAG" val="#wm#"/>
  <p:tag name="KSO_WM_UNIT_TYPE" val="l_h_i"/>
  <p:tag name="KSO_WM_UNIT_INDEX" val="1_2_3"/>
  <p:tag name="KSO_WM_TEMPLATE_INDEX" val="19882022"/>
  <p:tag name="KSO_WM_TAG_VERSION" val="2.0"/>
  <p:tag name="KSO_WM_DIAGRAM_GROUP_CODE" val="l1-1"/>
</p:tagLst>
</file>

<file path=ppt/tags/tag380.xml><?xml version="1.0" encoding="utf-8"?>
<p:tagLst xmlns:p="http://schemas.openxmlformats.org/presentationml/2006/main">
  <p:tag name="KSO_WM_BEAUTIFY_FLAG" val="#wm#"/>
  <p:tag name="KSO_WM_UNIT_TYPE" val="l_h_i"/>
  <p:tag name="KSO_WM_UNIT_INDEX" val="1_2_2"/>
  <p:tag name="KSO_WM_TEMPLATE_INDEX" val="19882022"/>
  <p:tag name="KSO_WM_TAG_VERSION" val="2.0"/>
  <p:tag name="KSO_WM_DIAGRAM_GROUP_CODE" val="l1-1"/>
</p:tagLst>
</file>

<file path=ppt/tags/tag381.xml><?xml version="1.0" encoding="utf-8"?>
<p:tagLst xmlns:p="http://schemas.openxmlformats.org/presentationml/2006/main">
  <p:tag name="KSO_WM_BEAUTIFY_FLAG" val="#wm#"/>
  <p:tag name="KSO_WM_UNIT_TYPE" val="l_h_x"/>
  <p:tag name="KSO_WM_UNIT_INDEX" val="1_1_5"/>
  <p:tag name="KSO_WM_TEMPLATE_INDEX" val="19882022"/>
  <p:tag name="KSO_WM_TAG_VERSION" val="2.0"/>
  <p:tag name="KSO_WM_DIAGRAM_GROUP_CODE" val="l1-1"/>
</p:tagLst>
</file>

<file path=ppt/tags/tag382.xml><?xml version="1.0" encoding="utf-8"?>
<p:tagLst xmlns:p="http://schemas.openxmlformats.org/presentationml/2006/main">
  <p:tag name="KSO_WM_BEAUTIFY_FLAG" val="#wm#"/>
  <p:tag name="KSO_WM_UNIT_TYPE" val="l_h_x"/>
  <p:tag name="KSO_WM_UNIT_INDEX" val="1_2_5"/>
  <p:tag name="KSO_WM_TEMPLATE_INDEX" val="19882022"/>
  <p:tag name="KSO_WM_TAG_VERSION" val="2.0"/>
  <p:tag name="KSO_WM_DIAGRAM_GROUP_CODE" val="l1-1"/>
</p:tagLst>
</file>

<file path=ppt/tags/tag383.xml><?xml version="1.0" encoding="utf-8"?>
<p:tagLst xmlns:p="http://schemas.openxmlformats.org/presentationml/2006/main">
  <p:tag name="KSO_WM_BEAUTIFY_FLAG" val="#wm#"/>
  <p:tag name="KSO_WM_UNIT_TYPE" val="l_h_x"/>
  <p:tag name="KSO_WM_UNIT_INDEX" val="1_2_3"/>
  <p:tag name="KSO_WM_TEMPLATE_INDEX" val="19882022"/>
  <p:tag name="KSO_WM_TAG_VERSION" val="2.0"/>
  <p:tag name="KSO_WM_DIAGRAM_GROUP_CODE" val="l1-1"/>
</p:tagLst>
</file>

<file path=ppt/tags/tag384.xml><?xml version="1.0" encoding="utf-8"?>
<p:tagLst xmlns:p="http://schemas.openxmlformats.org/presentationml/2006/main">
  <p:tag name="KSO_WM_BEAUTIFY_FLAG" val="#wm#"/>
  <p:tag name="KSO_WM_UNIT_TYPE" val="l_h_x"/>
  <p:tag name="KSO_WM_UNIT_INDEX" val="1_1_2"/>
  <p:tag name="KSO_WM_TEMPLATE_INDEX" val="19882022"/>
  <p:tag name="KSO_WM_TAG_VERSION" val="2.0"/>
  <p:tag name="KSO_WM_DIAGRAM_GROUP_CODE" val="l1-1"/>
</p:tagLst>
</file>

<file path=ppt/tags/tag385.xml><?xml version="1.0" encoding="utf-8"?>
<p:tagLst xmlns:p="http://schemas.openxmlformats.org/presentationml/2006/main">
  <p:tag name="KSO_WM_BEAUTIFY_FLAG" val="#wm#"/>
  <p:tag name="KSO_WM_UNIT_TYPE" val="l_h_x"/>
  <p:tag name="KSO_WM_UNIT_INDEX" val="1_2_2"/>
  <p:tag name="KSO_WM_TEMPLATE_INDEX" val="19882022"/>
  <p:tag name="KSO_WM_TAG_VERSION" val="2.0"/>
  <p:tag name="KSO_WM_DIAGRAM_GROUP_CODE" val="l1-1"/>
</p:tagLst>
</file>

<file path=ppt/tags/tag386.xml><?xml version="1.0" encoding="utf-8"?>
<p:tagLst xmlns:p="http://schemas.openxmlformats.org/presentationml/2006/main">
  <p:tag name="KSO_WM_BEAUTIFY_FLAG" val="#wm#"/>
  <p:tag name="KSO_WM_UNIT_TYPE" val="l_i"/>
  <p:tag name="KSO_WM_UNIT_INDEX" val="1_1"/>
  <p:tag name="KSO_WM_TEMPLATE_INDEX" val="19882022"/>
  <p:tag name="KSO_WM_TAG_VERSION" val="2.0"/>
  <p:tag name="KSO_WM_DIAGRAM_GROUP_CODE" val="l1-1"/>
</p:tagLst>
</file>

<file path=ppt/tags/tag387.xml><?xml version="1.0" encoding="utf-8"?>
<p:tagLst xmlns:p="http://schemas.openxmlformats.org/presentationml/2006/main">
  <p:tag name="KSO_WM_BEAUTIFY_FLAG" val="#wm#"/>
  <p:tag name="KSO_WM_UNIT_TYPE" val="l_h_a"/>
  <p:tag name="KSO_WM_UNIT_INDEX" val="1_2_1"/>
  <p:tag name="KSO_WM_TEMPLATE_INDEX" val="19882022"/>
  <p:tag name="KSO_WM_TAG_VERSION" val="2.0"/>
  <p:tag name="KSO_WM_DIAGRAM_GROUP_CODE" val="l1-1"/>
</p:tagLst>
</file>

<file path=ppt/tags/tag388.xml><?xml version="1.0" encoding="utf-8"?>
<p:tagLst xmlns:p="http://schemas.openxmlformats.org/presentationml/2006/main">
  <p:tag name="KSO_WM_BEAUTIFY_FLAG" val="#wm#"/>
  <p:tag name="KSO_WM_UNIT_TYPE" val="l_i"/>
  <p:tag name="KSO_WM_UNIT_INDEX" val="1_1"/>
  <p:tag name="KSO_WM_TEMPLATE_INDEX" val="19882022"/>
  <p:tag name="KSO_WM_TAG_VERSION" val="2.0"/>
  <p:tag name="KSO_WM_DIAGRAM_GROUP_CODE" val="l1-1"/>
</p:tagLst>
</file>

<file path=ppt/tags/tag389.xml><?xml version="1.0" encoding="utf-8"?>
<p:tagLst xmlns:p="http://schemas.openxmlformats.org/presentationml/2006/main">
  <p:tag name="KSO_WM_BEAUTIFY_FLAG" val="#wm#"/>
  <p:tag name="KSO_WM_UNIT_TYPE" val="l_i"/>
  <p:tag name="KSO_WM_UNIT_INDEX" val="1_1"/>
  <p:tag name="KSO_WM_TEMPLATE_INDEX" val="19882022"/>
  <p:tag name="KSO_WM_TAG_VERSION" val="2.0"/>
  <p:tag name="KSO_WM_DIAGRAM_GROUP_CODE" val="l1-1"/>
</p:tagLst>
</file>

<file path=ppt/tags/tag390.xml><?xml version="1.0" encoding="utf-8"?>
<p:tagLst xmlns:p="http://schemas.openxmlformats.org/presentationml/2006/main">
  <p:tag name="KSO_WM_BEAUTIFY_FLAG" val="#wm#"/>
  <p:tag name="KSO_WM_UNIT_TYPE" val="l_h_x"/>
  <p:tag name="KSO_WM_UNIT_INDEX" val="1_2_4"/>
  <p:tag name="KSO_WM_TEMPLATE_INDEX" val="19882022"/>
  <p:tag name="KSO_WM_TAG_VERSION" val="2.0"/>
  <p:tag name="KSO_WM_DIAGRAM_GROUP_CODE" val="l1-1"/>
</p:tagLst>
</file>

<file path=ppt/tags/tag391.xml><?xml version="1.0" encoding="utf-8"?>
<p:tagLst xmlns:p="http://schemas.openxmlformats.org/presentationml/2006/main">
  <p:tag name="KSO_WM_BEAUTIFY_FLAG" val="#wm#"/>
  <p:tag name="KSO_WM_UNIT_TYPE" val="l_h_x"/>
  <p:tag name="KSO_WM_UNIT_INDEX" val="1_2_6"/>
  <p:tag name="KSO_WM_TEMPLATE_INDEX" val="19882022"/>
  <p:tag name="KSO_WM_TAG_VERSION" val="2.0"/>
  <p:tag name="KSO_WM_DIAGRAM_GROUP_CODE" val="l1-1"/>
</p:tagLst>
</file>

<file path=ppt/tags/tag392.xml><?xml version="1.0" encoding="utf-8"?>
<p:tagLst xmlns:p="http://schemas.openxmlformats.org/presentationml/2006/main">
  <p:tag name="KSO_WM_UNIT_INDEX" val="7"/>
  <p:tag name="KSO_WM_UNIT_TYPE" val="i"/>
  <p:tag name="KSO_WM_BEAUTIFY_FLAG" val="#wm#"/>
</p:tagLst>
</file>

<file path=ppt/tags/tag393.xml><?xml version="1.0" encoding="utf-8"?>
<p:tagLst xmlns:p="http://schemas.openxmlformats.org/presentationml/2006/main">
  <p:tag name="KSO_WM_BEAUTIFY_FLAG" val="#wm#"/>
  <p:tag name="KSO_WM_UNIT_TYPE" val="l_h_x"/>
  <p:tag name="KSO_WM_UNIT_INDEX" val="1_1_1"/>
  <p:tag name="KSO_WM_TEMPLATE_INDEX" val="19882022"/>
  <p:tag name="KSO_WM_TAG_VERSION" val="2.0"/>
  <p:tag name="KSO_WM_DIAGRAM_GROUP_CODE" val="l1-1"/>
</p:tagLst>
</file>

<file path=ppt/tags/tag394.xml><?xml version="1.0" encoding="utf-8"?>
<p:tagLst xmlns:p="http://schemas.openxmlformats.org/presentationml/2006/main">
  <p:tag name="KSO_WM_BEAUTIFY_FLAG" val="#wm#"/>
  <p:tag name="KSO_WM_UNIT_TYPE" val="l_h_a"/>
  <p:tag name="KSO_WM_UNIT_INDEX" val="1_1_1"/>
  <p:tag name="KSO_WM_TEMPLATE_INDEX" val="19882022"/>
  <p:tag name="KSO_WM_TAG_VERSION" val="2.0"/>
  <p:tag name="KSO_WM_DIAGRAM_GROUP_CODE" val="l1-1"/>
</p:tagLst>
</file>

<file path=ppt/tags/tag395.xml><?xml version="1.0" encoding="utf-8"?>
<p:tagLst xmlns:p="http://schemas.openxmlformats.org/presentationml/2006/main">
  <p:tag name="KSO_WM_BEAUTIFY_FLAG" val="#wm#"/>
  <p:tag name="KSO_WM_UNIT_TYPE" val="l_h_i"/>
  <p:tag name="KSO_WM_UNIT_INDEX" val="1_1_1"/>
  <p:tag name="KSO_WM_TEMPLATE_INDEX" val="19882022"/>
  <p:tag name="KSO_WM_TAG_VERSION" val="2.0"/>
  <p:tag name="KSO_WM_DIAGRAM_GROUP_CODE" val="l1-1"/>
</p:tagLst>
</file>

<file path=ppt/tags/tag396.xml><?xml version="1.0" encoding="utf-8"?>
<p:tagLst xmlns:p="http://schemas.openxmlformats.org/presentationml/2006/main">
  <p:tag name="KSO_WM_BEAUTIFY_FLAG" val="#wm#"/>
  <p:tag name="KSO_WM_UNIT_TYPE" val="l_h_i"/>
  <p:tag name="KSO_WM_UNIT_INDEX" val="1_1_2"/>
  <p:tag name="KSO_WM_TEMPLATE_INDEX" val="19882022"/>
  <p:tag name="KSO_WM_TAG_VERSION" val="2.0"/>
  <p:tag name="KSO_WM_DIAGRAM_GROUP_CODE" val="l1-1"/>
</p:tagLst>
</file>

<file path=ppt/tags/tag397.xml><?xml version="1.0" encoding="utf-8"?>
<p:tagLst xmlns:p="http://schemas.openxmlformats.org/presentationml/2006/main">
  <p:tag name="KSO_WM_BEAUTIFY_FLAG" val="#wm#"/>
  <p:tag name="KSO_WM_UNIT_TYPE" val="l_h_x"/>
  <p:tag name="KSO_WM_UNIT_INDEX" val="1_1_3"/>
  <p:tag name="KSO_WM_TEMPLATE_INDEX" val="19882022"/>
  <p:tag name="KSO_WM_TAG_VERSION" val="2.0"/>
  <p:tag name="KSO_WM_DIAGRAM_GROUP_CODE" val="l1-1"/>
</p:tagLst>
</file>

<file path=ppt/tags/tag398.xml><?xml version="1.0" encoding="utf-8"?>
<p:tagLst xmlns:p="http://schemas.openxmlformats.org/presentationml/2006/main">
  <p:tag name="KSO_WM_BEAUTIFY_FLAG" val="#wm#"/>
  <p:tag name="KSO_WM_UNIT_TYPE" val="l_h_x"/>
  <p:tag name="KSO_WM_UNIT_INDEX" val="1_1_6"/>
  <p:tag name="KSO_WM_TEMPLATE_INDEX" val="19882022"/>
  <p:tag name="KSO_WM_TAG_VERSION" val="2.0"/>
  <p:tag name="KSO_WM_DIAGRAM_GROUP_CODE" val="l1-1"/>
</p:tagLst>
</file>

<file path=ppt/tags/tag399.xml><?xml version="1.0" encoding="utf-8"?>
<p:tagLst xmlns:p="http://schemas.openxmlformats.org/presentationml/2006/main">
  <p:tag name="KSO_WM_BEAUTIFY_FLAG" val="#wm#"/>
  <p:tag name="KSO_WM_UNIT_TYPE" val="l_h_x"/>
  <p:tag name="KSO_WM_UNIT_INDEX" val="1_1_4"/>
  <p:tag name="KSO_WM_TEMPLATE_INDEX" val="19882022"/>
  <p:tag name="KSO_WM_TAG_VERSION" val="2.0"/>
  <p:tag name="KSO_WM_DIAGRAM_GROUP_CODE" val="l1-1"/>
</p:tagLst>
</file>

<file path=ppt/tags/tag400.xml><?xml version="1.0" encoding="utf-8"?>
<p:tagLst xmlns:p="http://schemas.openxmlformats.org/presentationml/2006/main">
  <p:tag name="KSO_WM_BEAUTIFY_FLAG" val="#wm#"/>
  <p:tag name="KSO_WM_UNIT_TYPE" val="l_h_f"/>
  <p:tag name="KSO_WM_UNIT_INDEX" val="1_1_1"/>
  <p:tag name="KSO_WM_TEMPLATE_INDEX" val="19882022"/>
  <p:tag name="KSO_WM_TAG_VERSION" val="2.0"/>
  <p:tag name="KSO_WM_DIAGRAM_GROUP_CODE" val="l1-1"/>
</p:tagLst>
</file>

<file path=ppt/tags/tag401.xml><?xml version="1.0" encoding="utf-8"?>
<p:tagLst xmlns:p="http://schemas.openxmlformats.org/presentationml/2006/main">
  <p:tag name="KSO_WM_BEAUTIFY_FLAG" val="#wm#"/>
  <p:tag name="KSO_WM_UNIT_TYPE" val="l_h_x"/>
  <p:tag name="KSO_WM_UNIT_INDEX" val="1_1_7"/>
  <p:tag name="KSO_WM_TEMPLATE_INDEX" val="19882022"/>
  <p:tag name="KSO_WM_TAG_VERSION" val="2.0"/>
  <p:tag name="KSO_WM_DIAGRAM_GROUP_CODE" val="l1-1"/>
</p:tagLst>
</file>

<file path=ppt/tags/tag402.xml><?xml version="1.0" encoding="utf-8"?>
<p:tagLst xmlns:p="http://schemas.openxmlformats.org/presentationml/2006/main">
  <p:tag name="KSO_WM_BEAUTIFY_FLAG" val="#wm#"/>
  <p:tag name="KSO_WM_UNIT_TYPE" val="l_h_i"/>
  <p:tag name="KSO_WM_UNIT_INDEX" val="1_2_1"/>
  <p:tag name="KSO_WM_TEMPLATE_INDEX" val="19882022"/>
  <p:tag name="KSO_WM_TAG_VERSION" val="2.0"/>
  <p:tag name="KSO_WM_DIAGRAM_GROUP_CODE" val="l1-1"/>
</p:tagLst>
</file>

<file path=ppt/tags/tag403.xml><?xml version="1.0" encoding="utf-8"?>
<p:tagLst xmlns:p="http://schemas.openxmlformats.org/presentationml/2006/main">
  <p:tag name="KSO_WM_UNIT_INDEX" val="32"/>
  <p:tag name="KSO_WM_UNIT_TYPE" val="f"/>
  <p:tag name="KSO_WM_UNIT_SUBTYPE" val="a"/>
  <p:tag name="KSO_WM_BEAUTIFY_FLAG" val="#wm#"/>
</p:tagLst>
</file>

<file path=ppt/tags/tag404.xml><?xml version="1.0" encoding="utf-8"?>
<p:tagLst xmlns:p="http://schemas.openxmlformats.org/presentationml/2006/main">
  <p:tag name="KSO_WM_UNIT_INDEX" val="33"/>
  <p:tag name="KSO_WM_UNIT_TYPE" val="i"/>
  <p:tag name="KSO_WM_BEAUTIFY_FLAG" val="#wm#"/>
</p:tagLst>
</file>

<file path=ppt/tags/tag405.xml><?xml version="1.0" encoding="utf-8"?>
<p:tagLst xmlns:p="http://schemas.openxmlformats.org/presentationml/2006/main">
  <p:tag name="KSO_WM_BEAUTIFY_FLAG" val="#wm#"/>
  <p:tag name="KSO_WM_UNIT_TYPE" val="l_h_f"/>
  <p:tag name="KSO_WM_UNIT_INDEX" val="1_2_2"/>
  <p:tag name="KSO_WM_TEMPLATE_INDEX" val="19882022"/>
  <p:tag name="KSO_WM_TAG_VERSION" val="2.0"/>
  <p:tag name="KSO_WM_DIAGRAM_GROUP_CODE" val="l1-1"/>
</p:tagLst>
</file>

<file path=ppt/tags/tag406.xml><?xml version="1.0" encoding="utf-8"?>
<p:tagLst xmlns:p="http://schemas.openxmlformats.org/presentationml/2006/main">
  <p:tag name="KSO_WM_BEAUTIFY_FLAG" val="#wm#"/>
  <p:tag name="KSO_WM_UNIT_TYPE" val="l_h_f"/>
  <p:tag name="KSO_WM_UNIT_INDEX" val="1_1_2"/>
  <p:tag name="KSO_WM_TEMPLATE_INDEX" val="19882022"/>
  <p:tag name="KSO_WM_TAG_VERSION" val="2.0"/>
  <p:tag name="KSO_WM_DIAGRAM_GROUP_CODE" val="l1-1"/>
</p:tagLst>
</file>

<file path=ppt/tags/tag407.xml><?xml version="1.0" encoding="utf-8"?>
<p:tagLst xmlns:p="http://schemas.openxmlformats.org/presentationml/2006/main">
  <p:tag name="KSO_WM_BEAUTIFY_FLAG" val="#wm#"/>
  <p:tag name="KSO_WM_UNIT_TYPE" val="l_h_x"/>
  <p:tag name="KSO_WM_UNIT_INDEX" val="1_2_7"/>
  <p:tag name="KSO_WM_TEMPLATE_INDEX" val="19882022"/>
  <p:tag name="KSO_WM_TAG_VERSION" val="2.0"/>
  <p:tag name="KSO_WM_DIAGRAM_GROUP_CODE" val="l1-1"/>
</p:tagLst>
</file>

<file path=ppt/tags/tag408.xml><?xml version="1.0" encoding="utf-8"?>
<p:tagLst xmlns:p="http://schemas.openxmlformats.org/presentationml/2006/main">
  <p:tag name="KSO_WM_BEAUTIFY_FLAG" val="#wm#"/>
  <p:tag name="KSO_WM_UNIT_TYPE" val="l_h_x"/>
  <p:tag name="KSO_WM_UNIT_INDEX" val="1_2_8"/>
  <p:tag name="KSO_WM_TEMPLATE_INDEX" val="19882022"/>
  <p:tag name="KSO_WM_TAG_VERSION" val="2.0"/>
  <p:tag name="KSO_WM_DIAGRAM_GROUP_CODE" val="l1-1"/>
</p:tagLst>
</file>

<file path=ppt/tags/tag409.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 name="KSO_WM_UNIT_ID" val="_2*a*1"/>
</p:tagLst>
</file>

<file path=ppt/tags/tag410.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1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2.xml><?xml version="1.0" encoding="utf-8"?>
<p:tagLst xmlns:p="http://schemas.openxmlformats.org/presentationml/2006/main">
  <p:tag name="KSO_WM_UNIT_INDEX" val="11"/>
  <p:tag name="KSO_WM_UNIT_TYPE" val="f"/>
  <p:tag name="KSO_WM_UNIT_SUBTYPE" val="a"/>
  <p:tag name="KSO_WM_BEAUTIFY_FLAG" val="#wm#"/>
</p:tagLst>
</file>

<file path=ppt/tags/tag41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1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6.xml><?xml version="1.0" encoding="utf-8"?>
<p:tagLst xmlns:p="http://schemas.openxmlformats.org/presentationml/2006/main">
  <p:tag name="KSO_WM_UNIT_INDEX" val="2"/>
  <p:tag name="KSO_WM_UNIT_TYPE" val="f"/>
  <p:tag name="KSO_WM_UNIT_SUBTYPE" val="a"/>
  <p:tag name="KSO_WM_BEAUTIFY_FLAG" val="#wm#"/>
</p:tagLst>
</file>

<file path=ppt/tags/tag417.xml><?xml version="1.0" encoding="utf-8"?>
<p:tagLst xmlns:p="http://schemas.openxmlformats.org/presentationml/2006/main">
  <p:tag name="KSO_WM_UNIT_INDEX" val="6"/>
  <p:tag name="KSO_WM_UNIT_TYPE" val="f"/>
  <p:tag name="KSO_WM_UNIT_SUBTYPE" val="a"/>
  <p:tag name="KSO_WM_BEAUTIFY_FLAG" val="#wm#"/>
</p:tagLst>
</file>

<file path=ppt/tags/tag418.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19.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20.xml><?xml version="1.0" encoding="utf-8"?>
<p:tagLst xmlns:p="http://schemas.openxmlformats.org/presentationml/2006/main">
  <p:tag name="KSO_WM_UNIT_INDEX" val="3"/>
  <p:tag name="KSO_WM_UNIT_TYPE" val="i"/>
  <p:tag name="KSO_WM_BEAUTIFY_FLAG" val="#wm#"/>
</p:tagLst>
</file>

<file path=ppt/tags/tag421.xml><?xml version="1.0" encoding="utf-8"?>
<p:tagLst xmlns:p="http://schemas.openxmlformats.org/presentationml/2006/main">
  <p:tag name="KSO_WM_UNIT_INDEX" val="4"/>
  <p:tag name="KSO_WM_UNIT_TYPE" val="f"/>
  <p:tag name="KSO_WM_UNIT_SUBTYPE" val="a"/>
  <p:tag name="KSO_WM_BEAUTIFY_FLAG" val="#wm#"/>
</p:tagLst>
</file>

<file path=ppt/tags/tag422.xml><?xml version="1.0" encoding="utf-8"?>
<p:tagLst xmlns:p="http://schemas.openxmlformats.org/presentationml/2006/main">
  <p:tag name="KSO_WM_UNIT_INDEX" val="5"/>
  <p:tag name="KSO_WM_UNIT_TYPE" val="i"/>
  <p:tag name="KSO_WM_BEAUTIFY_FLAG" val="#wm#"/>
</p:tagLst>
</file>

<file path=ppt/tags/tag423.xml><?xml version="1.0" encoding="utf-8"?>
<p:tagLst xmlns:p="http://schemas.openxmlformats.org/presentationml/2006/main">
  <p:tag name="KSO_WM_UNIT_INDEX" val="28"/>
  <p:tag name="KSO_WM_UNIT_TYPE" val="i"/>
  <p:tag name="KSO_WM_BEAUTIFY_FLAG" val="#wm#"/>
</p:tagLst>
</file>

<file path=ppt/tags/tag424.xml><?xml version="1.0" encoding="utf-8"?>
<p:tagLst xmlns:p="http://schemas.openxmlformats.org/presentationml/2006/main">
  <p:tag name="KSO_WM_UNIT_INDEX" val="6"/>
  <p:tag name="KSO_WM_UNIT_TYPE" val="i"/>
  <p:tag name="KSO_WM_BEAUTIFY_FLAG" val="#wm#"/>
</p:tagLst>
</file>

<file path=ppt/tags/tag425.xml><?xml version="1.0" encoding="utf-8"?>
<p:tagLst xmlns:p="http://schemas.openxmlformats.org/presentationml/2006/main">
  <p:tag name="KSO_WM_UNIT_INDEX" val="7"/>
  <p:tag name="KSO_WM_UNIT_TYPE" val="i"/>
  <p:tag name="KSO_WM_BEAUTIFY_FLAG" val="#wm#"/>
</p:tagLst>
</file>

<file path=ppt/tags/tag426.xml><?xml version="1.0" encoding="utf-8"?>
<p:tagLst xmlns:p="http://schemas.openxmlformats.org/presentationml/2006/main">
  <p:tag name="KSO_WM_UNIT_INDEX" val="8"/>
  <p:tag name="KSO_WM_UNIT_TYPE" val="i"/>
  <p:tag name="KSO_WM_BEAUTIFY_FLAG" val="#wm#"/>
</p:tagLst>
</file>

<file path=ppt/tags/tag427.xml><?xml version="1.0" encoding="utf-8"?>
<p:tagLst xmlns:p="http://schemas.openxmlformats.org/presentationml/2006/main">
  <p:tag name="KSO_WM_UNIT_INDEX" val="9"/>
  <p:tag name="KSO_WM_UNIT_TYPE" val="i"/>
  <p:tag name="KSO_WM_BEAUTIFY_FLAG" val="#wm#"/>
</p:tagLst>
</file>

<file path=ppt/tags/tag428.xml><?xml version="1.0" encoding="utf-8"?>
<p:tagLst xmlns:p="http://schemas.openxmlformats.org/presentationml/2006/main">
  <p:tag name="KSO_WM_UNIT_INDEX" val="10"/>
  <p:tag name="KSO_WM_UNIT_TYPE" val="f"/>
  <p:tag name="KSO_WM_UNIT_SUBTYPE" val="a"/>
  <p:tag name="KSO_WM_BEAUTIFY_FLAG" val="#wm#"/>
</p:tagLst>
</file>

<file path=ppt/tags/tag429.xml><?xml version="1.0" encoding="utf-8"?>
<p:tagLst xmlns:p="http://schemas.openxmlformats.org/presentationml/2006/main">
  <p:tag name="KSO_WM_UNIT_INDEX" val="11"/>
  <p:tag name="KSO_WM_UNIT_TYPE" val="i"/>
  <p:tag name="KSO_WM_BEAUTIFY_FLAG" val="#wm#"/>
</p:tagLst>
</file>

<file path=ppt/tags/tag430.xml><?xml version="1.0" encoding="utf-8"?>
<p:tagLst xmlns:p="http://schemas.openxmlformats.org/presentationml/2006/main">
  <p:tag name="KSO_WM_UNIT_INDEX" val="29"/>
  <p:tag name="KSO_WM_UNIT_TYPE" val="i"/>
  <p:tag name="KSO_WM_BEAUTIFY_FLAG" val="#wm#"/>
</p:tagLst>
</file>

<file path=ppt/tags/tag431.xml><?xml version="1.0" encoding="utf-8"?>
<p:tagLst xmlns:p="http://schemas.openxmlformats.org/presentationml/2006/main">
  <p:tag name="KSO_WM_UNIT_INDEX" val="12"/>
  <p:tag name="KSO_WM_UNIT_TYPE" val="i"/>
  <p:tag name="KSO_WM_BEAUTIFY_FLAG" val="#wm#"/>
</p:tagLst>
</file>

<file path=ppt/tags/tag432.xml><?xml version="1.0" encoding="utf-8"?>
<p:tagLst xmlns:p="http://schemas.openxmlformats.org/presentationml/2006/main">
  <p:tag name="KSO_WM_UNIT_INDEX" val="13"/>
  <p:tag name="KSO_WM_UNIT_TYPE" val="i"/>
  <p:tag name="KSO_WM_BEAUTIFY_FLAG" val="#wm#"/>
</p:tagLst>
</file>

<file path=ppt/tags/tag433.xml><?xml version="1.0" encoding="utf-8"?>
<p:tagLst xmlns:p="http://schemas.openxmlformats.org/presentationml/2006/main">
  <p:tag name="KSO_WM_UNIT_INDEX" val="14"/>
  <p:tag name="KSO_WM_UNIT_TYPE" val="i"/>
  <p:tag name="KSO_WM_BEAUTIFY_FLAG" val="#wm#"/>
</p:tagLst>
</file>

<file path=ppt/tags/tag434.xml><?xml version="1.0" encoding="utf-8"?>
<p:tagLst xmlns:p="http://schemas.openxmlformats.org/presentationml/2006/main">
  <p:tag name="KSO_WM_UNIT_INDEX" val="15"/>
  <p:tag name="KSO_WM_UNIT_TYPE" val="i"/>
  <p:tag name="KSO_WM_BEAUTIFY_FLAG" val="#wm#"/>
</p:tagLst>
</file>

<file path=ppt/tags/tag435.xml><?xml version="1.0" encoding="utf-8"?>
<p:tagLst xmlns:p="http://schemas.openxmlformats.org/presentationml/2006/main">
  <p:tag name="KSO_WM_UNIT_INDEX" val="16"/>
  <p:tag name="KSO_WM_UNIT_TYPE" val="f"/>
  <p:tag name="KSO_WM_UNIT_SUBTYPE" val="a"/>
  <p:tag name="KSO_WM_BEAUTIFY_FLAG" val="#wm#"/>
</p:tagLst>
</file>

<file path=ppt/tags/tag436.xml><?xml version="1.0" encoding="utf-8"?>
<p:tagLst xmlns:p="http://schemas.openxmlformats.org/presentationml/2006/main">
  <p:tag name="KSO_WM_UNIT_INDEX" val="17"/>
  <p:tag name="KSO_WM_UNIT_TYPE" val="i"/>
  <p:tag name="KSO_WM_BEAUTIFY_FLAG" val="#wm#"/>
</p:tagLst>
</file>

<file path=ppt/tags/tag437.xml><?xml version="1.0" encoding="utf-8"?>
<p:tagLst xmlns:p="http://schemas.openxmlformats.org/presentationml/2006/main">
  <p:tag name="KSO_WM_UNIT_INDEX" val="30"/>
  <p:tag name="KSO_WM_UNIT_TYPE" val="i"/>
  <p:tag name="KSO_WM_BEAUTIFY_FLAG" val="#wm#"/>
</p:tagLst>
</file>

<file path=ppt/tags/tag438.xml><?xml version="1.0" encoding="utf-8"?>
<p:tagLst xmlns:p="http://schemas.openxmlformats.org/presentationml/2006/main">
  <p:tag name="KSO_WM_UNIT_INDEX" val="18"/>
  <p:tag name="KSO_WM_UNIT_TYPE" val="i"/>
  <p:tag name="KSO_WM_BEAUTIFY_FLAG" val="#wm#"/>
</p:tagLst>
</file>

<file path=ppt/tags/tag439.xml><?xml version="1.0" encoding="utf-8"?>
<p:tagLst xmlns:p="http://schemas.openxmlformats.org/presentationml/2006/main">
  <p:tag name="KSO_WM_UNIT_INDEX" val="19"/>
  <p:tag name="KSO_WM_UNIT_TYPE" val="i"/>
  <p:tag name="KSO_WM_BEAUTIFY_FLAG" val="#wm#"/>
</p:tagLst>
</file>

<file path=ppt/tags/tag440.xml><?xml version="1.0" encoding="utf-8"?>
<p:tagLst xmlns:p="http://schemas.openxmlformats.org/presentationml/2006/main">
  <p:tag name="KSO_WM_UNIT_INDEX" val="20"/>
  <p:tag name="KSO_WM_UNIT_TYPE" val="i"/>
  <p:tag name="KSO_WM_BEAUTIFY_FLAG" val="#wm#"/>
</p:tagLst>
</file>

<file path=ppt/tags/tag441.xml><?xml version="1.0" encoding="utf-8"?>
<p:tagLst xmlns:p="http://schemas.openxmlformats.org/presentationml/2006/main">
  <p:tag name="KSO_WM_UNIT_INDEX" val="33"/>
  <p:tag name="KSO_WM_UNIT_TYPE" val="f"/>
  <p:tag name="KSO_WM_UNIT_SUBTYPE" val="a"/>
  <p:tag name="KSO_WM_BEAUTIFY_FLAG" val="#wm#"/>
</p:tagLst>
</file>

<file path=ppt/tags/tag442.xml><?xml version="1.0" encoding="utf-8"?>
<p:tagLst xmlns:p="http://schemas.openxmlformats.org/presentationml/2006/main">
  <p:tag name="KSO_WM_UNIT_INDEX" val="31"/>
  <p:tag name="KSO_WM_UNIT_TYPE" val="i"/>
  <p:tag name="KSO_WM_BEAUTIFY_FLAG" val="#wm#"/>
</p:tagLst>
</file>

<file path=ppt/tags/tag443.xml><?xml version="1.0" encoding="utf-8"?>
<p:tagLst xmlns:p="http://schemas.openxmlformats.org/presentationml/2006/main">
  <p:tag name="KSO_WM_UNIT_INDEX" val="26"/>
  <p:tag name="KSO_WM_UNIT_TYPE" val="i"/>
  <p:tag name="KSO_WM_BEAUTIFY_FLAG" val="#wm#"/>
</p:tagLst>
</file>

<file path=ppt/tags/tag444.xml><?xml version="1.0" encoding="utf-8"?>
<p:tagLst xmlns:p="http://schemas.openxmlformats.org/presentationml/2006/main">
  <p:tag name="KSO_WM_UNIT_INDEX" val="34"/>
  <p:tag name="KSO_WM_UNIT_TYPE" val="f"/>
  <p:tag name="KSO_WM_UNIT_SUBTYPE" val="a"/>
  <p:tag name="KSO_WM_BEAUTIFY_FLAG" val="#wm#"/>
</p:tagLst>
</file>

<file path=ppt/tags/tag445.xml><?xml version="1.0" encoding="utf-8"?>
<p:tagLst xmlns:p="http://schemas.openxmlformats.org/presentationml/2006/main">
  <p:tag name="KSO_WM_UNIT_INDEX" val="32"/>
  <p:tag name="KSO_WM_UNIT_TYPE" val="i"/>
  <p:tag name="KSO_WM_BEAUTIFY_FLAG" val="#wm#"/>
</p:tagLst>
</file>

<file path=ppt/tags/tag446.xml><?xml version="1.0" encoding="utf-8"?>
<p:tagLst xmlns:p="http://schemas.openxmlformats.org/presentationml/2006/main">
  <p:tag name="KSO_WM_UNIT_INDEX" val="27"/>
  <p:tag name="KSO_WM_UNIT_TYPE" val="i"/>
  <p:tag name="KSO_WM_BEAUTIFY_FLAG" val="#wm#"/>
</p:tagLst>
</file>

<file path=ppt/tags/tag447.xml><?xml version="1.0" encoding="utf-8"?>
<p:tagLst xmlns:p="http://schemas.openxmlformats.org/presentationml/2006/main">
  <p:tag name="KSO_WM_UNIT_INDEX" val="2"/>
  <p:tag name="KSO_WM_UNIT_TYPE" val="i"/>
  <p:tag name="KSO_WM_BEAUTIFY_FLAG" val="#wm#"/>
</p:tagLst>
</file>

<file path=ppt/tags/tag448.xml><?xml version="1.0" encoding="utf-8"?>
<p:tagLst xmlns:p="http://schemas.openxmlformats.org/presentationml/2006/main">
  <p:tag name="KSO_WM_UNIT_INDEX" val="23"/>
  <p:tag name="KSO_WM_UNIT_TYPE" val="i"/>
  <p:tag name="KSO_WM_BEAUTIFY_FLAG" val="#wm#"/>
</p:tagLst>
</file>

<file path=ppt/tags/tag449.xml><?xml version="1.0" encoding="utf-8"?>
<p:tagLst xmlns:p="http://schemas.openxmlformats.org/presentationml/2006/main">
  <p:tag name="KSO_WM_UNIT_INDEX" val="25"/>
  <p:tag name="KSO_WM_UNIT_TYPE" val="i"/>
  <p:tag name="KSO_WM_BEAUTIFY_FLAG" val="#wm#"/>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UNIT_ID" val="_7*a*1"/>
</p:tagLst>
</file>

<file path=ppt/tags/tag45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5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3.xml><?xml version="1.0" encoding="utf-8"?>
<p:tagLst xmlns:p="http://schemas.openxmlformats.org/presentationml/2006/main">
  <p:tag name="KSO_WM_UNIT_INDEX" val="15"/>
  <p:tag name="KSO_WM_UNIT_TYPE" val="f"/>
  <p:tag name="KSO_WM_UNIT_SUBTYPE" val="a"/>
  <p:tag name="KSO_WM_BEAUTIFY_FLAG" val="#wm#"/>
</p:tagLst>
</file>

<file path=ppt/tags/tag454.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55.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5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7.xml><?xml version="1.0" encoding="utf-8"?>
<p:tagLst xmlns:p="http://schemas.openxmlformats.org/presentationml/2006/main">
  <p:tag name="KSO_WM_UNIT_INDEX" val="2"/>
  <p:tag name="KSO_WM_UNIT_TYPE" val="f"/>
  <p:tag name="KSO_WM_UNIT_SUBTYPE" val="a"/>
  <p:tag name="KSO_WM_BEAUTIFY_FLAG" val="#wm#"/>
</p:tagLst>
</file>

<file path=ppt/tags/tag458.xml><?xml version="1.0" encoding="utf-8"?>
<p:tagLst xmlns:p="http://schemas.openxmlformats.org/presentationml/2006/main">
  <p:tag name="KSO_WM_UNIT_INDEX" val="3"/>
  <p:tag name="KSO_WM_UNIT_TYPE" val="f"/>
  <p:tag name="KSO_WM_UNIT_SUBTYPE" val="a"/>
  <p:tag name="KSO_WM_BEAUTIFY_FLAG" val="#wm#"/>
</p:tagLst>
</file>

<file path=ppt/tags/tag459.xml><?xml version="1.0" encoding="utf-8"?>
<p:tagLst xmlns:p="http://schemas.openxmlformats.org/presentationml/2006/main">
  <p:tag name="KSO_WM_UNIT_INDEX" val="12"/>
  <p:tag name="KSO_WM_UNIT_TYPE" val="f"/>
  <p:tag name="KSO_WM_UNIT_SUBTYPE" val="a"/>
  <p:tag name="KSO_WM_BEAUTIFY_FLAG" val="#wm#"/>
</p:tagLst>
</file>

<file path=ppt/tags/tag460.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6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46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3.xml><?xml version="1.0" encoding="utf-8"?>
<p:tagLst xmlns:p="http://schemas.openxmlformats.org/presentationml/2006/main">
  <p:tag name="KSO_WM_UNIT_INDEX" val="80"/>
  <p:tag name="KSO_WM_UNIT_TYPE" val="f"/>
  <p:tag name="KSO_WM_UNIT_SUBTYPE" val="a"/>
  <p:tag name="KSO_WM_BEAUTIFY_FLAG" val="#wm#"/>
</p:tagLst>
</file>

<file path=ppt/tags/tag464.xml><?xml version="1.0" encoding="utf-8"?>
<p:tagLst xmlns:p="http://schemas.openxmlformats.org/presentationml/2006/main">
  <p:tag name="KSO_WM_UNIT_INDEX" val="83"/>
  <p:tag name="KSO_WM_UNIT_TYPE" val="f"/>
  <p:tag name="KSO_WM_UNIT_SUBTYPE" val="a"/>
  <p:tag name="KSO_WM_BEAUTIFY_FLAG" val="#wm#"/>
</p:tagLst>
</file>

<file path=ppt/tags/tag465.xml><?xml version="1.0" encoding="utf-8"?>
<p:tagLst xmlns:p="http://schemas.openxmlformats.org/presentationml/2006/main">
  <p:tag name="KSO_WM_UNIT_INDEX" val="4"/>
  <p:tag name="KSO_WM_UNIT_TYPE" val="i"/>
  <p:tag name="KSO_WM_BEAUTIFY_FLAG" val="#wm#"/>
</p:tagLst>
</file>

<file path=ppt/tags/tag466.xml><?xml version="1.0" encoding="utf-8"?>
<p:tagLst xmlns:p="http://schemas.openxmlformats.org/presentationml/2006/main">
  <p:tag name="KSO_WM_UNIT_INDEX" val="5"/>
  <p:tag name="KSO_WM_UNIT_TYPE" val="f"/>
  <p:tag name="KSO_WM_UNIT_SUBTYPE" val="a"/>
  <p:tag name="KSO_WM_BEAUTIFY_FLAG" val="#wm#"/>
</p:tagLst>
</file>

<file path=ppt/tags/tag467.xml><?xml version="1.0" encoding="utf-8"?>
<p:tagLst xmlns:p="http://schemas.openxmlformats.org/presentationml/2006/main">
  <p:tag name="KSO_WM_UNIT_INDEX" val="6"/>
  <p:tag name="KSO_WM_UNIT_TYPE" val="i"/>
  <p:tag name="KSO_WM_BEAUTIFY_FLAG" val="#wm#"/>
</p:tagLst>
</file>

<file path=ppt/tags/tag468.xml><?xml version="1.0" encoding="utf-8"?>
<p:tagLst xmlns:p="http://schemas.openxmlformats.org/presentationml/2006/main">
  <p:tag name="KSO_WM_UNIT_INDEX" val="51"/>
  <p:tag name="KSO_WM_UNIT_TYPE" val="i"/>
  <p:tag name="KSO_WM_BEAUTIFY_FLAG" val="#wm#"/>
</p:tagLst>
</file>

<file path=ppt/tags/tag469.xml><?xml version="1.0" encoding="utf-8"?>
<p:tagLst xmlns:p="http://schemas.openxmlformats.org/presentationml/2006/main">
  <p:tag name="KSO_WM_UNIT_INDEX" val="7"/>
  <p:tag name="KSO_WM_UNIT_TYPE" val="i"/>
  <p:tag name="KSO_WM_BEAUTIFY_FLAG" val="#wm#"/>
</p:tagLst>
</file>

<file path=ppt/tags/tag470.xml><?xml version="1.0" encoding="utf-8"?>
<p:tagLst xmlns:p="http://schemas.openxmlformats.org/presentationml/2006/main">
  <p:tag name="KSO_WM_UNIT_INDEX" val="8"/>
  <p:tag name="KSO_WM_UNIT_TYPE" val="i"/>
  <p:tag name="KSO_WM_BEAUTIFY_FLAG" val="#wm#"/>
</p:tagLst>
</file>

<file path=ppt/tags/tag471.xml><?xml version="1.0" encoding="utf-8"?>
<p:tagLst xmlns:p="http://schemas.openxmlformats.org/presentationml/2006/main">
  <p:tag name="KSO_WM_UNIT_INDEX" val="9"/>
  <p:tag name="KSO_WM_UNIT_TYPE" val="i"/>
  <p:tag name="KSO_WM_BEAUTIFY_FLAG" val="#wm#"/>
</p:tagLst>
</file>

<file path=ppt/tags/tag472.xml><?xml version="1.0" encoding="utf-8"?>
<p:tagLst xmlns:p="http://schemas.openxmlformats.org/presentationml/2006/main">
  <p:tag name="KSO_WM_UNIT_INDEX" val="10"/>
  <p:tag name="KSO_WM_UNIT_TYPE" val="i"/>
  <p:tag name="KSO_WM_BEAUTIFY_FLAG" val="#wm#"/>
</p:tagLst>
</file>

<file path=ppt/tags/tag473.xml><?xml version="1.0" encoding="utf-8"?>
<p:tagLst xmlns:p="http://schemas.openxmlformats.org/presentationml/2006/main">
  <p:tag name="KSO_WM_UNIT_INDEX" val="11"/>
  <p:tag name="KSO_WM_UNIT_TYPE" val="f"/>
  <p:tag name="KSO_WM_UNIT_SUBTYPE" val="a"/>
  <p:tag name="KSO_WM_BEAUTIFY_FLAG" val="#wm#"/>
</p:tagLst>
</file>

<file path=ppt/tags/tag474.xml><?xml version="1.0" encoding="utf-8"?>
<p:tagLst xmlns:p="http://schemas.openxmlformats.org/presentationml/2006/main">
  <p:tag name="KSO_WM_UNIT_INDEX" val="12"/>
  <p:tag name="KSO_WM_UNIT_TYPE" val="i"/>
  <p:tag name="KSO_WM_BEAUTIFY_FLAG" val="#wm#"/>
</p:tagLst>
</file>

<file path=ppt/tags/tag475.xml><?xml version="1.0" encoding="utf-8"?>
<p:tagLst xmlns:p="http://schemas.openxmlformats.org/presentationml/2006/main">
  <p:tag name="KSO_WM_UNIT_INDEX" val="52"/>
  <p:tag name="KSO_WM_UNIT_TYPE" val="i"/>
  <p:tag name="KSO_WM_BEAUTIFY_FLAG" val="#wm#"/>
</p:tagLst>
</file>

<file path=ppt/tags/tag476.xml><?xml version="1.0" encoding="utf-8"?>
<p:tagLst xmlns:p="http://schemas.openxmlformats.org/presentationml/2006/main">
  <p:tag name="KSO_WM_UNIT_INDEX" val="13"/>
  <p:tag name="KSO_WM_UNIT_TYPE" val="i"/>
  <p:tag name="KSO_WM_BEAUTIFY_FLAG" val="#wm#"/>
</p:tagLst>
</file>

<file path=ppt/tags/tag477.xml><?xml version="1.0" encoding="utf-8"?>
<p:tagLst xmlns:p="http://schemas.openxmlformats.org/presentationml/2006/main">
  <p:tag name="KSO_WM_UNIT_INDEX" val="14"/>
  <p:tag name="KSO_WM_UNIT_TYPE" val="i"/>
  <p:tag name="KSO_WM_BEAUTIFY_FLAG" val="#wm#"/>
</p:tagLst>
</file>

<file path=ppt/tags/tag478.xml><?xml version="1.0" encoding="utf-8"?>
<p:tagLst xmlns:p="http://schemas.openxmlformats.org/presentationml/2006/main">
  <p:tag name="KSO_WM_UNIT_INDEX" val="15"/>
  <p:tag name="KSO_WM_UNIT_TYPE" val="i"/>
  <p:tag name="KSO_WM_BEAUTIFY_FLAG" val="#wm#"/>
</p:tagLst>
</file>

<file path=ppt/tags/tag479.xml><?xml version="1.0" encoding="utf-8"?>
<p:tagLst xmlns:p="http://schemas.openxmlformats.org/presentationml/2006/main">
  <p:tag name="KSO_WM_UNIT_INDEX" val="16"/>
  <p:tag name="KSO_WM_UNIT_TYPE" val="i"/>
  <p:tag name="KSO_WM_BEAUTIFY_FLAG" val="#wm#"/>
</p:tagLst>
</file>

<file path=ppt/tags/tag480.xml><?xml version="1.0" encoding="utf-8"?>
<p:tagLst xmlns:p="http://schemas.openxmlformats.org/presentationml/2006/main">
  <p:tag name="KSO_WM_UNIT_INDEX" val="17"/>
  <p:tag name="KSO_WM_UNIT_TYPE" val="f"/>
  <p:tag name="KSO_WM_UNIT_SUBTYPE" val="a"/>
  <p:tag name="KSO_WM_BEAUTIFY_FLAG" val="#wm#"/>
</p:tagLst>
</file>

<file path=ppt/tags/tag481.xml><?xml version="1.0" encoding="utf-8"?>
<p:tagLst xmlns:p="http://schemas.openxmlformats.org/presentationml/2006/main">
  <p:tag name="KSO_WM_UNIT_INDEX" val="18"/>
  <p:tag name="KSO_WM_UNIT_TYPE" val="i"/>
  <p:tag name="KSO_WM_BEAUTIFY_FLAG" val="#wm#"/>
</p:tagLst>
</file>

<file path=ppt/tags/tag482.xml><?xml version="1.0" encoding="utf-8"?>
<p:tagLst xmlns:p="http://schemas.openxmlformats.org/presentationml/2006/main">
  <p:tag name="KSO_WM_UNIT_INDEX" val="53"/>
  <p:tag name="KSO_WM_UNIT_TYPE" val="i"/>
  <p:tag name="KSO_WM_BEAUTIFY_FLAG" val="#wm#"/>
</p:tagLst>
</file>

<file path=ppt/tags/tag483.xml><?xml version="1.0" encoding="utf-8"?>
<p:tagLst xmlns:p="http://schemas.openxmlformats.org/presentationml/2006/main">
  <p:tag name="KSO_WM_UNIT_INDEX" val="19"/>
  <p:tag name="KSO_WM_UNIT_TYPE" val="i"/>
  <p:tag name="KSO_WM_BEAUTIFY_FLAG" val="#wm#"/>
</p:tagLst>
</file>

<file path=ppt/tags/tag484.xml><?xml version="1.0" encoding="utf-8"?>
<p:tagLst xmlns:p="http://schemas.openxmlformats.org/presentationml/2006/main">
  <p:tag name="KSO_WM_UNIT_INDEX" val="20"/>
  <p:tag name="KSO_WM_UNIT_TYPE" val="i"/>
  <p:tag name="KSO_WM_BEAUTIFY_FLAG" val="#wm#"/>
</p:tagLst>
</file>

<file path=ppt/tags/tag485.xml><?xml version="1.0" encoding="utf-8"?>
<p:tagLst xmlns:p="http://schemas.openxmlformats.org/presentationml/2006/main">
  <p:tag name="KSO_WM_UNIT_INDEX" val="21"/>
  <p:tag name="KSO_WM_UNIT_TYPE" val="i"/>
  <p:tag name="KSO_WM_UNIT_SUBTYPE" val="h"/>
  <p:tag name="KSO_WM_BEAUTIFY_FLAG" val="#wm#"/>
</p:tagLst>
</file>

<file path=ppt/tags/tag486.xml><?xml version="1.0" encoding="utf-8"?>
<p:tagLst xmlns:p="http://schemas.openxmlformats.org/presentationml/2006/main">
  <p:tag name="KSO_WM_UNIT_INDEX" val="22"/>
  <p:tag name="KSO_WM_UNIT_TYPE" val="i"/>
  <p:tag name="KSO_WM_BEAUTIFY_FLAG" val="#wm#"/>
</p:tagLst>
</file>

<file path=ppt/tags/tag487.xml><?xml version="1.0" encoding="utf-8"?>
<p:tagLst xmlns:p="http://schemas.openxmlformats.org/presentationml/2006/main">
  <p:tag name="KSO_WM_UNIT_INDEX" val="23"/>
  <p:tag name="KSO_WM_UNIT_TYPE" val="f"/>
  <p:tag name="KSO_WM_UNIT_SUBTYPE" val="a"/>
  <p:tag name="KSO_WM_BEAUTIFY_FLAG" val="#wm#"/>
</p:tagLst>
</file>

<file path=ppt/tags/tag488.xml><?xml version="1.0" encoding="utf-8"?>
<p:tagLst xmlns:p="http://schemas.openxmlformats.org/presentationml/2006/main">
  <p:tag name="KSO_WM_UNIT_INDEX" val="24"/>
  <p:tag name="KSO_WM_UNIT_TYPE" val="i"/>
  <p:tag name="KSO_WM_BEAUTIFY_FLAG" val="#wm#"/>
</p:tagLst>
</file>

<file path=ppt/tags/tag489.xml><?xml version="1.0" encoding="utf-8"?>
<p:tagLst xmlns:p="http://schemas.openxmlformats.org/presentationml/2006/main">
  <p:tag name="KSO_WM_UNIT_INDEX" val="54"/>
  <p:tag name="KSO_WM_UNIT_TYPE" val="i"/>
  <p:tag name="KSO_WM_BEAUTIFY_FLAG" val="#wm#"/>
</p:tagLst>
</file>

<file path=ppt/tags/tag490.xml><?xml version="1.0" encoding="utf-8"?>
<p:tagLst xmlns:p="http://schemas.openxmlformats.org/presentationml/2006/main">
  <p:tag name="KSO_WM_UNIT_INDEX" val="25"/>
  <p:tag name="KSO_WM_UNIT_TYPE" val="i"/>
  <p:tag name="KSO_WM_BEAUTIFY_FLAG" val="#wm#"/>
</p:tagLst>
</file>

<file path=ppt/tags/tag491.xml><?xml version="1.0" encoding="utf-8"?>
<p:tagLst xmlns:p="http://schemas.openxmlformats.org/presentationml/2006/main">
  <p:tag name="KSO_WM_UNIT_INDEX" val="26"/>
  <p:tag name="KSO_WM_UNIT_TYPE" val="i"/>
  <p:tag name="KSO_WM_BEAUTIFY_FLAG" val="#wm#"/>
</p:tagLst>
</file>

<file path=ppt/tags/tag492.xml><?xml version="1.0" encoding="utf-8"?>
<p:tagLst xmlns:p="http://schemas.openxmlformats.org/presentationml/2006/main">
  <p:tag name="KSO_WM_UNIT_INDEX" val="27"/>
  <p:tag name="KSO_WM_UNIT_TYPE" val="i"/>
  <p:tag name="KSO_WM_BEAUTIFY_FLAG" val="#wm#"/>
</p:tagLst>
</file>

<file path=ppt/tags/tag493.xml><?xml version="1.0" encoding="utf-8"?>
<p:tagLst xmlns:p="http://schemas.openxmlformats.org/presentationml/2006/main">
  <p:tag name="KSO_WM_UNIT_INDEX" val="44"/>
  <p:tag name="KSO_WM_UNIT_TYPE" val="i"/>
  <p:tag name="KSO_WM_BEAUTIFY_FLAG" val="#wm#"/>
</p:tagLst>
</file>

<file path=ppt/tags/tag494.xml><?xml version="1.0" encoding="utf-8"?>
<p:tagLst xmlns:p="http://schemas.openxmlformats.org/presentationml/2006/main">
  <p:tag name="KSO_WM_UNIT_INDEX" val="45"/>
  <p:tag name="KSO_WM_UNIT_TYPE" val="i"/>
  <p:tag name="KSO_WM_BEAUTIFY_FLAG" val="#wm#"/>
</p:tagLst>
</file>

<file path=ppt/tags/tag495.xml><?xml version="1.0" encoding="utf-8"?>
<p:tagLst xmlns:p="http://schemas.openxmlformats.org/presentationml/2006/main">
  <p:tag name="KSO_WM_UNIT_INDEX" val="46"/>
  <p:tag name="KSO_WM_UNIT_TYPE" val="i"/>
  <p:tag name="KSO_WM_BEAUTIFY_FLAG" val="#wm#"/>
</p:tagLst>
</file>

<file path=ppt/tags/tag496.xml><?xml version="1.0" encoding="utf-8"?>
<p:tagLst xmlns:p="http://schemas.openxmlformats.org/presentationml/2006/main">
  <p:tag name="KSO_WM_UNIT_INDEX" val="28"/>
  <p:tag name="KSO_WM_UNIT_TYPE" val="f"/>
  <p:tag name="KSO_WM_UNIT_SUBTYPE" val="a"/>
  <p:tag name="KSO_WM_BEAUTIFY_FLAG" val="#wm#"/>
</p:tagLst>
</file>

<file path=ppt/tags/tag497.xml><?xml version="1.0" encoding="utf-8"?>
<p:tagLst xmlns:p="http://schemas.openxmlformats.org/presentationml/2006/main">
  <p:tag name="KSO_WM_UNIT_INDEX" val="47"/>
  <p:tag name="KSO_WM_UNIT_TYPE" val="i"/>
  <p:tag name="KSO_WM_BEAUTIFY_FLAG" val="#wm#"/>
</p:tagLst>
</file>

<file path=ppt/tags/tag498.xml><?xml version="1.0" encoding="utf-8"?>
<p:tagLst xmlns:p="http://schemas.openxmlformats.org/presentationml/2006/main">
  <p:tag name="KSO_WM_UNIT_INDEX" val="29"/>
  <p:tag name="KSO_WM_UNIT_TYPE" val="i"/>
  <p:tag name="KSO_WM_BEAUTIFY_FLAG" val="#wm#"/>
</p:tagLst>
</file>

<file path=ppt/tags/tag499.xml><?xml version="1.0" encoding="utf-8"?>
<p:tagLst xmlns:p="http://schemas.openxmlformats.org/presentationml/2006/main">
  <p:tag name="KSO_WM_UNIT_INDEX" val="30"/>
  <p:tag name="KSO_WM_UNIT_TYPE" val="i"/>
  <p:tag name="KSO_WM_BEAUTIFY_FLAG" val="#wm#"/>
</p:tagLst>
</file>

<file path=ppt/tags/tag500.xml><?xml version="1.0" encoding="utf-8"?>
<p:tagLst xmlns:p="http://schemas.openxmlformats.org/presentationml/2006/main">
  <p:tag name="KSO_WM_UNIT_INDEX" val="56"/>
  <p:tag name="KSO_WM_UNIT_TYPE" val="i"/>
  <p:tag name="KSO_WM_BEAUTIFY_FLAG" val="#wm#"/>
</p:tagLst>
</file>

<file path=ppt/tags/tag501.xml><?xml version="1.0" encoding="utf-8"?>
<p:tagLst xmlns:p="http://schemas.openxmlformats.org/presentationml/2006/main">
  <p:tag name="KSO_WM_UNIT_INDEX" val="31"/>
  <p:tag name="KSO_WM_UNIT_TYPE" val="i"/>
  <p:tag name="KSO_WM_BEAUTIFY_FLAG" val="#wm#"/>
</p:tagLst>
</file>

<file path=ppt/tags/tag502.xml><?xml version="1.0" encoding="utf-8"?>
<p:tagLst xmlns:p="http://schemas.openxmlformats.org/presentationml/2006/main">
  <p:tag name="KSO_WM_UNIT_INDEX" val="32"/>
  <p:tag name="KSO_WM_UNIT_TYPE" val="i"/>
  <p:tag name="KSO_WM_BEAUTIFY_FLAG" val="#wm#"/>
</p:tagLst>
</file>

<file path=ppt/tags/tag503.xml><?xml version="1.0" encoding="utf-8"?>
<p:tagLst xmlns:p="http://schemas.openxmlformats.org/presentationml/2006/main">
  <p:tag name="KSO_WM_UNIT_INDEX" val="2"/>
  <p:tag name="KSO_WM_UNIT_TYPE" val="f"/>
  <p:tag name="KSO_WM_UNIT_SUBTYPE" val="a"/>
  <p:tag name="KSO_WM_BEAUTIFY_FLAG" val="#wm#"/>
</p:tagLst>
</file>

<file path=ppt/tags/tag504.xml><?xml version="1.0" encoding="utf-8"?>
<p:tagLst xmlns:p="http://schemas.openxmlformats.org/presentationml/2006/main">
  <p:tag name="KSO_WM_UNIT_INDEX" val="33"/>
  <p:tag name="KSO_WM_UNIT_TYPE" val="i"/>
  <p:tag name="KSO_WM_BEAUTIFY_FLAG" val="#wm#"/>
</p:tagLst>
</file>

<file path=ppt/tags/tag505.xml><?xml version="1.0" encoding="utf-8"?>
<p:tagLst xmlns:p="http://schemas.openxmlformats.org/presentationml/2006/main">
  <p:tag name="KSO_WM_UNIT_INDEX" val="34"/>
  <p:tag name="KSO_WM_UNIT_TYPE" val="i"/>
  <p:tag name="KSO_WM_BEAUTIFY_FLAG" val="#wm#"/>
</p:tagLst>
</file>

<file path=ppt/tags/tag506.xml><?xml version="1.0" encoding="utf-8"?>
<p:tagLst xmlns:p="http://schemas.openxmlformats.org/presentationml/2006/main">
  <p:tag name="KSO_WM_UNIT_INDEX" val="35"/>
  <p:tag name="KSO_WM_UNIT_TYPE" val="i"/>
  <p:tag name="KSO_WM_BEAUTIFY_FLAG" val="#wm#"/>
</p:tagLst>
</file>

<file path=ppt/tags/tag507.xml><?xml version="1.0" encoding="utf-8"?>
<p:tagLst xmlns:p="http://schemas.openxmlformats.org/presentationml/2006/main">
  <p:tag name="KSO_WM_UNIT_INDEX" val="55"/>
  <p:tag name="KSO_WM_UNIT_TYPE" val="i"/>
  <p:tag name="KSO_WM_BEAUTIFY_FLAG" val="#wm#"/>
</p:tagLst>
</file>

<file path=ppt/tags/tag508.xml><?xml version="1.0" encoding="utf-8"?>
<p:tagLst xmlns:p="http://schemas.openxmlformats.org/presentationml/2006/main">
  <p:tag name="KSO_WM_UNIT_INDEX" val="36"/>
  <p:tag name="KSO_WM_UNIT_TYPE" val="i"/>
  <p:tag name="KSO_WM_BEAUTIFY_FLAG" val="#wm#"/>
</p:tagLst>
</file>

<file path=ppt/tags/tag509.xml><?xml version="1.0" encoding="utf-8"?>
<p:tagLst xmlns:p="http://schemas.openxmlformats.org/presentationml/2006/main">
  <p:tag name="KSO_WM_UNIT_INDEX" val="37"/>
  <p:tag name="KSO_WM_UNIT_TYPE" val="i"/>
  <p:tag name="KSO_WM_BEAUTIFY_FLAG" val="#wm#"/>
</p:tagLst>
</file>

<file path=ppt/tags/tag510.xml><?xml version="1.0" encoding="utf-8"?>
<p:tagLst xmlns:p="http://schemas.openxmlformats.org/presentationml/2006/main">
  <p:tag name="KSO_WM_UNIT_INDEX" val="38"/>
  <p:tag name="KSO_WM_UNIT_TYPE" val="i"/>
  <p:tag name="KSO_WM_BEAUTIFY_FLAG" val="#wm#"/>
</p:tagLst>
</file>

<file path=ppt/tags/tag511.xml><?xml version="1.0" encoding="utf-8"?>
<p:tagLst xmlns:p="http://schemas.openxmlformats.org/presentationml/2006/main">
  <p:tag name="KSO_WM_UNIT_INDEX" val="48"/>
  <p:tag name="KSO_WM_UNIT_TYPE" val="i"/>
  <p:tag name="KSO_WM_BEAUTIFY_FLAG" val="#wm#"/>
</p:tagLst>
</file>

<file path=ppt/tags/tag512.xml><?xml version="1.0" encoding="utf-8"?>
<p:tagLst xmlns:p="http://schemas.openxmlformats.org/presentationml/2006/main">
  <p:tag name="KSO_WM_UNIT_INDEX" val="39"/>
  <p:tag name="KSO_WM_UNIT_TYPE" val="i"/>
  <p:tag name="KSO_WM_BEAUTIFY_FLAG" val="#wm#"/>
</p:tagLst>
</file>

<file path=ppt/tags/tag513.xml><?xml version="1.0" encoding="utf-8"?>
<p:tagLst xmlns:p="http://schemas.openxmlformats.org/presentationml/2006/main">
  <p:tag name="KSO_WM_UNIT_INDEX" val="40"/>
  <p:tag name="KSO_WM_UNIT_TYPE" val="i"/>
  <p:tag name="KSO_WM_BEAUTIFY_FLAG" val="#wm#"/>
</p:tagLst>
</file>

<file path=ppt/tags/tag514.xml><?xml version="1.0" encoding="utf-8"?>
<p:tagLst xmlns:p="http://schemas.openxmlformats.org/presentationml/2006/main">
  <p:tag name="KSO_WM_UNIT_INDEX" val="41"/>
  <p:tag name="KSO_WM_UNIT_TYPE" val="i"/>
  <p:tag name="KSO_WM_BEAUTIFY_FLAG" val="#wm#"/>
</p:tagLst>
</file>

<file path=ppt/tags/tag515.xml><?xml version="1.0" encoding="utf-8"?>
<p:tagLst xmlns:p="http://schemas.openxmlformats.org/presentationml/2006/main">
  <p:tag name="KSO_WM_UNIT_INDEX" val="3"/>
  <p:tag name="KSO_WM_UNIT_TYPE" val="i"/>
  <p:tag name="KSO_WM_BEAUTIFY_FLAG" val="#wm#"/>
</p:tagLst>
</file>

<file path=ppt/tags/tag516.xml><?xml version="1.0" encoding="utf-8"?>
<p:tagLst xmlns:p="http://schemas.openxmlformats.org/presentationml/2006/main">
  <p:tag name="KSO_WM_UNIT_INDEX" val="57"/>
  <p:tag name="KSO_WM_UNIT_TYPE" val="i"/>
  <p:tag name="KSO_WM_BEAUTIFY_FLAG" val="#wm#"/>
</p:tagLst>
</file>

<file path=ppt/tags/tag517.xml><?xml version="1.0" encoding="utf-8"?>
<p:tagLst xmlns:p="http://schemas.openxmlformats.org/presentationml/2006/main">
  <p:tag name="KSO_WM_UNIT_INDEX" val="42"/>
  <p:tag name="KSO_WM_UNIT_TYPE" val="i"/>
  <p:tag name="KSO_WM_UNIT_SUBTYPE" val="h"/>
  <p:tag name="KSO_WM_BEAUTIFY_FLAG" val="#wm#"/>
</p:tagLst>
</file>

<file path=ppt/tags/tag518.xml><?xml version="1.0" encoding="utf-8"?>
<p:tagLst xmlns:p="http://schemas.openxmlformats.org/presentationml/2006/main">
  <p:tag name="KSO_WM_UNIT_INDEX" val="43"/>
  <p:tag name="KSO_WM_UNIT_TYPE" val="i"/>
  <p:tag name="KSO_WM_BEAUTIFY_FLAG" val="#wm#"/>
</p:tagLst>
</file>

<file path=ppt/tags/tag519.xml><?xml version="1.0" encoding="utf-8"?>
<p:tagLst xmlns:p="http://schemas.openxmlformats.org/presentationml/2006/main">
  <p:tag name="KSO_WM_UNIT_INDEX" val="49"/>
  <p:tag name="KSO_WM_UNIT_TYPE" val="i"/>
  <p:tag name="KSO_WM_BEAUTIFY_FLAG" val="#wm#"/>
</p:tagLst>
</file>

<file path=ppt/tags/tag520.xml><?xml version="1.0" encoding="utf-8"?>
<p:tagLst xmlns:p="http://schemas.openxmlformats.org/presentationml/2006/main">
  <p:tag name="KSO_WM_UNIT_INDEX" val="50"/>
  <p:tag name="KSO_WM_UNIT_TYPE" val="i"/>
  <p:tag name="KSO_WM_BEAUTIFY_FLAG" val="#wm#"/>
</p:tagLst>
</file>

<file path=ppt/tags/tag521.xml><?xml version="1.0" encoding="utf-8"?>
<p:tagLst xmlns:p="http://schemas.openxmlformats.org/presentationml/2006/main">
  <p:tag name="KSO_WM_UNIT_INDEX" val="72"/>
  <p:tag name="KSO_WM_UNIT_TYPE" val="i"/>
  <p:tag name="KSO_WM_BEAUTIFY_FLAG" val="#wm#"/>
</p:tagLst>
</file>

<file path=ppt/tags/tag522.xml><?xml version="1.0" encoding="utf-8"?>
<p:tagLst xmlns:p="http://schemas.openxmlformats.org/presentationml/2006/main">
  <p:tag name="KSO_WM_UNIT_INDEX" val="59"/>
  <p:tag name="KSO_WM_UNIT_TYPE" val="i"/>
  <p:tag name="KSO_WM_BEAUTIFY_FLAG" val="#wm#"/>
</p:tagLst>
</file>

<file path=ppt/tags/tag523.xml><?xml version="1.0" encoding="utf-8"?>
<p:tagLst xmlns:p="http://schemas.openxmlformats.org/presentationml/2006/main">
  <p:tag name="KSO_WM_UNIT_INDEX" val="60"/>
  <p:tag name="KSO_WM_UNIT_TYPE" val="i"/>
  <p:tag name="KSO_WM_BEAUTIFY_FLAG" val="#wm#"/>
</p:tagLst>
</file>

<file path=ppt/tags/tag524.xml><?xml version="1.0" encoding="utf-8"?>
<p:tagLst xmlns:p="http://schemas.openxmlformats.org/presentationml/2006/main">
  <p:tag name="KSO_WM_UNIT_INDEX" val="78"/>
  <p:tag name="KSO_WM_UNIT_TYPE" val="i"/>
  <p:tag name="KSO_WM_UNIT_SUBTYPE" val="h"/>
  <p:tag name="KSO_WM_BEAUTIFY_FLAG" val="#wm#"/>
</p:tagLst>
</file>

<file path=ppt/tags/tag525.xml><?xml version="1.0" encoding="utf-8"?>
<p:tagLst xmlns:p="http://schemas.openxmlformats.org/presentationml/2006/main">
  <p:tag name="KSO_WM_UNIT_INDEX" val="61"/>
  <p:tag name="KSO_WM_UNIT_TYPE" val="i"/>
  <p:tag name="KSO_WM_BEAUTIFY_FLAG" val="#wm#"/>
</p:tagLst>
</file>

<file path=ppt/tags/tag526.xml><?xml version="1.0" encoding="utf-8"?>
<p:tagLst xmlns:p="http://schemas.openxmlformats.org/presentationml/2006/main">
  <p:tag name="KSO_WM_UNIT_INDEX" val="62"/>
  <p:tag name="KSO_WM_UNIT_TYPE" val="i"/>
  <p:tag name="KSO_WM_BEAUTIFY_FLAG" val="#wm#"/>
</p:tagLst>
</file>

<file path=ppt/tags/tag527.xml><?xml version="1.0" encoding="utf-8"?>
<p:tagLst xmlns:p="http://schemas.openxmlformats.org/presentationml/2006/main">
  <p:tag name="KSO_WM_UNIT_INDEX" val="58"/>
  <p:tag name="KSO_WM_UNIT_TYPE" val="f"/>
  <p:tag name="KSO_WM_UNIT_SUBTYPE" val="a"/>
  <p:tag name="KSO_WM_BEAUTIFY_FLAG" val="#wm#"/>
</p:tagLst>
</file>

<file path=ppt/tags/tag528.xml><?xml version="1.0" encoding="utf-8"?>
<p:tagLst xmlns:p="http://schemas.openxmlformats.org/presentationml/2006/main">
  <p:tag name="KSO_WM_UNIT_INDEX" val="63"/>
  <p:tag name="KSO_WM_UNIT_TYPE" val="i"/>
  <p:tag name="KSO_WM_BEAUTIFY_FLAG" val="#wm#"/>
</p:tagLst>
</file>

<file path=ppt/tags/tag529.xml><?xml version="1.0" encoding="utf-8"?>
<p:tagLst xmlns:p="http://schemas.openxmlformats.org/presentationml/2006/main">
  <p:tag name="KSO_WM_UNIT_INDEX" val="64"/>
  <p:tag name="KSO_WM_UNIT_TYPE" val="i"/>
  <p:tag name="KSO_WM_BEAUTIFY_FLAG" val="#wm#"/>
</p:tagLst>
</file>

<file path=ppt/tags/tag530.xml><?xml version="1.0" encoding="utf-8"?>
<p:tagLst xmlns:p="http://schemas.openxmlformats.org/presentationml/2006/main">
  <p:tag name="KSO_WM_UNIT_INDEX" val="65"/>
  <p:tag name="KSO_WM_UNIT_TYPE" val="i"/>
  <p:tag name="KSO_WM_BEAUTIFY_FLAG" val="#wm#"/>
</p:tagLst>
</file>

<file path=ppt/tags/tag531.xml><?xml version="1.0" encoding="utf-8"?>
<p:tagLst xmlns:p="http://schemas.openxmlformats.org/presentationml/2006/main">
  <p:tag name="KSO_WM_UNIT_INDEX" val="77"/>
  <p:tag name="KSO_WM_UNIT_TYPE" val="i"/>
  <p:tag name="KSO_WM_UNIT_SUBTYPE" val="h"/>
  <p:tag name="KSO_WM_BEAUTIFY_FLAG" val="#wm#"/>
</p:tagLst>
</file>

<file path=ppt/tags/tag532.xml><?xml version="1.0" encoding="utf-8"?>
<p:tagLst xmlns:p="http://schemas.openxmlformats.org/presentationml/2006/main">
  <p:tag name="KSO_WM_UNIT_INDEX" val="66"/>
  <p:tag name="KSO_WM_UNIT_TYPE" val="i"/>
  <p:tag name="KSO_WM_BEAUTIFY_FLAG" val="#wm#"/>
</p:tagLst>
</file>

<file path=ppt/tags/tag533.xml><?xml version="1.0" encoding="utf-8"?>
<p:tagLst xmlns:p="http://schemas.openxmlformats.org/presentationml/2006/main">
  <p:tag name="KSO_WM_UNIT_INDEX" val="67"/>
  <p:tag name="KSO_WM_UNIT_TYPE" val="i"/>
  <p:tag name="KSO_WM_BEAUTIFY_FLAG" val="#wm#"/>
</p:tagLst>
</file>

<file path=ppt/tags/tag534.xml><?xml version="1.0" encoding="utf-8"?>
<p:tagLst xmlns:p="http://schemas.openxmlformats.org/presentationml/2006/main">
  <p:tag name="KSO_WM_UNIT_INDEX" val="68"/>
  <p:tag name="KSO_WM_UNIT_TYPE" val="i"/>
  <p:tag name="KSO_WM_BEAUTIFY_FLAG" val="#wm#"/>
</p:tagLst>
</file>

<file path=ppt/tags/tag535.xml><?xml version="1.0" encoding="utf-8"?>
<p:tagLst xmlns:p="http://schemas.openxmlformats.org/presentationml/2006/main">
  <p:tag name="KSO_WM_UNIT_INDEX" val="69"/>
  <p:tag name="KSO_WM_UNIT_TYPE" val="i"/>
  <p:tag name="KSO_WM_BEAUTIFY_FLAG" val="#wm#"/>
</p:tagLst>
</file>

<file path=ppt/tags/tag536.xml><?xml version="1.0" encoding="utf-8"?>
<p:tagLst xmlns:p="http://schemas.openxmlformats.org/presentationml/2006/main">
  <p:tag name="KSO_WM_UNIT_INDEX" val="70"/>
  <p:tag name="KSO_WM_UNIT_TYPE" val="i"/>
  <p:tag name="KSO_WM_BEAUTIFY_FLAG" val="#wm#"/>
</p:tagLst>
</file>

<file path=ppt/tags/tag537.xml><?xml version="1.0" encoding="utf-8"?>
<p:tagLst xmlns:p="http://schemas.openxmlformats.org/presentationml/2006/main">
  <p:tag name="KSO_WM_UNIT_INDEX" val="71"/>
  <p:tag name="KSO_WM_UNIT_TYPE" val="i"/>
  <p:tag name="KSO_WM_BEAUTIFY_FLAG" val="#wm#"/>
</p:tagLst>
</file>

<file path=ppt/tags/tag538.xml><?xml version="1.0" encoding="utf-8"?>
<p:tagLst xmlns:p="http://schemas.openxmlformats.org/presentationml/2006/main">
  <p:tag name="KSO_WM_UNIT_INDEX" val="79"/>
  <p:tag name="KSO_WM_UNIT_TYPE" val="i"/>
  <p:tag name="KSO_WM_UNIT_SUBTYPE" val="h"/>
  <p:tag name="KSO_WM_BEAUTIFY_FLAG" val="#wm#"/>
</p:tagLst>
</file>

<file path=ppt/tags/tag539.xml><?xml version="1.0" encoding="utf-8"?>
<p:tagLst xmlns:p="http://schemas.openxmlformats.org/presentationml/2006/main">
  <p:tag name="KSO_WM_UNIT_INDEX" val="73"/>
  <p:tag name="KSO_WM_UNIT_TYPE" val="i"/>
  <p:tag name="KSO_WM_BEAUTIFY_FLAG" val="#wm#"/>
</p:tagLst>
</file>

<file path=ppt/tags/tag540.xml><?xml version="1.0" encoding="utf-8"?>
<p:tagLst xmlns:p="http://schemas.openxmlformats.org/presentationml/2006/main">
  <p:tag name="KSO_WM_UNIT_INDEX" val="74"/>
  <p:tag name="KSO_WM_UNIT_TYPE" val="i"/>
  <p:tag name="KSO_WM_BEAUTIFY_FLAG" val="#wm#"/>
</p:tagLst>
</file>

<file path=ppt/tags/tag541.xml><?xml version="1.0" encoding="utf-8"?>
<p:tagLst xmlns:p="http://schemas.openxmlformats.org/presentationml/2006/main">
  <p:tag name="KSO_WM_UNIT_INDEX" val="75"/>
  <p:tag name="KSO_WM_UNIT_TYPE" val="i"/>
  <p:tag name="KSO_WM_BEAUTIFY_FLAG" val="#wm#"/>
</p:tagLst>
</file>

<file path=ppt/tags/tag542.xml><?xml version="1.0" encoding="utf-8"?>
<p:tagLst xmlns:p="http://schemas.openxmlformats.org/presentationml/2006/main">
  <p:tag name="KSO_WM_UNIT_INDEX" val="76"/>
  <p:tag name="KSO_WM_UNIT_TYPE" val="i"/>
  <p:tag name="KSO_WM_BEAUTIFY_FLAG" val="#wm#"/>
</p:tagLst>
</file>

<file path=ppt/tags/tag54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 name="KSO_WM_UNIT_ID" val="_2*a*1"/>
</p:tagLst>
</file>

<file path=ppt/tags/tag54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4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6.xml><?xml version="1.0" encoding="utf-8"?>
<p:tagLst xmlns:p="http://schemas.openxmlformats.org/presentationml/2006/main">
  <p:tag name="KSO_WM_UNIT_INDEX" val="2"/>
  <p:tag name="KSO_WM_UNIT_TYPE" val="f"/>
  <p:tag name="KSO_WM_UNIT_SUBTYPE" val="a"/>
  <p:tag name="KSO_WM_BEAUTIFY_FLAG" val="#wm#"/>
</p:tagLst>
</file>

<file path=ppt/tags/tag547.xml><?xml version="1.0" encoding="utf-8"?>
<p:tagLst xmlns:p="http://schemas.openxmlformats.org/presentationml/2006/main">
  <p:tag name="KSO_WM_UNIT_INDEX" val="7"/>
  <p:tag name="KSO_WM_UNIT_TYPE" val="f"/>
  <p:tag name="KSO_WM_UNIT_SUBTYPE" val="a"/>
  <p:tag name="KSO_WM_BEAUTIFY_FLAG" val="#wm#"/>
</p:tagLst>
</file>

<file path=ppt/tags/tag548.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49.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5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1.xml><?xml version="1.0" encoding="utf-8"?>
<p:tagLst xmlns:p="http://schemas.openxmlformats.org/presentationml/2006/main">
  <p:tag name="KSO_WM_UNIT_INDEX" val="2"/>
  <p:tag name="KSO_WM_UNIT_TYPE" val="f"/>
  <p:tag name="KSO_WM_UNIT_SUBTYPE" val="a"/>
  <p:tag name="KSO_WM_BEAUTIFY_FLAG" val="#wm#"/>
</p:tagLst>
</file>

<file path=ppt/tags/tag552.xml><?xml version="1.0" encoding="utf-8"?>
<p:tagLst xmlns:p="http://schemas.openxmlformats.org/presentationml/2006/main">
  <p:tag name="KSO_WM_UNIT_INDEX" val="14"/>
  <p:tag name="KSO_WM_UNIT_TYPE" val="f"/>
  <p:tag name="KSO_WM_UNIT_SUBTYPE" val="a"/>
  <p:tag name="KSO_WM_BEAUTIFY_FLAG" val="#wm#"/>
</p:tagLst>
</file>

<file path=ppt/tags/tag55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5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55.xml><?xml version="1.0" encoding="utf-8"?>
<p:tagLst xmlns:p="http://schemas.openxmlformats.org/presentationml/2006/main">
  <p:tag name="KSO_WM_UNIT_INDEX" val="2"/>
  <p:tag name="KSO_WM_UNIT_TYPE" val="f"/>
  <p:tag name="KSO_WM_UNIT_SUBTYPE" val="a"/>
  <p:tag name="KSO_WM_BEAUTIFY_FLAG" val="#wm#"/>
</p:tagLst>
</file>

<file path=ppt/tags/tag556.xml><?xml version="1.0" encoding="utf-8"?>
<p:tagLst xmlns:p="http://schemas.openxmlformats.org/presentationml/2006/main">
  <p:tag name="KSO_WM_UNIT_INDEX" val="15"/>
  <p:tag name="KSO_WM_UNIT_TYPE" val="f"/>
  <p:tag name="KSO_WM_UNIT_SUBTYPE" val="a"/>
  <p:tag name="KSO_WM_BEAUTIFY_FLAG" val="#wm#"/>
</p:tagLst>
</file>

<file path=ppt/tags/tag55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5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9.xml><?xml version="1.0" encoding="utf-8"?>
<p:tagLst xmlns:p="http://schemas.openxmlformats.org/presentationml/2006/main">
  <p:tag name="KSO_WM_UNIT_INDEX" val="9"/>
  <p:tag name="KSO_WM_UNIT_TYPE" val="f"/>
  <p:tag name="KSO_WM_UNIT_SUBTYPE" val="a"/>
  <p:tag name="KSO_WM_BEAUTIFY_FLAG" val="#wm#"/>
</p:tagLst>
</file>

<file path=ppt/tags/tag560.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6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6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64.xml><?xml version="1.0" encoding="utf-8"?>
<p:tagLst xmlns:p="http://schemas.openxmlformats.org/presentationml/2006/main">
  <p:tag name="KSO_WM_UNIT_INDEX" val="13"/>
  <p:tag name="KSO_WM_UNIT_TYPE" val="f"/>
  <p:tag name="KSO_WM_UNIT_SUBTYPE" val="a"/>
  <p:tag name="KSO_WM_BEAUTIFY_FLAG" val="#wm#"/>
</p:tagLst>
</file>

<file path=ppt/tags/tag565.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6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7.xml><?xml version="1.0" encoding="utf-8"?>
<p:tagLst xmlns:p="http://schemas.openxmlformats.org/presentationml/2006/main">
  <p:tag name="KSO_WM_UNIT_INDEX" val="5"/>
  <p:tag name="KSO_WM_UNIT_TYPE" val="f"/>
  <p:tag name="KSO_WM_UNIT_SUBTYPE" val="a"/>
  <p:tag name="KSO_WM_BEAUTIFY_FLAG" val="#wm#"/>
</p:tagLst>
</file>

<file path=ppt/tags/tag568.xml><?xml version="1.0" encoding="utf-8"?>
<p:tagLst xmlns:p="http://schemas.openxmlformats.org/presentationml/2006/main">
  <p:tag name="KSO_WM_UNIT_INDEX" val="6"/>
  <p:tag name="KSO_WM_UNIT_TYPE" val="f"/>
  <p:tag name="KSO_WM_UNIT_SUBTYPE" val="a"/>
  <p:tag name="KSO_WM_BEAUTIFY_FLAG" val="#wm#"/>
</p:tagLst>
</file>

<file path=ppt/tags/tag569.xml><?xml version="1.0" encoding="utf-8"?>
<p:tagLst xmlns:p="http://schemas.openxmlformats.org/presentationml/2006/main">
  <p:tag name="KSO_WM_UNIT_INDEX" val="7"/>
  <p:tag name="KSO_WM_UNIT_TYPE" val="f"/>
  <p:tag name="KSO_WM_UNIT_SUBTYPE" val="a"/>
  <p:tag name="KSO_WM_BEAUTIFY_FLAG" val="#wm#"/>
</p:tagLst>
</file>

<file path=ppt/tags/tag570.xml><?xml version="1.0" encoding="utf-8"?>
<p:tagLst xmlns:p="http://schemas.openxmlformats.org/presentationml/2006/main">
  <p:tag name="KSO_WM_UNIT_INDEX" val="2"/>
  <p:tag name="KSO_WM_UNIT_TYPE" val="j"/>
  <p:tag name="KSO_WM_BEAUTIFY_FLAG" val="#wm#"/>
</p:tagLst>
</file>

<file path=ppt/tags/tag571.xml><?xml version="1.0" encoding="utf-8"?>
<p:tagLst xmlns:p="http://schemas.openxmlformats.org/presentationml/2006/main">
  <p:tag name="KSO_WM_UNIT_INDEX" val="4"/>
  <p:tag name="KSO_WM_UNIT_TYPE" val="f"/>
  <p:tag name="KSO_WM_UNIT_SUBTYPE" val="a"/>
  <p:tag name="KSO_WM_BEAUTIFY_FLAG" val="#wm#"/>
</p:tagLst>
</file>

<file path=ppt/tags/tag572.xml><?xml version="1.0" encoding="utf-8"?>
<p:tagLst xmlns:p="http://schemas.openxmlformats.org/presentationml/2006/main">
  <p:tag name="KSO_WM_UNIT_INDEX" val="3"/>
  <p:tag name="KSO_WM_UNIT_TYPE" val="j"/>
  <p:tag name="KSO_WM_BEAUTIFY_FLAG" val="#wm#"/>
</p:tagLst>
</file>

<file path=ppt/tags/tag57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7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75.xml><?xml version="1.0" encoding="utf-8"?>
<p:tagLst xmlns:p="http://schemas.openxmlformats.org/presentationml/2006/main">
  <p:tag name="KSO_WM_UNIT_INDEX" val="3"/>
  <p:tag name="KSO_WM_UNIT_TYPE" val="f"/>
  <p:tag name="KSO_WM_UNIT_SUBTYPE" val="a"/>
  <p:tag name="KSO_WM_BEAUTIFY_FLAG" val="#wm#"/>
</p:tagLst>
</file>

<file path=ppt/tags/tag576.xml><?xml version="1.0" encoding="utf-8"?>
<p:tagLst xmlns:p="http://schemas.openxmlformats.org/presentationml/2006/main">
  <p:tag name="KSO_WM_UNIT_INDEX" val="4"/>
  <p:tag name="KSO_WM_UNIT_TYPE" val="f"/>
  <p:tag name="KSO_WM_UNIT_SUBTYPE" val="a"/>
  <p:tag name="KSO_WM_BEAUTIFY_FLAG" val="#wm#"/>
</p:tagLst>
</file>

<file path=ppt/tags/tag577.xml><?xml version="1.0" encoding="utf-8"?>
<p:tagLst xmlns:p="http://schemas.openxmlformats.org/presentationml/2006/main">
  <p:tag name="KSO_WM_UNIT_INDEX" val="2"/>
  <p:tag name="KSO_WM_UNIT_TYPE" val="j"/>
  <p:tag name="KSO_WM_BEAUTIFY_FLAG" val="#wm#"/>
</p:tagLst>
</file>

<file path=ppt/tags/tag578.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32.65,&quot;left&quot;:18,&quot;top&quot;:180,&quot;width&quot;:702}"/>
</p:tagLst>
</file>

<file path=ppt/tags/tag579.xml><?xml version="1.0" encoding="utf-8"?>
<p:tagLst xmlns:p="http://schemas.openxmlformats.org/presentationml/2006/main">
  <p:tag name="KSO_WM_UNIT_INDEX" val="1_3_1"/>
  <p:tag name="KSO_WM_UNIT_TYPE" val="l_h_f"/>
  <p:tag name="KSO_WM_UNIT_SUBTYPE" val="a"/>
  <p:tag name="KSO_WM_BEAUTIFY_FLAG" val="#wm#"/>
  <p:tag name="KSO_WM_TEMPLATE_CATEGORY" val="diagram"/>
  <p:tag name="KSO_WM_TEMPLATE_INDEX" val="19882022"/>
  <p:tag name="KSO_WM_DIAGRAM_GROUP_CODE" val="l1-1"/>
  <p:tag name="KSO_WM_TAG_VERSION" val="2.0"/>
  <p:tag name="KSO_WM_DIAGRAM_VIRTUALLY_FRAME" val="{&quot;height&quot;:332.65,&quot;left&quot;:18,&quot;top&quot;:180,&quot;width&quot;:702}"/>
</p:tagLst>
</file>

<file path=ppt/tags/tag580.xml><?xml version="1.0" encoding="utf-8"?>
<p:tagLst xmlns:p="http://schemas.openxmlformats.org/presentationml/2006/main">
  <p:tag name="KSO_WM_UNIT_TEXT" val="单链表的删除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 name="KSO_WM_UNIT_ID" val="_7*a*1"/>
</p:tagLst>
</file>

<file path=ppt/tags/tag58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8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3.xml><?xml version="1.0" encoding="utf-8"?>
<p:tagLst xmlns:p="http://schemas.openxmlformats.org/presentationml/2006/main">
  <p:tag name="KSO_WM_UNIT_INDEX" val="3"/>
  <p:tag name="KSO_WM_UNIT_TYPE" val="f"/>
  <p:tag name="KSO_WM_UNIT_SUBTYPE" val="a"/>
  <p:tag name="KSO_WM_BEAUTIFY_FLAG" val="#wm#"/>
</p:tagLst>
</file>

<file path=ppt/tags/tag584.xml><?xml version="1.0" encoding="utf-8"?>
<p:tagLst xmlns:p="http://schemas.openxmlformats.org/presentationml/2006/main">
  <p:tag name="KSO_WM_UNIT_INDEX" val="2"/>
  <p:tag name="KSO_WM_UNIT_TYPE" val="j"/>
  <p:tag name="KSO_WM_BEAUTIFY_FLAG" val="#wm#"/>
</p:tagLst>
</file>

<file path=ppt/tags/tag585.xml><?xml version="1.0" encoding="utf-8"?>
<p:tagLst xmlns:p="http://schemas.openxmlformats.org/presentationml/2006/main">
  <p:tag name="KSO_WM_UNIT_INDEX" val="4"/>
  <p:tag name="KSO_WM_UNIT_TYPE" val="f"/>
  <p:tag name="KSO_WM_UNIT_SUBTYPE" val="a"/>
  <p:tag name="KSO_WM_BEAUTIFY_FLAG" val="#wm#"/>
</p:tagLst>
</file>

<file path=ppt/tags/tag586.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8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8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9.xml><?xml version="1.0" encoding="utf-8"?>
<p:tagLst xmlns:p="http://schemas.openxmlformats.org/presentationml/2006/main">
  <p:tag name="KSO_WM_UNIT_INDEX" val="8"/>
  <p:tag name="KSO_WM_UNIT_TYPE" val="f"/>
  <p:tag name="KSO_WM_UNIT_SUBTYPE" val="a"/>
  <p:tag name="KSO_WM_BEAUTIFY_FLAG" val="#wm#"/>
</p:tagLst>
</file>

<file path=ppt/tags/tag590.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9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9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3.xml><?xml version="1.0" encoding="utf-8"?>
<p:tagLst xmlns:p="http://schemas.openxmlformats.org/presentationml/2006/main">
  <p:tag name="KSO_WM_UNIT_INDEX" val="3"/>
  <p:tag name="KSO_WM_UNIT_TYPE" val="f"/>
  <p:tag name="KSO_WM_UNIT_SUBTYPE" val="a"/>
  <p:tag name="KSO_WM_BEAUTIFY_FLAG" val="#wm#"/>
</p:tagLst>
</file>

<file path=ppt/tags/tag594.xml><?xml version="1.0" encoding="utf-8"?>
<p:tagLst xmlns:p="http://schemas.openxmlformats.org/presentationml/2006/main">
  <p:tag name="KSO_WM_UNIT_INDEX" val="4"/>
  <p:tag name="KSO_WM_UNIT_TYPE" val="f"/>
  <p:tag name="KSO_WM_UNIT_SUBTYPE" val="a"/>
  <p:tag name="KSO_WM_BEAUTIFY_FLAG" val="#wm#"/>
</p:tagLst>
</file>

<file path=ppt/tags/tag595.xml><?xml version="1.0" encoding="utf-8"?>
<p:tagLst xmlns:p="http://schemas.openxmlformats.org/presentationml/2006/main">
  <p:tag name="KSO_WM_UNIT_INDEX" val="2"/>
  <p:tag name="KSO_WM_UNIT_TYPE" val="j"/>
  <p:tag name="KSO_WM_BEAUTIFY_FLAG" val="#wm#"/>
</p:tagLst>
</file>

<file path=ppt/tags/tag596.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97.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59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9.xml><?xml version="1.0" encoding="utf-8"?>
<p:tagLst xmlns:p="http://schemas.openxmlformats.org/presentationml/2006/main">
  <p:tag name="KSO_WM_UNIT_INDEX" val="8"/>
  <p:tag name="KSO_WM_UNIT_TYPE" val="f"/>
  <p:tag name="KSO_WM_UNIT_SUBTYPE" val="a"/>
  <p:tag name="KSO_WM_BEAUTIFY_FLAG" val="#wm#"/>
</p:tagLst>
</file>

<file path=ppt/tags/tag600.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01.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0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3.xml><?xml version="1.0" encoding="utf-8"?>
<p:tagLst xmlns:p="http://schemas.openxmlformats.org/presentationml/2006/main">
  <p:tag name="KSO_WM_UNIT_INDEX" val="2"/>
  <p:tag name="KSO_WM_UNIT_TYPE" val="f"/>
  <p:tag name="KSO_WM_UNIT_SUBTYPE" val="a"/>
  <p:tag name="KSO_WM_BEAUTIFY_FLAG" val="#wm#"/>
</p:tagLst>
</file>

<file path=ppt/tags/tag604.xml><?xml version="1.0" encoding="utf-8"?>
<p:tagLst xmlns:p="http://schemas.openxmlformats.org/presentationml/2006/main">
  <p:tag name="KSO_WM_UNIT_INDEX" val="3"/>
  <p:tag name="KSO_WM_UNIT_TYPE" val="j"/>
  <p:tag name="KSO_WM_BEAUTIFY_FLAG" val="#wm#"/>
</p:tagLst>
</file>

<file path=ppt/tags/tag605.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06.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0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8.xml><?xml version="1.0" encoding="utf-8"?>
<p:tagLst xmlns:p="http://schemas.openxmlformats.org/presentationml/2006/main">
  <p:tag name="KSO_WM_UNIT_INDEX" val="13"/>
  <p:tag name="KSO_WM_UNIT_TYPE" val="f"/>
  <p:tag name="KSO_WM_UNIT_SUBTYPE" val="a"/>
  <p:tag name="KSO_WM_BEAUTIFY_FLAG" val="#wm#"/>
</p:tagLst>
</file>

<file path=ppt/tags/tag609.xml><?xml version="1.0" encoding="utf-8"?>
<p:tagLst xmlns:p="http://schemas.openxmlformats.org/presentationml/2006/main">
  <p:tag name="KSO_WM_UNIT_TEXT" val="2.4 算法应用举例"/>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10.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11.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 name="KSO_WM_DIAGRAM_VIRTUALLY_FRAME" val="{&quot;height&quot;:422.6,&quot;left&quot;:12,&quot;top&quot;:84,&quot;width&quot;:696}"/>
</p:tagLst>
</file>

<file path=ppt/tags/tag612.xml><?xml version="1.0" encoding="utf-8"?>
<p:tagLst xmlns:p="http://schemas.openxmlformats.org/presentationml/2006/main">
  <p:tag name="KSO_WM_UNIT_INDEX" val="1_6_1"/>
  <p:tag name="KSO_WM_UNIT_TYPE" val="l_h_f"/>
  <p:tag name="KSO_WM_UNIT_SUBTYPE" val="a"/>
  <p:tag name="KSO_WM_TEMPLATE_CATEGORY" val="diagram"/>
  <p:tag name="KSO_WM_TEMPLATE_INDEX" val="19882022"/>
  <p:tag name="KSO_WM_UNIT_ID" val="diagram19882022*l_h_f*1_6_1"/>
  <p:tag name="KSO_WM_DIAGRAM_GROUP_CODE" val="l1-1"/>
  <p:tag name="KSO_WM_TAG_VERSION" val="2.0"/>
  <p:tag name="KSO_WM_BEAUTIFY_FLAG" val="#wm#"/>
  <p:tag name="KSO_WM_DIAGRAM_VIRTUALLY_FRAME" val="{&quot;height&quot;:422.6,&quot;left&quot;:12,&quot;top&quot;:84,&quot;width&quot;:696}"/>
</p:tagLst>
</file>

<file path=ppt/tags/tag613.xml><?xml version="1.0" encoding="utf-8"?>
<p:tagLst xmlns:p="http://schemas.openxmlformats.org/presentationml/2006/main">
  <p:tag name="KSO_WM_UNIT_TEXT" val="2.3 线性表的链式存储结构及其运算"/>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14.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6.xml><?xml version="1.0" encoding="utf-8"?>
<p:tagLst xmlns:p="http://schemas.openxmlformats.org/presentationml/2006/main">
  <p:tag name="KSO_WM_UNIT_INDEX" val="8"/>
  <p:tag name="KSO_WM_UNIT_TYPE" val="f"/>
  <p:tag name="KSO_WM_UNIT_SUBTYPE" val="a"/>
  <p:tag name="KSO_WM_BEAUTIFY_FLAG" val="#wm#"/>
</p:tagLst>
</file>

<file path=ppt/tags/tag617.xml><?xml version="1.0" encoding="utf-8"?>
<p:tagLst xmlns:p="http://schemas.openxmlformats.org/presentationml/2006/main">
  <p:tag name="KSO_WM_UNIT_INDEX" val="10"/>
  <p:tag name="KSO_WM_UNIT_TYPE" val="f"/>
  <p:tag name="KSO_WM_UNIT_SUBTYPE" val="a"/>
  <p:tag name="KSO_WM_BEAUTIFY_FLAG" val="#wm#"/>
</p:tagLst>
</file>

<file path=ppt/tags/tag618.xml><?xml version="1.0" encoding="utf-8"?>
<p:tagLst xmlns:p="http://schemas.openxmlformats.org/presentationml/2006/main">
  <p:tag name="KSO_WM_UNIT_INDEX" val="2"/>
  <p:tag name="KSO_WM_UNIT_TYPE" val="j"/>
  <p:tag name="KSO_WM_BEAUTIFY_FLAG" val="#wm#"/>
</p:tagLst>
</file>

<file path=ppt/tags/tag619.xml><?xml version="1.0" encoding="utf-8"?>
<p:tagLst xmlns:p="http://schemas.openxmlformats.org/presentationml/2006/main">
  <p:tag name="KSO_WM_UNIT_INDEX" val="7"/>
  <p:tag name="KSO_WM_UNIT_TYPE" val="f"/>
  <p:tag name="KSO_WM_UNIT_SUBTYPE" val="a"/>
  <p:tag name="KSO_WM_BEAUTIFY_FLAG" val="#wm#"/>
</p:tagLst>
</file>

<file path=ppt/tags/tag620.xml><?xml version="1.0" encoding="utf-8"?>
<p:tagLst xmlns:p="http://schemas.openxmlformats.org/presentationml/2006/main">
  <p:tag name="KSO_WM_UNIT_INDEX" val="9"/>
  <p:tag name="KSO_WM_UNIT_TYPE" val="f"/>
  <p:tag name="KSO_WM_UNIT_SUBTYPE" val="a"/>
  <p:tag name="KSO_WM_BEAUTIFY_FLAG" val="#wm#"/>
</p:tagLst>
</file>

<file path=ppt/tags/tag621.xml><?xml version="1.0" encoding="utf-8"?>
<p:tagLst xmlns:p="http://schemas.openxmlformats.org/presentationml/2006/main">
  <p:tag name="KSO_WM_UNIT_TEXT" val="2.4 算法应用举例"/>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22.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2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4.xml><?xml version="1.0" encoding="utf-8"?>
<p:tagLst xmlns:p="http://schemas.openxmlformats.org/presentationml/2006/main">
  <p:tag name="KSO_WM_UNIT_INDEX" val="2"/>
  <p:tag name="KSO_WM_UNIT_TYPE" val="f"/>
  <p:tag name="KSO_WM_UNIT_SUBTYPE" val="a"/>
  <p:tag name="KSO_WM_BEAUTIFY_FLAG" val="#wm#"/>
</p:tagLst>
</file>

<file path=ppt/tags/tag625.xml><?xml version="1.0" encoding="utf-8"?>
<p:tagLst xmlns:p="http://schemas.openxmlformats.org/presentationml/2006/main">
  <p:tag name="KSO_WM_UNIT_INDEX" val="4"/>
  <p:tag name="KSO_WM_UNIT_TYPE" val="f"/>
  <p:tag name="KSO_WM_UNIT_SUBTYPE" val="a"/>
  <p:tag name="KSO_WM_BEAUTIFY_FLAG" val="#wm#"/>
</p:tagLst>
</file>

<file path=ppt/tags/tag626.xml><?xml version="1.0" encoding="utf-8"?>
<p:tagLst xmlns:p="http://schemas.openxmlformats.org/presentationml/2006/main">
  <p:tag name="KSO_WM_UNIT_INDEX" val="3"/>
  <p:tag name="KSO_WM_UNIT_TYPE" val="j"/>
  <p:tag name="KSO_WM_BEAUTIFY_FLAG" val="#wm#"/>
</p:tagLst>
</file>

<file path=ppt/tags/tag627.xml><?xml version="1.0" encoding="utf-8"?>
<p:tagLst xmlns:p="http://schemas.openxmlformats.org/presentationml/2006/main">
  <p:tag name="KSO_WM_UNIT_TEXT" val="2.4 算法应用举例"/>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28.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2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0.xml><?xml version="1.0" encoding="utf-8"?>
<p:tagLst xmlns:p="http://schemas.openxmlformats.org/presentationml/2006/main">
  <p:tag name="KSO_WM_UNIT_INDEX" val="5"/>
  <p:tag name="KSO_WM_UNIT_TYPE" val="f"/>
  <p:tag name="KSO_WM_UNIT_SUBTYPE" val="a"/>
  <p:tag name="KSO_WM_BEAUTIFY_FLAG" val="#wm#"/>
</p:tagLst>
</file>

<file path=ppt/tags/tag631.xml><?xml version="1.0" encoding="utf-8"?>
<p:tagLst xmlns:p="http://schemas.openxmlformats.org/presentationml/2006/main">
  <p:tag name="KSO_WM_UNIT_TEXT" val="2.4 算法应用举例"/>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32.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ags/tag63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4.xml><?xml version="1.0" encoding="utf-8"?>
<p:tagLst xmlns:p="http://schemas.openxmlformats.org/presentationml/2006/main">
  <p:tag name="KSO_WM_UNIT_INDEX" val="4"/>
  <p:tag name="KSO_WM_UNIT_TYPE" val="f"/>
  <p:tag name="KSO_WM_UNIT_SUBTYPE" val="a"/>
  <p:tag name="KSO_WM_BEAUTIFY_FLAG" val="#wm#"/>
</p:tagLst>
</file>

<file path=ppt/tags/tag635.xml><?xml version="1.0" encoding="utf-8"?>
<p:tagLst xmlns:p="http://schemas.openxmlformats.org/presentationml/2006/main">
  <p:tag name="KSO_WM_UNIT_TEXT" val="本章小结"/>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636.xml><?xml version="1.0" encoding="utf-8"?>
<p:tagLst xmlns:p="http://schemas.openxmlformats.org/presentationml/2006/main">
  <p:tag name="KSO_WM_SLIDE_TYPE" val="text"/>
  <p:tag name="KSO_WM_BEAUTIFY_FLAG" val="#wm#"/>
  <p:tag name="KSO_WM_SLIDE_ID" val="custom20236336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336"/>
  <p:tag name="KSO_WM_SLIDE_SUBTYPE" val="pureTxt"/>
  <p:tag name="KSO_WM_SLIDE_SIZE" val="850*457"/>
  <p:tag name="KSO_WM_SLIDE_POSITION" val="54*28"/>
  <p:tag name="KSO_WM_SLIDE_LAYOUT" val="a_f"/>
  <p:tag name="KSO_WM_SLIDE_LAYOUT_CNT" val="1_1"/>
</p:tagLst>
</file>

<file path=ppt/theme/theme1.xml><?xml version="1.0" encoding="utf-8"?>
<a:theme xmlns:a="http://schemas.openxmlformats.org/drawingml/2006/main" name="mb">
  <a:themeElements>
    <a:clrScheme name="">
      <a:dk1>
        <a:srgbClr val="545472"/>
      </a:dk1>
      <a:lt1>
        <a:srgbClr val="FFFFFF"/>
      </a:lt1>
      <a:dk2>
        <a:srgbClr val="660066"/>
      </a:dk2>
      <a:lt2>
        <a:srgbClr val="9797B7"/>
      </a:lt2>
      <a:accent1>
        <a:srgbClr val="A7CCD9"/>
      </a:accent1>
      <a:accent2>
        <a:srgbClr val="C7C7DF"/>
      </a:accent2>
      <a:accent3>
        <a:srgbClr val="FFFFFF"/>
      </a:accent3>
      <a:accent4>
        <a:srgbClr val="474761"/>
      </a:accent4>
      <a:accent5>
        <a:srgbClr val="D0E2E9"/>
      </a:accent5>
      <a:accent6>
        <a:srgbClr val="B2B2C8"/>
      </a:accent6>
      <a:hlink>
        <a:srgbClr val="9595FF"/>
      </a:hlink>
      <a:folHlink>
        <a:srgbClr val="8888AE"/>
      </a:folHlink>
    </a:clrScheme>
    <a:fontScheme name="">
      <a:majorFont>
        <a:latin typeface="Tahoma"/>
        <a:ea typeface="隶书"/>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545472"/>
        </a:dk1>
        <a:lt1>
          <a:srgbClr val="FFFFFF"/>
        </a:lt1>
        <a:dk2>
          <a:srgbClr val="660066"/>
        </a:dk2>
        <a:lt2>
          <a:srgbClr val="9797B7"/>
        </a:lt2>
        <a:accent1>
          <a:srgbClr val="A7CCD9"/>
        </a:accent1>
        <a:accent2>
          <a:srgbClr val="C7C7DF"/>
        </a:accent2>
        <a:accent3>
          <a:srgbClr val="FFFFFF"/>
        </a:accent3>
        <a:accent4>
          <a:srgbClr val="474761"/>
        </a:accent4>
        <a:accent5>
          <a:srgbClr val="D0E2E9"/>
        </a:accent5>
        <a:accent6>
          <a:srgbClr val="B2B2C8"/>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
        <a:dk1>
          <a:srgbClr val="545472"/>
        </a:dk1>
        <a:lt1>
          <a:srgbClr val="FFFFFF"/>
        </a:lt1>
        <a:dk2>
          <a:srgbClr val="892D5B"/>
        </a:dk2>
        <a:lt2>
          <a:srgbClr val="68A7BE"/>
        </a:lt2>
        <a:accent1>
          <a:srgbClr val="CAACCC"/>
        </a:accent1>
        <a:accent2>
          <a:srgbClr val="A7CCD9"/>
        </a:accent2>
        <a:accent3>
          <a:srgbClr val="FFFFFF"/>
        </a:accent3>
        <a:accent4>
          <a:srgbClr val="474761"/>
        </a:accent4>
        <a:accent5>
          <a:srgbClr val="E1D2E2"/>
        </a:accent5>
        <a:accent6>
          <a:srgbClr val="95B7C2"/>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6C6C6"/>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
        <a:dk1>
          <a:srgbClr val="545472"/>
        </a:dk1>
        <a:lt1>
          <a:srgbClr val="FFFFFF"/>
        </a:lt1>
        <a:dk2>
          <a:srgbClr val="892D5B"/>
        </a:dk2>
        <a:lt2>
          <a:srgbClr val="AC3872"/>
        </a:lt2>
        <a:accent1>
          <a:srgbClr val="660066"/>
        </a:accent1>
        <a:accent2>
          <a:srgbClr val="E2A6C4"/>
        </a:accent2>
        <a:accent3>
          <a:srgbClr val="FFFFFF"/>
        </a:accent3>
        <a:accent4>
          <a:srgbClr val="474761"/>
        </a:accent4>
        <a:accent5>
          <a:srgbClr val="B9AAB9"/>
        </a:accent5>
        <a:accent6>
          <a:srgbClr val="CA94AF"/>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
        <a:dk1>
          <a:srgbClr val="545472"/>
        </a:dk1>
        <a:lt1>
          <a:srgbClr val="FFFFFF"/>
        </a:lt1>
        <a:dk2>
          <a:srgbClr val="892D5B"/>
        </a:dk2>
        <a:lt2>
          <a:srgbClr val="515BA7"/>
        </a:lt2>
        <a:accent1>
          <a:srgbClr val="8BD8E7"/>
        </a:accent1>
        <a:accent2>
          <a:srgbClr val="A5AAD3"/>
        </a:accent2>
        <a:accent3>
          <a:srgbClr val="FFFFFF"/>
        </a:accent3>
        <a:accent4>
          <a:srgbClr val="474761"/>
        </a:accent4>
        <a:accent5>
          <a:srgbClr val="C5E8F1"/>
        </a:accent5>
        <a:accent6>
          <a:srgbClr val="9498BD"/>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
        <a:dk1>
          <a:srgbClr val="545472"/>
        </a:dk1>
        <a:lt1>
          <a:srgbClr val="FFFFFF"/>
        </a:lt1>
        <a:dk2>
          <a:srgbClr val="37467F"/>
        </a:dk2>
        <a:lt2>
          <a:srgbClr val="547A3C"/>
        </a:lt2>
        <a:accent1>
          <a:srgbClr val="8BD8E7"/>
        </a:accent1>
        <a:accent2>
          <a:srgbClr val="B7D3A5"/>
        </a:accent2>
        <a:accent3>
          <a:srgbClr val="FFFFFF"/>
        </a:accent3>
        <a:accent4>
          <a:srgbClr val="474761"/>
        </a:accent4>
        <a:accent5>
          <a:srgbClr val="C5E8F1"/>
        </a:accent5>
        <a:accent6>
          <a:srgbClr val="A4BD94"/>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
        <a:dk1>
          <a:srgbClr val="545472"/>
        </a:dk1>
        <a:lt1>
          <a:srgbClr val="FFFFFF"/>
        </a:lt1>
        <a:dk2>
          <a:srgbClr val="655851"/>
        </a:dk2>
        <a:lt2>
          <a:srgbClr val="B49234"/>
        </a:lt2>
        <a:accent1>
          <a:srgbClr val="F8C684"/>
        </a:accent1>
        <a:accent2>
          <a:srgbClr val="E1CE97"/>
        </a:accent2>
        <a:accent3>
          <a:srgbClr val="FFFFFF"/>
        </a:accent3>
        <a:accent4>
          <a:srgbClr val="474761"/>
        </a:accent4>
        <a:accent5>
          <a:srgbClr val="FBDFC2"/>
        </a:accent5>
        <a:accent6>
          <a:srgbClr val="CAB887"/>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可爱卡通橙绿插画教育教学">
  <a:themeElements>
    <a:clrScheme name="自定义 36">
      <a:dk1>
        <a:srgbClr val="000000"/>
      </a:dk1>
      <a:lt1>
        <a:srgbClr val="FFFFFF"/>
      </a:lt1>
      <a:dk2>
        <a:srgbClr val="3F3F3F"/>
      </a:dk2>
      <a:lt2>
        <a:srgbClr val="FCF7EA"/>
      </a:lt2>
      <a:accent1>
        <a:srgbClr val="18AE96"/>
      </a:accent1>
      <a:accent2>
        <a:srgbClr val="F37857"/>
      </a:accent2>
      <a:accent3>
        <a:srgbClr val="F13B55"/>
      </a:accent3>
      <a:accent4>
        <a:srgbClr val="F9B000"/>
      </a:accent4>
      <a:accent5>
        <a:srgbClr val="9675D3"/>
      </a:accent5>
      <a:accent6>
        <a:srgbClr val="3572E3"/>
      </a:accent6>
      <a:hlink>
        <a:srgbClr val="F13B55"/>
      </a:hlink>
      <a:folHlink>
        <a:srgbClr val="FFB923"/>
      </a:folHlink>
    </a:clrScheme>
    <a:fontScheme name="自定义 56">
      <a:majorFont>
        <a:latin typeface="汉仪粗圆简"/>
        <a:ea typeface="汉仪粗圆简"/>
        <a:cs typeface=""/>
      </a:majorFont>
      <a:minorFont>
        <a:latin typeface="汉仪粗圆简"/>
        <a:ea typeface="汉仪粗圆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Settings\Owner\桌面\2008数据结构课件\数据结构第3版课件\mb.pot</Template>
  <TotalTime>0</TotalTime>
  <Words>11285</Words>
  <Application>WPS 演示</Application>
  <PresentationFormat>屏幕显示</PresentationFormat>
  <Paragraphs>698</Paragraphs>
  <Slides>53</Slides>
  <Notes>10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53</vt:i4>
      </vt:variant>
    </vt:vector>
  </HeadingPairs>
  <TitlesOfParts>
    <vt:vector size="67" baseType="lpstr">
      <vt:lpstr>Arial</vt:lpstr>
      <vt:lpstr>宋体</vt:lpstr>
      <vt:lpstr>Wingdings</vt:lpstr>
      <vt:lpstr>Times New Roman</vt:lpstr>
      <vt:lpstr>Montserrat Medium</vt:lpstr>
      <vt:lpstr>汉仪粗圆简</vt:lpstr>
      <vt:lpstr>Segoe Print</vt:lpstr>
      <vt:lpstr>微软雅黑</vt:lpstr>
      <vt:lpstr>Arial Unicode MS</vt:lpstr>
      <vt:lpstr>Tahoma</vt:lpstr>
      <vt:lpstr>隶书</vt:lpstr>
      <vt:lpstr>MS PGothic</vt:lpstr>
      <vt:lpstr>mb</vt:lpstr>
      <vt:lpstr>可爱卡通橙绿插画教育教学</vt:lpstr>
      <vt:lpstr>第二章  线性表</vt:lpstr>
      <vt:lpstr>第二章  线性表</vt:lpstr>
      <vt:lpstr>2.1 线性表的基本概念</vt:lpstr>
      <vt:lpstr>2.1 线性表的基本概念</vt:lpstr>
      <vt:lpstr>2.1 线性表的基本概念</vt:lpstr>
      <vt:lpstr>2.1 线性表的基本概念</vt:lpstr>
      <vt:lpstr>PowerPoint 演示文稿</vt:lpstr>
      <vt:lpstr>PowerPoint 演示文稿</vt:lpstr>
      <vt:lpstr>PowerPoint 演示文稿</vt:lpstr>
      <vt:lpstr>2.2 线性表的顺序存储结构及其算法</vt:lpstr>
      <vt:lpstr>2.2 线性表的顺序存储结构及其算法</vt:lpstr>
      <vt:lpstr>2.2 线性表的顺序存储结构及其算法</vt:lpstr>
      <vt:lpstr>2.2 线性表的顺序存储结构及其算法</vt:lpstr>
      <vt:lpstr>2.2 线性表的顺序存储结构及其算法</vt:lpstr>
      <vt:lpstr>2.2 线性表的顺序存储结构及其算法</vt:lpstr>
      <vt:lpstr>2.2 线性表的顺序存储结构及其算法</vt:lpstr>
      <vt:lpstr>2.2 线性表的顺序存储结构及其算法</vt:lpstr>
      <vt:lpstr>2.2 线性表的顺序存储结构及其算法</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单链表的删除运算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PowerPoint 演示文稿</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2.3 线性表的链式存储结构及其运算</vt:lpstr>
      <vt:lpstr>2.4 算法应用举例</vt:lpstr>
      <vt:lpstr>2.4 算法应用举例</vt:lpstr>
      <vt:lpstr>2.4 算法应用举例</vt:lpstr>
      <vt:lpstr>2.4 算法应用举例</vt:lpstr>
      <vt:lpstr>2.4 算法应用举例</vt:lpstr>
      <vt:lpstr>本章小结</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徐惠红</cp:lastModifiedBy>
  <cp:revision>99</cp:revision>
  <dcterms:created xsi:type="dcterms:W3CDTF">2026-07-16T15:18:00Z</dcterms:created>
  <dcterms:modified xsi:type="dcterms:W3CDTF">2026-07-30T14:34:42Z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2052-12.1.0.26895</vt:lpwstr>
  </property>
  <property fmtid="{D5CDD505-2E9C-101B-9397-08002B2CF9AE}" pid="4" name="ICV">
    <vt:lpwstr>D275778D3C4D492F8C48B0644FD0E278_12</vt:lpwstr>
  </property>
</Properties>
</file>