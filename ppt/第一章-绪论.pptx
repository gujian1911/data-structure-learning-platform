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60" r:id="rId4"/>
    <p:sldMasterId id="2147483671" r:id="rId5"/>
  </p:sldMasterIdLst>
  <p:notesMasterIdLst>
    <p:notesMasterId r:id="rId7"/>
  </p:notesMasterIdLst>
  <p:handoutMasterIdLst>
    <p:handoutMasterId r:id="rId67"/>
  </p:handoutMasterIdLst>
  <p:sldIdLst>
    <p:sldId id="256" r:id="rId6"/>
    <p:sldId id="459" r:id="rId8"/>
    <p:sldId id="467" r:id="rId9"/>
    <p:sldId id="468" r:id="rId10"/>
    <p:sldId id="465" r:id="rId11"/>
    <p:sldId id="466" r:id="rId12"/>
    <p:sldId id="469" r:id="rId13"/>
    <p:sldId id="426" r:id="rId14"/>
    <p:sldId id="471" r:id="rId15"/>
    <p:sldId id="472" r:id="rId16"/>
    <p:sldId id="470" r:id="rId17"/>
    <p:sldId id="427" r:id="rId18"/>
    <p:sldId id="428" r:id="rId19"/>
    <p:sldId id="430" r:id="rId20"/>
    <p:sldId id="474" r:id="rId21"/>
    <p:sldId id="432" r:id="rId22"/>
    <p:sldId id="431" r:id="rId23"/>
    <p:sldId id="475" r:id="rId24"/>
    <p:sldId id="437" r:id="rId25"/>
    <p:sldId id="479" r:id="rId26"/>
    <p:sldId id="478" r:id="rId27"/>
    <p:sldId id="486" r:id="rId28"/>
    <p:sldId id="477" r:id="rId29"/>
    <p:sldId id="484" r:id="rId30"/>
    <p:sldId id="487" r:id="rId31"/>
    <p:sldId id="488" r:id="rId32"/>
    <p:sldId id="489" r:id="rId33"/>
    <p:sldId id="513" r:id="rId34"/>
    <p:sldId id="520" r:id="rId35"/>
    <p:sldId id="490" r:id="rId36"/>
    <p:sldId id="491" r:id="rId37"/>
    <p:sldId id="492" r:id="rId38"/>
    <p:sldId id="493" r:id="rId39"/>
    <p:sldId id="526" r:id="rId40"/>
    <p:sldId id="494" r:id="rId41"/>
    <p:sldId id="495" r:id="rId42"/>
    <p:sldId id="496" r:id="rId43"/>
    <p:sldId id="498" r:id="rId44"/>
    <p:sldId id="497" r:id="rId45"/>
    <p:sldId id="499" r:id="rId46"/>
    <p:sldId id="500" r:id="rId47"/>
    <p:sldId id="501" r:id="rId48"/>
    <p:sldId id="502" r:id="rId49"/>
    <p:sldId id="503" r:id="rId50"/>
    <p:sldId id="527" r:id="rId51"/>
    <p:sldId id="504" r:id="rId52"/>
    <p:sldId id="505" r:id="rId53"/>
    <p:sldId id="506" r:id="rId54"/>
    <p:sldId id="512" r:id="rId55"/>
    <p:sldId id="507" r:id="rId56"/>
    <p:sldId id="508" r:id="rId57"/>
    <p:sldId id="509" r:id="rId58"/>
    <p:sldId id="510" r:id="rId59"/>
    <p:sldId id="522" r:id="rId60"/>
    <p:sldId id="516" r:id="rId61"/>
    <p:sldId id="523" r:id="rId62"/>
    <p:sldId id="517" r:id="rId63"/>
    <p:sldId id="524" r:id="rId64"/>
    <p:sldId id="525" r:id="rId65"/>
    <p:sldId id="519" r:id="rId66"/>
  </p:sldIdLst>
  <p:sldSz cx="9144000" cy="6858000" type="screen4x3"/>
  <p:notesSz cx="9144000" cy="6858000"/>
  <p:custDataLst>
    <p:tags r:id="rId7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0000FF"/>
    <a:srgbClr val="FF0000"/>
    <a:srgbClr val="00FF00"/>
    <a:srgbClr val="FFFF66"/>
    <a:srgbClr val="CC6600"/>
    <a:srgbClr val="FFFFFF"/>
    <a:srgbClr val="FF9933"/>
    <a:srgbClr val="FFFFCC"/>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9" autoAdjust="0"/>
    <p:restoredTop sz="90959" autoAdjust="0"/>
  </p:normalViewPr>
  <p:slideViewPr>
    <p:cSldViewPr showGuides="1">
      <p:cViewPr varScale="1">
        <p:scale>
          <a:sx n="104" d="100"/>
          <a:sy n="104" d="100"/>
        </p:scale>
        <p:origin x="1866" y="108"/>
      </p:cViewPr>
      <p:guideLst>
        <p:guide orient="horz" pos="2160"/>
        <p:guide pos="2880"/>
      </p:guideLst>
    </p:cSldViewPr>
  </p:slideViewPr>
  <p:notesTextViewPr>
    <p:cViewPr>
      <p:scale>
        <a:sx n="1" d="1"/>
        <a:sy n="1" d="1"/>
      </p:scale>
      <p:origin x="0" y="0"/>
    </p:cViewPr>
  </p:notesTextViewPr>
  <p:sorterViewPr>
    <p:cViewPr>
      <p:scale>
        <a:sx n="66" d="100"/>
        <a:sy n="66" d="100"/>
      </p:scale>
      <p:origin x="0" y="4260"/>
    </p:cViewPr>
  </p:sorterViewPr>
  <p:notesViewPr>
    <p:cSldViewPr>
      <p:cViewPr varScale="1">
        <p:scale>
          <a:sx n="72" d="100"/>
          <a:sy n="72" d="100"/>
        </p:scale>
        <p:origin x="-2016" y="-90"/>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1" Type="http://schemas.openxmlformats.org/officeDocument/2006/relationships/tags" Target="tags/tag554.xml"/><Relationship Id="rId70" Type="http://schemas.openxmlformats.org/officeDocument/2006/relationships/tableStyles" Target="tableStyles.xml"/><Relationship Id="rId7" Type="http://schemas.openxmlformats.org/officeDocument/2006/relationships/notesMaster" Target="notesMasters/notesMaster1.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6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atin typeface="Arial" panose="020B0604020202020204" pitchFamily="34" charset="0"/>
                <a:ea typeface="宋体" panose="02010600030101010101" pitchFamily="2" charset="-122"/>
              </a:defRPr>
            </a:lvl1pPr>
          </a:lstStyle>
          <a:p>
            <a:pPr>
              <a:defRPr/>
            </a:pPr>
            <a:fld id="{05749607-7991-44EA-8D6E-0DA9CA19FCD3}" type="datetimeFigureOut">
              <a:rPr lang="zh-CN" altLang="en-US"/>
            </a:fld>
            <a:endParaRPr lang="zh-CN" altLang="en-US"/>
          </a:p>
        </p:txBody>
      </p:sp>
      <p:sp>
        <p:nvSpPr>
          <p:cNvPr id="4" name="页脚占位符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atin typeface="Arial" panose="020B0604020202020204" pitchFamily="34" charset="0"/>
                <a:ea typeface="宋体" panose="02010600030101010101" pitchFamily="2" charset="-122"/>
              </a:defRPr>
            </a:lvl1pPr>
          </a:lstStyle>
          <a:p>
            <a:pPr>
              <a:defRPr/>
            </a:pPr>
            <a:fld id="{FF874B7C-5EA6-4941-8B53-A730555D19A8}"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atin typeface="Arial" panose="020B0604020202020204" pitchFamily="34" charset="0"/>
                <a:ea typeface="宋体" panose="02010600030101010101" pitchFamily="2" charset="-122"/>
              </a:defRPr>
            </a:lvl1pPr>
          </a:lstStyle>
          <a:p>
            <a:pPr>
              <a:defRPr/>
            </a:pPr>
            <a:fld id="{45C280F6-D72F-4F40-8D4A-86D81E1D6802}" type="datetimeFigureOut">
              <a:rPr lang="zh-CN" altLang="en-US"/>
            </a:fld>
            <a:endParaRPr lang="zh-CN" altLang="en-US"/>
          </a:p>
        </p:txBody>
      </p:sp>
      <p:sp>
        <p:nvSpPr>
          <p:cNvPr id="4" name="幻灯片图像占位符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atin typeface="Arial" panose="020B0604020202020204" pitchFamily="34" charset="0"/>
                <a:ea typeface="宋体" panose="02010600030101010101" pitchFamily="2" charset="-122"/>
              </a:defRPr>
            </a:lvl1pPr>
          </a:lstStyle>
          <a:p>
            <a:pPr>
              <a:defRPr/>
            </a:pPr>
            <a:fld id="{92C544EC-4CE7-440A-B7FA-34DE79C6B0BC}"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smtClean="0"/>
          </a:p>
        </p:txBody>
      </p:sp>
      <p:sp>
        <p:nvSpPr>
          <p:cNvPr id="92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AC0D19E-0DAA-4EB5-B65A-83F0AB32B33C}" type="slidenum">
              <a:rPr lang="zh-CN" altLang="en-US" smtClean="0"/>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p:sp>
      <p:sp>
        <p:nvSpPr>
          <p:cNvPr id="1269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Mark Allen Weiss</a:t>
            </a:r>
            <a:r>
              <a:rPr lang="zh-CN" altLang="en-US" smtClean="0"/>
              <a:t>，</a:t>
            </a:r>
            <a:r>
              <a:rPr lang="en-US" altLang="zh-CN" smtClean="0"/>
              <a:t>1987</a:t>
            </a:r>
            <a:r>
              <a:rPr lang="zh-CN" altLang="en-US" smtClean="0"/>
              <a:t>年在普林斯顿大学获得计算机科学博士学位，师从</a:t>
            </a:r>
            <a:r>
              <a:rPr lang="en-US" altLang="zh-CN" smtClean="0"/>
              <a:t>Robert Sedgewick (</a:t>
            </a:r>
            <a:r>
              <a:rPr lang="zh-CN" altLang="en-US" smtClean="0"/>
              <a:t>师从</a:t>
            </a:r>
            <a:r>
              <a:rPr lang="en-US" altLang="zh-CN" smtClean="0"/>
              <a:t>Knuth)</a:t>
            </a:r>
            <a:r>
              <a:rPr lang="zh-CN" altLang="en-US" smtClean="0"/>
              <a:t>，现任美国佛罗里达国际大学计算与信息科学学院教授。他曾经担任全美</a:t>
            </a:r>
            <a:r>
              <a:rPr lang="en-US" altLang="zh-CN" smtClean="0"/>
              <a:t>AP(Advanced Placement)</a:t>
            </a:r>
            <a:r>
              <a:rPr lang="zh-CN" altLang="en-US" smtClean="0"/>
              <a:t>考试计算机学科委员会的主席</a:t>
            </a:r>
            <a:r>
              <a:rPr lang="en-US" altLang="zh-CN" smtClean="0"/>
              <a:t>(2000-2004)</a:t>
            </a:r>
            <a:r>
              <a:rPr lang="zh-CN" altLang="en-US" smtClean="0"/>
              <a:t>。他的主要研究方向是数据结构、算法和教育学。</a:t>
            </a:r>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p:sp>
      <p:sp>
        <p:nvSpPr>
          <p:cNvPr id="1280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smtClean="0"/>
              <a:t>如何在计算机中表示问题和实现对问题的求解（方法：将客观问题抽象为数学模型及其上的操作）</a:t>
            </a:r>
            <a:endParaRPr lang="en-US" altLang="zh-CN" b="1" dirty="0" smtClean="0"/>
          </a:p>
          <a:p>
            <a:r>
              <a:rPr lang="zh-CN" altLang="en-US" b="1" dirty="0" smtClean="0"/>
              <a:t>二、要求</a:t>
            </a:r>
            <a:endParaRPr lang="zh-CN" altLang="en-US" b="1" dirty="0" smtClean="0"/>
          </a:p>
          <a:p>
            <a:r>
              <a:rPr lang="zh-CN" altLang="en-US" b="1" dirty="0" smtClean="0">
                <a:sym typeface="Wingdings" panose="05000000000000000000" pitchFamily="2" charset="2"/>
              </a:rPr>
              <a:t></a:t>
            </a:r>
            <a:r>
              <a:rPr lang="zh-CN" altLang="en-US" b="1" dirty="0" smtClean="0"/>
              <a:t>掌握各类</a:t>
            </a:r>
            <a:r>
              <a:rPr lang="zh-CN" altLang="en-US" b="1" dirty="0" smtClean="0">
                <a:solidFill>
                  <a:srgbClr val="0000FF"/>
                </a:solidFill>
              </a:rPr>
              <a:t>基本数据结构类型</a:t>
            </a:r>
            <a:r>
              <a:rPr lang="zh-CN" altLang="en-US" b="1" dirty="0" smtClean="0"/>
              <a:t>和相应的</a:t>
            </a:r>
            <a:r>
              <a:rPr lang="zh-CN" altLang="en-US" b="1" dirty="0" smtClean="0">
                <a:solidFill>
                  <a:srgbClr val="0000FF"/>
                </a:solidFill>
              </a:rPr>
              <a:t>存储结构</a:t>
            </a:r>
            <a:endParaRPr lang="zh-CN" altLang="en-US" b="1" dirty="0" smtClean="0"/>
          </a:p>
          <a:p>
            <a:r>
              <a:rPr lang="zh-CN" altLang="en-US" b="1" dirty="0" smtClean="0">
                <a:sym typeface="Wingdings" panose="05000000000000000000" pitchFamily="2" charset="2"/>
              </a:rPr>
              <a:t></a:t>
            </a:r>
            <a:r>
              <a:rPr lang="zh-CN" altLang="en-US" b="1" dirty="0" smtClean="0"/>
              <a:t>提高阅读和编写</a:t>
            </a:r>
            <a:r>
              <a:rPr lang="zh-CN" altLang="en-US" b="1" dirty="0" smtClean="0">
                <a:solidFill>
                  <a:srgbClr val="0000FF"/>
                </a:solidFill>
              </a:rPr>
              <a:t>算法</a:t>
            </a:r>
            <a:r>
              <a:rPr lang="zh-CN" altLang="en-US" b="1" dirty="0" smtClean="0"/>
              <a:t>的能力</a:t>
            </a:r>
            <a:endParaRPr lang="zh-CN" altLang="en-US" b="1" dirty="0" smtClean="0"/>
          </a:p>
          <a:p>
            <a:r>
              <a:rPr lang="zh-CN" altLang="en-US" b="1" dirty="0" smtClean="0">
                <a:sym typeface="Wingdings" panose="05000000000000000000" pitchFamily="2" charset="2"/>
              </a:rPr>
              <a:t></a:t>
            </a:r>
            <a:r>
              <a:rPr lang="zh-CN" altLang="en-US" b="1" dirty="0" smtClean="0"/>
              <a:t>能针对给定问题，</a:t>
            </a:r>
            <a:r>
              <a:rPr lang="zh-CN" altLang="en-US" b="1" dirty="0" smtClean="0">
                <a:solidFill>
                  <a:srgbClr val="0000FF"/>
                </a:solidFill>
              </a:rPr>
              <a:t>选择</a:t>
            </a:r>
            <a:r>
              <a:rPr lang="zh-CN" altLang="en-US" b="1" dirty="0" smtClean="0"/>
              <a:t>相适应的数据结构，并能</a:t>
            </a:r>
            <a:r>
              <a:rPr lang="zh-CN" altLang="en-US" b="1" dirty="0" smtClean="0">
                <a:solidFill>
                  <a:srgbClr val="0000FF"/>
                </a:solidFill>
              </a:rPr>
              <a:t>设计和分析算法</a:t>
            </a:r>
            <a:endParaRPr lang="zh-CN" altLang="en-US" b="1" dirty="0" smtClean="0">
              <a:solidFill>
                <a:srgbClr val="0000FF"/>
              </a:solidFill>
            </a:endParaRPr>
          </a:p>
          <a:p>
            <a:pPr lvl="2"/>
            <a:r>
              <a:rPr lang="zh-CN" altLang="en-US" sz="1400" b="1" dirty="0" smtClean="0">
                <a:solidFill>
                  <a:srgbClr val="0000FF"/>
                </a:solidFill>
                <a:latin typeface="楷体_GB2312"/>
                <a:ea typeface="楷体_GB2312"/>
                <a:cs typeface="楷体_GB2312"/>
              </a:rPr>
              <a:t>掌握典型算法思想及程序实现；</a:t>
            </a:r>
            <a:endParaRPr lang="zh-CN" altLang="en-US" sz="1400" b="1" dirty="0" smtClean="0">
              <a:solidFill>
                <a:srgbClr val="0000FF"/>
              </a:solidFill>
              <a:latin typeface="楷体_GB2312"/>
              <a:ea typeface="楷体_GB2312"/>
              <a:cs typeface="楷体_GB2312"/>
            </a:endParaRPr>
          </a:p>
          <a:p>
            <a:pPr lvl="2"/>
            <a:r>
              <a:rPr lang="zh-CN" altLang="en-US" sz="1400" b="1" dirty="0" smtClean="0">
                <a:solidFill>
                  <a:srgbClr val="0000FF"/>
                </a:solidFill>
                <a:latin typeface="楷体_GB2312"/>
                <a:ea typeface="楷体_GB2312"/>
                <a:cs typeface="楷体_GB2312"/>
              </a:rPr>
              <a:t>培养算法设计能力及编程能力；</a:t>
            </a:r>
            <a:endParaRPr lang="zh-CN" altLang="en-US" sz="1400" b="1" dirty="0" smtClean="0">
              <a:solidFill>
                <a:srgbClr val="0000FF"/>
              </a:solidFill>
              <a:latin typeface="楷体_GB2312"/>
              <a:ea typeface="楷体_GB2312"/>
              <a:cs typeface="楷体_GB2312"/>
            </a:endParaRPr>
          </a:p>
          <a:p>
            <a:endParaRPr lang="zh-CN" alt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p:sp>
      <p:sp>
        <p:nvSpPr>
          <p:cNvPr id="1331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p:sp>
      <p:sp>
        <p:nvSpPr>
          <p:cNvPr id="1341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smtClean="0"/>
              <a:t>美国计算机协会（</a:t>
            </a:r>
            <a:r>
              <a:rPr lang="en-US" altLang="zh-CN" b="1" dirty="0" smtClean="0"/>
              <a:t>ACM</a:t>
            </a:r>
            <a:r>
              <a:rPr lang="en-US" altLang="zh-CN" dirty="0" smtClean="0"/>
              <a:t> </a:t>
            </a:r>
            <a:r>
              <a:rPr lang="zh-CN" altLang="en-US" b="1" dirty="0" smtClean="0"/>
              <a:t>），</a:t>
            </a:r>
            <a:r>
              <a:rPr lang="en-US" altLang="zh-CN" b="1" dirty="0" smtClean="0"/>
              <a:t>A.M. Turing Award  2000</a:t>
            </a:r>
            <a:r>
              <a:rPr lang="zh-CN" altLang="en-US" b="1" dirty="0" smtClean="0"/>
              <a:t>年 姚期智 </a:t>
            </a:r>
            <a:r>
              <a:rPr lang="en-US" altLang="zh-CN" b="1" dirty="0" smtClean="0"/>
              <a:t>Andrew Chi-</a:t>
            </a:r>
            <a:r>
              <a:rPr lang="en-US" altLang="zh-CN" b="1" dirty="0" err="1" smtClean="0"/>
              <a:t>Chih</a:t>
            </a:r>
            <a:r>
              <a:rPr lang="en-US" altLang="zh-CN" b="1" dirty="0" smtClean="0"/>
              <a:t> Yao </a:t>
            </a:r>
            <a:r>
              <a:rPr lang="zh-CN" altLang="en-US" b="1" dirty="0" smtClean="0"/>
              <a:t>计算理论，包括伪随机数生成，密码学与通信复杂度</a:t>
            </a:r>
            <a:r>
              <a:rPr lang="zh-CN" altLang="en-US" dirty="0" smtClean="0"/>
              <a:t> 。奖金金额不算太高，设奖初期为</a:t>
            </a:r>
            <a:r>
              <a:rPr lang="en-US" altLang="zh-CN" dirty="0" smtClean="0"/>
              <a:t>2</a:t>
            </a:r>
            <a:r>
              <a:rPr lang="zh-CN" altLang="en-US" dirty="0" smtClean="0"/>
              <a:t>万美元，</a:t>
            </a:r>
            <a:r>
              <a:rPr lang="en-US" altLang="zh-CN" dirty="0" smtClean="0"/>
              <a:t>1989</a:t>
            </a:r>
            <a:r>
              <a:rPr lang="zh-CN" altLang="en-US" dirty="0" smtClean="0"/>
              <a:t>年起增到</a:t>
            </a:r>
            <a:r>
              <a:rPr lang="en-US" altLang="zh-CN" dirty="0" smtClean="0"/>
              <a:t>2</a:t>
            </a:r>
            <a:r>
              <a:rPr lang="zh-CN" altLang="en-US" dirty="0" smtClean="0"/>
              <a:t>万</a:t>
            </a:r>
            <a:r>
              <a:rPr lang="en-US" altLang="zh-CN" dirty="0" smtClean="0"/>
              <a:t>5</a:t>
            </a:r>
            <a:r>
              <a:rPr lang="zh-CN" altLang="en-US" dirty="0" smtClean="0"/>
              <a:t>千美元，奖金通常由计算机界的一些大企业提供（通过与</a:t>
            </a:r>
            <a:r>
              <a:rPr lang="en-US" altLang="zh-CN" dirty="0" smtClean="0"/>
              <a:t>ACM</a:t>
            </a:r>
            <a:r>
              <a:rPr lang="zh-CN" altLang="en-US" dirty="0" smtClean="0"/>
              <a:t>签订协议）。目前图灵奖由英特尔公司和</a:t>
            </a:r>
            <a:r>
              <a:rPr lang="en-US" altLang="zh-CN" dirty="0" smtClean="0"/>
              <a:t>google</a:t>
            </a:r>
            <a:r>
              <a:rPr lang="zh-CN" altLang="en-US" dirty="0" smtClean="0"/>
              <a:t>公司赞助，奖金为</a:t>
            </a:r>
            <a:r>
              <a:rPr lang="en-US" altLang="zh-CN" dirty="0" smtClean="0"/>
              <a:t>250,000</a:t>
            </a:r>
            <a:r>
              <a:rPr lang="zh-CN" altLang="en-US" dirty="0" smtClean="0"/>
              <a:t>美元。</a:t>
            </a:r>
            <a:endParaRPr lang="zh-CN" altLang="en-US" dirty="0" smtClean="0"/>
          </a:p>
          <a:p>
            <a:r>
              <a:rPr lang="zh-CN" altLang="en-US" sz="900" b="1" dirty="0" smtClean="0">
                <a:latin typeface="华文楷体" panose="02010600040101010101" pitchFamily="2" charset="-122"/>
                <a:ea typeface="华文楷体" panose="02010600040101010101" pitchFamily="2" charset="-122"/>
              </a:rPr>
              <a:t>相当于数学界的菲尔兹奖</a:t>
            </a:r>
            <a:endParaRPr lang="zh-CN" altLang="en-US" sz="900" b="1" dirty="0" smtClean="0">
              <a:latin typeface="华文楷体" panose="02010600040101010101" pitchFamily="2" charset="-122"/>
              <a:ea typeface="华文楷体" panose="02010600040101010101" pitchFamily="2" charset="-122"/>
            </a:endParaRPr>
          </a:p>
          <a:p>
            <a:endParaRPr lang="en-US" altLang="zh-CN" dirty="0" smtClean="0"/>
          </a:p>
          <a:p>
            <a:r>
              <a:rPr lang="en-US" altLang="zh-CN" dirty="0" smtClean="0"/>
              <a:t>1918</a:t>
            </a:r>
            <a:r>
              <a:rPr lang="zh-CN" altLang="en-US" dirty="0" smtClean="0"/>
              <a:t>年，德国发明家亚瑟．谢尔比乌斯</a:t>
            </a:r>
            <a:r>
              <a:rPr lang="en-US" altLang="zh-CN" dirty="0" smtClean="0"/>
              <a:t>(Arthur </a:t>
            </a:r>
            <a:r>
              <a:rPr lang="en-US" altLang="zh-CN" dirty="0" err="1" smtClean="0"/>
              <a:t>Scherbius</a:t>
            </a:r>
            <a:r>
              <a:rPr lang="en-US" altLang="zh-CN" dirty="0" smtClean="0"/>
              <a:t>)</a:t>
            </a:r>
            <a:r>
              <a:rPr lang="zh-CN" altLang="en-US" dirty="0" smtClean="0"/>
              <a:t>和他的朋友理查德．里特</a:t>
            </a:r>
            <a:r>
              <a:rPr lang="en-US" altLang="zh-CN" dirty="0" smtClean="0"/>
              <a:t>(Richard Ritter)</a:t>
            </a:r>
            <a:r>
              <a:rPr lang="zh-CN" altLang="en-US" dirty="0" smtClean="0"/>
              <a:t>创办了谢尔比乌斯和里特公司。谢尔比乌斯发明的加密电子机械名叫</a:t>
            </a:r>
            <a:r>
              <a:rPr lang="en-US" altLang="zh-CN" dirty="0" smtClean="0"/>
              <a:t>ENIGMA</a:t>
            </a:r>
            <a:r>
              <a:rPr lang="zh-CN" altLang="en-US" dirty="0" smtClean="0"/>
              <a:t>（读作“恩尼格玛”，意为“谜”）。</a:t>
            </a:r>
            <a:endParaRPr lang="zh-CN" alt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lvl1pPr>
              <a:defRPr sz="2400" b="1">
                <a:solidFill>
                  <a:srgbClr val="000000"/>
                </a:solidFill>
                <a:latin typeface="宋体" panose="02010600030101010101" pitchFamily="2" charset="-122"/>
                <a:ea typeface="宋体" panose="02010600030101010101" pitchFamily="2" charset="-122"/>
              </a:defRPr>
            </a:lvl1pPr>
            <a:lvl2pPr marL="742950" indent="-285750">
              <a:defRPr sz="2400" b="1">
                <a:solidFill>
                  <a:srgbClr val="000000"/>
                </a:solidFill>
                <a:latin typeface="宋体" panose="02010600030101010101" pitchFamily="2" charset="-122"/>
                <a:ea typeface="宋体" panose="02010600030101010101" pitchFamily="2" charset="-122"/>
              </a:defRPr>
            </a:lvl2pPr>
            <a:lvl3pPr marL="1143000" indent="-228600">
              <a:defRPr sz="2400" b="1">
                <a:solidFill>
                  <a:srgbClr val="000000"/>
                </a:solidFill>
                <a:latin typeface="宋体" panose="02010600030101010101" pitchFamily="2" charset="-122"/>
                <a:ea typeface="宋体" panose="02010600030101010101" pitchFamily="2" charset="-122"/>
              </a:defRPr>
            </a:lvl3pPr>
            <a:lvl4pPr marL="1600200" indent="-228600">
              <a:defRPr sz="2400" b="1">
                <a:solidFill>
                  <a:srgbClr val="000000"/>
                </a:solidFill>
                <a:latin typeface="宋体" panose="02010600030101010101" pitchFamily="2" charset="-122"/>
                <a:ea typeface="宋体" panose="02010600030101010101" pitchFamily="2" charset="-122"/>
              </a:defRPr>
            </a:lvl4pPr>
            <a:lvl5pPr marL="2057400" indent="-228600">
              <a:defRPr sz="2400" b="1">
                <a:solidFill>
                  <a:srgbClr val="000000"/>
                </a:solidFill>
                <a:latin typeface="宋体" panose="02010600030101010101" pitchFamily="2" charset="-122"/>
                <a:ea typeface="宋体" panose="02010600030101010101" pitchFamily="2" charset="-122"/>
              </a:defRPr>
            </a:lvl5pPr>
            <a:lvl6pPr marL="2514600" indent="-228600" eaLnBrk="0" fontAlgn="base" hangingPunct="0">
              <a:lnSpc>
                <a:spcPct val="150000"/>
              </a:lnSpc>
              <a:spcBef>
                <a:spcPct val="30000"/>
              </a:spcBef>
              <a:spcAft>
                <a:spcPct val="0"/>
              </a:spcAft>
              <a:defRPr sz="2400" b="1">
                <a:solidFill>
                  <a:srgbClr val="000000"/>
                </a:solidFill>
                <a:latin typeface="宋体" panose="02010600030101010101" pitchFamily="2" charset="-122"/>
                <a:ea typeface="宋体" panose="02010600030101010101" pitchFamily="2" charset="-122"/>
              </a:defRPr>
            </a:lvl6pPr>
            <a:lvl7pPr marL="2971800" indent="-228600" eaLnBrk="0" fontAlgn="base" hangingPunct="0">
              <a:lnSpc>
                <a:spcPct val="150000"/>
              </a:lnSpc>
              <a:spcBef>
                <a:spcPct val="30000"/>
              </a:spcBef>
              <a:spcAft>
                <a:spcPct val="0"/>
              </a:spcAft>
              <a:defRPr sz="2400" b="1">
                <a:solidFill>
                  <a:srgbClr val="000000"/>
                </a:solidFill>
                <a:latin typeface="宋体" panose="02010600030101010101" pitchFamily="2" charset="-122"/>
                <a:ea typeface="宋体" panose="02010600030101010101" pitchFamily="2" charset="-122"/>
              </a:defRPr>
            </a:lvl7pPr>
            <a:lvl8pPr marL="3429000" indent="-228600" eaLnBrk="0" fontAlgn="base" hangingPunct="0">
              <a:lnSpc>
                <a:spcPct val="150000"/>
              </a:lnSpc>
              <a:spcBef>
                <a:spcPct val="30000"/>
              </a:spcBef>
              <a:spcAft>
                <a:spcPct val="0"/>
              </a:spcAft>
              <a:defRPr sz="2400" b="1">
                <a:solidFill>
                  <a:srgbClr val="000000"/>
                </a:solidFill>
                <a:latin typeface="宋体" panose="02010600030101010101" pitchFamily="2" charset="-122"/>
                <a:ea typeface="宋体" panose="02010600030101010101" pitchFamily="2" charset="-122"/>
              </a:defRPr>
            </a:lvl8pPr>
            <a:lvl9pPr marL="3886200" indent="-228600" eaLnBrk="0" fontAlgn="base" hangingPunct="0">
              <a:lnSpc>
                <a:spcPct val="150000"/>
              </a:lnSpc>
              <a:spcBef>
                <a:spcPct val="30000"/>
              </a:spcBef>
              <a:spcAft>
                <a:spcPct val="0"/>
              </a:spcAft>
              <a:defRPr sz="2400" b="1">
                <a:solidFill>
                  <a:srgbClr val="000000"/>
                </a:solidFill>
                <a:latin typeface="宋体" panose="02010600030101010101" pitchFamily="2" charset="-122"/>
                <a:ea typeface="宋体" panose="02010600030101010101" pitchFamily="2" charset="-122"/>
              </a:defRPr>
            </a:lvl9pPr>
          </a:lstStyle>
          <a:p>
            <a:fld id="{57553137-B19E-4D2A-A016-535517FC7E19}" type="slidenum">
              <a:rPr lang="zh-CN" altLang="en-US" sz="1200" b="0">
                <a:solidFill>
                  <a:schemeClr val="tx1"/>
                </a:solidFill>
                <a:latin typeface="Arial" panose="020B0604020202020204" pitchFamily="34" charset="0"/>
              </a:rPr>
            </a:fld>
            <a:endParaRPr lang="en-US" altLang="zh-CN" sz="1200" b="0">
              <a:solidFill>
                <a:schemeClr val="tx1"/>
              </a:solidFill>
              <a:latin typeface="Arial" panose="020B0604020202020204" pitchFamily="34" charset="0"/>
            </a:endParaRPr>
          </a:p>
        </p:txBody>
      </p:sp>
      <p:sp>
        <p:nvSpPr>
          <p:cNvPr id="196611" name="Rectangle 2"/>
          <p:cNvSpPr>
            <a:spLocks noGrp="1" noRot="1" noChangeAspect="1" noChangeArrowheads="1" noTextEdit="1"/>
          </p:cNvSpPr>
          <p:nvPr>
            <p:ph type="sldImg"/>
          </p:nvPr>
        </p:nvSpPr>
        <p:spPr/>
      </p:sp>
      <p:sp>
        <p:nvSpPr>
          <p:cNvPr id="196612" name="Rectangle 3"/>
          <p:cNvSpPr>
            <a:spLocks noGrp="1" noChangeArrowheads="1"/>
          </p:cNvSpPr>
          <p:nvPr>
            <p:ph type="body" idx="1"/>
          </p:nvPr>
        </p:nvSpPr>
        <p:spPr>
          <a:noFill/>
        </p:spPr>
        <p:txBody>
          <a:bodyPr/>
          <a:lstStyle/>
          <a:p>
            <a:pPr eaLnBrk="1" hangingPunct="1"/>
            <a:endParaRPr lang="zh-CN" altLang="en-US" dirty="0"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lvl1pPr>
              <a:defRPr sz="2400" b="1">
                <a:solidFill>
                  <a:srgbClr val="000000"/>
                </a:solidFill>
                <a:latin typeface="宋体" panose="02010600030101010101" pitchFamily="2" charset="-122"/>
                <a:ea typeface="宋体" panose="02010600030101010101" pitchFamily="2" charset="-122"/>
              </a:defRPr>
            </a:lvl1pPr>
            <a:lvl2pPr marL="742950" indent="-285750">
              <a:defRPr sz="2400" b="1">
                <a:solidFill>
                  <a:srgbClr val="000000"/>
                </a:solidFill>
                <a:latin typeface="宋体" panose="02010600030101010101" pitchFamily="2" charset="-122"/>
                <a:ea typeface="宋体" panose="02010600030101010101" pitchFamily="2" charset="-122"/>
              </a:defRPr>
            </a:lvl2pPr>
            <a:lvl3pPr marL="1143000" indent="-228600">
              <a:defRPr sz="2400" b="1">
                <a:solidFill>
                  <a:srgbClr val="000000"/>
                </a:solidFill>
                <a:latin typeface="宋体" panose="02010600030101010101" pitchFamily="2" charset="-122"/>
                <a:ea typeface="宋体" panose="02010600030101010101" pitchFamily="2" charset="-122"/>
              </a:defRPr>
            </a:lvl3pPr>
            <a:lvl4pPr marL="1600200" indent="-228600">
              <a:defRPr sz="2400" b="1">
                <a:solidFill>
                  <a:srgbClr val="000000"/>
                </a:solidFill>
                <a:latin typeface="宋体" panose="02010600030101010101" pitchFamily="2" charset="-122"/>
                <a:ea typeface="宋体" panose="02010600030101010101" pitchFamily="2" charset="-122"/>
              </a:defRPr>
            </a:lvl4pPr>
            <a:lvl5pPr marL="2057400" indent="-228600">
              <a:defRPr sz="2400" b="1">
                <a:solidFill>
                  <a:srgbClr val="000000"/>
                </a:solidFill>
                <a:latin typeface="宋体" panose="02010600030101010101" pitchFamily="2" charset="-122"/>
                <a:ea typeface="宋体" panose="02010600030101010101" pitchFamily="2" charset="-122"/>
              </a:defRPr>
            </a:lvl5pPr>
            <a:lvl6pPr marL="2514600" indent="-228600" eaLnBrk="0" fontAlgn="base" hangingPunct="0">
              <a:lnSpc>
                <a:spcPct val="150000"/>
              </a:lnSpc>
              <a:spcBef>
                <a:spcPct val="30000"/>
              </a:spcBef>
              <a:spcAft>
                <a:spcPct val="0"/>
              </a:spcAft>
              <a:defRPr sz="2400" b="1">
                <a:solidFill>
                  <a:srgbClr val="000000"/>
                </a:solidFill>
                <a:latin typeface="宋体" panose="02010600030101010101" pitchFamily="2" charset="-122"/>
                <a:ea typeface="宋体" panose="02010600030101010101" pitchFamily="2" charset="-122"/>
              </a:defRPr>
            </a:lvl6pPr>
            <a:lvl7pPr marL="2971800" indent="-228600" eaLnBrk="0" fontAlgn="base" hangingPunct="0">
              <a:lnSpc>
                <a:spcPct val="150000"/>
              </a:lnSpc>
              <a:spcBef>
                <a:spcPct val="30000"/>
              </a:spcBef>
              <a:spcAft>
                <a:spcPct val="0"/>
              </a:spcAft>
              <a:defRPr sz="2400" b="1">
                <a:solidFill>
                  <a:srgbClr val="000000"/>
                </a:solidFill>
                <a:latin typeface="宋体" panose="02010600030101010101" pitchFamily="2" charset="-122"/>
                <a:ea typeface="宋体" panose="02010600030101010101" pitchFamily="2" charset="-122"/>
              </a:defRPr>
            </a:lvl7pPr>
            <a:lvl8pPr marL="3429000" indent="-228600" eaLnBrk="0" fontAlgn="base" hangingPunct="0">
              <a:lnSpc>
                <a:spcPct val="150000"/>
              </a:lnSpc>
              <a:spcBef>
                <a:spcPct val="30000"/>
              </a:spcBef>
              <a:spcAft>
                <a:spcPct val="0"/>
              </a:spcAft>
              <a:defRPr sz="2400" b="1">
                <a:solidFill>
                  <a:srgbClr val="000000"/>
                </a:solidFill>
                <a:latin typeface="宋体" panose="02010600030101010101" pitchFamily="2" charset="-122"/>
                <a:ea typeface="宋体" panose="02010600030101010101" pitchFamily="2" charset="-122"/>
              </a:defRPr>
            </a:lvl8pPr>
            <a:lvl9pPr marL="3886200" indent="-228600" eaLnBrk="0" fontAlgn="base" hangingPunct="0">
              <a:lnSpc>
                <a:spcPct val="150000"/>
              </a:lnSpc>
              <a:spcBef>
                <a:spcPct val="30000"/>
              </a:spcBef>
              <a:spcAft>
                <a:spcPct val="0"/>
              </a:spcAft>
              <a:defRPr sz="2400" b="1">
                <a:solidFill>
                  <a:srgbClr val="000000"/>
                </a:solidFill>
                <a:latin typeface="宋体" panose="02010600030101010101" pitchFamily="2" charset="-122"/>
                <a:ea typeface="宋体" panose="02010600030101010101" pitchFamily="2" charset="-122"/>
              </a:defRPr>
            </a:lvl9pPr>
          </a:lstStyle>
          <a:p>
            <a:fld id="{57553137-B19E-4D2A-A016-535517FC7E19}" type="slidenum">
              <a:rPr lang="zh-CN" altLang="en-US" sz="1200" b="0">
                <a:solidFill>
                  <a:schemeClr val="tx1"/>
                </a:solidFill>
                <a:latin typeface="Arial" panose="020B0604020202020204" pitchFamily="34" charset="0"/>
              </a:rPr>
            </a:fld>
            <a:endParaRPr lang="en-US" altLang="zh-CN" sz="1200" b="0">
              <a:solidFill>
                <a:schemeClr val="tx1"/>
              </a:solidFill>
              <a:latin typeface="Arial" panose="020B0604020202020204" pitchFamily="34" charset="0"/>
            </a:endParaRPr>
          </a:p>
        </p:txBody>
      </p:sp>
      <p:sp>
        <p:nvSpPr>
          <p:cNvPr id="196611" name="Rectangle 2"/>
          <p:cNvSpPr>
            <a:spLocks noGrp="1" noRot="1" noChangeAspect="1" noChangeArrowheads="1" noTextEdit="1"/>
          </p:cNvSpPr>
          <p:nvPr>
            <p:ph type="sldImg"/>
          </p:nvPr>
        </p:nvSpPr>
        <p:spPr/>
      </p:sp>
      <p:sp>
        <p:nvSpPr>
          <p:cNvPr id="196612" name="Rectangle 3"/>
          <p:cNvSpPr>
            <a:spLocks noGrp="1" noChangeArrowheads="1"/>
          </p:cNvSpPr>
          <p:nvPr>
            <p:ph type="body" idx="1"/>
          </p:nvPr>
        </p:nvSpPr>
        <p:spPr>
          <a:noFill/>
        </p:spPr>
        <p:txBody>
          <a:bodyPr/>
          <a:lstStyle/>
          <a:p>
            <a:pPr eaLnBrk="1" hangingPunct="1"/>
            <a:endParaRPr lang="zh-CN" altLang="en-US" dirty="0"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r>
              <a:rPr lang="zh-CN" altLang="en-US" sz="2400" dirty="0" smtClean="0">
                <a:latin typeface="微软雅黑" panose="020B0503020204020204" pitchFamily="34" charset="-122"/>
                <a:ea typeface="微软雅黑" panose="020B0503020204020204" pitchFamily="34" charset="-122"/>
              </a:rPr>
              <a:t>数据项是具有独立含义的最小数据标识单位</a:t>
            </a:r>
            <a:endParaRPr lang="zh-CN" altLang="en-US" sz="2400" dirty="0" smtClean="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92C544EC-4CE7-440A-B7FA-34DE79C6B0B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spcBef>
                <a:spcPct val="30000"/>
              </a:spcBef>
              <a:buClr>
                <a:schemeClr val="tx1"/>
              </a:buClr>
              <a:buSzPct val="100000"/>
              <a:buFont typeface="Wingdings" panose="05000000000000000000" pitchFamily="2" charset="2"/>
              <a:buChar char=""/>
              <a:defRPr/>
            </a:pPr>
            <a:r>
              <a:rPr lang="zh-CN" altLang="en-US" sz="2800" dirty="0" smtClean="0">
                <a:latin typeface="微软雅黑" panose="020B0503020204020204" pitchFamily="34" charset="-122"/>
                <a:ea typeface="微软雅黑" panose="020B0503020204020204" pitchFamily="34" charset="-122"/>
              </a:rPr>
              <a:t> 数据结构是</a:t>
            </a:r>
            <a:r>
              <a:rPr lang="en-US" altLang="zh-CN"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lvl="1">
              <a:lnSpc>
                <a:spcPct val="200000"/>
              </a:lnSpc>
              <a:spcBef>
                <a:spcPct val="30000"/>
              </a:spcBef>
              <a:buClr>
                <a:schemeClr val="tx1"/>
              </a:buClr>
              <a:buSzPct val="60000"/>
              <a:buFont typeface="Wingdings" panose="05000000000000000000" pitchFamily="2" charset="2"/>
              <a:buChar char="l"/>
              <a:defRPr/>
            </a:pPr>
            <a:r>
              <a:rPr lang="zh-CN" altLang="en-US" sz="2400" dirty="0" smtClean="0">
                <a:latin typeface="微软雅黑" panose="020B0503020204020204" pitchFamily="34" charset="-122"/>
                <a:ea typeface="微软雅黑" panose="020B0503020204020204" pitchFamily="34" charset="-122"/>
              </a:rPr>
              <a:t>研究非数值计算的程序设计问题时</a:t>
            </a:r>
            <a:endParaRPr lang="en-US" altLang="zh-CN" sz="2400" dirty="0" smtClean="0">
              <a:latin typeface="微软雅黑" panose="020B0503020204020204" pitchFamily="34" charset="-122"/>
              <a:ea typeface="微软雅黑" panose="020B0503020204020204" pitchFamily="34" charset="-122"/>
            </a:endParaRPr>
          </a:p>
          <a:p>
            <a:pPr lvl="1">
              <a:lnSpc>
                <a:spcPct val="200000"/>
              </a:lnSpc>
              <a:spcBef>
                <a:spcPct val="30000"/>
              </a:spcBef>
              <a:buClr>
                <a:schemeClr val="tx1"/>
              </a:buClr>
              <a:buSzPct val="60000"/>
              <a:buFont typeface="Wingdings" panose="05000000000000000000" pitchFamily="2" charset="2"/>
              <a:buChar char="l"/>
              <a:defRPr/>
            </a:pPr>
            <a:r>
              <a:rPr lang="zh-CN" altLang="en-US" sz="2400" dirty="0" smtClean="0">
                <a:latin typeface="微软雅黑" panose="020B0503020204020204" pitchFamily="34" charset="-122"/>
                <a:ea typeface="微软雅黑" panose="020B0503020204020204" pitchFamily="34" charset="-122"/>
              </a:rPr>
              <a:t>处理的操作对象以及它们之间的关系和操作等问题的学科</a:t>
            </a:r>
            <a:endParaRPr lang="zh-CN" altLang="en-US" sz="2400" dirty="0" smtClean="0">
              <a:latin typeface="微软雅黑" panose="020B0503020204020204" pitchFamily="34" charset="-122"/>
              <a:ea typeface="微软雅黑" panose="020B0503020204020204" pitchFamily="34" charset="-122"/>
            </a:endParaRPr>
          </a:p>
          <a:p>
            <a:pPr>
              <a:lnSpc>
                <a:spcPct val="200000"/>
              </a:lnSpc>
              <a:spcBef>
                <a:spcPct val="30000"/>
              </a:spcBef>
              <a:buClr>
                <a:schemeClr val="tx1"/>
              </a:buClr>
              <a:buSzPct val="100000"/>
              <a:buFont typeface="Wingdings" panose="05000000000000000000" pitchFamily="2" charset="2"/>
              <a:buChar char=""/>
              <a:defRPr/>
            </a:pPr>
            <a:r>
              <a:rPr lang="zh-CN" altLang="en-US" sz="2800" dirty="0" smtClean="0">
                <a:latin typeface="微软雅黑" panose="020B0503020204020204" pitchFamily="34" charset="-122"/>
                <a:ea typeface="微软雅黑" panose="020B0503020204020204" pitchFamily="34" charset="-122"/>
              </a:rPr>
              <a:t> 可以通过对比来帮助理解数据结构课程的内涵</a:t>
            </a:r>
            <a:endParaRPr lang="en-US" altLang="zh-CN" sz="2800" dirty="0" smtClean="0">
              <a:latin typeface="微软雅黑" panose="020B0503020204020204" pitchFamily="34" charset="-122"/>
              <a:ea typeface="微软雅黑" panose="020B0503020204020204" pitchFamily="34" charset="-122"/>
            </a:endParaRPr>
          </a:p>
          <a:p>
            <a:pPr lvl="1">
              <a:lnSpc>
                <a:spcPct val="200000"/>
              </a:lnSpc>
              <a:spcBef>
                <a:spcPct val="30000"/>
              </a:spcBef>
              <a:buClr>
                <a:schemeClr val="tx1"/>
              </a:buClr>
              <a:buSzPct val="60000"/>
              <a:buFont typeface="Wingdings" panose="05000000000000000000" pitchFamily="2" charset="2"/>
              <a:buChar char="l"/>
              <a:defRPr/>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解决数值计算问题的关键</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建立适当的数学模型</a:t>
            </a:r>
            <a:endParaRPr lang="en-US" altLang="zh-CN" sz="2400" dirty="0" smtClean="0">
              <a:latin typeface="微软雅黑" panose="020B0503020204020204" pitchFamily="34" charset="-122"/>
              <a:ea typeface="微软雅黑" panose="020B0503020204020204" pitchFamily="34" charset="-122"/>
            </a:endParaRPr>
          </a:p>
          <a:p>
            <a:pPr lvl="1">
              <a:lnSpc>
                <a:spcPct val="200000"/>
              </a:lnSpc>
              <a:spcBef>
                <a:spcPct val="30000"/>
              </a:spcBef>
              <a:buClr>
                <a:schemeClr val="tx1"/>
              </a:buClr>
              <a:buSzPct val="60000"/>
              <a:buFont typeface="Wingdings" panose="05000000000000000000" pitchFamily="2" charset="2"/>
              <a:buChar char="l"/>
              <a:defRPr/>
            </a:pPr>
            <a:r>
              <a:rPr lang="zh-CN" altLang="en-US" sz="2400" dirty="0" smtClean="0">
                <a:latin typeface="微软雅黑" panose="020B0503020204020204" pitchFamily="34" charset="-122"/>
                <a:ea typeface="微软雅黑" panose="020B0503020204020204" pitchFamily="34" charset="-122"/>
              </a:rPr>
              <a:t> 解决非数值计算问题的关键</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寻找适当的数据结构</a:t>
            </a:r>
            <a:endParaRPr lang="zh-CN" altLang="en-US" sz="2400" dirty="0" smtClean="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92C544EC-4CE7-440A-B7FA-34DE79C6B0B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spcBef>
                <a:spcPct val="30000"/>
              </a:spcBef>
              <a:buClr>
                <a:schemeClr val="tx1"/>
              </a:buClr>
              <a:buSzPct val="100000"/>
              <a:buFont typeface="Wingdings" panose="05000000000000000000" pitchFamily="2" charset="2"/>
              <a:buChar char=""/>
              <a:defRPr/>
            </a:pPr>
            <a:r>
              <a:rPr lang="zh-CN" altLang="en-US" sz="2800" dirty="0" smtClean="0">
                <a:latin typeface="微软雅黑" panose="020B0503020204020204" pitchFamily="34" charset="-122"/>
                <a:ea typeface="微软雅黑" panose="020B0503020204020204" pitchFamily="34" charset="-122"/>
              </a:rPr>
              <a:t> 数据结构是</a:t>
            </a:r>
            <a:r>
              <a:rPr lang="en-US" altLang="zh-CN"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lvl="1">
              <a:lnSpc>
                <a:spcPct val="200000"/>
              </a:lnSpc>
              <a:spcBef>
                <a:spcPct val="30000"/>
              </a:spcBef>
              <a:buClr>
                <a:schemeClr val="tx1"/>
              </a:buClr>
              <a:buSzPct val="60000"/>
              <a:buFont typeface="Wingdings" panose="05000000000000000000" pitchFamily="2" charset="2"/>
              <a:buChar char="l"/>
              <a:defRPr/>
            </a:pPr>
            <a:r>
              <a:rPr lang="zh-CN" altLang="en-US" sz="2400" dirty="0" smtClean="0">
                <a:latin typeface="微软雅黑" panose="020B0503020204020204" pitchFamily="34" charset="-122"/>
                <a:ea typeface="微软雅黑" panose="020B0503020204020204" pitchFamily="34" charset="-122"/>
              </a:rPr>
              <a:t>研究非数值计算的程序设计问题时</a:t>
            </a:r>
            <a:endParaRPr lang="en-US" altLang="zh-CN" sz="2400" dirty="0" smtClean="0">
              <a:latin typeface="微软雅黑" panose="020B0503020204020204" pitchFamily="34" charset="-122"/>
              <a:ea typeface="微软雅黑" panose="020B0503020204020204" pitchFamily="34" charset="-122"/>
            </a:endParaRPr>
          </a:p>
          <a:p>
            <a:pPr lvl="1">
              <a:lnSpc>
                <a:spcPct val="200000"/>
              </a:lnSpc>
              <a:spcBef>
                <a:spcPct val="30000"/>
              </a:spcBef>
              <a:buClr>
                <a:schemeClr val="tx1"/>
              </a:buClr>
              <a:buSzPct val="60000"/>
              <a:buFont typeface="Wingdings" panose="05000000000000000000" pitchFamily="2" charset="2"/>
              <a:buChar char="l"/>
              <a:defRPr/>
            </a:pPr>
            <a:r>
              <a:rPr lang="zh-CN" altLang="en-US" sz="2400" dirty="0" smtClean="0">
                <a:latin typeface="微软雅黑" panose="020B0503020204020204" pitchFamily="34" charset="-122"/>
                <a:ea typeface="微软雅黑" panose="020B0503020204020204" pitchFamily="34" charset="-122"/>
              </a:rPr>
              <a:t>处理的操作对象以及它们之间的关系和操作等问题的学科</a:t>
            </a:r>
            <a:endParaRPr lang="zh-CN" altLang="en-US" sz="2400" dirty="0" smtClean="0">
              <a:latin typeface="微软雅黑" panose="020B0503020204020204" pitchFamily="34" charset="-122"/>
              <a:ea typeface="微软雅黑" panose="020B0503020204020204" pitchFamily="34" charset="-122"/>
            </a:endParaRPr>
          </a:p>
          <a:p>
            <a:pPr>
              <a:lnSpc>
                <a:spcPct val="200000"/>
              </a:lnSpc>
              <a:spcBef>
                <a:spcPct val="30000"/>
              </a:spcBef>
              <a:buClr>
                <a:schemeClr val="tx1"/>
              </a:buClr>
              <a:buSzPct val="100000"/>
              <a:buFont typeface="Wingdings" panose="05000000000000000000" pitchFamily="2" charset="2"/>
              <a:buChar char=""/>
              <a:defRPr/>
            </a:pPr>
            <a:r>
              <a:rPr lang="zh-CN" altLang="en-US" sz="2800" dirty="0" smtClean="0">
                <a:latin typeface="微软雅黑" panose="020B0503020204020204" pitchFamily="34" charset="-122"/>
                <a:ea typeface="微软雅黑" panose="020B0503020204020204" pitchFamily="34" charset="-122"/>
              </a:rPr>
              <a:t> 可以通过对比来帮助理解数据结构课程的内涵</a:t>
            </a:r>
            <a:endParaRPr lang="en-US" altLang="zh-CN" sz="2800" dirty="0" smtClean="0">
              <a:latin typeface="微软雅黑" panose="020B0503020204020204" pitchFamily="34" charset="-122"/>
              <a:ea typeface="微软雅黑" panose="020B0503020204020204" pitchFamily="34" charset="-122"/>
            </a:endParaRPr>
          </a:p>
          <a:p>
            <a:pPr lvl="1">
              <a:lnSpc>
                <a:spcPct val="200000"/>
              </a:lnSpc>
              <a:spcBef>
                <a:spcPct val="30000"/>
              </a:spcBef>
              <a:buClr>
                <a:schemeClr val="tx1"/>
              </a:buClr>
              <a:buSzPct val="60000"/>
              <a:buFont typeface="Wingdings" panose="05000000000000000000" pitchFamily="2" charset="2"/>
              <a:buChar char="l"/>
              <a:defRPr/>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解决数值计算问题的关键</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建立适当的数学模型</a:t>
            </a:r>
            <a:endParaRPr lang="en-US" altLang="zh-CN" sz="2400" dirty="0" smtClean="0">
              <a:latin typeface="微软雅黑" panose="020B0503020204020204" pitchFamily="34" charset="-122"/>
              <a:ea typeface="微软雅黑" panose="020B0503020204020204" pitchFamily="34" charset="-122"/>
            </a:endParaRPr>
          </a:p>
          <a:p>
            <a:pPr lvl="1">
              <a:lnSpc>
                <a:spcPct val="200000"/>
              </a:lnSpc>
              <a:spcBef>
                <a:spcPct val="30000"/>
              </a:spcBef>
              <a:buClr>
                <a:schemeClr val="tx1"/>
              </a:buClr>
              <a:buSzPct val="60000"/>
              <a:buFont typeface="Wingdings" panose="05000000000000000000" pitchFamily="2" charset="2"/>
              <a:buChar char="l"/>
              <a:defRPr/>
            </a:pPr>
            <a:r>
              <a:rPr lang="zh-CN" altLang="en-US" sz="2400" dirty="0" smtClean="0">
                <a:latin typeface="微软雅黑" panose="020B0503020204020204" pitchFamily="34" charset="-122"/>
                <a:ea typeface="微软雅黑" panose="020B0503020204020204" pitchFamily="34" charset="-122"/>
              </a:rPr>
              <a:t> 解决非数值计算问题的关键</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寻找适当的数据结构</a:t>
            </a:r>
            <a:endParaRPr lang="zh-CN" altLang="en-US" sz="2400" dirty="0" smtClean="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92C544EC-4CE7-440A-B7FA-34DE79C6B0B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1" kern="1200" dirty="0" smtClean="0">
                <a:solidFill>
                  <a:schemeClr val="bg2">
                    <a:lumMod val="10000"/>
                  </a:schemeClr>
                </a:solidFill>
                <a:cs typeface="+mn-cs"/>
              </a:rPr>
              <a:t>集合结构：数据元素之间的关系是“</a:t>
            </a:r>
            <a:r>
              <a:rPr kumimoji="1" lang="zh-CN" altLang="en-US" sz="1200" b="1" kern="1200" dirty="0" smtClean="0">
                <a:solidFill>
                  <a:srgbClr val="FF0000"/>
                </a:solidFill>
                <a:cs typeface="+mn-cs"/>
              </a:rPr>
              <a:t>属于同一个集合</a:t>
            </a:r>
            <a:r>
              <a:rPr kumimoji="1" lang="zh-CN" altLang="en-US" sz="1200" b="1" kern="1200" dirty="0" smtClean="0">
                <a:solidFill>
                  <a:schemeClr val="bg2">
                    <a:lumMod val="10000"/>
                  </a:schemeClr>
                </a:solidFill>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92C544EC-4CE7-440A-B7FA-34DE79C6B0B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算法、语言、程序的关系</a:t>
            </a:r>
            <a:endParaRPr lang="zh-CN" altLang="en-US" dirty="0" smtClean="0"/>
          </a:p>
          <a:p>
            <a:endParaRPr lang="zh-CN" altLang="en-US" dirty="0" smtClean="0"/>
          </a:p>
          <a:p>
            <a:r>
              <a:rPr lang="zh-CN" altLang="en-US" dirty="0" smtClean="0"/>
              <a:t>算法：描述了数据对象的元素之间的关系（包括数据逻辑关系、存贮关系描述）。</a:t>
            </a:r>
            <a:endParaRPr lang="zh-CN" altLang="en-US" dirty="0" smtClean="0"/>
          </a:p>
          <a:p>
            <a:r>
              <a:rPr lang="zh-CN" altLang="en-US" dirty="0" smtClean="0"/>
              <a:t>描述算法的工具：算法可用自然语言、框图或高级程序设计语言进行描述。</a:t>
            </a:r>
            <a:endParaRPr lang="zh-CN" altLang="en-US" dirty="0" smtClean="0"/>
          </a:p>
          <a:p>
            <a:r>
              <a:rPr lang="zh-CN" altLang="en-US" dirty="0" smtClean="0"/>
              <a:t>程序：是算法在计算机中的实现。</a:t>
            </a:r>
            <a:endParaRPr lang="zh-CN" altLang="en-US" dirty="0"/>
          </a:p>
        </p:txBody>
      </p:sp>
      <p:sp>
        <p:nvSpPr>
          <p:cNvPr id="4" name="灯片编号占位符 3"/>
          <p:cNvSpPr>
            <a:spLocks noGrp="1"/>
          </p:cNvSpPr>
          <p:nvPr>
            <p:ph type="sldNum" sz="quarter" idx="10"/>
          </p:nvPr>
        </p:nvSpPr>
        <p:spPr/>
        <p:txBody>
          <a:bodyPr/>
          <a:lstStyle/>
          <a:p>
            <a:pPr>
              <a:defRPr/>
            </a:pPr>
            <a:fld id="{92C544EC-4CE7-440A-B7FA-34DE79C6B0B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p:sp>
      <p:sp>
        <p:nvSpPr>
          <p:cNvPr id="138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算法和数据结构是两个不可分割的统一体：数据结构通过算法实现操作；算法根据数据结构设计程序</a:t>
            </a:r>
            <a:endParaRPr lang="en-US" altLang="zh-CN" dirty="0" smtClean="0"/>
          </a:p>
          <a:p>
            <a:r>
              <a:rPr lang="zh-CN" altLang="en-US" dirty="0" smtClean="0"/>
              <a:t>① 理解问题：问题的功能要求，以及输入和输出</a:t>
            </a:r>
            <a:endParaRPr lang="zh-CN" altLang="en-US" dirty="0" smtClean="0"/>
          </a:p>
          <a:p>
            <a:r>
              <a:rPr lang="zh-CN" altLang="en-US" dirty="0" smtClean="0"/>
              <a:t>② 设计数据结构：设计要求：首先能有效表示和存储问题中所涉及的数据对象；其次还要能有效支持算法策略的实现</a:t>
            </a:r>
            <a:endParaRPr lang="zh-CN" altLang="en-US" dirty="0" smtClean="0"/>
          </a:p>
          <a:p>
            <a:r>
              <a:rPr lang="zh-CN" altLang="en-US" dirty="0" smtClean="0"/>
              <a:t>③ 设计算法：包括选择算法策略、用适当的方式描述算法，和逐步细化算法步骤</a:t>
            </a:r>
            <a:endParaRPr lang="zh-CN" altLang="en-US" dirty="0" smtClean="0"/>
          </a:p>
          <a:p>
            <a:r>
              <a:rPr lang="zh-CN" altLang="en-US" dirty="0" smtClean="0"/>
              <a:t>④ 算法分析：通过算法分析发现有可改进完善之处，返回第二步重新选择或设计数据结构，重新设计算法</a:t>
            </a:r>
            <a:endParaRPr lang="zh-CN" altLang="en-US" dirty="0" smtClean="0"/>
          </a:p>
          <a:p>
            <a:r>
              <a:rPr lang="zh-CN" altLang="en-US" dirty="0" smtClean="0"/>
              <a:t>⑤ 实现程序：用程序设计语言编写算法实现代码，在计算机上调试和运行程序</a:t>
            </a:r>
            <a:endParaRPr lang="zh-CN" altLang="en-US" dirty="0" smtClean="0"/>
          </a:p>
          <a:p>
            <a:endParaRPr lang="en-US" altLang="zh-CN" dirty="0" smtClean="0"/>
          </a:p>
          <a:p>
            <a:r>
              <a:rPr lang="en-US" altLang="zh-CN" dirty="0" smtClean="0"/>
              <a:t>In computer science, a data structure is a particular way of storing and organizing data in a computer so that it can be used efficiently. </a:t>
            </a:r>
            <a:r>
              <a:rPr lang="zh-CN" altLang="en-US" dirty="0" smtClean="0"/>
              <a:t>（</a:t>
            </a:r>
            <a:r>
              <a:rPr lang="en-US" altLang="zh-CN" dirty="0" err="1" smtClean="0"/>
              <a:t>wikipedia</a:t>
            </a:r>
            <a:r>
              <a:rPr lang="zh-CN" altLang="en-US" dirty="0" smtClean="0"/>
              <a:t>）</a:t>
            </a:r>
            <a:r>
              <a:rPr lang="en-US" altLang="zh-CN" dirty="0" smtClean="0"/>
              <a:t>Different kinds of data structures are suited to different kinds of applications, and some are highly specialized to specific tasks. For example, B-trees are particularly well-suited for implementation of databases, while compiler implementations usually use hash tables to look up </a:t>
            </a:r>
            <a:r>
              <a:rPr lang="en-US" altLang="zh-CN" dirty="0" err="1" smtClean="0"/>
              <a:t>identifiers.Usually</a:t>
            </a:r>
            <a:r>
              <a:rPr lang="en-US" altLang="zh-CN" dirty="0" smtClean="0"/>
              <a:t>, efficient data structures are a key to designing efficient algorithms.</a:t>
            </a:r>
            <a:endParaRPr lang="zh-CN" alt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算法设计的要求</a:t>
            </a:r>
            <a:r>
              <a:rPr lang="en-US" altLang="zh-CN" dirty="0" smtClean="0"/>
              <a:t>:</a:t>
            </a:r>
            <a:endParaRPr lang="en-US" altLang="zh-CN" dirty="0" smtClean="0"/>
          </a:p>
          <a:p>
            <a:endParaRPr lang="en-US" altLang="zh-CN" dirty="0" smtClean="0"/>
          </a:p>
          <a:p>
            <a:r>
              <a:rPr lang="zh-CN" altLang="en-US" dirty="0" smtClean="0"/>
              <a:t>正确性：正确反映需求</a:t>
            </a:r>
            <a:r>
              <a:rPr lang="en-US" altLang="zh-CN" dirty="0" smtClean="0"/>
              <a:t>(</a:t>
            </a:r>
            <a:r>
              <a:rPr lang="zh-CN" altLang="en-US" dirty="0" smtClean="0"/>
              <a:t>通过测试</a:t>
            </a:r>
            <a:r>
              <a:rPr lang="en-US" altLang="zh-CN" dirty="0" smtClean="0"/>
              <a:t>)</a:t>
            </a:r>
            <a:endParaRPr lang="en-US" altLang="zh-CN" dirty="0" smtClean="0"/>
          </a:p>
          <a:p>
            <a:r>
              <a:rPr lang="zh-CN" altLang="en-US" dirty="0" smtClean="0"/>
              <a:t>可读性：有助于理解、调试和维护</a:t>
            </a:r>
            <a:endParaRPr lang="zh-CN" altLang="en-US" dirty="0" smtClean="0"/>
          </a:p>
          <a:p>
            <a:r>
              <a:rPr lang="zh-CN" altLang="en-US" dirty="0" smtClean="0"/>
              <a:t>健壮性：完备的异常和出错处理</a:t>
            </a:r>
            <a:endParaRPr lang="zh-CN" altLang="en-US" dirty="0" smtClean="0"/>
          </a:p>
          <a:p>
            <a:r>
              <a:rPr lang="zh-CN" altLang="en-US" dirty="0" smtClean="0"/>
              <a:t>高效率与低存储的需求：时间、空间的要求</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92C544EC-4CE7-440A-B7FA-34DE79C6B0B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2C544EC-4CE7-440A-B7FA-34DE79C6B0B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zh-CN" altLang="en-US" sz="2400" smtClean="0"/>
              <a:t>又称：黄金分割数列</a:t>
            </a:r>
            <a:endParaRPr lang="zh-CN" altLang="en-US" sz="2400" smtClean="0"/>
          </a:p>
          <a:p>
            <a:endParaRPr lang="zh-CN" altLang="en-US" smtClean="0"/>
          </a:p>
        </p:txBody>
      </p:sp>
      <p:sp>
        <p:nvSpPr>
          <p:cNvPr id="186372"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59F17F3-976E-4C7F-B522-CA182FF6AE4D}" type="slidenum">
              <a:rPr lang="zh-CN" altLang="en-US"/>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zh-CN" altLang="en-US" sz="2400" smtClean="0"/>
              <a:t>又称：黄金分割数列</a:t>
            </a:r>
            <a:endParaRPr lang="zh-CN" altLang="en-US" sz="2400" smtClean="0"/>
          </a:p>
          <a:p>
            <a:endParaRPr lang="zh-CN" altLang="en-US" smtClean="0"/>
          </a:p>
        </p:txBody>
      </p:sp>
      <p:sp>
        <p:nvSpPr>
          <p:cNvPr id="186372"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59F17F3-976E-4C7F-B522-CA182FF6AE4D}" type="slidenum">
              <a:rPr lang="zh-CN" altLang="en-US"/>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zh-CN" altLang="en-US" sz="2400" smtClean="0"/>
              <a:t>又称：黄金分割数列</a:t>
            </a:r>
            <a:endParaRPr lang="zh-CN" altLang="en-US" sz="2400" smtClean="0"/>
          </a:p>
          <a:p>
            <a:endParaRPr lang="zh-CN" altLang="en-US" smtClean="0"/>
          </a:p>
        </p:txBody>
      </p:sp>
      <p:sp>
        <p:nvSpPr>
          <p:cNvPr id="186372"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59F17F3-976E-4C7F-B522-CA182FF6AE4D}" type="slidenum">
              <a:rPr lang="zh-CN" altLang="en-US"/>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p:sp>
      <p:sp>
        <p:nvSpPr>
          <p:cNvPr id="1894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en-US" altLang="zh-CN" sz="2400" dirty="0" smtClean="0">
                <a:latin typeface="Verdana" panose="020B0604030504040204" pitchFamily="34" charset="0"/>
                <a:ea typeface="微软雅黑" panose="020B0503020204020204" pitchFamily="34" charset="-122"/>
              </a:rPr>
              <a:t>Θ(g(n)) </a:t>
            </a:r>
            <a:r>
              <a:rPr lang="zh-CN" altLang="en-US" sz="2400" dirty="0" smtClean="0">
                <a:latin typeface="Verdana" panose="020B0604030504040204" pitchFamily="34" charset="0"/>
                <a:ea typeface="微软雅黑" panose="020B0503020204020204" pitchFamily="34" charset="-122"/>
              </a:rPr>
              <a:t>表示函数集合</a:t>
            </a:r>
            <a:endParaRPr lang="zh-CN" altLang="en-US" dirty="0" smtClean="0"/>
          </a:p>
        </p:txBody>
      </p:sp>
      <p:sp>
        <p:nvSpPr>
          <p:cNvPr id="186372"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59F17F3-976E-4C7F-B522-CA182FF6AE4D}" type="slidenum">
              <a:rPr lang="zh-CN" altLang="en-US"/>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8B1C8AE-252E-4D46-AEF7-65743800711F}" type="slidenum">
              <a:rPr lang="zh-CN" altLang="en-US"/>
            </a:fld>
            <a:endParaRPr lang="en-US" altLang="zh-CN"/>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   f1=f2   f2=f3</a:t>
            </a:r>
            <a:endParaRPr lang="en-US"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zh-CN" altLang="en-US" sz="2400" smtClean="0"/>
              <a:t>又称：黄金分割数列</a:t>
            </a:r>
            <a:endParaRPr lang="zh-CN" altLang="en-US" sz="2400" smtClean="0"/>
          </a:p>
          <a:p>
            <a:endParaRPr lang="zh-CN" altLang="en-US" smtClean="0"/>
          </a:p>
        </p:txBody>
      </p:sp>
      <p:sp>
        <p:nvSpPr>
          <p:cNvPr id="186372"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59F17F3-976E-4C7F-B522-CA182FF6AE4D}" type="slidenum">
              <a:rPr lang="zh-CN" altLang="en-US"/>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zh-CN" altLang="en-US" sz="2400" smtClean="0"/>
              <a:t>又称：黄金分割数列</a:t>
            </a:r>
            <a:endParaRPr lang="zh-CN" altLang="en-US" sz="2400" smtClean="0"/>
          </a:p>
          <a:p>
            <a:endParaRPr lang="zh-CN" altLang="en-US" smtClean="0"/>
          </a:p>
        </p:txBody>
      </p:sp>
      <p:sp>
        <p:nvSpPr>
          <p:cNvPr id="186372"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59F17F3-976E-4C7F-B522-CA182FF6AE4D}" type="slidenum">
              <a:rPr lang="zh-CN" altLang="en-US"/>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en-US" altLang="zh-CN" sz="2400" b="1" i="1" dirty="0" smtClean="0">
                <a:latin typeface="微软雅黑" panose="020B0503020204020204" pitchFamily="34" charset="-122"/>
                <a:ea typeface="微软雅黑" panose="020B0503020204020204" pitchFamily="34" charset="-122"/>
              </a:rPr>
              <a:t>Big-O</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的运算规则</a:t>
            </a:r>
            <a:endParaRPr lang="zh-CN" altLang="en-US" dirty="0" smtClean="0"/>
          </a:p>
        </p:txBody>
      </p:sp>
      <p:sp>
        <p:nvSpPr>
          <p:cNvPr id="186372"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59F17F3-976E-4C7F-B522-CA182FF6AE4D}" type="slidenum">
              <a:rPr lang="zh-CN" altLang="en-US"/>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Rot="1" noChangeAspect="1" noChangeArrowheads="1" noTextEdit="1"/>
          </p:cNvSpPr>
          <p:nvPr>
            <p:ph type="sldImg"/>
          </p:nvPr>
        </p:nvSpPr>
        <p:spPr/>
      </p:sp>
      <p:sp>
        <p:nvSpPr>
          <p:cNvPr id="2078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smtClean="0"/>
              <a:t>当</a:t>
            </a:r>
            <a:r>
              <a:rPr lang="en-US" altLang="zh-CN" b="1" dirty="0" smtClean="0"/>
              <a:t>n</a:t>
            </a:r>
            <a:r>
              <a:rPr lang="zh-CN" altLang="en-US" b="1" dirty="0" smtClean="0"/>
              <a:t>取得很大时，指数阶时间算法和多项式阶时间算法在所需时间上非常悬殊。</a:t>
            </a:r>
            <a:endParaRPr lang="zh-CN" altLang="en-US" b="1" dirty="0" smtClean="0"/>
          </a:p>
          <a:p>
            <a:r>
              <a:rPr lang="zh-CN" altLang="en-US" b="1" dirty="0" smtClean="0"/>
              <a:t>因此，</a:t>
            </a:r>
            <a:r>
              <a:rPr lang="zh-CN" altLang="en-US" b="1" dirty="0" smtClean="0">
                <a:solidFill>
                  <a:srgbClr val="0000FF"/>
                </a:solidFill>
                <a:ea typeface="楷体_GB2312"/>
                <a:cs typeface="楷体_GB2312"/>
              </a:rPr>
              <a:t>只要有人能将现有指数时间算法中的任何一个算法化简为多项式时间算法，那就取得了一个伟大的成就。</a:t>
            </a:r>
            <a:endParaRPr lang="zh-CN" alt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spect="1" noChangeArrowheads="1" noTextEdit="1"/>
          </p:cNvSpPr>
          <p:nvPr>
            <p:ph type="sldImg"/>
          </p:nvPr>
        </p:nvSpPr>
        <p:spPr/>
      </p:sp>
      <p:sp>
        <p:nvSpPr>
          <p:cNvPr id="2058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smtClean="0"/>
              <a:t>当</a:t>
            </a:r>
            <a:r>
              <a:rPr lang="en-US" altLang="zh-CN" b="1" smtClean="0"/>
              <a:t>n</a:t>
            </a:r>
            <a:r>
              <a:rPr lang="zh-CN" altLang="en-US" b="1" smtClean="0"/>
              <a:t>取得很大时，指数阶时间算法和多项式阶时间算法在所需时间上非常悬殊。</a:t>
            </a:r>
            <a:endParaRPr lang="zh-CN" altLang="en-US" b="1" smtClean="0"/>
          </a:p>
          <a:p>
            <a:r>
              <a:rPr lang="zh-CN" altLang="en-US" b="1" smtClean="0"/>
              <a:t>因此，</a:t>
            </a:r>
            <a:r>
              <a:rPr lang="zh-CN" altLang="en-US" b="1" smtClean="0">
                <a:solidFill>
                  <a:srgbClr val="0000FF"/>
                </a:solidFill>
                <a:ea typeface="楷体_GB2312"/>
                <a:cs typeface="楷体_GB2312"/>
              </a:rPr>
              <a:t>只要有人能将现有指数时间算法中的任何一个算法化简为多项式时间算法，那就取得了一个伟大的成就。</a:t>
            </a:r>
            <a:endParaRPr lang="zh-CN"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Rot="1" noChangeAspect="1" noChangeArrowheads="1" noTextEdit="1"/>
          </p:cNvSpPr>
          <p:nvPr>
            <p:ph type="sldImg"/>
          </p:nvPr>
        </p:nvSpPr>
        <p:spPr/>
      </p:sp>
      <p:sp>
        <p:nvSpPr>
          <p:cNvPr id="806915" name="Rectangle 3"/>
          <p:cNvSpPr>
            <a:spLocks noGrp="1" noChangeArrowheads="1"/>
          </p:cNvSpPr>
          <p:nvPr>
            <p:ph type="body" idx="1"/>
          </p:nvPr>
        </p:nvSpPr>
        <p:spPr/>
        <p:txBody>
          <a:bodyPr/>
          <a:lstStyle/>
          <a:p>
            <a:endParaRPr kumimoji="1" lang="zh-CN" altLang="en-US" b="1">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Rot="1" noChangeAspect="1" noChangeArrowheads="1" noTextEdit="1"/>
          </p:cNvSpPr>
          <p:nvPr>
            <p:ph type="sldImg"/>
          </p:nvPr>
        </p:nvSpPr>
        <p:spPr/>
      </p:sp>
      <p:sp>
        <p:nvSpPr>
          <p:cNvPr id="806915" name="Rectangle 3"/>
          <p:cNvSpPr>
            <a:spLocks noGrp="1" noChangeArrowheads="1"/>
          </p:cNvSpPr>
          <p:nvPr>
            <p:ph type="body" idx="1"/>
          </p:nvPr>
        </p:nvSpPr>
        <p:spPr/>
        <p:txBody>
          <a:bodyPr/>
          <a:lstStyle/>
          <a:p>
            <a:endParaRPr kumimoji="1" lang="zh-CN" altLang="en-US" b="1">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8B1C8AE-252E-4D46-AEF7-65743800711F}" type="slidenum">
              <a:rPr lang="zh-CN" altLang="en-US"/>
            </a:fld>
            <a:endParaRPr lang="en-US" altLang="zh-CN"/>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30000"/>
              </a:lnSpc>
              <a:buNone/>
            </a:pPr>
            <a:r>
              <a:rPr lang="en-US" altLang="zh-CN" sz="1200" dirty="0" smtClean="0">
                <a:latin typeface="Verdana" panose="020B0604030504040204" pitchFamily="34" charset="0"/>
              </a:rPr>
              <a:t>// </a:t>
            </a:r>
            <a:r>
              <a:rPr lang="zh-CN" altLang="en-US" sz="1200" dirty="0" smtClean="0">
                <a:latin typeface="Verdana" panose="020B0604030504040204" pitchFamily="34" charset="0"/>
              </a:rPr>
              <a:t>将 </a:t>
            </a:r>
            <a:r>
              <a:rPr lang="en-US" altLang="zh-CN" sz="1200" dirty="0" smtClean="0">
                <a:latin typeface="Verdana" panose="020B0604030504040204" pitchFamily="34" charset="0"/>
              </a:rPr>
              <a:t>a </a:t>
            </a:r>
            <a:r>
              <a:rPr lang="zh-CN" altLang="en-US" sz="1200" dirty="0" smtClean="0">
                <a:latin typeface="Verdana" panose="020B0604030504040204" pitchFamily="34" charset="0"/>
              </a:rPr>
              <a:t>中整数序列重新排列成自小至大有序   </a:t>
            </a:r>
            <a:r>
              <a:rPr lang="en-US" altLang="zh-CN" b="1" dirty="0" smtClean="0">
                <a:latin typeface="Verdana" panose="020B0604030504040204" pitchFamily="34" charset="0"/>
                <a:cs typeface="+mn-cs"/>
              </a:rPr>
              <a:t>// </a:t>
            </a:r>
            <a:r>
              <a:rPr lang="zh-CN" altLang="zh-CN" b="1" dirty="0" smtClean="0">
                <a:latin typeface="Verdana" panose="020B0604030504040204" pitchFamily="34" charset="0"/>
                <a:cs typeface="+mn-cs"/>
              </a:rPr>
              <a:t>选择第 </a:t>
            </a:r>
            <a:r>
              <a:rPr lang="en-US" altLang="zh-CN" b="1" dirty="0" err="1" smtClean="0">
                <a:latin typeface="Verdana" panose="020B0604030504040204" pitchFamily="34" charset="0"/>
                <a:cs typeface="+mn-cs"/>
              </a:rPr>
              <a:t>i</a:t>
            </a:r>
            <a:r>
              <a:rPr lang="en-US" altLang="zh-CN" b="1" dirty="0" smtClean="0">
                <a:latin typeface="Verdana" panose="020B0604030504040204" pitchFamily="34" charset="0"/>
                <a:cs typeface="+mn-cs"/>
              </a:rPr>
              <a:t> </a:t>
            </a:r>
            <a:r>
              <a:rPr lang="zh-CN" altLang="zh-CN" b="1" dirty="0" smtClean="0">
                <a:latin typeface="Verdana" panose="020B0604030504040204" pitchFamily="34" charset="0"/>
                <a:cs typeface="+mn-cs"/>
              </a:rPr>
              <a:t>个最小元素</a:t>
            </a:r>
            <a:r>
              <a:rPr lang="en-US" altLang="zh-CN" b="1" dirty="0" smtClean="0">
                <a:latin typeface="Verdana" panose="020B0604030504040204" pitchFamily="34" charset="0"/>
                <a:cs typeface="+mn-cs"/>
              </a:rPr>
              <a:t> </a:t>
            </a:r>
            <a:endParaRPr lang="zh-CN" altLang="en-US" sz="1200" dirty="0" smtClean="0">
              <a:latin typeface="Verdana" panose="020B060403050404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8B1C8AE-252E-4D46-AEF7-65743800711F}" type="slidenum">
              <a:rPr lang="zh-CN" altLang="en-US"/>
            </a:fld>
            <a:endParaRPr lang="en-US" altLang="zh-CN"/>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30000"/>
              </a:lnSpc>
              <a:buNone/>
            </a:pPr>
            <a:r>
              <a:rPr lang="en-US" altLang="zh-CN" sz="1200" dirty="0" smtClean="0">
                <a:latin typeface="Verdana" panose="020B0604030504040204" pitchFamily="34" charset="0"/>
              </a:rPr>
              <a:t>// </a:t>
            </a:r>
            <a:r>
              <a:rPr lang="zh-CN" altLang="en-US" sz="1200" dirty="0" smtClean="0">
                <a:latin typeface="Verdana" panose="020B0604030504040204" pitchFamily="34" charset="0"/>
              </a:rPr>
              <a:t>将 </a:t>
            </a:r>
            <a:r>
              <a:rPr lang="en-US" altLang="zh-CN" sz="1200" dirty="0" smtClean="0">
                <a:latin typeface="Verdana" panose="020B0604030504040204" pitchFamily="34" charset="0"/>
              </a:rPr>
              <a:t>a </a:t>
            </a:r>
            <a:r>
              <a:rPr lang="zh-CN" altLang="en-US" sz="1200" dirty="0" smtClean="0">
                <a:latin typeface="Verdana" panose="020B0604030504040204" pitchFamily="34" charset="0"/>
              </a:rPr>
              <a:t>中整数序列重新排列成自小至大有序   </a:t>
            </a:r>
            <a:r>
              <a:rPr lang="en-US" altLang="zh-CN" b="1" dirty="0" smtClean="0">
                <a:latin typeface="Verdana" panose="020B0604030504040204" pitchFamily="34" charset="0"/>
                <a:cs typeface="+mn-cs"/>
              </a:rPr>
              <a:t>// </a:t>
            </a:r>
            <a:r>
              <a:rPr lang="zh-CN" altLang="zh-CN" b="1" dirty="0" smtClean="0">
                <a:latin typeface="Verdana" panose="020B0604030504040204" pitchFamily="34" charset="0"/>
                <a:cs typeface="+mn-cs"/>
              </a:rPr>
              <a:t>选择第 </a:t>
            </a:r>
            <a:r>
              <a:rPr lang="en-US" altLang="zh-CN" b="1" dirty="0" err="1" smtClean="0">
                <a:latin typeface="Verdana" panose="020B0604030504040204" pitchFamily="34" charset="0"/>
                <a:cs typeface="+mn-cs"/>
              </a:rPr>
              <a:t>i</a:t>
            </a:r>
            <a:r>
              <a:rPr lang="en-US" altLang="zh-CN" b="1" dirty="0" smtClean="0">
                <a:latin typeface="Verdana" panose="020B0604030504040204" pitchFamily="34" charset="0"/>
                <a:cs typeface="+mn-cs"/>
              </a:rPr>
              <a:t> </a:t>
            </a:r>
            <a:r>
              <a:rPr lang="zh-CN" altLang="zh-CN" b="1" dirty="0" smtClean="0">
                <a:latin typeface="Verdana" panose="020B0604030504040204" pitchFamily="34" charset="0"/>
                <a:cs typeface="+mn-cs"/>
              </a:rPr>
              <a:t>个最小元素</a:t>
            </a:r>
            <a:r>
              <a:rPr lang="en-US" altLang="zh-CN" b="1" dirty="0" smtClean="0">
                <a:latin typeface="Verdana" panose="020B0604030504040204" pitchFamily="34" charset="0"/>
                <a:cs typeface="+mn-cs"/>
              </a:rPr>
              <a:t> </a:t>
            </a:r>
            <a:endParaRPr lang="zh-CN" altLang="en-US" sz="1200" dirty="0" smtClean="0">
              <a:latin typeface="Verdana" panose="020B060403050404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p:sp>
      <p:sp>
        <p:nvSpPr>
          <p:cNvPr id="186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zh-CN" altLang="en-US" sz="2400" smtClean="0"/>
              <a:t>又称：黄金分割数列</a:t>
            </a:r>
            <a:endParaRPr lang="zh-CN" altLang="en-US" sz="2400" smtClean="0"/>
          </a:p>
          <a:p>
            <a:endParaRPr lang="zh-CN" altLang="en-US" smtClean="0"/>
          </a:p>
        </p:txBody>
      </p:sp>
      <p:sp>
        <p:nvSpPr>
          <p:cNvPr id="186372"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59F17F3-976E-4C7F-B522-CA182FF6AE4D}" type="slidenum">
              <a:rPr lang="zh-CN" altLang="en-US"/>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Rot="1" noChangeAspect="1" noChangeArrowheads="1" noTextEdit="1"/>
          </p:cNvSpPr>
          <p:nvPr>
            <p:ph type="sldImg"/>
          </p:nvPr>
        </p:nvSpPr>
        <p:spPr/>
      </p:sp>
      <p:sp>
        <p:nvSpPr>
          <p:cNvPr id="806915" name="Rectangle 3"/>
          <p:cNvSpPr>
            <a:spLocks noGrp="1" noChangeArrowheads="1"/>
          </p:cNvSpPr>
          <p:nvPr>
            <p:ph type="body" idx="1"/>
          </p:nvPr>
        </p:nvSpPr>
        <p:spPr/>
        <p:txBody>
          <a:bodyPr/>
          <a:lstStyle/>
          <a:p>
            <a:endParaRPr kumimoji="1" lang="zh-CN" altLang="en-US" b="1">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Rot="1" noChangeAspect="1" noChangeArrowheads="1" noTextEdit="1"/>
          </p:cNvSpPr>
          <p:nvPr>
            <p:ph type="sldImg"/>
          </p:nvPr>
        </p:nvSpPr>
        <p:spPr/>
      </p:sp>
      <p:sp>
        <p:nvSpPr>
          <p:cNvPr id="806915" name="Rectangle 3"/>
          <p:cNvSpPr>
            <a:spLocks noGrp="1" noChangeArrowheads="1"/>
          </p:cNvSpPr>
          <p:nvPr>
            <p:ph type="body" idx="1"/>
          </p:nvPr>
        </p:nvSpPr>
        <p:spPr/>
        <p:txBody>
          <a:bodyPr/>
          <a:lstStyle/>
          <a:p>
            <a:endParaRPr kumimoji="1" lang="zh-CN" altLang="en-US" b="1">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8B1C8AE-252E-4D46-AEF7-65743800711F}" type="slidenum">
              <a:rPr lang="zh-CN" altLang="en-US"/>
            </a:fld>
            <a:endParaRPr lang="en-US" altLang="zh-CN"/>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30000"/>
              </a:lnSpc>
              <a:buNone/>
            </a:pPr>
            <a:r>
              <a:rPr lang="en-US" altLang="zh-CN" sz="1200" dirty="0" smtClean="0">
                <a:latin typeface="Verdana" panose="020B0604030504040204" pitchFamily="34" charset="0"/>
              </a:rPr>
              <a:t>// </a:t>
            </a:r>
            <a:r>
              <a:rPr lang="zh-CN" altLang="en-US" sz="1200" dirty="0" smtClean="0">
                <a:latin typeface="Verdana" panose="020B0604030504040204" pitchFamily="34" charset="0"/>
              </a:rPr>
              <a:t>将 </a:t>
            </a:r>
            <a:r>
              <a:rPr lang="en-US" altLang="zh-CN" sz="1200" dirty="0" smtClean="0">
                <a:latin typeface="Verdana" panose="020B0604030504040204" pitchFamily="34" charset="0"/>
              </a:rPr>
              <a:t>a </a:t>
            </a:r>
            <a:r>
              <a:rPr lang="zh-CN" altLang="en-US" sz="1200" dirty="0" smtClean="0">
                <a:latin typeface="Verdana" panose="020B0604030504040204" pitchFamily="34" charset="0"/>
              </a:rPr>
              <a:t>中整数序列重新排列成自小至大有序   </a:t>
            </a:r>
            <a:r>
              <a:rPr lang="en-US" altLang="zh-CN" b="1" dirty="0" smtClean="0">
                <a:latin typeface="Verdana" panose="020B0604030504040204" pitchFamily="34" charset="0"/>
                <a:cs typeface="+mn-cs"/>
              </a:rPr>
              <a:t>// </a:t>
            </a:r>
            <a:r>
              <a:rPr lang="zh-CN" altLang="zh-CN" b="1" dirty="0" smtClean="0">
                <a:latin typeface="Verdana" panose="020B0604030504040204" pitchFamily="34" charset="0"/>
                <a:cs typeface="+mn-cs"/>
              </a:rPr>
              <a:t>选择第 </a:t>
            </a:r>
            <a:r>
              <a:rPr lang="en-US" altLang="zh-CN" b="1" dirty="0" err="1" smtClean="0">
                <a:latin typeface="Verdana" panose="020B0604030504040204" pitchFamily="34" charset="0"/>
                <a:cs typeface="+mn-cs"/>
              </a:rPr>
              <a:t>i</a:t>
            </a:r>
            <a:r>
              <a:rPr lang="en-US" altLang="zh-CN" b="1" dirty="0" smtClean="0">
                <a:latin typeface="Verdana" panose="020B0604030504040204" pitchFamily="34" charset="0"/>
                <a:cs typeface="+mn-cs"/>
              </a:rPr>
              <a:t> </a:t>
            </a:r>
            <a:r>
              <a:rPr lang="zh-CN" altLang="zh-CN" b="1" dirty="0" smtClean="0">
                <a:latin typeface="Verdana" panose="020B0604030504040204" pitchFamily="34" charset="0"/>
                <a:cs typeface="+mn-cs"/>
              </a:rPr>
              <a:t>个最小元素</a:t>
            </a:r>
            <a:r>
              <a:rPr lang="en-US" altLang="zh-CN" b="1" dirty="0" smtClean="0">
                <a:latin typeface="Verdana" panose="020B0604030504040204" pitchFamily="34" charset="0"/>
                <a:cs typeface="+mn-cs"/>
              </a:rPr>
              <a:t> </a:t>
            </a:r>
            <a:endParaRPr lang="zh-CN" altLang="en-US" sz="1200" dirty="0" smtClean="0">
              <a:latin typeface="Verdana" panose="020B060403050404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5178524"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8B1C8AE-252E-4D46-AEF7-65743800711F}" type="slidenum">
              <a:rPr lang="zh-CN" altLang="en-US">
                <a:solidFill>
                  <a:prstClr val="black"/>
                </a:solidFill>
              </a:rPr>
            </a:fld>
            <a:endParaRPr lang="en-US" altLang="zh-CN">
              <a:solidFill>
                <a:prstClr val="black"/>
              </a:solidFill>
            </a:endParaRPr>
          </a:p>
        </p:txBody>
      </p:sp>
      <p:sp>
        <p:nvSpPr>
          <p:cNvPr id="143363" name="Rectangle 2"/>
          <p:cNvSpPr>
            <a:spLocks noGrp="1" noRot="1" noChangeAspect="1" noChangeArrowheads="1" noTextEdit="1"/>
          </p:cNvSpPr>
          <p:nvPr>
            <p:ph type="sldImg"/>
          </p:nvPr>
        </p:nvSpPr>
        <p:spPr>
          <a:xfrm>
            <a:off x="2857500" y="514350"/>
            <a:ext cx="3429000" cy="2571750"/>
          </a:xfrm>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30000"/>
              </a:lnSpc>
              <a:buNone/>
            </a:pPr>
            <a:r>
              <a:rPr lang="en-US" altLang="zh-CN" sz="1200" dirty="0" smtClean="0">
                <a:latin typeface="Verdana" panose="020B0604030504040204" pitchFamily="34" charset="0"/>
              </a:rPr>
              <a:t>// </a:t>
            </a:r>
            <a:r>
              <a:rPr lang="zh-CN" altLang="en-US" sz="1200" dirty="0" smtClean="0">
                <a:latin typeface="Verdana" panose="020B0604030504040204" pitchFamily="34" charset="0"/>
              </a:rPr>
              <a:t>将 </a:t>
            </a:r>
            <a:r>
              <a:rPr lang="en-US" altLang="zh-CN" sz="1200" dirty="0" smtClean="0">
                <a:latin typeface="Verdana" panose="020B0604030504040204" pitchFamily="34" charset="0"/>
              </a:rPr>
              <a:t>a </a:t>
            </a:r>
            <a:r>
              <a:rPr lang="zh-CN" altLang="en-US" sz="1200" dirty="0" smtClean="0">
                <a:latin typeface="Verdana" panose="020B0604030504040204" pitchFamily="34" charset="0"/>
              </a:rPr>
              <a:t>中整数序列重新排列成自小至大有序   </a:t>
            </a:r>
            <a:r>
              <a:rPr lang="en-US" altLang="zh-CN" b="1" dirty="0" smtClean="0">
                <a:latin typeface="Verdana" panose="020B0604030504040204" pitchFamily="34" charset="0"/>
                <a:cs typeface="+mn-cs"/>
              </a:rPr>
              <a:t>// </a:t>
            </a:r>
            <a:r>
              <a:rPr lang="zh-CN" altLang="zh-CN" b="1" dirty="0" smtClean="0">
                <a:latin typeface="Verdana" panose="020B0604030504040204" pitchFamily="34" charset="0"/>
                <a:cs typeface="+mn-cs"/>
              </a:rPr>
              <a:t>选择第 </a:t>
            </a:r>
            <a:r>
              <a:rPr lang="en-US" altLang="zh-CN" b="1" dirty="0" err="1" smtClean="0">
                <a:latin typeface="Verdana" panose="020B0604030504040204" pitchFamily="34" charset="0"/>
                <a:cs typeface="+mn-cs"/>
              </a:rPr>
              <a:t>i</a:t>
            </a:r>
            <a:r>
              <a:rPr lang="en-US" altLang="zh-CN" b="1" dirty="0" smtClean="0">
                <a:latin typeface="Verdana" panose="020B0604030504040204" pitchFamily="34" charset="0"/>
                <a:cs typeface="+mn-cs"/>
              </a:rPr>
              <a:t> </a:t>
            </a:r>
            <a:r>
              <a:rPr lang="zh-CN" altLang="zh-CN" b="1" dirty="0" smtClean="0">
                <a:latin typeface="Verdana" panose="020B0604030504040204" pitchFamily="34" charset="0"/>
                <a:cs typeface="+mn-cs"/>
              </a:rPr>
              <a:t>个最小元素</a:t>
            </a:r>
            <a:r>
              <a:rPr lang="en-US" altLang="zh-CN" b="1" dirty="0" smtClean="0">
                <a:latin typeface="Verdana" panose="020B0604030504040204" pitchFamily="34" charset="0"/>
                <a:cs typeface="+mn-cs"/>
              </a:rPr>
              <a:t> </a:t>
            </a:r>
            <a:endParaRPr lang="zh-CN" altLang="en-US" sz="1200" dirty="0" smtClean="0">
              <a:latin typeface="Verdana" panose="020B060403050404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spect="1" noChangeArrowheads="1" noTextEdit="1"/>
          </p:cNvSpPr>
          <p:nvPr>
            <p:ph type="sldImg"/>
          </p:nvPr>
        </p:nvSpPr>
        <p:spPr/>
      </p:sp>
      <p:sp>
        <p:nvSpPr>
          <p:cNvPr id="2017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smtClean="0"/>
              <a:t>当</a:t>
            </a:r>
            <a:r>
              <a:rPr lang="en-US" altLang="zh-CN" b="1" smtClean="0"/>
              <a:t>n</a:t>
            </a:r>
            <a:r>
              <a:rPr lang="zh-CN" altLang="en-US" b="1" smtClean="0"/>
              <a:t>取得很大时，指数阶时间算法和多项式阶时间算法在所需时间上非常悬殊。</a:t>
            </a:r>
            <a:endParaRPr lang="zh-CN" altLang="en-US" b="1" smtClean="0"/>
          </a:p>
          <a:p>
            <a:r>
              <a:rPr lang="zh-CN" altLang="en-US" b="1" smtClean="0"/>
              <a:t>因此，</a:t>
            </a:r>
            <a:r>
              <a:rPr lang="zh-CN" altLang="en-US" b="1" smtClean="0">
                <a:solidFill>
                  <a:srgbClr val="0000FF"/>
                </a:solidFill>
                <a:ea typeface="楷体_GB2312"/>
                <a:cs typeface="楷体_GB2312"/>
              </a:rPr>
              <a:t>只要有人能将现有指数时间算法中的任何一个算法化简为多项式时间算法，那就取得了一个伟大的成就。</a:t>
            </a:r>
            <a:endParaRPr lang="zh-CN" alt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原则</a:t>
            </a:r>
            <a:r>
              <a:rPr lang="en-US" altLang="zh-CN" smtClean="0"/>
              <a:t>3</a:t>
            </a:r>
            <a:r>
              <a:rPr lang="zh-CN" altLang="en-US" smtClean="0"/>
              <a:t>意味着其中的最大值就是程序运行时间</a:t>
            </a:r>
            <a:endParaRPr lang="zh-CN" alt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Rot="1" noChangeAspect="1" noChangeArrowheads="1" noTextEdit="1"/>
          </p:cNvSpPr>
          <p:nvPr>
            <p:ph type="sldImg"/>
          </p:nvPr>
        </p:nvSpPr>
        <p:spPr/>
      </p:sp>
      <p:sp>
        <p:nvSpPr>
          <p:cNvPr id="2027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原则</a:t>
            </a:r>
            <a:r>
              <a:rPr lang="en-US" altLang="zh-CN" smtClean="0"/>
              <a:t>3</a:t>
            </a:r>
            <a:r>
              <a:rPr lang="zh-CN" altLang="en-US" smtClean="0"/>
              <a:t>意味着其中的最大值就是程序运行时间</a:t>
            </a:r>
            <a:endParaRPr lang="zh-CN" alt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p:sp>
      <p:sp>
        <p:nvSpPr>
          <p:cNvPr id="2037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原则</a:t>
            </a:r>
            <a:r>
              <a:rPr lang="en-US" altLang="zh-CN" smtClean="0"/>
              <a:t>3</a:t>
            </a:r>
            <a:r>
              <a:rPr lang="zh-CN" altLang="en-US" smtClean="0"/>
              <a:t>意味着其中的最大值就是程序运行时间</a:t>
            </a:r>
            <a:endParaRPr lang="zh-CN" alt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Rot="1" noChangeAspect="1" noChangeArrowheads="1" noTextEdit="1"/>
          </p:cNvSpPr>
          <p:nvPr>
            <p:ph type="sldImg"/>
          </p:nvPr>
        </p:nvSpPr>
        <p:spPr/>
      </p:sp>
      <p:sp>
        <p:nvSpPr>
          <p:cNvPr id="2037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原则</a:t>
            </a:r>
            <a:r>
              <a:rPr lang="en-US" altLang="zh-CN" smtClean="0"/>
              <a:t>3</a:t>
            </a:r>
            <a:r>
              <a:rPr lang="zh-CN" altLang="en-US" smtClean="0"/>
              <a:t>意味着其中的最大值就是程序运行时间</a:t>
            </a:r>
            <a:endParaRPr lang="zh-CN" alt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p:sp>
      <p:sp>
        <p:nvSpPr>
          <p:cNvPr id="141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zh-CN" altLang="en-US" sz="2400" smtClean="0"/>
              <a:t>又称：黄金分割数列</a:t>
            </a:r>
            <a:endParaRPr lang="zh-CN" altLang="en-US" sz="2400" smtClean="0"/>
          </a:p>
          <a:p>
            <a:endParaRPr lang="zh-CN" altLang="en-US" smtClean="0"/>
          </a:p>
        </p:txBody>
      </p:sp>
      <p:sp>
        <p:nvSpPr>
          <p:cNvPr id="141316" name="灯片编号占位符 3"/>
          <p:cNvSpPr txBox="1">
            <a:spLocks noGrp="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A93466A-0FF3-4635-89CE-B4722601FDBB}" type="slidenum">
              <a:rPr lang="zh-CN" altLang="en-US"/>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7762" name="幻灯片图像占位符 1"/>
          <p:cNvSpPr>
            <a:spLocks noGrp="1" noRot="1" noChangeAspect="1" noChangeArrowheads="1" noTextEdit="1"/>
          </p:cNvSpPr>
          <p:nvPr>
            <p:ph type="sldImg" idx="4294967295"/>
          </p:nvPr>
        </p:nvSpPr>
        <p:spPr>
          <a:xfrm>
            <a:off x="-3152775" y="0"/>
            <a:ext cx="6308725" cy="4730750"/>
          </a:xfrm>
        </p:spPr>
      </p:sp>
      <p:sp>
        <p:nvSpPr>
          <p:cNvPr id="117763" name="备注占位符 2"/>
          <p:cNvSpPr>
            <a:spLocks noGrp="1" noRot="1" noChangeAspect="1" noChangeArrowheads="1"/>
          </p:cNvSpPr>
          <p:nvPr>
            <p:ph type="body" idx="1"/>
          </p:nvPr>
        </p:nvSpPr>
        <p:spPr>
          <a:xfrm>
            <a:off x="1" y="1"/>
            <a:ext cx="4233" cy="55328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无穷数列</a:t>
            </a:r>
            <a:r>
              <a:rPr lang="en-US" altLang="zh-CN" dirty="0" smtClean="0"/>
              <a:t>1</a:t>
            </a:r>
            <a:r>
              <a:rPr lang="zh-CN" altLang="en-US" dirty="0" smtClean="0"/>
              <a:t>、</a:t>
            </a:r>
            <a:r>
              <a:rPr lang="en-US" altLang="zh-CN" dirty="0" smtClean="0"/>
              <a:t>1</a:t>
            </a:r>
            <a:r>
              <a:rPr lang="zh-CN" altLang="en-US" dirty="0" smtClean="0"/>
              <a:t>、</a:t>
            </a:r>
            <a:r>
              <a:rPr lang="en-US" altLang="zh-CN" dirty="0" smtClean="0"/>
              <a:t>2</a:t>
            </a:r>
            <a:r>
              <a:rPr lang="zh-CN" altLang="en-US" dirty="0" smtClean="0"/>
              <a:t>、</a:t>
            </a:r>
            <a:r>
              <a:rPr lang="en-US" altLang="zh-CN" dirty="0" smtClean="0"/>
              <a:t>3</a:t>
            </a:r>
            <a:r>
              <a:rPr lang="zh-CN" altLang="en-US" dirty="0" smtClean="0"/>
              <a:t>、</a:t>
            </a:r>
            <a:r>
              <a:rPr lang="en-US" altLang="zh-CN" dirty="0" smtClean="0"/>
              <a:t>5</a:t>
            </a:r>
            <a:r>
              <a:rPr lang="zh-CN" altLang="en-US" dirty="0" smtClean="0"/>
              <a:t>、</a:t>
            </a:r>
            <a:r>
              <a:rPr lang="en-US" altLang="zh-CN" dirty="0" smtClean="0"/>
              <a:t>8</a:t>
            </a:r>
            <a:r>
              <a:rPr lang="zh-CN" altLang="en-US" dirty="0" smtClean="0"/>
              <a:t>、</a:t>
            </a:r>
            <a:r>
              <a:rPr lang="en-US" altLang="zh-CN" dirty="0" smtClean="0"/>
              <a:t>13</a:t>
            </a:r>
            <a:r>
              <a:rPr lang="zh-CN" altLang="en-US" dirty="0" smtClean="0"/>
              <a:t>、</a:t>
            </a:r>
            <a:r>
              <a:rPr lang="en-US" altLang="zh-CN" dirty="0" smtClean="0"/>
              <a:t>21</a:t>
            </a:r>
            <a:r>
              <a:rPr lang="zh-CN" altLang="en-US" dirty="0" smtClean="0"/>
              <a:t>．．．．称为斐波那契数列。这个数列从第三项开始，每一项都等于前面两项之和。</a:t>
            </a:r>
            <a:endParaRPr lang="zh-CN" altLang="en-US" dirty="0" smtClean="0"/>
          </a:p>
        </p:txBody>
      </p:sp>
    </p:spTree>
  </p:cSld>
  <p:clrMapOvr>
    <a:overrideClrMapping bg1="lt1" tx1="dk1" bg2="lt2" tx2="dk2" accent1="accent1" accent2="accent2" accent3="accent3" accent4="accent4" accent5="accent5" accent6="accent6" hlink="hlink" folHlink="folHlink"/>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noChangeArrowheads="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A1E3753-F77E-4946-BB78-22D3EB6BA23B}" type="slidenum">
              <a:rPr lang="zh-CN" altLang="en-US"/>
            </a:fld>
            <a:endParaRPr lang="en-US" altLang="zh-CN"/>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   f1=f2   f2=f3</a:t>
            </a:r>
            <a:endParaRPr lang="en-US"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17762" name="幻灯片图像占位符 1"/>
          <p:cNvSpPr>
            <a:spLocks noGrp="1" noRot="1" noChangeAspect="1" noChangeArrowheads="1" noTextEdit="1"/>
          </p:cNvSpPr>
          <p:nvPr>
            <p:ph type="sldImg" idx="4294967295"/>
          </p:nvPr>
        </p:nvSpPr>
        <p:spPr>
          <a:xfrm>
            <a:off x="-3152775" y="0"/>
            <a:ext cx="6308725" cy="4730750"/>
          </a:xfrm>
        </p:spPr>
      </p:sp>
      <p:sp>
        <p:nvSpPr>
          <p:cNvPr id="117763" name="备注占位符 2"/>
          <p:cNvSpPr>
            <a:spLocks noGrp="1" noRot="1" noChangeAspect="1" noChangeArrowheads="1"/>
          </p:cNvSpPr>
          <p:nvPr>
            <p:ph type="body" idx="1"/>
          </p:nvPr>
        </p:nvSpPr>
        <p:spPr>
          <a:xfrm>
            <a:off x="1" y="1"/>
            <a:ext cx="4233" cy="55328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smtClean="0"/>
          </a:p>
        </p:txBody>
      </p:sp>
    </p:spTree>
  </p:cSld>
  <p:clrMapOvr>
    <a:overrideClrMapping bg1="lt1" tx1="dk1" bg2="lt2" tx2="dk2" accent1="accent1" accent2="accent2" accent3="accent3" accent4="accent4" accent5="accent5" accent6="accent6" hlink="hlink" folHlink="folHlink"/>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8B1C8AE-252E-4D46-AEF7-65743800711F}" type="slidenum">
              <a:rPr lang="zh-CN" altLang="en-US"/>
            </a:fld>
            <a:endParaRPr lang="en-US" altLang="zh-CN"/>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   f1=f2   f2=f3</a:t>
            </a:r>
            <a:endParaRPr lang="en-US"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txBox="1">
            <a:spLocks noGrp="1" noChangeArrowheads="1"/>
          </p:cNvSpPr>
          <p:nvPr/>
        </p:nvSpPr>
        <p:spPr bwMode="auto">
          <a:xfrm>
            <a:off x="5178523" y="6514170"/>
            <a:ext cx="3963330" cy="342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787C4878-D4ED-464F-A54F-E9AAFC97CCFB}" type="slidenum">
              <a:rPr lang="zh-CN" altLang="en-US"/>
            </a:fld>
            <a:endParaRPr lang="en-US" altLang="zh-CN"/>
          </a:p>
        </p:txBody>
      </p:sp>
      <p:sp>
        <p:nvSpPr>
          <p:cNvPr id="144387" name="Rectangle 2"/>
          <p:cNvSpPr>
            <a:spLocks noGrp="1" noRot="1" noChangeAspect="1" noChangeArrowheads="1" noTextEdit="1"/>
          </p:cNvSpPr>
          <p:nvPr>
            <p:ph type="sldImg"/>
          </p:nvPr>
        </p:nvSpPr>
        <p:spPr/>
      </p:sp>
      <p:sp>
        <p:nvSpPr>
          <p:cNvPr id="144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mtClean="0"/>
              <a:t>   f1=f2   f2=f3</a:t>
            </a:r>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6.png"/><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image" Target="../media/image6.png"/><Relationship Id="rId3" Type="http://schemas.openxmlformats.org/officeDocument/2006/relationships/tags" Target="../tags/tag22.xml"/><Relationship Id="rId2" Type="http://schemas.openxmlformats.org/officeDocument/2006/relationships/tags" Target="../tags/tag21.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image" Target="../media/image6.png"/><Relationship Id="rId3" Type="http://schemas.openxmlformats.org/officeDocument/2006/relationships/tags" Target="../tags/tag61.xml"/><Relationship Id="rId2" Type="http://schemas.openxmlformats.org/officeDocument/2006/relationships/tags" Target="../tags/tag60.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 Box 4"/>
          <p:cNvSpPr txBox="1">
            <a:spLocks noChangeArrowheads="1"/>
          </p:cNvSpPr>
          <p:nvPr userDrawn="1"/>
        </p:nvSpPr>
        <p:spPr bwMode="auto">
          <a:xfrm>
            <a:off x="4075082" y="94795"/>
            <a:ext cx="49688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zh-CN" altLang="en-US" sz="2400" b="1" dirty="0">
                <a:solidFill>
                  <a:schemeClr val="bg1"/>
                </a:solidFill>
                <a:latin typeface="+mn-lt"/>
                <a:ea typeface="+mn-ea"/>
              </a:rPr>
              <a:t>信息与软件工程学院</a:t>
            </a:r>
            <a:endParaRPr lang="zh-CN" altLang="en-US" sz="2400" b="1" dirty="0">
              <a:solidFill>
                <a:schemeClr val="bg1"/>
              </a:solidFill>
              <a:latin typeface="+mn-lt"/>
              <a:ea typeface="+mn-ea"/>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ext Box 4"/>
          <p:cNvSpPr txBox="1">
            <a:spLocks noChangeArrowheads="1"/>
          </p:cNvSpPr>
          <p:nvPr userDrawn="1"/>
        </p:nvSpPr>
        <p:spPr bwMode="auto">
          <a:xfrm>
            <a:off x="4075082" y="94795"/>
            <a:ext cx="49688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zh-CN" altLang="en-US" sz="2400" b="1" dirty="0">
                <a:solidFill>
                  <a:schemeClr val="bg1"/>
                </a:solidFill>
                <a:latin typeface="+mn-lt"/>
                <a:ea typeface="+mn-ea"/>
              </a:rPr>
              <a:t>信息与软件工程学院</a:t>
            </a:r>
            <a:endParaRPr lang="zh-CN" altLang="en-US" sz="2400" b="1" dirty="0">
              <a:solidFill>
                <a:schemeClr val="bg1"/>
              </a:solidFill>
              <a:latin typeface="+mn-lt"/>
              <a:ea typeface="+mn-ea"/>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
    <p:bg>
      <p:bgPr>
        <a:pattFill prst="ltHorz">
          <a:fgClr>
            <a:srgbClr val="DBEEF4"/>
          </a:fgClr>
          <a:bgClr>
            <a:schemeClr val="bg1"/>
          </a:bgClr>
        </a:pattFill>
        <a:effectLst/>
      </p:bgPr>
    </p:bg>
    <p:spTree>
      <p:nvGrpSpPr>
        <p:cNvPr id="1" name=""/>
        <p:cNvGrpSpPr/>
        <p:nvPr/>
      </p:nvGrpSpPr>
      <p:grpSpPr>
        <a:xfrm>
          <a:off x="0" y="0"/>
          <a:ext cx="0" cy="0"/>
          <a:chOff x="0" y="0"/>
          <a:chExt cx="0" cy="0"/>
        </a:xfrm>
      </p:grpSpPr>
      <p:pic>
        <p:nvPicPr>
          <p:cNvPr id="2" name="Picture 79" descr="电子科技大学校徽30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94713" y="6165850"/>
            <a:ext cx="614362"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userDrawn="1"/>
        </p:nvCxnSpPr>
        <p:spPr bwMode="auto">
          <a:xfrm>
            <a:off x="-3304" y="679450"/>
            <a:ext cx="9126816" cy="0"/>
          </a:xfrm>
          <a:prstGeom prst="line">
            <a:avLst/>
          </a:prstGeom>
          <a:ln w="5715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lightRig rig="threePt" dir="t"/>
          </a:scene3d>
          <a:sp3d>
            <a:bevelT/>
          </a:sp3d>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文本与内容">
    <p:bg>
      <p:bgPr>
        <a:pattFill prst="ltHorz">
          <a:fgClr>
            <a:srgbClr val="DBEEF4"/>
          </a:fgClr>
          <a:bgClr>
            <a:schemeClr val="bg1"/>
          </a:bgClr>
        </a:pattFill>
        <a:effectLst/>
      </p:bgPr>
    </p:bg>
    <p:spTree>
      <p:nvGrpSpPr>
        <p:cNvPr id="1" name=""/>
        <p:cNvGrpSpPr/>
        <p:nvPr/>
      </p:nvGrpSpPr>
      <p:grpSpPr>
        <a:xfrm>
          <a:off x="0" y="0"/>
          <a:ext cx="0" cy="0"/>
          <a:chOff x="0" y="0"/>
          <a:chExt cx="0" cy="0"/>
        </a:xfrm>
      </p:grpSpPr>
      <p:pic>
        <p:nvPicPr>
          <p:cNvPr id="2" name="Picture 79" descr="电子科技大学校徽300"/>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45475" y="5949950"/>
            <a:ext cx="79057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和内容">
    <p:bg>
      <p:bgPr>
        <a:pattFill prst="ltHorz">
          <a:fgClr>
            <a:schemeClr val="accent5">
              <a:lumMod val="20000"/>
              <a:lumOff val="80000"/>
            </a:schemeClr>
          </a:fgClr>
          <a:bgClr>
            <a:schemeClr val="bg1"/>
          </a:bgClr>
        </a:pattFill>
        <a:effectLst/>
      </p:bgPr>
    </p:bg>
    <p:spTree>
      <p:nvGrpSpPr>
        <p:cNvPr id="1" name=""/>
        <p:cNvGrpSpPr/>
        <p:nvPr/>
      </p:nvGrpSpPr>
      <p:grpSpPr>
        <a:xfrm>
          <a:off x="0" y="0"/>
          <a:ext cx="0" cy="0"/>
          <a:chOff x="0" y="0"/>
          <a:chExt cx="0" cy="0"/>
        </a:xfrm>
      </p:grpSpPr>
      <p:cxnSp>
        <p:nvCxnSpPr>
          <p:cNvPr id="2" name="直接连接符 1"/>
          <p:cNvCxnSpPr/>
          <p:nvPr userDrawn="1"/>
        </p:nvCxnSpPr>
        <p:spPr bwMode="auto">
          <a:xfrm>
            <a:off x="-3304" y="679450"/>
            <a:ext cx="9126816" cy="0"/>
          </a:xfrm>
          <a:prstGeom prst="line">
            <a:avLst/>
          </a:prstGeom>
          <a:ln w="5715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lightRig rig="threePt" dir="t"/>
          </a:scene3d>
          <a:sp3d>
            <a:bevelT/>
          </a:sp3d>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bg>
      <p:bgPr>
        <a:pattFill prst="ltHorz">
          <a:fgClr>
            <a:schemeClr val="accent5">
              <a:lumMod val="20000"/>
              <a:lumOff val="80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cxnSp>
        <p:nvCxnSpPr>
          <p:cNvPr id="3" name="直接连接符 9"/>
          <p:cNvCxnSpPr>
            <a:cxnSpLocks noChangeShapeType="1"/>
          </p:cNvCxnSpPr>
          <p:nvPr userDrawn="1"/>
        </p:nvCxnSpPr>
        <p:spPr bwMode="auto">
          <a:xfrm>
            <a:off x="0" y="692150"/>
            <a:ext cx="9144000" cy="0"/>
          </a:xfrm>
          <a:prstGeom prst="line">
            <a:avLst/>
          </a:prstGeom>
          <a:noFill/>
          <a:ln w="38100" algn="ctr">
            <a:solidFill>
              <a:srgbClr val="C00000"/>
            </a:solidFill>
            <a:rou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44624"/>
            <a:ext cx="9144000" cy="649287"/>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323850" y="1125538"/>
            <a:ext cx="8569325" cy="5111750"/>
          </a:xfrm>
          <a:prstGeom prst="rect">
            <a:avLst/>
          </a:prstGeo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5" name="Picture 79" descr="电子科技大学校徽300"/>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45475" y="5949950"/>
            <a:ext cx="79057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标题占位符 1"/>
          <p:cNvSpPr>
            <a:spLocks noGrp="1"/>
          </p:cNvSpPr>
          <p:nvPr>
            <p:ph type="title"/>
          </p:nvPr>
        </p:nvSpPr>
        <p:spPr>
          <a:xfrm>
            <a:off x="-1" y="42345"/>
            <a:ext cx="9149171" cy="597600"/>
          </a:xfrm>
          <a:prstGeom prst="rect">
            <a:avLst/>
          </a:prstGeom>
        </p:spPr>
        <p:txBody>
          <a:bodyPr rtlCol="0">
            <a:noAutofit/>
          </a:bodyPr>
          <a:lstStyle/>
          <a:p>
            <a:r>
              <a:rPr lang="zh-CN" altLang="en-US" smtClean="0"/>
              <a:t>单击此处编辑母版标题样式</a:t>
            </a:r>
            <a:endParaRPr lang="zh-CN" altLang="en-US" dirty="0"/>
          </a:p>
        </p:txBody>
      </p:sp>
      <p:sp>
        <p:nvSpPr>
          <p:cNvPr id="8" name="文本占位符 2"/>
          <p:cNvSpPr>
            <a:spLocks noGrp="1"/>
          </p:cNvSpPr>
          <p:nvPr>
            <p:ph idx="1"/>
          </p:nvPr>
        </p:nvSpPr>
        <p:spPr>
          <a:xfrm>
            <a:off x="0" y="739304"/>
            <a:ext cx="9144000" cy="6093296"/>
          </a:xfrm>
          <a:prstGeom prst="rect">
            <a:avLst/>
          </a:prstGeom>
        </p:spPr>
        <p:txBody>
          <a:bodyPr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p:txBody>
      </p:sp>
      <p:cxnSp>
        <p:nvCxnSpPr>
          <p:cNvPr id="4" name="直接连接符 3"/>
          <p:cNvCxnSpPr/>
          <p:nvPr userDrawn="1"/>
        </p:nvCxnSpPr>
        <p:spPr bwMode="auto">
          <a:xfrm>
            <a:off x="-12829" y="704056"/>
            <a:ext cx="9162000" cy="0"/>
          </a:xfrm>
          <a:prstGeom prst="line">
            <a:avLst/>
          </a:prstGeom>
          <a:ln w="5715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lightRig rig="threePt" dir="t"/>
          </a:scene3d>
          <a:sp3d>
            <a:bevelT/>
          </a:sp3d>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空白">
    <p:bg>
      <p:bgPr>
        <a:pattFill prst="ltHorz">
          <a:fgClr>
            <a:srgbClr val="DBEEF4"/>
          </a:fgClr>
          <a:bgClr>
            <a:schemeClr val="bg1"/>
          </a:bgClr>
        </a:pattFill>
        <a:effectLst/>
      </p:bgPr>
    </p:bg>
    <p:spTree>
      <p:nvGrpSpPr>
        <p:cNvPr id="1" name=""/>
        <p:cNvGrpSpPr/>
        <p:nvPr/>
      </p:nvGrpSpPr>
      <p:grpSpPr>
        <a:xfrm>
          <a:off x="0" y="0"/>
          <a:ext cx="0" cy="0"/>
          <a:chOff x="0" y="0"/>
          <a:chExt cx="0" cy="0"/>
        </a:xfrm>
      </p:grpSpPr>
      <p:pic>
        <p:nvPicPr>
          <p:cNvPr id="2" name="Picture 79" descr="电子科技大学校徽30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94713" y="6165850"/>
            <a:ext cx="614362"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占位符 1"/>
          <p:cNvSpPr>
            <a:spLocks noGrp="1"/>
          </p:cNvSpPr>
          <p:nvPr>
            <p:ph type="title"/>
          </p:nvPr>
        </p:nvSpPr>
        <p:spPr>
          <a:xfrm>
            <a:off x="-1" y="42345"/>
            <a:ext cx="9149171" cy="5976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lang="zh-CN" altLang="en-US" sz="3200" b="0" kern="1200" dirty="0">
                <a:solidFill>
                  <a:schemeClr val="tx1"/>
                </a:solidFill>
                <a:latin typeface="+mj-lt"/>
                <a:ea typeface="+mj-ea"/>
                <a:cs typeface="+mj-cs"/>
              </a:defRPr>
            </a:lvl1pPr>
          </a:lstStyle>
          <a:p>
            <a:r>
              <a:rPr lang="zh-CN" altLang="en-US" dirty="0" smtClean="0"/>
              <a:t>单击此处编辑母版标题样式</a:t>
            </a:r>
            <a:endParaRPr lang="zh-CN" altLang="en-US" dirty="0"/>
          </a:p>
        </p:txBody>
      </p:sp>
      <p:cxnSp>
        <p:nvCxnSpPr>
          <p:cNvPr id="7" name="直接连接符 6"/>
          <p:cNvCxnSpPr/>
          <p:nvPr userDrawn="1"/>
        </p:nvCxnSpPr>
        <p:spPr bwMode="auto">
          <a:xfrm>
            <a:off x="-12829" y="704056"/>
            <a:ext cx="9162000" cy="0"/>
          </a:xfrm>
          <a:prstGeom prst="line">
            <a:avLst/>
          </a:prstGeom>
          <a:ln w="5715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lightRig rig="threePt" dir="t"/>
          </a:scene3d>
          <a:sp3d>
            <a:bevelT/>
          </a:sp3d>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空白">
    <p:bg>
      <p:bgPr>
        <a:pattFill prst="ltHorz">
          <a:fgClr>
            <a:srgbClr val="DBEEF4"/>
          </a:fgClr>
          <a:bgClr>
            <a:schemeClr val="bg1"/>
          </a:bgClr>
        </a:pattFill>
        <a:effectLst/>
      </p:bgPr>
    </p:bg>
    <p:spTree>
      <p:nvGrpSpPr>
        <p:cNvPr id="1" name=""/>
        <p:cNvGrpSpPr/>
        <p:nvPr/>
      </p:nvGrpSpPr>
      <p:grpSpPr>
        <a:xfrm>
          <a:off x="0" y="0"/>
          <a:ext cx="0" cy="0"/>
          <a:chOff x="0" y="0"/>
          <a:chExt cx="0" cy="0"/>
        </a:xfrm>
      </p:grpSpPr>
      <p:sp>
        <p:nvSpPr>
          <p:cNvPr id="5" name="标题占位符 1"/>
          <p:cNvSpPr>
            <a:spLocks noGrp="1"/>
          </p:cNvSpPr>
          <p:nvPr>
            <p:ph type="title"/>
          </p:nvPr>
        </p:nvSpPr>
        <p:spPr>
          <a:xfrm>
            <a:off x="-1" y="42345"/>
            <a:ext cx="9149171" cy="5976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lang="zh-CN" altLang="en-US" sz="3200" b="0" kern="1200" dirty="0">
                <a:solidFill>
                  <a:schemeClr val="tx1"/>
                </a:solidFill>
                <a:latin typeface="+mj-lt"/>
                <a:ea typeface="+mj-ea"/>
                <a:cs typeface="+mj-cs"/>
              </a:defRPr>
            </a:lvl1pPr>
          </a:lstStyle>
          <a:p>
            <a:r>
              <a:rPr lang="zh-CN" altLang="en-US" dirty="0" smtClean="0"/>
              <a:t>单击此处编辑母版标题样式</a:t>
            </a:r>
            <a:endParaRPr lang="zh-CN" altLang="en-US" dirty="0"/>
          </a:p>
        </p:txBody>
      </p:sp>
      <p:cxnSp>
        <p:nvCxnSpPr>
          <p:cNvPr id="7" name="直接连接符 6"/>
          <p:cNvCxnSpPr/>
          <p:nvPr userDrawn="1"/>
        </p:nvCxnSpPr>
        <p:spPr bwMode="auto">
          <a:xfrm>
            <a:off x="-12829" y="704056"/>
            <a:ext cx="9162000" cy="0"/>
          </a:xfrm>
          <a:prstGeom prst="line">
            <a:avLst/>
          </a:prstGeom>
          <a:ln w="5715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lightRig rig="threePt" dir="t"/>
          </a:scene3d>
          <a:sp3d>
            <a:bevelT/>
          </a:sp3d>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 Box 4"/>
          <p:cNvSpPr txBox="1">
            <a:spLocks noChangeArrowheads="1"/>
          </p:cNvSpPr>
          <p:nvPr userDrawn="1"/>
        </p:nvSpPr>
        <p:spPr bwMode="auto">
          <a:xfrm>
            <a:off x="4075082" y="94795"/>
            <a:ext cx="49688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zh-CN" altLang="en-US" sz="2400" b="1" dirty="0">
                <a:solidFill>
                  <a:prstClr val="white"/>
                </a:solidFill>
                <a:latin typeface="+mn-lt"/>
                <a:ea typeface="+mn-ea"/>
              </a:rPr>
              <a:t>信息与软件工程学院</a:t>
            </a:r>
            <a:endParaRPr lang="zh-CN" altLang="en-US" sz="2400" b="1" dirty="0">
              <a:solidFill>
                <a:prstClr val="white"/>
              </a:solidFill>
              <a:latin typeface="+mn-lt"/>
              <a:ea typeface="+mn-ea"/>
            </a:endParaRP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自定义版式">
    <p:bg>
      <p:bgPr>
        <a:solidFill>
          <a:schemeClr val="bg1"/>
        </a:solidFill>
        <a:effectLst/>
      </p:bgPr>
    </p:bg>
    <p:spTree>
      <p:nvGrpSpPr>
        <p:cNvPr id="1" name=""/>
        <p:cNvGrpSpPr/>
        <p:nvPr/>
      </p:nvGrpSpPr>
      <p:grpSpPr>
        <a:xfrm>
          <a:off x="0" y="0"/>
          <a:ext cx="0" cy="0"/>
          <a:chOff x="0" y="0"/>
          <a:chExt cx="0" cy="0"/>
        </a:xfrm>
      </p:grpSpPr>
      <p:pic>
        <p:nvPicPr>
          <p:cNvPr id="2" name="Picture 79" descr="电子科技大学校徽30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94713" y="6165850"/>
            <a:ext cx="614362"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userDrawn="1"/>
        </p:nvCxnSpPr>
        <p:spPr bwMode="auto">
          <a:xfrm>
            <a:off x="-12829" y="704056"/>
            <a:ext cx="9162000" cy="0"/>
          </a:xfrm>
          <a:prstGeom prst="line">
            <a:avLst/>
          </a:prstGeom>
          <a:ln w="5715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lightRig rig="threePt" dir="t"/>
          </a:scene3d>
          <a:sp3d>
            <a:bevelT/>
          </a:sp3d>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4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标题和内容">
    <p:bg>
      <p:bgPr>
        <a:pattFill prst="ltHorz">
          <a:fgClr>
            <a:schemeClr val="accent5">
              <a:lumMod val="20000"/>
              <a:lumOff val="80000"/>
            </a:schemeClr>
          </a:fgClr>
          <a:bgClr>
            <a:schemeClr val="bg1"/>
          </a:bgClr>
        </a:pattFill>
        <a:effectLst/>
      </p:bgPr>
    </p:bg>
    <p:spTree>
      <p:nvGrpSpPr>
        <p:cNvPr id="1" name=""/>
        <p:cNvGrpSpPr/>
        <p:nvPr/>
      </p:nvGrpSpPr>
      <p:grpSpPr>
        <a:xfrm>
          <a:off x="0" y="0"/>
          <a:ext cx="0" cy="0"/>
          <a:chOff x="0" y="0"/>
          <a:chExt cx="0" cy="0"/>
        </a:xfrm>
      </p:grpSpPr>
      <p:cxnSp>
        <p:nvCxnSpPr>
          <p:cNvPr id="2" name="直接连接符 1"/>
          <p:cNvCxnSpPr/>
          <p:nvPr userDrawn="1"/>
        </p:nvCxnSpPr>
        <p:spPr bwMode="auto">
          <a:xfrm>
            <a:off x="-3304" y="679450"/>
            <a:ext cx="9126816" cy="0"/>
          </a:xfrm>
          <a:prstGeom prst="line">
            <a:avLst/>
          </a:prstGeom>
          <a:ln w="5715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lightRig rig="threePt" dir="t"/>
          </a:scene3d>
          <a:sp3d>
            <a:bevelT/>
          </a:sp3d>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空白">
    <p:bg>
      <p:bgPr>
        <a:pattFill prst="ltHorz">
          <a:fgClr>
            <a:srgbClr val="DBEEF4"/>
          </a:fgClr>
          <a:bgClr>
            <a:schemeClr val="bg1"/>
          </a:bgClr>
        </a:pattFill>
        <a:effectLst/>
      </p:bgPr>
    </p:bg>
    <p:spTree>
      <p:nvGrpSpPr>
        <p:cNvPr id="1" name=""/>
        <p:cNvGrpSpPr/>
        <p:nvPr/>
      </p:nvGrpSpPr>
      <p:grpSpPr>
        <a:xfrm>
          <a:off x="0" y="0"/>
          <a:ext cx="0" cy="0"/>
          <a:chOff x="0" y="0"/>
          <a:chExt cx="0" cy="0"/>
        </a:xfrm>
      </p:grpSpPr>
      <p:pic>
        <p:nvPicPr>
          <p:cNvPr id="2" name="Picture 79" descr="电子科技大学校徽30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94713" y="6165850"/>
            <a:ext cx="614362"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userDrawn="1"/>
        </p:nvCxnSpPr>
        <p:spPr bwMode="auto">
          <a:xfrm>
            <a:off x="-3304" y="679450"/>
            <a:ext cx="9126816" cy="0"/>
          </a:xfrm>
          <a:prstGeom prst="line">
            <a:avLst/>
          </a:prstGeom>
          <a:ln w="57150">
            <a:solidFill>
              <a:srgbClr val="FF0000"/>
            </a:solidFill>
            <a:headEnd type="none" w="med" len="med"/>
            <a:tailEnd type="none" w="med" len="med"/>
          </a:ln>
          <a:effectLst>
            <a:outerShdw blurRad="40000" dist="23000" dir="5400000" rotWithShape="0">
              <a:srgbClr val="000000">
                <a:alpha val="35000"/>
              </a:srgbClr>
            </a:outerShdw>
          </a:effectLst>
          <a:scene3d>
            <a:camera prst="orthographicFront"/>
            <a:lightRig rig="threePt" dir="t"/>
          </a:scene3d>
          <a:sp3d>
            <a:bevelT/>
          </a:sp3d>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13" name="等腰三角形 15"/>
          <p:cNvSpPr/>
          <p:nvPr>
            <p:custDataLst>
              <p:tags r:id="rId2"/>
            </p:custDataLst>
          </p:nvPr>
        </p:nvSpPr>
        <p:spPr>
          <a:xfrm rot="13818227">
            <a:off x="8009493" y="3597564"/>
            <a:ext cx="312439" cy="2620125"/>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200"/>
          </a:p>
        </p:txBody>
      </p:sp>
      <p:pic>
        <p:nvPicPr>
          <p:cNvPr id="14" name="图片 13"/>
          <p:cNvPicPr>
            <a:picLocks noChangeAspect="1"/>
          </p:cNvPicPr>
          <p:nvPr>
            <p:custDataLst>
              <p:tags r:id="rId3"/>
            </p:custDataLst>
          </p:nvPr>
        </p:nvPicPr>
        <p:blipFill>
          <a:blip r:embed="rId4">
            <a:extLst>
              <a:ext uri="{28A0092B-C50C-407E-A947-70E740481C1C}">
                <a14:useLocalDpi xmlns:a14="http://schemas.microsoft.com/office/drawing/2010/main" val="0"/>
              </a:ext>
            </a:extLst>
          </a:blip>
          <a:srcRect l="79693" t="52925"/>
          <a:stretch>
            <a:fillRect/>
          </a:stretch>
        </p:blipFill>
        <p:spPr>
          <a:xfrm>
            <a:off x="7286575" y="3636576"/>
            <a:ext cx="1856568" cy="3227774"/>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ctrTitle"/>
            <p:custDataLst>
              <p:tags r:id="rId5"/>
            </p:custDataLst>
          </p:nvPr>
        </p:nvSpPr>
        <p:spPr>
          <a:xfrm>
            <a:off x="628650" y="2429510"/>
            <a:ext cx="7886700" cy="1249045"/>
          </a:xfrm>
          <a:noFill/>
        </p:spPr>
        <p:txBody>
          <a:bodyPr wrap="square" rtlCol="0" anchor="t">
            <a:normAutofit/>
          </a:bodyPr>
          <a:lstStyle>
            <a:lvl1pPr>
              <a:defRPr lang="zh-CN" altLang="en-US" sz="5400" dirty="0">
                <a:gradFill flip="none" rotWithShape="1">
                  <a:gsLst>
                    <a:gs pos="0">
                      <a:schemeClr val="accent2">
                        <a:lumMod val="60000"/>
                        <a:lumOff val="40000"/>
                      </a:schemeClr>
                    </a:gs>
                    <a:gs pos="35000">
                      <a:schemeClr val="accent2"/>
                    </a:gs>
                    <a:gs pos="100000">
                      <a:schemeClr val="accent1"/>
                    </a:gs>
                  </a:gsLst>
                  <a:lin ang="3000000" scaled="0"/>
                  <a:tileRect/>
                </a:gradFill>
                <a:latin typeface="+mj-ea"/>
                <a:ea typeface="+mj-ea"/>
                <a:cs typeface="+mn-ea"/>
                <a:sym typeface="+mn-lt"/>
              </a:defRPr>
            </a:lvl1pPr>
          </a:lstStyle>
          <a:p>
            <a:pPr marL="0" lvl="0" defTabSz="1218565"/>
            <a:r>
              <a:rPr sz="6000" dirty="0">
                <a:sym typeface="+mn-ea"/>
              </a:rPr>
              <a:t>单击此处编辑母版标题样式</a:t>
            </a:r>
            <a:endParaRPr lang="zh-CN" altLang="en-US" sz="6000" b="1" dirty="0">
              <a:gradFill flip="none" rotWithShape="1">
                <a:gsLst>
                  <a:gs pos="0">
                    <a:schemeClr val="accent2">
                      <a:lumMod val="70000"/>
                      <a:lumOff val="30000"/>
                    </a:schemeClr>
                  </a:gs>
                  <a:gs pos="35000">
                    <a:schemeClr val="accent2"/>
                  </a:gs>
                  <a:gs pos="100000">
                    <a:schemeClr val="accent1"/>
                  </a:gs>
                </a:gsLst>
                <a:lin ang="3000000" scaled="0"/>
                <a:tileRect/>
              </a:gradFill>
              <a:latin typeface="微软雅黑" panose="020B0503020204020204" pitchFamily="34" charset="-122"/>
              <a:ea typeface="微软雅黑" panose="020B0503020204020204" pitchFamily="34" charset="-122"/>
              <a:sym typeface="+mn-lt"/>
            </a:endParaRPr>
          </a:p>
        </p:txBody>
      </p:sp>
      <p:sp>
        <p:nvSpPr>
          <p:cNvPr id="3" name="副标题 2"/>
          <p:cNvSpPr>
            <a:spLocks noGrp="1"/>
          </p:cNvSpPr>
          <p:nvPr>
            <p:ph type="subTitle" idx="1"/>
            <p:custDataLst>
              <p:tags r:id="rId6"/>
            </p:custDataLst>
          </p:nvPr>
        </p:nvSpPr>
        <p:spPr>
          <a:xfrm>
            <a:off x="678656" y="939800"/>
            <a:ext cx="7886700" cy="1248410"/>
          </a:xfrm>
          <a:noFill/>
        </p:spPr>
        <p:txBody>
          <a:bodyPr wrap="square" rtlCol="0" anchor="b">
            <a:normAutofit/>
          </a:bodyPr>
          <a:lstStyle>
            <a:lvl1pPr marL="0" indent="0">
              <a:buNone/>
              <a:defRPr lang="zh-CN" altLang="en-US" sz="1350" b="1" dirty="0">
                <a:solidFill>
                  <a:schemeClr val="tx1">
                    <a:lumMod val="75000"/>
                    <a:lumOff val="25000"/>
                  </a:schemeClr>
                </a:solidFill>
              </a:defRPr>
            </a:lvl1pPr>
          </a:lstStyle>
          <a:p>
            <a:pPr marL="0" lvl="0"/>
            <a:r>
              <a:rPr>
                <a:sym typeface="+mn-ea"/>
              </a:rPr>
              <a:t>单击此处编辑母版副标题样式</a:t>
            </a:r>
            <a:endParaRPr lang="zh-CN" altLang="en-US" b="1" dirty="0"/>
          </a:p>
        </p:txBody>
      </p:sp>
      <p:sp>
        <p:nvSpPr>
          <p:cNvPr id="4" name="日期占位符 3"/>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9"/>
            </p:custDataLst>
          </p:nvPr>
        </p:nvSpPr>
        <p:spPr>
          <a:xfrm>
            <a:off x="6457950" y="6356350"/>
            <a:ext cx="2057400" cy="365125"/>
          </a:xfrm>
        </p:spPr>
        <p:txBody>
          <a:bodyPr wrap="square">
            <a:normAutofit/>
          </a:bodyPr>
          <a:lstStyle/>
          <a:p>
            <a:fld id="{BE5F26B5-172A-4DC2-B0B7-181CFC56B87C}" type="slidenum">
              <a:rPr lang="zh-CN" altLang="en-US" smtClean="0"/>
            </a:fld>
            <a:endParaRPr lang="zh-CN" altLang="en-US"/>
          </a:p>
        </p:txBody>
      </p:sp>
      <p:sp>
        <p:nvSpPr>
          <p:cNvPr id="10" name="文本占位符 9"/>
          <p:cNvSpPr>
            <a:spLocks noGrp="1"/>
          </p:cNvSpPr>
          <p:nvPr>
            <p:ph type="body" sz="quarter" idx="13" hasCustomPrompt="1"/>
            <p:custDataLst>
              <p:tags r:id="rId10"/>
            </p:custDataLst>
          </p:nvPr>
        </p:nvSpPr>
        <p:spPr>
          <a:xfrm>
            <a:off x="668655" y="4946650"/>
            <a:ext cx="4332446" cy="1244600"/>
          </a:xfrm>
        </p:spPr>
        <p:txBody>
          <a:bodyPr wrap="square" anchor="b" anchorCtr="0">
            <a:normAutofit/>
          </a:bodyPr>
          <a:lstStyle>
            <a:lvl1pPr marL="0" indent="0">
              <a:lnSpc>
                <a:spcPct val="100000"/>
              </a:lnSpc>
              <a:buNone/>
              <a:defRPr sz="1350" b="1">
                <a:gradFill>
                  <a:gsLst>
                    <a:gs pos="0">
                      <a:schemeClr val="accent2">
                        <a:lumMod val="70000"/>
                        <a:lumOff val="30000"/>
                      </a:schemeClr>
                    </a:gs>
                    <a:gs pos="35000">
                      <a:schemeClr val="accent2"/>
                    </a:gs>
                    <a:gs pos="100000">
                      <a:schemeClr val="accent1"/>
                    </a:gs>
                  </a:gsLst>
                  <a:lin ang="3000000" scaled="0"/>
                </a:gradFill>
              </a:defRPr>
            </a:lvl1pPr>
          </a:lstStyle>
          <a:p>
            <a:pPr lvl="0"/>
            <a:r>
              <a:rPr lang="zh-CN" altLang="en-US" dirty="0">
                <a:sym typeface="+mn-ea"/>
              </a:rPr>
              <a:t>公司名占位符</a:t>
            </a:r>
            <a:endParaRPr lang="en-US" altLang="zh-CN" sz="1800" b="1" dirty="0">
              <a:gradFill flip="none" rotWithShape="1">
                <a:gsLst>
                  <a:gs pos="0">
                    <a:schemeClr val="accent2">
                      <a:lumMod val="70000"/>
                      <a:lumOff val="30000"/>
                    </a:schemeClr>
                  </a:gs>
                  <a:gs pos="35000">
                    <a:schemeClr val="accent2"/>
                  </a:gs>
                  <a:gs pos="100000">
                    <a:schemeClr val="accent1"/>
                  </a:gs>
                </a:gsLst>
                <a:lin ang="3000000" scaled="0"/>
                <a:tileRect/>
              </a:gradFill>
              <a:latin typeface="微软雅黑" panose="020B0503020204020204" pitchFamily="34" charset="-122"/>
              <a:ea typeface="微软雅黑" panose="020B0503020204020204" pitchFamily="34" charset="-122"/>
              <a:sym typeface="+mn-ea"/>
            </a:endParaRPr>
          </a:p>
        </p:txBody>
      </p:sp>
      <p:sp>
        <p:nvSpPr>
          <p:cNvPr id="24" name="文本占位符 23"/>
          <p:cNvSpPr>
            <a:spLocks noGrp="1"/>
          </p:cNvSpPr>
          <p:nvPr>
            <p:ph type="body" sz="quarter" idx="17" hasCustomPrompt="1"/>
            <p:custDataLst>
              <p:tags r:id="rId11"/>
            </p:custDataLst>
          </p:nvPr>
        </p:nvSpPr>
        <p:spPr>
          <a:xfrm>
            <a:off x="1065796" y="3809565"/>
            <a:ext cx="3895226" cy="504000"/>
          </a:xfrm>
        </p:spPr>
        <p:txBody>
          <a:bodyPr wrap="square" anchor="ctr">
            <a:normAutofit/>
          </a:bodyPr>
          <a:lstStyle>
            <a:lvl1pPr marL="0" indent="0" algn="l">
              <a:lnSpc>
                <a:spcPct val="100000"/>
              </a:lnSpc>
              <a:buNone/>
              <a:defRPr sz="1500" b="1">
                <a:gradFill>
                  <a:gsLst>
                    <a:gs pos="0">
                      <a:schemeClr val="accent2">
                        <a:lumMod val="60000"/>
                        <a:lumOff val="40000"/>
                      </a:schemeClr>
                    </a:gs>
                    <a:gs pos="35000">
                      <a:schemeClr val="accent2"/>
                    </a:gs>
                    <a:gs pos="100000">
                      <a:schemeClr val="accent1"/>
                    </a:gs>
                  </a:gsLst>
                  <a:lin ang="3000000" scaled="0"/>
                </a:gradFill>
              </a:defRPr>
            </a:lvl1pPr>
          </a:lstStyle>
          <a:p>
            <a:pPr lvl="0"/>
            <a:r>
              <a:rPr lang="zh-CN" altLang="en-US" dirty="0">
                <a:sym typeface="+mn-ea"/>
              </a:rPr>
              <a:t>署名占位符</a:t>
            </a:r>
            <a:endParaRPr lang="zh-CN" altLang="en-US" b="1" dirty="0">
              <a:gradFill flip="none" rotWithShape="1">
                <a:gsLst>
                  <a:gs pos="0">
                    <a:schemeClr val="accent2">
                      <a:lumMod val="70000"/>
                      <a:lumOff val="30000"/>
                    </a:schemeClr>
                  </a:gs>
                  <a:gs pos="30000">
                    <a:schemeClr val="accent2"/>
                  </a:gs>
                  <a:gs pos="100000">
                    <a:schemeClr val="accent1"/>
                  </a:gs>
                </a:gsLst>
                <a:lin ang="3000000" scaled="0"/>
                <a:tileRect/>
              </a:gradFill>
              <a:latin typeface="微软雅黑" panose="020B0503020204020204" pitchFamily="34" charset="-122"/>
              <a:ea typeface="微软雅黑" panose="020B0503020204020204" pitchFamily="34" charset="-122"/>
              <a:sym typeface="+mn-ea"/>
            </a:endParaRPr>
          </a:p>
        </p:txBody>
      </p:sp>
      <p:sp>
        <p:nvSpPr>
          <p:cNvPr id="9" name="iconfont-10342-5064101"/>
          <p:cNvSpPr>
            <a:spLocks noChangeAspect="1"/>
          </p:cNvSpPr>
          <p:nvPr>
            <p:custDataLst>
              <p:tags r:id="rId12"/>
            </p:custDataLst>
          </p:nvPr>
        </p:nvSpPr>
        <p:spPr>
          <a:xfrm>
            <a:off x="628649" y="3845565"/>
            <a:ext cx="324000" cy="432000"/>
          </a:xfrm>
          <a:custGeom>
            <a:avLst/>
            <a:gdLst>
              <a:gd name="T0" fmla="*/ 4360 w 8720"/>
              <a:gd name="T1" fmla="*/ 8720 h 8720"/>
              <a:gd name="T2" fmla="*/ 0 w 8720"/>
              <a:gd name="T3" fmla="*/ 4360 h 8720"/>
              <a:gd name="T4" fmla="*/ 4360 w 8720"/>
              <a:gd name="T5" fmla="*/ 0 h 8720"/>
              <a:gd name="T6" fmla="*/ 8720 w 8720"/>
              <a:gd name="T7" fmla="*/ 4360 h 8720"/>
              <a:gd name="T8" fmla="*/ 4360 w 8720"/>
              <a:gd name="T9" fmla="*/ 8720 h 8720"/>
              <a:gd name="T10" fmla="*/ 6520 w 8720"/>
              <a:gd name="T11" fmla="*/ 5320 h 8720"/>
              <a:gd name="T12" fmla="*/ 6120 w 8720"/>
              <a:gd name="T13" fmla="*/ 5160 h 8720"/>
              <a:gd name="T14" fmla="*/ 5040 w 8720"/>
              <a:gd name="T15" fmla="*/ 4680 h 8720"/>
              <a:gd name="T16" fmla="*/ 5240 w 8720"/>
              <a:gd name="T17" fmla="*/ 4120 h 8720"/>
              <a:gd name="T18" fmla="*/ 5520 w 8720"/>
              <a:gd name="T19" fmla="*/ 2600 h 8720"/>
              <a:gd name="T20" fmla="*/ 4440 w 8720"/>
              <a:gd name="T21" fmla="*/ 1800 h 8720"/>
              <a:gd name="T22" fmla="*/ 3360 w 8720"/>
              <a:gd name="T23" fmla="*/ 2600 h 8720"/>
              <a:gd name="T24" fmla="*/ 3640 w 8720"/>
              <a:gd name="T25" fmla="*/ 4120 h 8720"/>
              <a:gd name="T26" fmla="*/ 3840 w 8720"/>
              <a:gd name="T27" fmla="*/ 4680 h 8720"/>
              <a:gd name="T28" fmla="*/ 2760 w 8720"/>
              <a:gd name="T29" fmla="*/ 5160 h 8720"/>
              <a:gd name="T30" fmla="*/ 2360 w 8720"/>
              <a:gd name="T31" fmla="*/ 5320 h 8720"/>
              <a:gd name="T32" fmla="*/ 2240 w 8720"/>
              <a:gd name="T33" fmla="*/ 6520 h 8720"/>
              <a:gd name="T34" fmla="*/ 6600 w 8720"/>
              <a:gd name="T35" fmla="*/ 6520 h 8720"/>
              <a:gd name="T36" fmla="*/ 6520 w 8720"/>
              <a:gd name="T37" fmla="*/ 5320 h 8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20" h="8720">
                <a:moveTo>
                  <a:pt x="4360" y="8720"/>
                </a:moveTo>
                <a:cubicBezTo>
                  <a:pt x="1960" y="8720"/>
                  <a:pt x="0" y="6760"/>
                  <a:pt x="0" y="4360"/>
                </a:cubicBezTo>
                <a:cubicBezTo>
                  <a:pt x="0" y="1960"/>
                  <a:pt x="1960" y="0"/>
                  <a:pt x="4360" y="0"/>
                </a:cubicBezTo>
                <a:cubicBezTo>
                  <a:pt x="6760" y="0"/>
                  <a:pt x="8720" y="1960"/>
                  <a:pt x="8720" y="4360"/>
                </a:cubicBezTo>
                <a:cubicBezTo>
                  <a:pt x="8720" y="6760"/>
                  <a:pt x="6760" y="8720"/>
                  <a:pt x="4360" y="8720"/>
                </a:cubicBezTo>
                <a:close/>
                <a:moveTo>
                  <a:pt x="6520" y="5320"/>
                </a:moveTo>
                <a:cubicBezTo>
                  <a:pt x="6400" y="5240"/>
                  <a:pt x="6280" y="5200"/>
                  <a:pt x="6120" y="5160"/>
                </a:cubicBezTo>
                <a:cubicBezTo>
                  <a:pt x="5760" y="5080"/>
                  <a:pt x="5320" y="5040"/>
                  <a:pt x="5040" y="4680"/>
                </a:cubicBezTo>
                <a:cubicBezTo>
                  <a:pt x="5040" y="4680"/>
                  <a:pt x="4880" y="4520"/>
                  <a:pt x="5240" y="4120"/>
                </a:cubicBezTo>
                <a:cubicBezTo>
                  <a:pt x="5600" y="3720"/>
                  <a:pt x="5600" y="3080"/>
                  <a:pt x="5520" y="2600"/>
                </a:cubicBezTo>
                <a:cubicBezTo>
                  <a:pt x="5440" y="2120"/>
                  <a:pt x="4960" y="1800"/>
                  <a:pt x="4440" y="1800"/>
                </a:cubicBezTo>
                <a:cubicBezTo>
                  <a:pt x="3920" y="1800"/>
                  <a:pt x="3440" y="2120"/>
                  <a:pt x="3360" y="2600"/>
                </a:cubicBezTo>
                <a:cubicBezTo>
                  <a:pt x="3280" y="3080"/>
                  <a:pt x="3320" y="3720"/>
                  <a:pt x="3640" y="4120"/>
                </a:cubicBezTo>
                <a:cubicBezTo>
                  <a:pt x="4000" y="4520"/>
                  <a:pt x="3840" y="4680"/>
                  <a:pt x="3840" y="4680"/>
                </a:cubicBezTo>
                <a:cubicBezTo>
                  <a:pt x="3560" y="5040"/>
                  <a:pt x="3120" y="5080"/>
                  <a:pt x="2760" y="5160"/>
                </a:cubicBezTo>
                <a:cubicBezTo>
                  <a:pt x="2600" y="5200"/>
                  <a:pt x="2480" y="5240"/>
                  <a:pt x="2360" y="5320"/>
                </a:cubicBezTo>
                <a:cubicBezTo>
                  <a:pt x="2120" y="5440"/>
                  <a:pt x="2240" y="6520"/>
                  <a:pt x="2240" y="6520"/>
                </a:cubicBezTo>
                <a:lnTo>
                  <a:pt x="6600" y="6520"/>
                </a:lnTo>
                <a:cubicBezTo>
                  <a:pt x="6520" y="6520"/>
                  <a:pt x="6600" y="5480"/>
                  <a:pt x="6520" y="532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00">
              <a:sym typeface="+mn-ea"/>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0" y="995680"/>
            <a:ext cx="3230880" cy="2914015"/>
          </a:xfrm>
        </p:spPr>
        <p:txBody>
          <a:bodyPr wrap="square" anchor="b">
            <a:normAutofit/>
          </a:bodyPr>
          <a:lstStyle>
            <a:lvl1pPr algn="ctr">
              <a:defRPr sz="5400">
                <a:gradFill>
                  <a:gsLst>
                    <a:gs pos="0">
                      <a:schemeClr val="accent2">
                        <a:lumMod val="70000"/>
                        <a:lumOff val="30000"/>
                      </a:schemeClr>
                    </a:gs>
                    <a:gs pos="35000">
                      <a:schemeClr val="accent2"/>
                    </a:gs>
                    <a:gs pos="100000">
                      <a:schemeClr val="accent1"/>
                    </a:gs>
                  </a:gsLst>
                  <a:lin ang="3000000" scaled="0"/>
                </a:gradFill>
              </a:defRPr>
            </a:lvl1pPr>
          </a:lstStyle>
          <a:p>
            <a:r>
              <a:rPr lang="zh-CN" altLang="en-US" dirty="0"/>
              <a:t>标题</a:t>
            </a:r>
            <a:endParaRPr lang="zh-CN" altLang="en-US" dirty="0"/>
          </a:p>
        </p:txBody>
      </p:sp>
      <p:sp>
        <p:nvSpPr>
          <p:cNvPr id="7" name="日期占位符 6"/>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4"/>
            </p:custDataLst>
          </p:nvPr>
        </p:nvSpPr>
        <p:spPr/>
        <p:txBody>
          <a:bodyPr/>
          <a:lstStyle/>
          <a:p>
            <a:endParaRPr lang="zh-CN" altLang="en-US"/>
          </a:p>
        </p:txBody>
      </p:sp>
      <p:sp>
        <p:nvSpPr>
          <p:cNvPr id="9" name="灯片编号占位符 8"/>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11" name="文本框 10"/>
          <p:cNvSpPr txBox="1"/>
          <p:nvPr>
            <p:custDataLst>
              <p:tags r:id="rId6"/>
            </p:custDataLst>
          </p:nvPr>
        </p:nvSpPr>
        <p:spPr>
          <a:xfrm>
            <a:off x="892227" y="4160452"/>
            <a:ext cx="1442343" cy="261049"/>
          </a:xfrm>
          <a:custGeom>
            <a:avLst/>
            <a:gdLst/>
            <a:ahLst/>
            <a:cxnLst/>
            <a:rect l="l" t="t" r="r" b="b"/>
            <a:pathLst>
              <a:path w="1923124" h="261049">
                <a:moveTo>
                  <a:pt x="377632" y="28738"/>
                </a:moveTo>
                <a:cubicBezTo>
                  <a:pt x="354000" y="28738"/>
                  <a:pt x="333665" y="36854"/>
                  <a:pt x="316629" y="53088"/>
                </a:cubicBezTo>
                <a:cubicBezTo>
                  <a:pt x="299593" y="69321"/>
                  <a:pt x="291075" y="96424"/>
                  <a:pt x="291075" y="134397"/>
                </a:cubicBezTo>
                <a:cubicBezTo>
                  <a:pt x="291075" y="164798"/>
                  <a:pt x="299249" y="188746"/>
                  <a:pt x="315597" y="206241"/>
                </a:cubicBezTo>
                <a:cubicBezTo>
                  <a:pt x="331944" y="223736"/>
                  <a:pt x="352451" y="232484"/>
                  <a:pt x="377116" y="232484"/>
                </a:cubicBezTo>
                <a:cubicBezTo>
                  <a:pt x="402240" y="232484"/>
                  <a:pt x="422919" y="223650"/>
                  <a:pt x="439152" y="205983"/>
                </a:cubicBezTo>
                <a:cubicBezTo>
                  <a:pt x="455385" y="188316"/>
                  <a:pt x="463502" y="163249"/>
                  <a:pt x="463502" y="130783"/>
                </a:cubicBezTo>
                <a:cubicBezTo>
                  <a:pt x="463502" y="110248"/>
                  <a:pt x="460031" y="92322"/>
                  <a:pt x="453091" y="77007"/>
                </a:cubicBezTo>
                <a:cubicBezTo>
                  <a:pt x="446150" y="61692"/>
                  <a:pt x="435997" y="49818"/>
                  <a:pt x="422632" y="41386"/>
                </a:cubicBezTo>
                <a:cubicBezTo>
                  <a:pt x="409267" y="32954"/>
                  <a:pt x="394267" y="28738"/>
                  <a:pt x="377632" y="28738"/>
                </a:cubicBezTo>
                <a:close/>
                <a:moveTo>
                  <a:pt x="1495657" y="4474"/>
                </a:moveTo>
                <a:lnTo>
                  <a:pt x="1695617" y="4474"/>
                </a:lnTo>
                <a:lnTo>
                  <a:pt x="1695617" y="34245"/>
                </a:lnTo>
                <a:lnTo>
                  <a:pt x="1612157" y="34245"/>
                </a:lnTo>
                <a:lnTo>
                  <a:pt x="1612157" y="256747"/>
                </a:lnTo>
                <a:lnTo>
                  <a:pt x="1578773" y="256747"/>
                </a:lnTo>
                <a:lnTo>
                  <a:pt x="1578773" y="34245"/>
                </a:lnTo>
                <a:lnTo>
                  <a:pt x="1495657" y="34245"/>
                </a:lnTo>
                <a:close/>
                <a:moveTo>
                  <a:pt x="1257067" y="4474"/>
                </a:moveTo>
                <a:lnTo>
                  <a:pt x="1291312" y="4474"/>
                </a:lnTo>
                <a:lnTo>
                  <a:pt x="1423815" y="202541"/>
                </a:lnTo>
                <a:lnTo>
                  <a:pt x="1423815" y="4474"/>
                </a:lnTo>
                <a:lnTo>
                  <a:pt x="1455822" y="4474"/>
                </a:lnTo>
                <a:lnTo>
                  <a:pt x="1455822" y="256747"/>
                </a:lnTo>
                <a:lnTo>
                  <a:pt x="1421578" y="256747"/>
                </a:lnTo>
                <a:lnTo>
                  <a:pt x="1289074" y="58508"/>
                </a:lnTo>
                <a:lnTo>
                  <a:pt x="1289074" y="256747"/>
                </a:lnTo>
                <a:lnTo>
                  <a:pt x="1257067" y="256747"/>
                </a:lnTo>
                <a:close/>
                <a:moveTo>
                  <a:pt x="1019974" y="4474"/>
                </a:moveTo>
                <a:lnTo>
                  <a:pt x="1202382" y="4474"/>
                </a:lnTo>
                <a:lnTo>
                  <a:pt x="1202382" y="34245"/>
                </a:lnTo>
                <a:lnTo>
                  <a:pt x="1053358" y="34245"/>
                </a:lnTo>
                <a:lnTo>
                  <a:pt x="1053358" y="111510"/>
                </a:lnTo>
                <a:lnTo>
                  <a:pt x="1192917" y="111510"/>
                </a:lnTo>
                <a:lnTo>
                  <a:pt x="1192917" y="141108"/>
                </a:lnTo>
                <a:lnTo>
                  <a:pt x="1053358" y="141108"/>
                </a:lnTo>
                <a:lnTo>
                  <a:pt x="1053358" y="226977"/>
                </a:lnTo>
                <a:lnTo>
                  <a:pt x="1208233" y="226977"/>
                </a:lnTo>
                <a:lnTo>
                  <a:pt x="1208233" y="256747"/>
                </a:lnTo>
                <a:lnTo>
                  <a:pt x="1019974" y="256747"/>
                </a:lnTo>
                <a:close/>
                <a:moveTo>
                  <a:pt x="781282" y="4474"/>
                </a:moveTo>
                <a:lnTo>
                  <a:pt x="981242" y="4474"/>
                </a:lnTo>
                <a:lnTo>
                  <a:pt x="981242" y="34245"/>
                </a:lnTo>
                <a:lnTo>
                  <a:pt x="897782" y="34245"/>
                </a:lnTo>
                <a:lnTo>
                  <a:pt x="897782" y="256747"/>
                </a:lnTo>
                <a:lnTo>
                  <a:pt x="864398" y="256747"/>
                </a:lnTo>
                <a:lnTo>
                  <a:pt x="864398" y="34245"/>
                </a:lnTo>
                <a:lnTo>
                  <a:pt x="781282" y="34245"/>
                </a:lnTo>
                <a:close/>
                <a:moveTo>
                  <a:pt x="542692" y="4474"/>
                </a:moveTo>
                <a:lnTo>
                  <a:pt x="576936" y="4474"/>
                </a:lnTo>
                <a:lnTo>
                  <a:pt x="709440" y="202541"/>
                </a:lnTo>
                <a:lnTo>
                  <a:pt x="709440" y="4474"/>
                </a:lnTo>
                <a:lnTo>
                  <a:pt x="741447" y="4474"/>
                </a:lnTo>
                <a:lnTo>
                  <a:pt x="741447" y="256747"/>
                </a:lnTo>
                <a:lnTo>
                  <a:pt x="707203" y="256747"/>
                </a:lnTo>
                <a:lnTo>
                  <a:pt x="574699" y="58508"/>
                </a:lnTo>
                <a:lnTo>
                  <a:pt x="574699" y="256747"/>
                </a:lnTo>
                <a:lnTo>
                  <a:pt x="542692" y="256747"/>
                </a:lnTo>
                <a:close/>
                <a:moveTo>
                  <a:pt x="1820735" y="172"/>
                </a:moveTo>
                <a:cubicBezTo>
                  <a:pt x="1839435" y="172"/>
                  <a:pt x="1855926" y="3184"/>
                  <a:pt x="1870209" y="9207"/>
                </a:cubicBezTo>
                <a:cubicBezTo>
                  <a:pt x="1884492" y="15229"/>
                  <a:pt x="1895476" y="24092"/>
                  <a:pt x="1903163" y="35793"/>
                </a:cubicBezTo>
                <a:cubicBezTo>
                  <a:pt x="1910849" y="47495"/>
                  <a:pt x="1914979" y="60745"/>
                  <a:pt x="1915552" y="75544"/>
                </a:cubicBezTo>
                <a:lnTo>
                  <a:pt x="1883545" y="77954"/>
                </a:lnTo>
                <a:cubicBezTo>
                  <a:pt x="1881824" y="62007"/>
                  <a:pt x="1876002" y="49961"/>
                  <a:pt x="1866079" y="41816"/>
                </a:cubicBezTo>
                <a:cubicBezTo>
                  <a:pt x="1856155" y="33671"/>
                  <a:pt x="1841500" y="29598"/>
                  <a:pt x="1822112" y="29598"/>
                </a:cubicBezTo>
                <a:cubicBezTo>
                  <a:pt x="1801921" y="29598"/>
                  <a:pt x="1787208" y="33298"/>
                  <a:pt x="1777973" y="40698"/>
                </a:cubicBezTo>
                <a:cubicBezTo>
                  <a:pt x="1768737" y="48097"/>
                  <a:pt x="1764120" y="57017"/>
                  <a:pt x="1764120" y="67456"/>
                </a:cubicBezTo>
                <a:cubicBezTo>
                  <a:pt x="1764120" y="76519"/>
                  <a:pt x="1767389" y="83976"/>
                  <a:pt x="1773929" y="89827"/>
                </a:cubicBezTo>
                <a:cubicBezTo>
                  <a:pt x="1780353" y="95678"/>
                  <a:pt x="1797131" y="101672"/>
                  <a:pt x="1824263" y="107810"/>
                </a:cubicBezTo>
                <a:cubicBezTo>
                  <a:pt x="1851394" y="113947"/>
                  <a:pt x="1870008" y="119311"/>
                  <a:pt x="1880103" y="123900"/>
                </a:cubicBezTo>
                <a:cubicBezTo>
                  <a:pt x="1894788" y="130668"/>
                  <a:pt x="1905629" y="139244"/>
                  <a:pt x="1912627" y="149626"/>
                </a:cubicBezTo>
                <a:cubicBezTo>
                  <a:pt x="1919625" y="160008"/>
                  <a:pt x="1923124" y="171968"/>
                  <a:pt x="1923124" y="185505"/>
                </a:cubicBezTo>
                <a:cubicBezTo>
                  <a:pt x="1923124" y="198928"/>
                  <a:pt x="1919281" y="211576"/>
                  <a:pt x="1911595" y="223449"/>
                </a:cubicBezTo>
                <a:cubicBezTo>
                  <a:pt x="1903908" y="235323"/>
                  <a:pt x="1892866" y="244558"/>
                  <a:pt x="1878469" y="251155"/>
                </a:cubicBezTo>
                <a:cubicBezTo>
                  <a:pt x="1864071" y="257751"/>
                  <a:pt x="1847867" y="261049"/>
                  <a:pt x="1829855" y="261049"/>
                </a:cubicBezTo>
                <a:cubicBezTo>
                  <a:pt x="1807026" y="261049"/>
                  <a:pt x="1787896" y="257722"/>
                  <a:pt x="1772466" y="251069"/>
                </a:cubicBezTo>
                <a:cubicBezTo>
                  <a:pt x="1757036" y="244415"/>
                  <a:pt x="1744933" y="234405"/>
                  <a:pt x="1736156" y="221040"/>
                </a:cubicBezTo>
                <a:cubicBezTo>
                  <a:pt x="1727380" y="207675"/>
                  <a:pt x="1722763" y="192560"/>
                  <a:pt x="1722304" y="175696"/>
                </a:cubicBezTo>
                <a:lnTo>
                  <a:pt x="1753795" y="172943"/>
                </a:lnTo>
                <a:cubicBezTo>
                  <a:pt x="1755286" y="185562"/>
                  <a:pt x="1758757" y="195916"/>
                  <a:pt x="1764206" y="204004"/>
                </a:cubicBezTo>
                <a:cubicBezTo>
                  <a:pt x="1769655" y="212092"/>
                  <a:pt x="1778116" y="218631"/>
                  <a:pt x="1789588" y="223621"/>
                </a:cubicBezTo>
                <a:cubicBezTo>
                  <a:pt x="1801060" y="228612"/>
                  <a:pt x="1813967" y="231107"/>
                  <a:pt x="1828307" y="231107"/>
                </a:cubicBezTo>
                <a:cubicBezTo>
                  <a:pt x="1841041" y="231107"/>
                  <a:pt x="1852283" y="229214"/>
                  <a:pt x="1862035" y="225428"/>
                </a:cubicBezTo>
                <a:cubicBezTo>
                  <a:pt x="1871786" y="221642"/>
                  <a:pt x="1879042" y="216451"/>
                  <a:pt x="1883803" y="209855"/>
                </a:cubicBezTo>
                <a:cubicBezTo>
                  <a:pt x="1888564" y="203258"/>
                  <a:pt x="1890945" y="196059"/>
                  <a:pt x="1890945" y="188258"/>
                </a:cubicBezTo>
                <a:cubicBezTo>
                  <a:pt x="1890945" y="180343"/>
                  <a:pt x="1888650" y="173431"/>
                  <a:pt x="1884061" y="167522"/>
                </a:cubicBezTo>
                <a:cubicBezTo>
                  <a:pt x="1879472" y="161614"/>
                  <a:pt x="1871901" y="156653"/>
                  <a:pt x="1861347" y="152637"/>
                </a:cubicBezTo>
                <a:cubicBezTo>
                  <a:pt x="1854578" y="149999"/>
                  <a:pt x="1839607" y="145897"/>
                  <a:pt x="1816433" y="140333"/>
                </a:cubicBezTo>
                <a:cubicBezTo>
                  <a:pt x="1793259" y="134769"/>
                  <a:pt x="1777026" y="129521"/>
                  <a:pt x="1767734" y="124588"/>
                </a:cubicBezTo>
                <a:cubicBezTo>
                  <a:pt x="1755688" y="118278"/>
                  <a:pt x="1746711" y="110448"/>
                  <a:pt x="1740803" y="101099"/>
                </a:cubicBezTo>
                <a:cubicBezTo>
                  <a:pt x="1734895" y="91749"/>
                  <a:pt x="1731940" y="81280"/>
                  <a:pt x="1731940" y="69694"/>
                </a:cubicBezTo>
                <a:cubicBezTo>
                  <a:pt x="1731940" y="56959"/>
                  <a:pt x="1735554" y="45057"/>
                  <a:pt x="1742782" y="33986"/>
                </a:cubicBezTo>
                <a:cubicBezTo>
                  <a:pt x="1750009" y="22916"/>
                  <a:pt x="1760563" y="14512"/>
                  <a:pt x="1774445" y="8776"/>
                </a:cubicBezTo>
                <a:cubicBezTo>
                  <a:pt x="1788326" y="3040"/>
                  <a:pt x="1803756" y="172"/>
                  <a:pt x="1820735" y="172"/>
                </a:cubicBezTo>
                <a:close/>
                <a:moveTo>
                  <a:pt x="119081" y="172"/>
                </a:moveTo>
                <a:cubicBezTo>
                  <a:pt x="144319" y="172"/>
                  <a:pt x="165543" y="6597"/>
                  <a:pt x="182751" y="19445"/>
                </a:cubicBezTo>
                <a:cubicBezTo>
                  <a:pt x="199959" y="32294"/>
                  <a:pt x="211948" y="50363"/>
                  <a:pt x="218716" y="73651"/>
                </a:cubicBezTo>
                <a:lnTo>
                  <a:pt x="185849" y="81395"/>
                </a:lnTo>
                <a:cubicBezTo>
                  <a:pt x="179998" y="63040"/>
                  <a:pt x="171509" y="49675"/>
                  <a:pt x="160380" y="41300"/>
                </a:cubicBezTo>
                <a:cubicBezTo>
                  <a:pt x="149252" y="32925"/>
                  <a:pt x="135257" y="28738"/>
                  <a:pt x="118392" y="28738"/>
                </a:cubicBezTo>
                <a:cubicBezTo>
                  <a:pt x="99004" y="28738"/>
                  <a:pt x="82800" y="33384"/>
                  <a:pt x="69779" y="42677"/>
                </a:cubicBezTo>
                <a:cubicBezTo>
                  <a:pt x="56758" y="51969"/>
                  <a:pt x="47609" y="64445"/>
                  <a:pt x="42332" y="80105"/>
                </a:cubicBezTo>
                <a:cubicBezTo>
                  <a:pt x="37055" y="95764"/>
                  <a:pt x="34416" y="111911"/>
                  <a:pt x="34416" y="128546"/>
                </a:cubicBezTo>
                <a:cubicBezTo>
                  <a:pt x="34416" y="149999"/>
                  <a:pt x="37542" y="168727"/>
                  <a:pt x="43795" y="184731"/>
                </a:cubicBezTo>
                <a:cubicBezTo>
                  <a:pt x="50047" y="200734"/>
                  <a:pt x="59769" y="212694"/>
                  <a:pt x="72963" y="220610"/>
                </a:cubicBezTo>
                <a:cubicBezTo>
                  <a:pt x="86156" y="228526"/>
                  <a:pt x="100438" y="232484"/>
                  <a:pt x="115811" y="232484"/>
                </a:cubicBezTo>
                <a:cubicBezTo>
                  <a:pt x="134511" y="232484"/>
                  <a:pt x="150342" y="227092"/>
                  <a:pt x="163306" y="216308"/>
                </a:cubicBezTo>
                <a:cubicBezTo>
                  <a:pt x="176269" y="205524"/>
                  <a:pt x="185046" y="189520"/>
                  <a:pt x="189634" y="168297"/>
                </a:cubicBezTo>
                <a:lnTo>
                  <a:pt x="223018" y="176729"/>
                </a:lnTo>
                <a:cubicBezTo>
                  <a:pt x="216020" y="204147"/>
                  <a:pt x="203430" y="225055"/>
                  <a:pt x="185246" y="239453"/>
                </a:cubicBezTo>
                <a:cubicBezTo>
                  <a:pt x="167063" y="253850"/>
                  <a:pt x="144836" y="261049"/>
                  <a:pt x="118564" y="261049"/>
                </a:cubicBezTo>
                <a:cubicBezTo>
                  <a:pt x="91375" y="261049"/>
                  <a:pt x="69263" y="255514"/>
                  <a:pt x="52226" y="244443"/>
                </a:cubicBezTo>
                <a:cubicBezTo>
                  <a:pt x="35191" y="233373"/>
                  <a:pt x="22227" y="217340"/>
                  <a:pt x="13336" y="196346"/>
                </a:cubicBezTo>
                <a:cubicBezTo>
                  <a:pt x="4445" y="175352"/>
                  <a:pt x="0" y="152809"/>
                  <a:pt x="0" y="128718"/>
                </a:cubicBezTo>
                <a:cubicBezTo>
                  <a:pt x="0" y="102447"/>
                  <a:pt x="5019" y="79531"/>
                  <a:pt x="15057" y="59971"/>
                </a:cubicBezTo>
                <a:cubicBezTo>
                  <a:pt x="25095" y="40411"/>
                  <a:pt x="39378" y="25554"/>
                  <a:pt x="57905" y="15402"/>
                </a:cubicBezTo>
                <a:cubicBezTo>
                  <a:pt x="76433" y="5249"/>
                  <a:pt x="96825" y="172"/>
                  <a:pt x="119081" y="172"/>
                </a:cubicBezTo>
                <a:close/>
                <a:moveTo>
                  <a:pt x="377460" y="0"/>
                </a:moveTo>
                <a:cubicBezTo>
                  <a:pt x="400749" y="0"/>
                  <a:pt x="421743" y="5564"/>
                  <a:pt x="440442" y="16692"/>
                </a:cubicBezTo>
                <a:cubicBezTo>
                  <a:pt x="459142" y="27820"/>
                  <a:pt x="473396" y="43336"/>
                  <a:pt x="483205" y="63240"/>
                </a:cubicBezTo>
                <a:cubicBezTo>
                  <a:pt x="493014" y="83145"/>
                  <a:pt x="497918" y="105716"/>
                  <a:pt x="497918" y="130955"/>
                </a:cubicBezTo>
                <a:cubicBezTo>
                  <a:pt x="497918" y="156538"/>
                  <a:pt x="492756" y="179425"/>
                  <a:pt x="482431" y="199616"/>
                </a:cubicBezTo>
                <a:cubicBezTo>
                  <a:pt x="472106" y="219807"/>
                  <a:pt x="457479" y="235094"/>
                  <a:pt x="438549" y="245476"/>
                </a:cubicBezTo>
                <a:cubicBezTo>
                  <a:pt x="419620" y="255858"/>
                  <a:pt x="399200" y="261049"/>
                  <a:pt x="377288" y="261049"/>
                </a:cubicBezTo>
                <a:cubicBezTo>
                  <a:pt x="353541" y="261049"/>
                  <a:pt x="332317" y="255313"/>
                  <a:pt x="313618" y="243841"/>
                </a:cubicBezTo>
                <a:cubicBezTo>
                  <a:pt x="294918" y="232369"/>
                  <a:pt x="280750" y="216709"/>
                  <a:pt x="271113" y="196863"/>
                </a:cubicBezTo>
                <a:cubicBezTo>
                  <a:pt x="261477" y="177016"/>
                  <a:pt x="256658" y="156022"/>
                  <a:pt x="256658" y="133880"/>
                </a:cubicBezTo>
                <a:cubicBezTo>
                  <a:pt x="256658" y="92007"/>
                  <a:pt x="267901" y="59225"/>
                  <a:pt x="290387" y="35535"/>
                </a:cubicBezTo>
                <a:cubicBezTo>
                  <a:pt x="312872" y="11845"/>
                  <a:pt x="341896" y="0"/>
                  <a:pt x="377460" y="0"/>
                </a:cubicBezTo>
                <a:close/>
              </a:path>
            </a:pathLst>
          </a:custGeom>
          <a:gradFill>
            <a:gsLst>
              <a:gs pos="0">
                <a:schemeClr val="accent2">
                  <a:lumMod val="70000"/>
                  <a:lumOff val="30000"/>
                </a:schemeClr>
              </a:gs>
              <a:gs pos="35000">
                <a:schemeClr val="accent2"/>
              </a:gs>
              <a:gs pos="100000">
                <a:schemeClr val="accent1"/>
              </a:gs>
            </a:gsLst>
            <a:lin ang="3000000" scaled="0"/>
          </a:gradFill>
          <a:ln>
            <a:noFill/>
          </a:ln>
          <a:effectLst/>
        </p:spPr>
        <p:txBody>
          <a:bodyPr rot="0" spcFirstLastPara="0" vertOverflow="overflow" horzOverflow="overflow" vert="horz" wrap="square" lIns="68580" tIns="34290" rIns="68580" bIns="34290" numCol="1" spcCol="0" rtlCol="0" fromWordArt="0" anchor="t" anchorCtr="0" forceAA="0" compatLnSpc="1">
            <a:noAutofit/>
          </a:bodyPr>
          <a:lstStyle>
            <a:lvl1pPr indent="0" algn="ctr">
              <a:lnSpc>
                <a:spcPct val="130000"/>
              </a:lnSpc>
              <a:spcBef>
                <a:spcPts val="1000"/>
              </a:spcBef>
              <a:buFont typeface="Arial" panose="020B0604020202020204" pitchFamily="34" charset="0"/>
              <a:buNone/>
              <a:defRPr sz="2800" b="0">
                <a:gradFill>
                  <a:gsLst>
                    <a:gs pos="0">
                      <a:schemeClr val="accent2">
                        <a:lumMod val="70000"/>
                        <a:lumOff val="30000"/>
                      </a:schemeClr>
                    </a:gs>
                    <a:gs pos="35000">
                      <a:schemeClr val="accent2"/>
                    </a:gs>
                    <a:gs pos="100000">
                      <a:schemeClr val="accent1"/>
                    </a:gs>
                  </a:gsLst>
                  <a:lin ang="3000000" scaled="0"/>
                </a:gradFill>
              </a:defRPr>
            </a:lvl1pPr>
            <a:lvl2pPr indent="0">
              <a:lnSpc>
                <a:spcPct val="130000"/>
              </a:lnSpc>
              <a:spcBef>
                <a:spcPts val="0"/>
              </a:spcBef>
              <a:buFont typeface="Arial" panose="020B0604020202020204" pitchFamily="34" charset="0"/>
              <a:buNone/>
              <a:defRPr sz="2000" b="1">
                <a:solidFill>
                  <a:schemeClr val="tx1">
                    <a:lumMod val="65000"/>
                    <a:lumOff val="35000"/>
                  </a:schemeClr>
                </a:solidFill>
              </a:defRPr>
            </a:lvl2pPr>
            <a:lvl3pPr indent="0">
              <a:lnSpc>
                <a:spcPct val="130000"/>
              </a:lnSpc>
              <a:spcBef>
                <a:spcPts val="0"/>
              </a:spcBef>
              <a:buFont typeface="Arial" panose="020B0604020202020204" pitchFamily="34" charset="0"/>
              <a:buNone/>
              <a:defRPr b="1">
                <a:solidFill>
                  <a:schemeClr val="tx1">
                    <a:lumMod val="65000"/>
                    <a:lumOff val="35000"/>
                  </a:schemeClr>
                </a:solidFill>
              </a:defRPr>
            </a:lvl3pPr>
            <a:lvl4pPr indent="0">
              <a:lnSpc>
                <a:spcPct val="130000"/>
              </a:lnSpc>
              <a:spcBef>
                <a:spcPts val="0"/>
              </a:spcBef>
              <a:buFont typeface="Arial" panose="020B0604020202020204" pitchFamily="34" charset="0"/>
              <a:buNone/>
              <a:defRPr sz="1600" b="1">
                <a:solidFill>
                  <a:schemeClr val="tx1">
                    <a:lumMod val="65000"/>
                    <a:lumOff val="35000"/>
                  </a:schemeClr>
                </a:solidFill>
              </a:defRPr>
            </a:lvl4pPr>
            <a:lvl5pPr indent="0">
              <a:lnSpc>
                <a:spcPct val="130000"/>
              </a:lnSpc>
              <a:spcBef>
                <a:spcPts val="0"/>
              </a:spcBef>
              <a:buFont typeface="Arial" panose="020B0604020202020204" pitchFamily="34" charset="0"/>
              <a:buNone/>
              <a:defRPr sz="1600" b="1">
                <a:solidFill>
                  <a:schemeClr val="tx1">
                    <a:lumMod val="65000"/>
                    <a:lumOff val="35000"/>
                  </a:schemeClr>
                </a:solidFill>
              </a:defRPr>
            </a:lvl5pPr>
            <a:lvl6pPr indent="0">
              <a:lnSpc>
                <a:spcPct val="90000"/>
              </a:lnSpc>
              <a:spcBef>
                <a:spcPts val="500"/>
              </a:spcBef>
              <a:buFont typeface="Arial" panose="020B0604020202020204" pitchFamily="34" charset="0"/>
              <a:buNone/>
              <a:defRPr sz="1600" b="1"/>
            </a:lvl6pPr>
            <a:lvl7pPr indent="0">
              <a:lnSpc>
                <a:spcPct val="90000"/>
              </a:lnSpc>
              <a:spcBef>
                <a:spcPts val="500"/>
              </a:spcBef>
              <a:buFont typeface="Arial" panose="020B0604020202020204" pitchFamily="34" charset="0"/>
              <a:buNone/>
              <a:defRPr sz="1600" b="1"/>
            </a:lvl7pPr>
            <a:lvl8pPr indent="0">
              <a:lnSpc>
                <a:spcPct val="90000"/>
              </a:lnSpc>
              <a:spcBef>
                <a:spcPts val="500"/>
              </a:spcBef>
              <a:buFont typeface="Arial" panose="020B0604020202020204" pitchFamily="34" charset="0"/>
              <a:buNone/>
              <a:defRPr sz="1600" b="1"/>
            </a:lvl8pPr>
            <a:lvl9pPr indent="0">
              <a:lnSpc>
                <a:spcPct val="90000"/>
              </a:lnSpc>
              <a:spcBef>
                <a:spcPts val="500"/>
              </a:spcBef>
              <a:buFont typeface="Arial" panose="020B0604020202020204" pitchFamily="34" charset="0"/>
              <a:buNone/>
              <a:defRPr sz="1600" b="1"/>
            </a:lvl9pPr>
          </a:lstStyle>
          <a:p>
            <a:endParaRPr lang="zh-CN" altLang="en-US" sz="210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11" name="等腰三角形 15"/>
          <p:cNvSpPr/>
          <p:nvPr>
            <p:custDataLst>
              <p:tags r:id="rId2"/>
            </p:custDataLst>
          </p:nvPr>
        </p:nvSpPr>
        <p:spPr>
          <a:xfrm rot="13818227">
            <a:off x="8133012" y="3946656"/>
            <a:ext cx="278444" cy="2335043"/>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200"/>
          </a:p>
        </p:txBody>
      </p:sp>
      <p:pic>
        <p:nvPicPr>
          <p:cNvPr id="12" name="图片 11"/>
          <p:cNvPicPr>
            <a:picLocks noChangeAspect="1"/>
          </p:cNvPicPr>
          <p:nvPr>
            <p:custDataLst>
              <p:tags r:id="rId3"/>
            </p:custDataLst>
          </p:nvPr>
        </p:nvPicPr>
        <p:blipFill>
          <a:blip r:embed="rId4">
            <a:extLst>
              <a:ext uri="{28A0092B-C50C-407E-A947-70E740481C1C}">
                <a14:useLocalDpi xmlns:a14="http://schemas.microsoft.com/office/drawing/2010/main" val="0"/>
              </a:ext>
            </a:extLst>
          </a:blip>
          <a:srcRect l="79693" t="52925"/>
          <a:stretch>
            <a:fillRect/>
          </a:stretch>
        </p:blipFill>
        <p:spPr>
          <a:xfrm>
            <a:off x="7488751" y="3981423"/>
            <a:ext cx="1654565" cy="2876577"/>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13" name="等腰三角形 15"/>
          <p:cNvSpPr/>
          <p:nvPr>
            <p:custDataLst>
              <p:tags r:id="rId5"/>
            </p:custDataLst>
          </p:nvPr>
        </p:nvSpPr>
        <p:spPr>
          <a:xfrm rot="3018227">
            <a:off x="732847" y="580746"/>
            <a:ext cx="278444" cy="2335043"/>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200"/>
          </a:p>
        </p:txBody>
      </p:sp>
      <p:pic>
        <p:nvPicPr>
          <p:cNvPr id="14" name="图片 13"/>
          <p:cNvPicPr>
            <a:picLocks noChangeAspect="1"/>
          </p:cNvPicPr>
          <p:nvPr>
            <p:custDataLst>
              <p:tags r:id="rId6"/>
            </p:custDataLst>
          </p:nvPr>
        </p:nvPicPr>
        <p:blipFill>
          <a:blip r:embed="rId4">
            <a:extLst>
              <a:ext uri="{28A0092B-C50C-407E-A947-70E740481C1C}">
                <a14:useLocalDpi xmlns:a14="http://schemas.microsoft.com/office/drawing/2010/main" val="0"/>
              </a:ext>
            </a:extLst>
          </a:blip>
          <a:srcRect l="79693" t="52925"/>
          <a:stretch>
            <a:fillRect/>
          </a:stretch>
        </p:blipFill>
        <p:spPr>
          <a:xfrm rot="10800000">
            <a:off x="988" y="4445"/>
            <a:ext cx="1654565" cy="2876577"/>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title"/>
            <p:custDataLst>
              <p:tags r:id="rId7"/>
            </p:custDataLst>
          </p:nvPr>
        </p:nvSpPr>
        <p:spPr>
          <a:xfrm>
            <a:off x="1144905" y="3274695"/>
            <a:ext cx="6858000" cy="2646680"/>
          </a:xfrm>
        </p:spPr>
        <p:txBody>
          <a:bodyPr wrap="square" anchor="t" anchorCtr="0">
            <a:normAutofit/>
          </a:bodyPr>
          <a:lstStyle>
            <a:lvl1pPr algn="ctr">
              <a:defRPr sz="4500">
                <a:gradFill>
                  <a:gsLst>
                    <a:gs pos="0">
                      <a:schemeClr val="accent2">
                        <a:lumMod val="70000"/>
                        <a:lumOff val="30000"/>
                      </a:schemeClr>
                    </a:gs>
                    <a:gs pos="35000">
                      <a:schemeClr val="accent2"/>
                    </a:gs>
                    <a:gs pos="100000">
                      <a:schemeClr val="accent1"/>
                    </a:gs>
                  </a:gsLst>
                  <a:lin ang="3000000" scaled="0"/>
                </a:gradFill>
              </a:defRPr>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a:lstStyle/>
          <a:p>
            <a:endParaRPr lang="zh-CN" altLang="en-US"/>
          </a:p>
        </p:txBody>
      </p:sp>
      <p:sp>
        <p:nvSpPr>
          <p:cNvPr id="6" name="灯片编号占位符 5"/>
          <p:cNvSpPr>
            <a:spLocks noGrp="1"/>
          </p:cNvSpPr>
          <p:nvPr>
            <p:ph type="sldNum" sz="quarter" idx="12"/>
            <p:custDataLst>
              <p:tags r:id="rId10"/>
            </p:custDataLst>
          </p:nvPr>
        </p:nvSpPr>
        <p:spPr/>
        <p:txBody>
          <a:bodyPr wrap="square">
            <a:normAutofit/>
          </a:bodyPr>
          <a:lstStyle/>
          <a:p>
            <a:fld id="{BE5F26B5-172A-4DC2-B0B7-181CFC56B87C}" type="slidenum">
              <a:rPr lang="zh-CN" altLang="en-US" smtClean="0"/>
            </a:fld>
            <a:endParaRPr lang="zh-CN" altLang="en-US"/>
          </a:p>
        </p:txBody>
      </p:sp>
      <p:sp>
        <p:nvSpPr>
          <p:cNvPr id="8" name="文本占位符 7"/>
          <p:cNvSpPr>
            <a:spLocks noGrp="1"/>
          </p:cNvSpPr>
          <p:nvPr>
            <p:ph type="body" sz="quarter" idx="13" hasCustomPrompt="1"/>
            <p:custDataLst>
              <p:tags r:id="rId11"/>
            </p:custDataLst>
          </p:nvPr>
        </p:nvSpPr>
        <p:spPr>
          <a:xfrm>
            <a:off x="1143000" y="307340"/>
            <a:ext cx="6858000" cy="2759710"/>
          </a:xfrm>
        </p:spPr>
        <p:txBody>
          <a:bodyPr wrap="square" anchor="b" anchorCtr="0">
            <a:normAutofit/>
          </a:bodyPr>
          <a:lstStyle>
            <a:lvl1pPr marL="0" indent="0" algn="ctr">
              <a:buNone/>
              <a:defRPr sz="3750">
                <a:gradFill>
                  <a:gsLst>
                    <a:gs pos="0">
                      <a:schemeClr val="accent2">
                        <a:lumMod val="70000"/>
                        <a:lumOff val="30000"/>
                      </a:schemeClr>
                    </a:gs>
                    <a:gs pos="35000">
                      <a:schemeClr val="accent2"/>
                    </a:gs>
                    <a:gs pos="100000">
                      <a:schemeClr val="accent1"/>
                    </a:gs>
                  </a:gsLst>
                  <a:lin ang="3000000" scaled="0"/>
                </a:gradFill>
              </a:defRPr>
            </a:lvl1pPr>
          </a:lstStyle>
          <a:p>
            <a:pPr lvl="0"/>
            <a:r>
              <a:rPr lang="zh-CN" altLang="en-US" dirty="0"/>
              <a:t>节编号</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521970" y="1301750"/>
            <a:ext cx="3992880" cy="4875850"/>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custDataLst>
              <p:tags r:id="rId4"/>
            </p:custDataLst>
          </p:nvPr>
        </p:nvSpPr>
        <p:spPr>
          <a:xfrm>
            <a:off x="4629150" y="1301750"/>
            <a:ext cx="3992880" cy="4875850"/>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28650" y="360045"/>
            <a:ext cx="7888129" cy="864235"/>
          </a:xfrm>
        </p:spPr>
        <p:txBody>
          <a:bodyPr vert="horz" wrap="square"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521970" y="1301750"/>
            <a:ext cx="3992880" cy="411303"/>
          </a:xfrm>
        </p:spPr>
        <p:txBody>
          <a:bodyPr wrap="square"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4"/>
            </p:custDataLst>
          </p:nvPr>
        </p:nvSpPr>
        <p:spPr>
          <a:xfrm>
            <a:off x="521970" y="1875099"/>
            <a:ext cx="3992880" cy="4300276"/>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4629150" y="1301750"/>
            <a:ext cx="3992880" cy="411303"/>
          </a:xfrm>
        </p:spPr>
        <p:txBody>
          <a:bodyPr wrap="square"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6"/>
            </p:custDataLst>
          </p:nvPr>
        </p:nvSpPr>
        <p:spPr>
          <a:xfrm>
            <a:off x="4629150" y="1875099"/>
            <a:ext cx="3992880" cy="4300276"/>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521970" y="360045"/>
            <a:ext cx="8101489" cy="5817870"/>
          </a:xfrm>
        </p:spPr>
        <p:txBody>
          <a:bodyPr wrap="square">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29126" y="360045"/>
            <a:ext cx="7887653" cy="864235"/>
          </a:xfrm>
        </p:spPr>
        <p:txBody>
          <a:bodyPr wrap="square">
            <a:normAutofit/>
          </a:body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3"/>
            </p:custDataLst>
          </p:nvPr>
        </p:nvSpPr>
        <p:spPr>
          <a:xfrm>
            <a:off x="521970" y="1301750"/>
            <a:ext cx="8099316" cy="405553"/>
          </a:xfrm>
        </p:spPr>
        <p:txBody>
          <a:bodyPr wrap="square" anchor="t">
            <a:norm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r>
              <a:rPr lang="zh-CN" altLang="en-US" dirty="0"/>
              <a:t>单击此处编辑母版副标题样式</a:t>
            </a:r>
            <a:endParaRPr lang="zh-CN" altLang="en-US" dirty="0"/>
          </a:p>
        </p:txBody>
      </p:sp>
      <p:sp>
        <p:nvSpPr>
          <p:cNvPr id="7" name="日期占位符 6"/>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5"/>
            </p:custDataLst>
          </p:nvPr>
        </p:nvSpPr>
        <p:spPr/>
        <p:txBody>
          <a:bodyPr/>
          <a:lstStyle/>
          <a:p>
            <a:endParaRPr lang="zh-CN" altLang="en-US"/>
          </a:p>
        </p:txBody>
      </p:sp>
      <p:sp>
        <p:nvSpPr>
          <p:cNvPr id="9" name="灯片编号占位符 8"/>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2" name="等腰三角形 15"/>
          <p:cNvSpPr/>
          <p:nvPr>
            <p:custDataLst>
              <p:tags r:id="rId2"/>
            </p:custDataLst>
          </p:nvPr>
        </p:nvSpPr>
        <p:spPr>
          <a:xfrm rot="13818227">
            <a:off x="8009493" y="3597564"/>
            <a:ext cx="312439" cy="2620125"/>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sz="1200"/>
          </a:p>
        </p:txBody>
      </p:sp>
      <p:pic>
        <p:nvPicPr>
          <p:cNvPr id="13" name="图片 12"/>
          <p:cNvPicPr>
            <a:picLocks noChangeAspect="1"/>
          </p:cNvPicPr>
          <p:nvPr>
            <p:custDataLst>
              <p:tags r:id="rId3"/>
            </p:custDataLst>
          </p:nvPr>
        </p:nvPicPr>
        <p:blipFill>
          <a:blip r:embed="rId4">
            <a:extLst>
              <a:ext uri="{28A0092B-C50C-407E-A947-70E740481C1C}">
                <a14:useLocalDpi xmlns:a14="http://schemas.microsoft.com/office/drawing/2010/main" val="0"/>
              </a:ext>
            </a:extLst>
          </a:blip>
          <a:srcRect l="79693" t="52925"/>
          <a:stretch>
            <a:fillRect/>
          </a:stretch>
        </p:blipFill>
        <p:spPr>
          <a:xfrm>
            <a:off x="7286575" y="3636576"/>
            <a:ext cx="1856568" cy="3227774"/>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ctrTitle"/>
            <p:custDataLst>
              <p:tags r:id="rId5"/>
            </p:custDataLst>
          </p:nvPr>
        </p:nvSpPr>
        <p:spPr>
          <a:xfrm>
            <a:off x="629126" y="212725"/>
            <a:ext cx="7886224" cy="2973070"/>
          </a:xfrm>
          <a:noFill/>
        </p:spPr>
        <p:txBody>
          <a:bodyPr vert="horz" wrap="square" lIns="0" tIns="0" rIns="0" bIns="0" rtlCol="0" anchor="b" anchorCtr="0">
            <a:normAutofit/>
          </a:bodyPr>
          <a:lstStyle>
            <a:lvl1pPr marL="0" marR="0" lvl="0" algn="l" defTabSz="1218565" rtl="0" eaLnBrk="1" fontAlgn="auto" latinLnBrk="0" hangingPunct="1">
              <a:lnSpc>
                <a:spcPct val="100000"/>
              </a:lnSpc>
              <a:buClrTx/>
              <a:buSzTx/>
              <a:buFontTx/>
              <a:buNone/>
              <a:defRPr kumimoji="0" lang="zh-CN" altLang="en-US" sz="4500" b="1" i="0" u="none" strike="noStrike" kern="1200" cap="none" spc="0" normalizeH="0" baseline="0" noProof="1" dirty="0">
                <a:gradFill flip="none" rotWithShape="1">
                  <a:gsLst>
                    <a:gs pos="0">
                      <a:schemeClr val="accent2">
                        <a:lumMod val="60000"/>
                        <a:lumOff val="40000"/>
                      </a:schemeClr>
                    </a:gs>
                    <a:gs pos="35000">
                      <a:schemeClr val="accent2"/>
                    </a:gs>
                    <a:gs pos="100000">
                      <a:schemeClr val="accent1"/>
                    </a:gs>
                  </a:gsLst>
                  <a:lin ang="3000000" scaled="0"/>
                  <a:tileRect/>
                </a:gradFill>
                <a:latin typeface="+mj-ea"/>
                <a:ea typeface="+mj-ea"/>
                <a:cs typeface="+mn-ea"/>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a:xfrm>
            <a:off x="6457950" y="6356350"/>
            <a:ext cx="2057400" cy="365125"/>
          </a:xfrm>
        </p:spPr>
        <p:txBody>
          <a:bodyPr wrap="square">
            <a:normAutofit/>
          </a:bodyPr>
          <a:lstStyle/>
          <a:p>
            <a:fld id="{BE5F26B5-172A-4DC2-B0B7-181CFC56B87C}" type="slidenum">
              <a:rPr lang="zh-CN" altLang="en-US" smtClean="0"/>
            </a:fld>
            <a:endParaRPr lang="zh-CN" altLang="en-US"/>
          </a:p>
        </p:txBody>
      </p:sp>
      <p:sp>
        <p:nvSpPr>
          <p:cNvPr id="10" name="文本占位符 9"/>
          <p:cNvSpPr>
            <a:spLocks noGrp="1"/>
          </p:cNvSpPr>
          <p:nvPr>
            <p:ph type="body" sz="quarter" idx="13" hasCustomPrompt="1"/>
            <p:custDataLst>
              <p:tags r:id="rId9"/>
            </p:custDataLst>
          </p:nvPr>
        </p:nvSpPr>
        <p:spPr>
          <a:xfrm>
            <a:off x="669131" y="5288280"/>
            <a:ext cx="5486400" cy="894715"/>
          </a:xfrm>
        </p:spPr>
        <p:txBody>
          <a:bodyPr vert="horz" wrap="square" lIns="0" tIns="0" rIns="0" bIns="0" rtlCol="0" anchor="b" anchorCtr="0">
            <a:normAutofit/>
          </a:bodyPr>
          <a:lstStyle>
            <a:lvl1pPr marL="0" marR="0" lvl="0" indent="0" algn="l" defTabSz="914400" rtl="0" eaLnBrk="1" fontAlgn="auto" latinLnBrk="0" hangingPunct="1">
              <a:lnSpc>
                <a:spcPct val="100000"/>
              </a:lnSpc>
              <a:spcBef>
                <a:spcPts val="750"/>
              </a:spcBef>
              <a:buClrTx/>
              <a:buSzTx/>
              <a:buFont typeface="Arial" panose="020B0604020202020204" pitchFamily="34" charset="0"/>
              <a:buNone/>
              <a:defRPr kumimoji="0" lang="zh-CN" altLang="en-US" sz="1350" b="1" i="0" u="none" strike="noStrike" kern="1200" cap="none" spc="0" normalizeH="0" baseline="0" noProof="1" dirty="0">
                <a:gradFill>
                  <a:gsLst>
                    <a:gs pos="0">
                      <a:schemeClr val="accent2">
                        <a:lumMod val="70000"/>
                        <a:lumOff val="30000"/>
                      </a:schemeClr>
                    </a:gs>
                    <a:gs pos="35000">
                      <a:schemeClr val="accent2"/>
                    </a:gs>
                    <a:gs pos="100000">
                      <a:schemeClr val="accent1"/>
                    </a:gs>
                  </a:gsLst>
                  <a:lin ang="3000000" scaled="0"/>
                </a:gradFill>
                <a:latin typeface="+mn-lt"/>
                <a:ea typeface="+mn-ea"/>
                <a:cs typeface="+mn-cs"/>
                <a:sym typeface="+mn-ea"/>
              </a:defRPr>
            </a:lvl1pPr>
          </a:lstStyle>
          <a:p>
            <a:pPr lvl="0"/>
            <a:r>
              <a:rPr>
                <a:sym typeface="+mn-ea"/>
              </a:rPr>
              <a:t>公司名占位符</a:t>
            </a:r>
            <a:endParaRPr>
              <a:sym typeface="+mn-ea"/>
            </a:endParaRPr>
          </a:p>
        </p:txBody>
      </p:sp>
      <p:sp>
        <p:nvSpPr>
          <p:cNvPr id="24" name="文本占位符 23"/>
          <p:cNvSpPr>
            <a:spLocks noGrp="1"/>
          </p:cNvSpPr>
          <p:nvPr>
            <p:ph type="body" sz="quarter" idx="17" hasCustomPrompt="1"/>
            <p:custDataLst>
              <p:tags r:id="rId10"/>
            </p:custDataLst>
          </p:nvPr>
        </p:nvSpPr>
        <p:spPr>
          <a:xfrm>
            <a:off x="1082993" y="3674110"/>
            <a:ext cx="7432834" cy="1203960"/>
          </a:xfrm>
        </p:spPr>
        <p:txBody>
          <a:bodyPr vert="horz" wrap="square" lIns="0" tIns="0" rIns="0" bIns="0" rtlCol="0" anchor="t" anchorCtr="0">
            <a:normAutofit/>
          </a:bodyPr>
          <a:lstStyle>
            <a:lvl1pPr marL="0" marR="0" lvl="0" indent="0" algn="l" defTabSz="914400" rtl="0" eaLnBrk="1" fontAlgn="auto" latinLnBrk="0" hangingPunct="1">
              <a:lnSpc>
                <a:spcPct val="100000"/>
              </a:lnSpc>
              <a:spcBef>
                <a:spcPts val="750"/>
              </a:spcBef>
              <a:buClrTx/>
              <a:buSzTx/>
              <a:buFont typeface="Arial" panose="020B0604020202020204" pitchFamily="34" charset="0"/>
              <a:buNone/>
              <a:defRPr kumimoji="0" lang="zh-CN" altLang="en-US" sz="1500" b="1" i="0" u="none" strike="noStrike" kern="1200" cap="none" spc="0" normalizeH="0" baseline="0" noProof="1" dirty="0">
                <a:gradFill>
                  <a:gsLst>
                    <a:gs pos="0">
                      <a:schemeClr val="accent2">
                        <a:lumMod val="60000"/>
                        <a:lumOff val="40000"/>
                      </a:schemeClr>
                    </a:gs>
                    <a:gs pos="35000">
                      <a:schemeClr val="accent2"/>
                    </a:gs>
                    <a:gs pos="100000">
                      <a:schemeClr val="accent1"/>
                    </a:gs>
                  </a:gsLst>
                  <a:lin ang="3000000" scaled="0"/>
                </a:gradFill>
                <a:latin typeface="+mn-lt"/>
                <a:ea typeface="+mn-ea"/>
                <a:cs typeface="+mn-cs"/>
                <a:sym typeface="+mn-ea"/>
              </a:defRPr>
            </a:lvl1pPr>
          </a:lstStyle>
          <a:p>
            <a:pPr lvl="0"/>
            <a:r>
              <a:rPr>
                <a:sym typeface="+mn-ea"/>
              </a:rPr>
              <a:t>署名占位符</a:t>
            </a:r>
            <a:endParaRPr>
              <a:sym typeface="+mn-ea"/>
            </a:endParaRPr>
          </a:p>
        </p:txBody>
      </p:sp>
      <p:sp>
        <p:nvSpPr>
          <p:cNvPr id="9" name="iconfont-10342-5064101"/>
          <p:cNvSpPr>
            <a:spLocks noChangeAspect="1"/>
          </p:cNvSpPr>
          <p:nvPr>
            <p:custDataLst>
              <p:tags r:id="rId11"/>
            </p:custDataLst>
          </p:nvPr>
        </p:nvSpPr>
        <p:spPr>
          <a:xfrm>
            <a:off x="629125" y="3603245"/>
            <a:ext cx="324000" cy="432000"/>
          </a:xfrm>
          <a:custGeom>
            <a:avLst/>
            <a:gdLst>
              <a:gd name="T0" fmla="*/ 4360 w 8720"/>
              <a:gd name="T1" fmla="*/ 8720 h 8720"/>
              <a:gd name="T2" fmla="*/ 0 w 8720"/>
              <a:gd name="T3" fmla="*/ 4360 h 8720"/>
              <a:gd name="T4" fmla="*/ 4360 w 8720"/>
              <a:gd name="T5" fmla="*/ 0 h 8720"/>
              <a:gd name="T6" fmla="*/ 8720 w 8720"/>
              <a:gd name="T7" fmla="*/ 4360 h 8720"/>
              <a:gd name="T8" fmla="*/ 4360 w 8720"/>
              <a:gd name="T9" fmla="*/ 8720 h 8720"/>
              <a:gd name="T10" fmla="*/ 6520 w 8720"/>
              <a:gd name="T11" fmla="*/ 5320 h 8720"/>
              <a:gd name="T12" fmla="*/ 6120 w 8720"/>
              <a:gd name="T13" fmla="*/ 5160 h 8720"/>
              <a:gd name="T14" fmla="*/ 5040 w 8720"/>
              <a:gd name="T15" fmla="*/ 4680 h 8720"/>
              <a:gd name="T16" fmla="*/ 5240 w 8720"/>
              <a:gd name="T17" fmla="*/ 4120 h 8720"/>
              <a:gd name="T18" fmla="*/ 5520 w 8720"/>
              <a:gd name="T19" fmla="*/ 2600 h 8720"/>
              <a:gd name="T20" fmla="*/ 4440 w 8720"/>
              <a:gd name="T21" fmla="*/ 1800 h 8720"/>
              <a:gd name="T22" fmla="*/ 3360 w 8720"/>
              <a:gd name="T23" fmla="*/ 2600 h 8720"/>
              <a:gd name="T24" fmla="*/ 3640 w 8720"/>
              <a:gd name="T25" fmla="*/ 4120 h 8720"/>
              <a:gd name="T26" fmla="*/ 3840 w 8720"/>
              <a:gd name="T27" fmla="*/ 4680 h 8720"/>
              <a:gd name="T28" fmla="*/ 2760 w 8720"/>
              <a:gd name="T29" fmla="*/ 5160 h 8720"/>
              <a:gd name="T30" fmla="*/ 2360 w 8720"/>
              <a:gd name="T31" fmla="*/ 5320 h 8720"/>
              <a:gd name="T32" fmla="*/ 2240 w 8720"/>
              <a:gd name="T33" fmla="*/ 6520 h 8720"/>
              <a:gd name="T34" fmla="*/ 6600 w 8720"/>
              <a:gd name="T35" fmla="*/ 6520 h 8720"/>
              <a:gd name="T36" fmla="*/ 6520 w 8720"/>
              <a:gd name="T37" fmla="*/ 5320 h 8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20" h="8720">
                <a:moveTo>
                  <a:pt x="4360" y="8720"/>
                </a:moveTo>
                <a:cubicBezTo>
                  <a:pt x="1960" y="8720"/>
                  <a:pt x="0" y="6760"/>
                  <a:pt x="0" y="4360"/>
                </a:cubicBezTo>
                <a:cubicBezTo>
                  <a:pt x="0" y="1960"/>
                  <a:pt x="1960" y="0"/>
                  <a:pt x="4360" y="0"/>
                </a:cubicBezTo>
                <a:cubicBezTo>
                  <a:pt x="6760" y="0"/>
                  <a:pt x="8720" y="1960"/>
                  <a:pt x="8720" y="4360"/>
                </a:cubicBezTo>
                <a:cubicBezTo>
                  <a:pt x="8720" y="6760"/>
                  <a:pt x="6760" y="8720"/>
                  <a:pt x="4360" y="8720"/>
                </a:cubicBezTo>
                <a:close/>
                <a:moveTo>
                  <a:pt x="6520" y="5320"/>
                </a:moveTo>
                <a:cubicBezTo>
                  <a:pt x="6400" y="5240"/>
                  <a:pt x="6280" y="5200"/>
                  <a:pt x="6120" y="5160"/>
                </a:cubicBezTo>
                <a:cubicBezTo>
                  <a:pt x="5760" y="5080"/>
                  <a:pt x="5320" y="5040"/>
                  <a:pt x="5040" y="4680"/>
                </a:cubicBezTo>
                <a:cubicBezTo>
                  <a:pt x="5040" y="4680"/>
                  <a:pt x="4880" y="4520"/>
                  <a:pt x="5240" y="4120"/>
                </a:cubicBezTo>
                <a:cubicBezTo>
                  <a:pt x="5600" y="3720"/>
                  <a:pt x="5600" y="3080"/>
                  <a:pt x="5520" y="2600"/>
                </a:cubicBezTo>
                <a:cubicBezTo>
                  <a:pt x="5440" y="2120"/>
                  <a:pt x="4960" y="1800"/>
                  <a:pt x="4440" y="1800"/>
                </a:cubicBezTo>
                <a:cubicBezTo>
                  <a:pt x="3920" y="1800"/>
                  <a:pt x="3440" y="2120"/>
                  <a:pt x="3360" y="2600"/>
                </a:cubicBezTo>
                <a:cubicBezTo>
                  <a:pt x="3280" y="3080"/>
                  <a:pt x="3320" y="3720"/>
                  <a:pt x="3640" y="4120"/>
                </a:cubicBezTo>
                <a:cubicBezTo>
                  <a:pt x="4000" y="4520"/>
                  <a:pt x="3840" y="4680"/>
                  <a:pt x="3840" y="4680"/>
                </a:cubicBezTo>
                <a:cubicBezTo>
                  <a:pt x="3560" y="5040"/>
                  <a:pt x="3120" y="5080"/>
                  <a:pt x="2760" y="5160"/>
                </a:cubicBezTo>
                <a:cubicBezTo>
                  <a:pt x="2600" y="5200"/>
                  <a:pt x="2480" y="5240"/>
                  <a:pt x="2360" y="5320"/>
                </a:cubicBezTo>
                <a:cubicBezTo>
                  <a:pt x="2120" y="5440"/>
                  <a:pt x="2240" y="6520"/>
                  <a:pt x="2240" y="6520"/>
                </a:cubicBezTo>
                <a:lnTo>
                  <a:pt x="6600" y="6520"/>
                </a:lnTo>
                <a:cubicBezTo>
                  <a:pt x="6520" y="6520"/>
                  <a:pt x="6600" y="5480"/>
                  <a:pt x="6520" y="532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sz="100">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1" Type="http://schemas.openxmlformats.org/officeDocument/2006/relationships/theme" Target="../theme/theme3.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8" Type="http://schemas.openxmlformats.org/officeDocument/2006/relationships/theme" Target="../theme/theme4.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1026" name="图片 6"/>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23850" y="73025"/>
            <a:ext cx="24685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黑体" panose="02010609060101010101" pitchFamily="49" charset="-122"/>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黑体" panose="02010609060101010101" pitchFamily="49" charset="-122"/>
        </a:defRPr>
      </a:lvl5pPr>
      <a:lvl6pPr marL="457200" algn="ctr" rtl="0" fontAlgn="base">
        <a:spcBef>
          <a:spcPct val="0"/>
        </a:spcBef>
        <a:spcAft>
          <a:spcPct val="0"/>
        </a:spcAft>
        <a:defRPr sz="4400">
          <a:solidFill>
            <a:schemeClr val="tx1"/>
          </a:solidFill>
          <a:latin typeface="Calibri" panose="020F0502020204030204" pitchFamily="34" charset="0"/>
          <a:ea typeface="黑体" panose="02010609060101010101" pitchFamily="49" charset="-122"/>
        </a:defRPr>
      </a:lvl6pPr>
      <a:lvl7pPr marL="914400" algn="ctr" rtl="0" fontAlgn="base">
        <a:spcBef>
          <a:spcPct val="0"/>
        </a:spcBef>
        <a:spcAft>
          <a:spcPct val="0"/>
        </a:spcAft>
        <a:defRPr sz="4400">
          <a:solidFill>
            <a:schemeClr val="tx1"/>
          </a:solidFill>
          <a:latin typeface="Calibri" panose="020F0502020204030204" pitchFamily="34" charset="0"/>
          <a:ea typeface="黑体" panose="02010609060101010101" pitchFamily="49" charset="-122"/>
        </a:defRPr>
      </a:lvl7pPr>
      <a:lvl8pPr marL="1371600" algn="ctr" rtl="0" fontAlgn="base">
        <a:spcBef>
          <a:spcPct val="0"/>
        </a:spcBef>
        <a:spcAft>
          <a:spcPct val="0"/>
        </a:spcAft>
        <a:defRPr sz="4400">
          <a:solidFill>
            <a:schemeClr val="tx1"/>
          </a:solidFill>
          <a:latin typeface="Calibri" panose="020F0502020204030204" pitchFamily="34" charset="0"/>
          <a:ea typeface="黑体" panose="02010609060101010101" pitchFamily="49" charset="-122"/>
        </a:defRPr>
      </a:lvl8pPr>
      <a:lvl9pPr marL="1828800" algn="ctr" rtl="0" fontAlgn="base">
        <a:spcBef>
          <a:spcPct val="0"/>
        </a:spcBef>
        <a:spcAft>
          <a:spcPct val="0"/>
        </a:spcAft>
        <a:defRPr sz="4400">
          <a:solidFill>
            <a:schemeClr val="tx1"/>
          </a:solidFill>
          <a:latin typeface="Calibri" panose="020F050202020403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黑体" panose="02010609060101010101" pitchFamily="49"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黑体" panose="02010609060101010101" pitchFamily="49"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49"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黑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Lst>
  <p:timing>
    <p:tnLst>
      <p:par>
        <p:cTn id="1" dur="indefinite" restart="never" nodeType="tmRoot"/>
      </p:par>
    </p:tnLst>
  </p:timing>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pattFill prst="ltHorz">
          <a:fgClr>
            <a:srgbClr val="DBEEF4"/>
          </a:fgClr>
          <a:bgClr>
            <a:schemeClr val="bg1"/>
          </a:bgClr>
        </a:patt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0" y="42863"/>
            <a:ext cx="9148763"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p:cNvSpPr>
          <p:nvPr>
            <p:ph type="body" idx="1"/>
          </p:nvPr>
        </p:nvSpPr>
        <p:spPr bwMode="auto">
          <a:xfrm>
            <a:off x="0" y="739775"/>
            <a:ext cx="9144000" cy="609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iming>
    <p:tnLst>
      <p:par>
        <p:cTn id="1" dur="indefinite" restart="never" nodeType="tmRoot"/>
      </p:par>
    </p:tnLst>
  </p:timing>
  <p:hf hdr="0" ftr="0" dt="0"/>
  <p:txStyles>
    <p:titleStyle>
      <a:lvl1pPr algn="ctr" rtl="0" fontAlgn="base">
        <a:spcBef>
          <a:spcPct val="0"/>
        </a:spcBef>
        <a:spcAft>
          <a:spcPct val="0"/>
        </a:spcAft>
        <a:defRPr sz="3200" kern="1200">
          <a:solidFill>
            <a:schemeClr val="tx1"/>
          </a:solidFill>
          <a:latin typeface="+mj-lt"/>
          <a:ea typeface="+mj-ea"/>
          <a:cs typeface="+mj-cs"/>
        </a:defRPr>
      </a:lvl1pPr>
      <a:lvl2pPr algn="ctr" rtl="0" fontAlgn="base">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2pPr>
      <a:lvl3pPr algn="ctr" rtl="0" fontAlgn="base">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3pPr>
      <a:lvl4pPr algn="ctr" rtl="0" fontAlgn="base">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4pPr>
      <a:lvl5pPr algn="ctr" rtl="0" fontAlgn="base">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6pPr>
      <a:lvl7pPr marL="914400" algn="ctr" rtl="0" fontAlgn="base">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7pPr>
      <a:lvl8pPr marL="1371600" algn="ctr" rtl="0" fontAlgn="base">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8pPr>
      <a:lvl9pPr marL="1828800" algn="ctr" rtl="0" fontAlgn="base">
        <a:spcBef>
          <a:spcPct val="0"/>
        </a:spcBef>
        <a:spcAft>
          <a:spcPct val="0"/>
        </a:spcAft>
        <a:defRPr sz="3200">
          <a:solidFill>
            <a:schemeClr val="tx1"/>
          </a:solidFill>
          <a:latin typeface="微软雅黑" panose="020B0503020204020204" pitchFamily="34" charset="-122"/>
          <a:ea typeface="微软雅黑" panose="020B0503020204020204" pitchFamily="34" charset="-122"/>
        </a:defRPr>
      </a:lvl9pPr>
    </p:titleStyle>
    <p:bodyStyle>
      <a:lvl1pPr marL="466725" indent="-466725" algn="l" rtl="0" fontAlgn="base">
        <a:lnSpc>
          <a:spcPct val="150000"/>
        </a:lnSpc>
        <a:spcBef>
          <a:spcPct val="0"/>
        </a:spcBef>
        <a:spcAft>
          <a:spcPct val="0"/>
        </a:spcAft>
        <a:buFont typeface="Wingdings" panose="05000000000000000000" pitchFamily="2" charset="2"/>
        <a:buChar char=""/>
        <a:defRPr sz="2400" kern="1200">
          <a:solidFill>
            <a:schemeClr val="tx1"/>
          </a:solidFill>
          <a:latin typeface="+mn-lt"/>
          <a:ea typeface="+mn-ea"/>
          <a:cs typeface="+mn-cs"/>
        </a:defRPr>
      </a:lvl1pPr>
      <a:lvl2pPr marL="935355" indent="-466725" algn="l" rtl="0" fontAlgn="base">
        <a:lnSpc>
          <a:spcPct val="150000"/>
        </a:lnSpc>
        <a:spcBef>
          <a:spcPct val="0"/>
        </a:spcBef>
        <a:spcAft>
          <a:spcPct val="0"/>
        </a:spcAft>
        <a:buSzPct val="60000"/>
        <a:buFont typeface="Wingdings" panose="05000000000000000000" pitchFamily="2" charset="2"/>
        <a:buChar char="l"/>
        <a:defRPr sz="2400" kern="1200">
          <a:solidFill>
            <a:schemeClr val="tx1"/>
          </a:solidFill>
          <a:latin typeface="+mn-lt"/>
          <a:ea typeface="+mn-ea"/>
          <a:cs typeface="+mn-cs"/>
        </a:defRPr>
      </a:lvl2pPr>
      <a:lvl3pPr marL="1403350" indent="-466725" algn="l" rtl="0" fontAlgn="base">
        <a:lnSpc>
          <a:spcPct val="150000"/>
        </a:lnSpc>
        <a:spcBef>
          <a:spcPct val="0"/>
        </a:spcBef>
        <a:spcAft>
          <a:spcPct val="0"/>
        </a:spcAft>
        <a:buSzPct val="60000"/>
        <a:buFont typeface="Wingdings" panose="05000000000000000000" pitchFamily="2" charset="2"/>
        <a:buChar char="£"/>
        <a:defRPr sz="2400" kern="1200">
          <a:solidFill>
            <a:schemeClr val="tx1"/>
          </a:solidFill>
          <a:latin typeface="+mn-lt"/>
          <a:ea typeface="+mn-ea"/>
          <a:cs typeface="+mn-cs"/>
        </a:defRPr>
      </a:lvl3pPr>
      <a:lvl4pPr marL="1871980" indent="-466725" algn="l" rtl="0" fontAlgn="base">
        <a:lnSpc>
          <a:spcPct val="150000"/>
        </a:lnSpc>
        <a:spcBef>
          <a:spcPct val="0"/>
        </a:spcBef>
        <a:spcAft>
          <a:spcPct val="0"/>
        </a:spcAft>
        <a:buFont typeface="Wingdings" panose="05000000000000000000" pitchFamily="2" charset="2"/>
        <a:buChar char="±"/>
        <a:defRPr sz="24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521970" y="360000"/>
            <a:ext cx="8100000" cy="720000"/>
          </a:xfrm>
          <a:prstGeom prst="rect">
            <a:avLst/>
          </a:prstGeom>
        </p:spPr>
        <p:txBody>
          <a:bodyPr vert="horz" wrap="square"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521970" y="1301749"/>
            <a:ext cx="81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521970" y="6356350"/>
            <a:ext cx="2057400" cy="365125"/>
          </a:xfrm>
          <a:prstGeom prst="rect">
            <a:avLst/>
          </a:prstGeom>
        </p:spPr>
        <p:txBody>
          <a:bodyPr vert="horz" wrap="square" lIns="91440" tIns="45720" rIns="91440" bIns="45720" rtlCol="0" anchor="ctr">
            <a:normAutofit/>
          </a:bodyPr>
          <a:lstStyle>
            <a:lvl1pPr algn="l">
              <a:defRPr sz="9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6565487" y="6356350"/>
            <a:ext cx="2057400" cy="365125"/>
          </a:xfrm>
          <a:prstGeom prst="rect">
            <a:avLst/>
          </a:prstGeom>
        </p:spPr>
        <p:txBody>
          <a:bodyPr vert="horz" wrap="square" lIns="91440" tIns="45720" rIns="91440" bIns="45720" rtlCol="0" anchor="ctr">
            <a:normAutofit/>
          </a:bodyPr>
          <a:lstStyle>
            <a:lvl1pPr algn="r">
              <a:defRPr sz="9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p:custDataLst>
              <p:tags r:id="rId17"/>
            </p:custDataLst>
          </p:nvPr>
        </p:nvSpPr>
        <p:spPr>
          <a:xfrm>
            <a:off x="0" y="0"/>
            <a:ext cx="0" cy="0"/>
          </a:xfrm>
          <a:prstGeom prst="rect">
            <a:avLst/>
          </a:prstGeom>
          <a:gradFill>
            <a:gsLst>
              <a:gs pos="0">
                <a:schemeClr val="accent3">
                  <a:lumMod val="80000"/>
                  <a:lumOff val="20000"/>
                </a:schemeClr>
              </a:gs>
              <a:gs pos="50000">
                <a:schemeClr val="accent2"/>
              </a:gs>
              <a:gs pos="100000">
                <a:schemeClr val="accent1"/>
              </a:gs>
            </a:gsLst>
            <a:lin ang="1080000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p>
            <a:pPr algn="ctr"/>
            <a:endParaRPr lang="zh-CN" altLang="en-US" sz="120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defTabSz="685800" rtl="0" eaLnBrk="1" latinLnBrk="0" hangingPunct="1">
        <a:lnSpc>
          <a:spcPct val="100000"/>
        </a:lnSpc>
        <a:spcBef>
          <a:spcPct val="0"/>
        </a:spcBef>
        <a:buNone/>
        <a:defRPr sz="2400" b="1" kern="1200">
          <a:gradFill>
            <a:gsLst>
              <a:gs pos="0">
                <a:schemeClr val="accent2">
                  <a:lumMod val="70000"/>
                  <a:lumOff val="30000"/>
                </a:schemeClr>
              </a:gs>
              <a:gs pos="35000">
                <a:schemeClr val="accent2"/>
              </a:gs>
              <a:gs pos="100000">
                <a:schemeClr val="accent1"/>
              </a:gs>
            </a:gsLst>
            <a:lin ang="3000000" scaled="0"/>
          </a:gradFill>
          <a:latin typeface="+mj-lt"/>
          <a:ea typeface="+mj-ea"/>
          <a:cs typeface="+mj-cs"/>
        </a:defRPr>
      </a:lvl1pPr>
    </p:titleStyle>
    <p:bodyStyle>
      <a:lvl1pPr marL="171450" indent="-171450" algn="l" defTabSz="685800" rtl="0" eaLnBrk="1" latinLnBrk="0" hangingPunct="1">
        <a:lnSpc>
          <a:spcPct val="130000"/>
        </a:lnSpc>
        <a:spcBef>
          <a:spcPts val="750"/>
        </a:spcBef>
        <a:buFont typeface="Arial" panose="020B0604020202020204" pitchFamily="34" charset="0"/>
        <a:buChar char="•"/>
        <a:defRPr sz="1800" kern="1200">
          <a:solidFill>
            <a:schemeClr val="tx1"/>
          </a:solidFill>
          <a:latin typeface="+mn-lt"/>
          <a:ea typeface="+mn-ea"/>
          <a:cs typeface="+mn-cs"/>
        </a:defRPr>
      </a:lvl1pPr>
      <a:lvl2pPr marL="403860" indent="-154940" algn="l" defTabSz="685800" rtl="0" eaLnBrk="1" latinLnBrk="0" hangingPunct="1">
        <a:lnSpc>
          <a:spcPct val="130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2pPr>
      <a:lvl3pPr marL="599440" indent="-121285" algn="l" defTabSz="685800" rtl="0" eaLnBrk="1" latinLnBrk="0" hangingPunct="1">
        <a:lnSpc>
          <a:spcPct val="130000"/>
        </a:lnSpc>
        <a:spcBef>
          <a:spcPts val="0"/>
        </a:spcBef>
        <a:buFont typeface="Arial" panose="020B0604020202020204" pitchFamily="34" charset="0"/>
        <a:buChar char="•"/>
        <a:defRPr sz="1350" kern="1200">
          <a:solidFill>
            <a:schemeClr val="tx1">
              <a:lumMod val="65000"/>
              <a:lumOff val="35000"/>
            </a:schemeClr>
          </a:solidFill>
          <a:latin typeface="+mn-lt"/>
          <a:ea typeface="+mn-ea"/>
          <a:cs typeface="+mn-cs"/>
        </a:defRPr>
      </a:lvl3pPr>
      <a:lvl4pPr marL="772795" indent="-111760" algn="l" defTabSz="6858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lt"/>
          <a:ea typeface="+mn-ea"/>
          <a:cs typeface="+mn-cs"/>
        </a:defRPr>
      </a:lvl4pPr>
      <a:lvl5pPr marL="926465" indent="-95250" algn="l" defTabSz="685800" rtl="0" eaLnBrk="1" latinLnBrk="0" hangingPunct="1">
        <a:lnSpc>
          <a:spcPct val="130000"/>
        </a:lnSpc>
        <a:spcBef>
          <a:spcPts val="0"/>
        </a:spcBef>
        <a:buFont typeface="Arial" panose="020B0604020202020204" pitchFamily="34" charset="0"/>
        <a:buChar char="•"/>
        <a:defRPr sz="1050"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1.xml"/><Relationship Id="rId2" Type="http://schemas.openxmlformats.org/officeDocument/2006/relationships/tags" Target="../tags/tag76.xml"/><Relationship Id="rId1" Type="http://schemas.openxmlformats.org/officeDocument/2006/relationships/tags" Target="../tags/tag75.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2.xml"/><Relationship Id="rId2" Type="http://schemas.openxmlformats.org/officeDocument/2006/relationships/tags" Target="../tags/tag78.xml"/><Relationship Id="rId1" Type="http://schemas.openxmlformats.org/officeDocument/2006/relationships/tags" Target="../tags/tag77.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22.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2.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2.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image" Target="../media/image7.jpeg"/><Relationship Id="rId2" Type="http://schemas.openxmlformats.org/officeDocument/2006/relationships/tags" Target="../tags/tag95.xml"/><Relationship Id="rId1" Type="http://schemas.openxmlformats.org/officeDocument/2006/relationships/tags" Target="../tags/tag94.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8.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4" Type="http://schemas.openxmlformats.org/officeDocument/2006/relationships/slideLayout" Target="../slideLayouts/slideLayout22.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tags" Target="../tags/tag103.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2.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2.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2.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2.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16.xml.rels><?xml version="1.0" encoding="UTF-8" standalone="yes"?>
<Relationships xmlns="http://schemas.openxmlformats.org/package/2006/relationships"><Relationship Id="rId99" Type="http://schemas.openxmlformats.org/officeDocument/2006/relationships/tags" Target="../tags/tag240.xml"/><Relationship Id="rId98" Type="http://schemas.openxmlformats.org/officeDocument/2006/relationships/tags" Target="../tags/tag239.xml"/><Relationship Id="rId97" Type="http://schemas.openxmlformats.org/officeDocument/2006/relationships/tags" Target="../tags/tag238.xml"/><Relationship Id="rId96" Type="http://schemas.openxmlformats.org/officeDocument/2006/relationships/tags" Target="../tags/tag237.xml"/><Relationship Id="rId95" Type="http://schemas.openxmlformats.org/officeDocument/2006/relationships/tags" Target="../tags/tag236.xml"/><Relationship Id="rId94" Type="http://schemas.openxmlformats.org/officeDocument/2006/relationships/tags" Target="../tags/tag235.xml"/><Relationship Id="rId93" Type="http://schemas.openxmlformats.org/officeDocument/2006/relationships/tags" Target="../tags/tag234.xml"/><Relationship Id="rId92" Type="http://schemas.openxmlformats.org/officeDocument/2006/relationships/tags" Target="../tags/tag233.xml"/><Relationship Id="rId91" Type="http://schemas.openxmlformats.org/officeDocument/2006/relationships/tags" Target="../tags/tag232.xml"/><Relationship Id="rId90" Type="http://schemas.openxmlformats.org/officeDocument/2006/relationships/tags" Target="../tags/tag231.xml"/><Relationship Id="rId9" Type="http://schemas.openxmlformats.org/officeDocument/2006/relationships/tags" Target="../tags/tag150.xml"/><Relationship Id="rId89" Type="http://schemas.openxmlformats.org/officeDocument/2006/relationships/tags" Target="../tags/tag230.xml"/><Relationship Id="rId88" Type="http://schemas.openxmlformats.org/officeDocument/2006/relationships/tags" Target="../tags/tag229.xml"/><Relationship Id="rId87" Type="http://schemas.openxmlformats.org/officeDocument/2006/relationships/tags" Target="../tags/tag228.xml"/><Relationship Id="rId86" Type="http://schemas.openxmlformats.org/officeDocument/2006/relationships/tags" Target="../tags/tag227.xml"/><Relationship Id="rId85" Type="http://schemas.openxmlformats.org/officeDocument/2006/relationships/tags" Target="../tags/tag226.xml"/><Relationship Id="rId84" Type="http://schemas.openxmlformats.org/officeDocument/2006/relationships/tags" Target="../tags/tag225.xml"/><Relationship Id="rId83" Type="http://schemas.openxmlformats.org/officeDocument/2006/relationships/tags" Target="../tags/tag224.xml"/><Relationship Id="rId82" Type="http://schemas.openxmlformats.org/officeDocument/2006/relationships/tags" Target="../tags/tag223.xml"/><Relationship Id="rId81" Type="http://schemas.openxmlformats.org/officeDocument/2006/relationships/tags" Target="../tags/tag222.xml"/><Relationship Id="rId80" Type="http://schemas.openxmlformats.org/officeDocument/2006/relationships/tags" Target="../tags/tag221.xml"/><Relationship Id="rId8" Type="http://schemas.openxmlformats.org/officeDocument/2006/relationships/tags" Target="../tags/tag149.xml"/><Relationship Id="rId79" Type="http://schemas.openxmlformats.org/officeDocument/2006/relationships/tags" Target="../tags/tag220.xml"/><Relationship Id="rId78" Type="http://schemas.openxmlformats.org/officeDocument/2006/relationships/tags" Target="../tags/tag219.xml"/><Relationship Id="rId77" Type="http://schemas.openxmlformats.org/officeDocument/2006/relationships/tags" Target="../tags/tag218.xml"/><Relationship Id="rId76" Type="http://schemas.openxmlformats.org/officeDocument/2006/relationships/tags" Target="../tags/tag217.xml"/><Relationship Id="rId75" Type="http://schemas.openxmlformats.org/officeDocument/2006/relationships/tags" Target="../tags/tag216.xml"/><Relationship Id="rId74" Type="http://schemas.openxmlformats.org/officeDocument/2006/relationships/tags" Target="../tags/tag215.xml"/><Relationship Id="rId73" Type="http://schemas.openxmlformats.org/officeDocument/2006/relationships/tags" Target="../tags/tag214.xml"/><Relationship Id="rId72" Type="http://schemas.openxmlformats.org/officeDocument/2006/relationships/tags" Target="../tags/tag213.xml"/><Relationship Id="rId71" Type="http://schemas.openxmlformats.org/officeDocument/2006/relationships/tags" Target="../tags/tag212.xml"/><Relationship Id="rId70" Type="http://schemas.openxmlformats.org/officeDocument/2006/relationships/tags" Target="../tags/tag211.xml"/><Relationship Id="rId7" Type="http://schemas.openxmlformats.org/officeDocument/2006/relationships/tags" Target="../tags/tag148.xml"/><Relationship Id="rId69" Type="http://schemas.openxmlformats.org/officeDocument/2006/relationships/tags" Target="../tags/tag210.xml"/><Relationship Id="rId68" Type="http://schemas.openxmlformats.org/officeDocument/2006/relationships/tags" Target="../tags/tag209.xml"/><Relationship Id="rId67" Type="http://schemas.openxmlformats.org/officeDocument/2006/relationships/tags" Target="../tags/tag208.xml"/><Relationship Id="rId66" Type="http://schemas.openxmlformats.org/officeDocument/2006/relationships/tags" Target="../tags/tag207.xml"/><Relationship Id="rId65" Type="http://schemas.openxmlformats.org/officeDocument/2006/relationships/tags" Target="../tags/tag206.xml"/><Relationship Id="rId64" Type="http://schemas.openxmlformats.org/officeDocument/2006/relationships/tags" Target="../tags/tag205.xml"/><Relationship Id="rId63" Type="http://schemas.openxmlformats.org/officeDocument/2006/relationships/tags" Target="../tags/tag204.xml"/><Relationship Id="rId62" Type="http://schemas.openxmlformats.org/officeDocument/2006/relationships/tags" Target="../tags/tag203.xml"/><Relationship Id="rId61" Type="http://schemas.openxmlformats.org/officeDocument/2006/relationships/tags" Target="../tags/tag202.xml"/><Relationship Id="rId60" Type="http://schemas.openxmlformats.org/officeDocument/2006/relationships/tags" Target="../tags/tag201.xml"/><Relationship Id="rId6" Type="http://schemas.openxmlformats.org/officeDocument/2006/relationships/tags" Target="../tags/tag147.xml"/><Relationship Id="rId59" Type="http://schemas.openxmlformats.org/officeDocument/2006/relationships/tags" Target="../tags/tag200.xml"/><Relationship Id="rId58" Type="http://schemas.openxmlformats.org/officeDocument/2006/relationships/tags" Target="../tags/tag199.xml"/><Relationship Id="rId57" Type="http://schemas.openxmlformats.org/officeDocument/2006/relationships/tags" Target="../tags/tag198.xml"/><Relationship Id="rId56" Type="http://schemas.openxmlformats.org/officeDocument/2006/relationships/tags" Target="../tags/tag197.xml"/><Relationship Id="rId55" Type="http://schemas.openxmlformats.org/officeDocument/2006/relationships/tags" Target="../tags/tag196.xml"/><Relationship Id="rId54" Type="http://schemas.openxmlformats.org/officeDocument/2006/relationships/tags" Target="../tags/tag195.xml"/><Relationship Id="rId53" Type="http://schemas.openxmlformats.org/officeDocument/2006/relationships/tags" Target="../tags/tag194.xml"/><Relationship Id="rId52" Type="http://schemas.openxmlformats.org/officeDocument/2006/relationships/tags" Target="../tags/tag193.xml"/><Relationship Id="rId51" Type="http://schemas.openxmlformats.org/officeDocument/2006/relationships/tags" Target="../tags/tag192.xml"/><Relationship Id="rId50" Type="http://schemas.openxmlformats.org/officeDocument/2006/relationships/tags" Target="../tags/tag191.xml"/><Relationship Id="rId5" Type="http://schemas.openxmlformats.org/officeDocument/2006/relationships/tags" Target="../tags/tag146.xml"/><Relationship Id="rId49" Type="http://schemas.openxmlformats.org/officeDocument/2006/relationships/tags" Target="../tags/tag190.xml"/><Relationship Id="rId48" Type="http://schemas.openxmlformats.org/officeDocument/2006/relationships/tags" Target="../tags/tag189.xml"/><Relationship Id="rId47" Type="http://schemas.openxmlformats.org/officeDocument/2006/relationships/tags" Target="../tags/tag188.xml"/><Relationship Id="rId46" Type="http://schemas.openxmlformats.org/officeDocument/2006/relationships/tags" Target="../tags/tag187.xml"/><Relationship Id="rId45" Type="http://schemas.openxmlformats.org/officeDocument/2006/relationships/tags" Target="../tags/tag186.xml"/><Relationship Id="rId44" Type="http://schemas.openxmlformats.org/officeDocument/2006/relationships/tags" Target="../tags/tag185.xml"/><Relationship Id="rId43" Type="http://schemas.openxmlformats.org/officeDocument/2006/relationships/tags" Target="../tags/tag184.xml"/><Relationship Id="rId42" Type="http://schemas.openxmlformats.org/officeDocument/2006/relationships/tags" Target="../tags/tag183.xml"/><Relationship Id="rId41" Type="http://schemas.openxmlformats.org/officeDocument/2006/relationships/tags" Target="../tags/tag182.xml"/><Relationship Id="rId40" Type="http://schemas.openxmlformats.org/officeDocument/2006/relationships/tags" Target="../tags/tag181.xml"/><Relationship Id="rId4" Type="http://schemas.openxmlformats.org/officeDocument/2006/relationships/tags" Target="../tags/tag145.xml"/><Relationship Id="rId39" Type="http://schemas.openxmlformats.org/officeDocument/2006/relationships/tags" Target="../tags/tag180.xml"/><Relationship Id="rId38" Type="http://schemas.openxmlformats.org/officeDocument/2006/relationships/tags" Target="../tags/tag179.xml"/><Relationship Id="rId37" Type="http://schemas.openxmlformats.org/officeDocument/2006/relationships/tags" Target="../tags/tag178.xml"/><Relationship Id="rId36" Type="http://schemas.openxmlformats.org/officeDocument/2006/relationships/tags" Target="../tags/tag177.xml"/><Relationship Id="rId35" Type="http://schemas.openxmlformats.org/officeDocument/2006/relationships/tags" Target="../tags/tag176.xml"/><Relationship Id="rId34" Type="http://schemas.openxmlformats.org/officeDocument/2006/relationships/tags" Target="../tags/tag175.xml"/><Relationship Id="rId33" Type="http://schemas.openxmlformats.org/officeDocument/2006/relationships/tags" Target="../tags/tag174.xml"/><Relationship Id="rId32" Type="http://schemas.openxmlformats.org/officeDocument/2006/relationships/tags" Target="../tags/tag173.xml"/><Relationship Id="rId31" Type="http://schemas.openxmlformats.org/officeDocument/2006/relationships/tags" Target="../tags/tag172.xml"/><Relationship Id="rId30" Type="http://schemas.openxmlformats.org/officeDocument/2006/relationships/tags" Target="../tags/tag171.xml"/><Relationship Id="rId3" Type="http://schemas.openxmlformats.org/officeDocument/2006/relationships/tags" Target="../tags/tag144.xml"/><Relationship Id="rId29" Type="http://schemas.openxmlformats.org/officeDocument/2006/relationships/tags" Target="../tags/tag170.xml"/><Relationship Id="rId28" Type="http://schemas.openxmlformats.org/officeDocument/2006/relationships/tags" Target="../tags/tag169.xml"/><Relationship Id="rId27" Type="http://schemas.openxmlformats.org/officeDocument/2006/relationships/tags" Target="../tags/tag168.xml"/><Relationship Id="rId26" Type="http://schemas.openxmlformats.org/officeDocument/2006/relationships/tags" Target="../tags/tag167.xml"/><Relationship Id="rId25" Type="http://schemas.openxmlformats.org/officeDocument/2006/relationships/tags" Target="../tags/tag166.xml"/><Relationship Id="rId24" Type="http://schemas.openxmlformats.org/officeDocument/2006/relationships/tags" Target="../tags/tag165.xml"/><Relationship Id="rId23" Type="http://schemas.openxmlformats.org/officeDocument/2006/relationships/tags" Target="../tags/tag164.xml"/><Relationship Id="rId22" Type="http://schemas.openxmlformats.org/officeDocument/2006/relationships/tags" Target="../tags/tag163.xml"/><Relationship Id="rId21" Type="http://schemas.openxmlformats.org/officeDocument/2006/relationships/tags" Target="../tags/tag162.xml"/><Relationship Id="rId20" Type="http://schemas.openxmlformats.org/officeDocument/2006/relationships/tags" Target="../tags/tag161.xml"/><Relationship Id="rId2" Type="http://schemas.openxmlformats.org/officeDocument/2006/relationships/tags" Target="../tags/tag143.xml"/><Relationship Id="rId19" Type="http://schemas.openxmlformats.org/officeDocument/2006/relationships/tags" Target="../tags/tag160.xml"/><Relationship Id="rId18" Type="http://schemas.openxmlformats.org/officeDocument/2006/relationships/tags" Target="../tags/tag159.xml"/><Relationship Id="rId17" Type="http://schemas.openxmlformats.org/officeDocument/2006/relationships/tags" Target="../tags/tag158.xml"/><Relationship Id="rId16" Type="http://schemas.openxmlformats.org/officeDocument/2006/relationships/tags" Target="../tags/tag157.xml"/><Relationship Id="rId15" Type="http://schemas.openxmlformats.org/officeDocument/2006/relationships/tags" Target="../tags/tag156.xml"/><Relationship Id="rId14" Type="http://schemas.openxmlformats.org/officeDocument/2006/relationships/tags" Target="../tags/tag155.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3" Type="http://schemas.openxmlformats.org/officeDocument/2006/relationships/notesSlide" Target="../notesSlides/notesSlide11.xml"/><Relationship Id="rId102" Type="http://schemas.openxmlformats.org/officeDocument/2006/relationships/slideLayout" Target="../slideLayouts/slideLayout22.xml"/><Relationship Id="rId101" Type="http://schemas.openxmlformats.org/officeDocument/2006/relationships/tags" Target="../tags/tag242.xml"/><Relationship Id="rId100" Type="http://schemas.openxmlformats.org/officeDocument/2006/relationships/tags" Target="../tags/tag241.xml"/><Relationship Id="rId10" Type="http://schemas.openxmlformats.org/officeDocument/2006/relationships/tags" Target="../tags/tag151.xml"/><Relationship Id="rId1" Type="http://schemas.openxmlformats.org/officeDocument/2006/relationships/tags" Target="../tags/tag14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249.xml"/><Relationship Id="rId2" Type="http://schemas.openxmlformats.org/officeDocument/2006/relationships/tags" Target="../tags/tag248.xml"/><Relationship Id="rId1" Type="http://schemas.openxmlformats.org/officeDocument/2006/relationships/tags" Target="../tags/tag247.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2.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20.xml.rels><?xml version="1.0" encoding="UTF-8" standalone="yes"?>
<Relationships xmlns="http://schemas.openxmlformats.org/package/2006/relationships"><Relationship Id="rId9" Type="http://schemas.openxmlformats.org/officeDocument/2006/relationships/tags" Target="../tags/tag261.xml"/><Relationship Id="rId8" Type="http://schemas.openxmlformats.org/officeDocument/2006/relationships/tags" Target="../tags/tag260.xml"/><Relationship Id="rId7" Type="http://schemas.openxmlformats.org/officeDocument/2006/relationships/tags" Target="../tags/tag259.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image" Target="../media/image8.png"/><Relationship Id="rId2" Type="http://schemas.openxmlformats.org/officeDocument/2006/relationships/tags" Target="../tags/tag255.xml"/><Relationship Id="rId16" Type="http://schemas.openxmlformats.org/officeDocument/2006/relationships/notesSlide" Target="../notesSlides/notesSlide13.xml"/><Relationship Id="rId15" Type="http://schemas.openxmlformats.org/officeDocument/2006/relationships/slideLayout" Target="../slideLayouts/slideLayout22.xml"/><Relationship Id="rId14" Type="http://schemas.openxmlformats.org/officeDocument/2006/relationships/tags" Target="../tags/tag266.xml"/><Relationship Id="rId13" Type="http://schemas.openxmlformats.org/officeDocument/2006/relationships/tags" Target="../tags/tag265.xml"/><Relationship Id="rId12" Type="http://schemas.openxmlformats.org/officeDocument/2006/relationships/tags" Target="../tags/tag264.xml"/><Relationship Id="rId11" Type="http://schemas.openxmlformats.org/officeDocument/2006/relationships/tags" Target="../tags/tag263.xml"/><Relationship Id="rId10" Type="http://schemas.openxmlformats.org/officeDocument/2006/relationships/tags" Target="../tags/tag262.xml"/><Relationship Id="rId1" Type="http://schemas.openxmlformats.org/officeDocument/2006/relationships/tags" Target="../tags/tag254.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2.xml"/><Relationship Id="rId4" Type="http://schemas.openxmlformats.org/officeDocument/2006/relationships/tags" Target="../tags/tag270.xml"/><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2.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 Type="http://schemas.openxmlformats.org/officeDocument/2006/relationships/tags" Target="../tags/tag275.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2.xml"/><Relationship Id="rId4" Type="http://schemas.openxmlformats.org/officeDocument/2006/relationships/tags" Target="../tags/tag285.xml"/><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2.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2.xml"/><Relationship Id="rId4" Type="http://schemas.openxmlformats.org/officeDocument/2006/relationships/tags" Target="../tags/tag293.xml"/><Relationship Id="rId3" Type="http://schemas.openxmlformats.org/officeDocument/2006/relationships/tags" Target="../tags/tag292.xml"/><Relationship Id="rId2" Type="http://schemas.openxmlformats.org/officeDocument/2006/relationships/tags" Target="../tags/tag291.xml"/><Relationship Id="rId1" Type="http://schemas.openxmlformats.org/officeDocument/2006/relationships/tags" Target="../tags/tag290.xml"/></Relationships>
</file>

<file path=ppt/slides/_rels/slide28.xml.rels><?xml version="1.0" encoding="UTF-8" standalone="yes"?>
<Relationships xmlns="http://schemas.openxmlformats.org/package/2006/relationships"><Relationship Id="rId9" Type="http://schemas.openxmlformats.org/officeDocument/2006/relationships/tags" Target="../tags/tag302.xml"/><Relationship Id="rId8" Type="http://schemas.openxmlformats.org/officeDocument/2006/relationships/tags" Target="../tags/tag301.xml"/><Relationship Id="rId7" Type="http://schemas.openxmlformats.org/officeDocument/2006/relationships/tags" Target="../tags/tag300.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4" Type="http://schemas.openxmlformats.org/officeDocument/2006/relationships/notesSlide" Target="../notesSlides/notesSlide19.xml"/><Relationship Id="rId13" Type="http://schemas.openxmlformats.org/officeDocument/2006/relationships/slideLayout" Target="../slideLayouts/slideLayout22.xml"/><Relationship Id="rId12" Type="http://schemas.openxmlformats.org/officeDocument/2006/relationships/tags" Target="../tags/tag305.xml"/><Relationship Id="rId11" Type="http://schemas.openxmlformats.org/officeDocument/2006/relationships/tags" Target="../tags/tag304.xml"/><Relationship Id="rId10" Type="http://schemas.openxmlformats.org/officeDocument/2006/relationships/tags" Target="../tags/tag303.xml"/><Relationship Id="rId1" Type="http://schemas.openxmlformats.org/officeDocument/2006/relationships/tags" Target="../tags/tag294.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2.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tags" Target="../tags/tag309.xml"/></Relationships>
</file>

<file path=ppt/slides/_rels/slide31.xml.rels><?xml version="1.0" encoding="UTF-8" standalone="yes"?>
<Relationships xmlns="http://schemas.openxmlformats.org/package/2006/relationships"><Relationship Id="rId9" Type="http://schemas.openxmlformats.org/officeDocument/2006/relationships/tags" Target="../tags/tag318.xml"/><Relationship Id="rId8" Type="http://schemas.openxmlformats.org/officeDocument/2006/relationships/tags" Target="../tags/tag317.xml"/><Relationship Id="rId7" Type="http://schemas.openxmlformats.org/officeDocument/2006/relationships/image" Target="../media/image11.png"/><Relationship Id="rId6" Type="http://schemas.openxmlformats.org/officeDocument/2006/relationships/tags" Target="../tags/tag316.xml"/><Relationship Id="rId5" Type="http://schemas.openxmlformats.org/officeDocument/2006/relationships/image" Target="../media/image10.png"/><Relationship Id="rId4" Type="http://schemas.openxmlformats.org/officeDocument/2006/relationships/tags" Target="../tags/tag315.xml"/><Relationship Id="rId3" Type="http://schemas.openxmlformats.org/officeDocument/2006/relationships/image" Target="../media/image9.png"/><Relationship Id="rId2" Type="http://schemas.openxmlformats.org/officeDocument/2006/relationships/tags" Target="../tags/tag314.xml"/><Relationship Id="rId19" Type="http://schemas.openxmlformats.org/officeDocument/2006/relationships/notesSlide" Target="../notesSlides/notesSlide21.xml"/><Relationship Id="rId18" Type="http://schemas.openxmlformats.org/officeDocument/2006/relationships/slideLayout" Target="../slideLayouts/slideLayout22.xml"/><Relationship Id="rId17" Type="http://schemas.openxmlformats.org/officeDocument/2006/relationships/tags" Target="../tags/tag325.xml"/><Relationship Id="rId16" Type="http://schemas.openxmlformats.org/officeDocument/2006/relationships/tags" Target="../tags/tag324.xml"/><Relationship Id="rId15" Type="http://schemas.openxmlformats.org/officeDocument/2006/relationships/tags" Target="../tags/tag323.xml"/><Relationship Id="rId14" Type="http://schemas.openxmlformats.org/officeDocument/2006/relationships/tags" Target="../tags/tag322.xml"/><Relationship Id="rId13" Type="http://schemas.openxmlformats.org/officeDocument/2006/relationships/image" Target="../media/image12.png"/><Relationship Id="rId12" Type="http://schemas.openxmlformats.org/officeDocument/2006/relationships/tags" Target="../tags/tag321.xml"/><Relationship Id="rId11" Type="http://schemas.openxmlformats.org/officeDocument/2006/relationships/tags" Target="../tags/tag320.xml"/><Relationship Id="rId10" Type="http://schemas.openxmlformats.org/officeDocument/2006/relationships/tags" Target="../tags/tag319.xml"/><Relationship Id="rId1" Type="http://schemas.openxmlformats.org/officeDocument/2006/relationships/tags" Target="../tags/tag313.xml"/></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2.xml"/><Relationship Id="rId4" Type="http://schemas.openxmlformats.org/officeDocument/2006/relationships/tags" Target="../tags/tag329.xml"/><Relationship Id="rId3" Type="http://schemas.openxmlformats.org/officeDocument/2006/relationships/tags" Target="../tags/tag328.xml"/><Relationship Id="rId2" Type="http://schemas.openxmlformats.org/officeDocument/2006/relationships/tags" Target="../tags/tag327.xml"/><Relationship Id="rId1" Type="http://schemas.openxmlformats.org/officeDocument/2006/relationships/tags" Target="../tags/tag326.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22.xml"/><Relationship Id="rId3" Type="http://schemas.openxmlformats.org/officeDocument/2006/relationships/tags" Target="../tags/tag332.xml"/><Relationship Id="rId2" Type="http://schemas.openxmlformats.org/officeDocument/2006/relationships/tags" Target="../tags/tag331.xml"/><Relationship Id="rId1" Type="http://schemas.openxmlformats.org/officeDocument/2006/relationships/tags" Target="../tags/tag330.xml"/></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2.xml"/><Relationship Id="rId4" Type="http://schemas.openxmlformats.org/officeDocument/2006/relationships/tags" Target="../tags/tag336.xml"/><Relationship Id="rId3" Type="http://schemas.openxmlformats.org/officeDocument/2006/relationships/tags" Target="../tags/tag335.xml"/><Relationship Id="rId2" Type="http://schemas.openxmlformats.org/officeDocument/2006/relationships/tags" Target="../tags/tag334.xml"/><Relationship Id="rId1" Type="http://schemas.openxmlformats.org/officeDocument/2006/relationships/tags" Target="../tags/tag333.xml"/></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27.xml"/><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image" Target="../media/image13.png"/><Relationship Id="rId1" Type="http://schemas.openxmlformats.org/officeDocument/2006/relationships/tags" Target="../tags/tag337.xml"/></Relationships>
</file>

<file path=ppt/slides/_rels/slide36.xml.rels><?xml version="1.0" encoding="UTF-8" standalone="yes"?>
<Relationships xmlns="http://schemas.openxmlformats.org/package/2006/relationships"><Relationship Id="rId9" Type="http://schemas.openxmlformats.org/officeDocument/2006/relationships/tags" Target="../tags/tag347.xml"/><Relationship Id="rId8" Type="http://schemas.openxmlformats.org/officeDocument/2006/relationships/tags" Target="../tags/tag346.xml"/><Relationship Id="rId7" Type="http://schemas.openxmlformats.org/officeDocument/2006/relationships/tags" Target="../tags/tag345.xml"/><Relationship Id="rId6" Type="http://schemas.openxmlformats.org/officeDocument/2006/relationships/tags" Target="../tags/tag344.xml"/><Relationship Id="rId5" Type="http://schemas.openxmlformats.org/officeDocument/2006/relationships/tags" Target="../tags/tag343.xml"/><Relationship Id="rId4" Type="http://schemas.openxmlformats.org/officeDocument/2006/relationships/tags" Target="../tags/tag342.xml"/><Relationship Id="rId3" Type="http://schemas.openxmlformats.org/officeDocument/2006/relationships/tags" Target="../tags/tag341.xml"/><Relationship Id="rId2" Type="http://schemas.openxmlformats.org/officeDocument/2006/relationships/image" Target="../media/image14.png"/><Relationship Id="rId11" Type="http://schemas.openxmlformats.org/officeDocument/2006/relationships/notesSlide" Target="../notesSlides/notesSlide26.xml"/><Relationship Id="rId10" Type="http://schemas.openxmlformats.org/officeDocument/2006/relationships/slideLayout" Target="../slideLayouts/slideLayout22.xml"/><Relationship Id="rId1" Type="http://schemas.openxmlformats.org/officeDocument/2006/relationships/tags" Target="../tags/tag340.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2.xml"/><Relationship Id="rId4" Type="http://schemas.openxmlformats.org/officeDocument/2006/relationships/tags" Target="../tags/tag351.xml"/><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s>
</file>

<file path=ppt/slides/_rels/slide38.xml.rels><?xml version="1.0" encoding="UTF-8" standalone="yes"?>
<Relationships xmlns="http://schemas.openxmlformats.org/package/2006/relationships"><Relationship Id="rId9" Type="http://schemas.openxmlformats.org/officeDocument/2006/relationships/tags" Target="../tags/tag356.xml"/><Relationship Id="rId8" Type="http://schemas.openxmlformats.org/officeDocument/2006/relationships/image" Target="../media/image18.emf"/><Relationship Id="rId7" Type="http://schemas.openxmlformats.org/officeDocument/2006/relationships/tags" Target="../tags/tag355.xml"/><Relationship Id="rId64" Type="http://schemas.openxmlformats.org/officeDocument/2006/relationships/notesSlide" Target="../notesSlides/notesSlide28.xml"/><Relationship Id="rId63" Type="http://schemas.openxmlformats.org/officeDocument/2006/relationships/slideLayout" Target="../slideLayouts/slideLayout27.xml"/><Relationship Id="rId62" Type="http://schemas.openxmlformats.org/officeDocument/2006/relationships/audio" Target="../media/audio1.wav"/><Relationship Id="rId61" Type="http://schemas.openxmlformats.org/officeDocument/2006/relationships/tags" Target="../tags/tag405.xml"/><Relationship Id="rId60" Type="http://schemas.openxmlformats.org/officeDocument/2006/relationships/tags" Target="../tags/tag404.xml"/><Relationship Id="rId6" Type="http://schemas.openxmlformats.org/officeDocument/2006/relationships/image" Target="../media/image17.emf"/><Relationship Id="rId59" Type="http://schemas.openxmlformats.org/officeDocument/2006/relationships/tags" Target="../tags/tag403.xml"/><Relationship Id="rId58" Type="http://schemas.openxmlformats.org/officeDocument/2006/relationships/tags" Target="../tags/tag402.xml"/><Relationship Id="rId57" Type="http://schemas.openxmlformats.org/officeDocument/2006/relationships/tags" Target="../tags/tag401.xml"/><Relationship Id="rId56" Type="http://schemas.openxmlformats.org/officeDocument/2006/relationships/tags" Target="../tags/tag400.xml"/><Relationship Id="rId55" Type="http://schemas.openxmlformats.org/officeDocument/2006/relationships/tags" Target="../tags/tag399.xml"/><Relationship Id="rId54" Type="http://schemas.openxmlformats.org/officeDocument/2006/relationships/tags" Target="../tags/tag398.xml"/><Relationship Id="rId53" Type="http://schemas.openxmlformats.org/officeDocument/2006/relationships/tags" Target="../tags/tag397.xml"/><Relationship Id="rId52" Type="http://schemas.openxmlformats.org/officeDocument/2006/relationships/tags" Target="../tags/tag396.xml"/><Relationship Id="rId51" Type="http://schemas.openxmlformats.org/officeDocument/2006/relationships/tags" Target="../tags/tag395.xml"/><Relationship Id="rId50" Type="http://schemas.openxmlformats.org/officeDocument/2006/relationships/tags" Target="../tags/tag394.xml"/><Relationship Id="rId5" Type="http://schemas.openxmlformats.org/officeDocument/2006/relationships/tags" Target="../tags/tag354.xml"/><Relationship Id="rId49" Type="http://schemas.openxmlformats.org/officeDocument/2006/relationships/tags" Target="../tags/tag393.xml"/><Relationship Id="rId48" Type="http://schemas.openxmlformats.org/officeDocument/2006/relationships/tags" Target="../tags/tag392.xml"/><Relationship Id="rId47" Type="http://schemas.openxmlformats.org/officeDocument/2006/relationships/tags" Target="../tags/tag391.xml"/><Relationship Id="rId46" Type="http://schemas.openxmlformats.org/officeDocument/2006/relationships/tags" Target="../tags/tag390.xml"/><Relationship Id="rId45" Type="http://schemas.openxmlformats.org/officeDocument/2006/relationships/tags" Target="../tags/tag389.xml"/><Relationship Id="rId44" Type="http://schemas.openxmlformats.org/officeDocument/2006/relationships/tags" Target="../tags/tag388.xml"/><Relationship Id="rId43" Type="http://schemas.openxmlformats.org/officeDocument/2006/relationships/tags" Target="../tags/tag387.xml"/><Relationship Id="rId42" Type="http://schemas.openxmlformats.org/officeDocument/2006/relationships/tags" Target="../tags/tag386.xml"/><Relationship Id="rId41" Type="http://schemas.openxmlformats.org/officeDocument/2006/relationships/tags" Target="../tags/tag385.xml"/><Relationship Id="rId40" Type="http://schemas.openxmlformats.org/officeDocument/2006/relationships/tags" Target="../tags/tag384.xml"/><Relationship Id="rId4" Type="http://schemas.openxmlformats.org/officeDocument/2006/relationships/image" Target="../media/image16.emf"/><Relationship Id="rId39" Type="http://schemas.openxmlformats.org/officeDocument/2006/relationships/tags" Target="../tags/tag383.xml"/><Relationship Id="rId38" Type="http://schemas.openxmlformats.org/officeDocument/2006/relationships/tags" Target="../tags/tag382.xml"/><Relationship Id="rId37" Type="http://schemas.openxmlformats.org/officeDocument/2006/relationships/tags" Target="../tags/tag381.xml"/><Relationship Id="rId36" Type="http://schemas.openxmlformats.org/officeDocument/2006/relationships/tags" Target="../tags/tag380.xml"/><Relationship Id="rId35" Type="http://schemas.openxmlformats.org/officeDocument/2006/relationships/tags" Target="../tags/tag379.xml"/><Relationship Id="rId34" Type="http://schemas.openxmlformats.org/officeDocument/2006/relationships/tags" Target="../tags/tag378.xml"/><Relationship Id="rId33" Type="http://schemas.openxmlformats.org/officeDocument/2006/relationships/tags" Target="../tags/tag377.xml"/><Relationship Id="rId32" Type="http://schemas.openxmlformats.org/officeDocument/2006/relationships/tags" Target="../tags/tag376.xml"/><Relationship Id="rId31" Type="http://schemas.openxmlformats.org/officeDocument/2006/relationships/tags" Target="../tags/tag375.xml"/><Relationship Id="rId30" Type="http://schemas.openxmlformats.org/officeDocument/2006/relationships/tags" Target="../tags/tag374.xml"/><Relationship Id="rId3" Type="http://schemas.openxmlformats.org/officeDocument/2006/relationships/tags" Target="../tags/tag353.xml"/><Relationship Id="rId29" Type="http://schemas.openxmlformats.org/officeDocument/2006/relationships/tags" Target="../tags/tag373.xml"/><Relationship Id="rId28" Type="http://schemas.openxmlformats.org/officeDocument/2006/relationships/tags" Target="../tags/tag372.xml"/><Relationship Id="rId27" Type="http://schemas.openxmlformats.org/officeDocument/2006/relationships/tags" Target="../tags/tag371.xml"/><Relationship Id="rId26" Type="http://schemas.openxmlformats.org/officeDocument/2006/relationships/tags" Target="../tags/tag370.xml"/><Relationship Id="rId25" Type="http://schemas.openxmlformats.org/officeDocument/2006/relationships/tags" Target="../tags/tag369.xml"/><Relationship Id="rId24" Type="http://schemas.openxmlformats.org/officeDocument/2006/relationships/tags" Target="../tags/tag368.xml"/><Relationship Id="rId23" Type="http://schemas.openxmlformats.org/officeDocument/2006/relationships/tags" Target="../tags/tag367.xml"/><Relationship Id="rId22" Type="http://schemas.openxmlformats.org/officeDocument/2006/relationships/tags" Target="../tags/tag366.xml"/><Relationship Id="rId21" Type="http://schemas.openxmlformats.org/officeDocument/2006/relationships/tags" Target="../tags/tag365.xml"/><Relationship Id="rId20" Type="http://schemas.openxmlformats.org/officeDocument/2006/relationships/tags" Target="../tags/tag364.xml"/><Relationship Id="rId2" Type="http://schemas.openxmlformats.org/officeDocument/2006/relationships/image" Target="../media/image15.emf"/><Relationship Id="rId19" Type="http://schemas.openxmlformats.org/officeDocument/2006/relationships/tags" Target="../tags/tag363.xml"/><Relationship Id="rId18" Type="http://schemas.openxmlformats.org/officeDocument/2006/relationships/tags" Target="../tags/tag362.xml"/><Relationship Id="rId17" Type="http://schemas.openxmlformats.org/officeDocument/2006/relationships/tags" Target="../tags/tag361.xml"/><Relationship Id="rId16" Type="http://schemas.openxmlformats.org/officeDocument/2006/relationships/tags" Target="../tags/tag360.xml"/><Relationship Id="rId15" Type="http://schemas.openxmlformats.org/officeDocument/2006/relationships/tags" Target="../tags/tag359.xml"/><Relationship Id="rId14" Type="http://schemas.openxmlformats.org/officeDocument/2006/relationships/image" Target="../media/image21.emf"/><Relationship Id="rId13" Type="http://schemas.openxmlformats.org/officeDocument/2006/relationships/tags" Target="../tags/tag358.xml"/><Relationship Id="rId12" Type="http://schemas.openxmlformats.org/officeDocument/2006/relationships/image" Target="../media/image20.emf"/><Relationship Id="rId11" Type="http://schemas.openxmlformats.org/officeDocument/2006/relationships/tags" Target="../tags/tag357.xml"/><Relationship Id="rId10" Type="http://schemas.openxmlformats.org/officeDocument/2006/relationships/image" Target="../media/image19.emf"/><Relationship Id="rId1" Type="http://schemas.openxmlformats.org/officeDocument/2006/relationships/tags" Target="../tags/tag352.xml"/></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22.xml"/><Relationship Id="rId4" Type="http://schemas.openxmlformats.org/officeDocument/2006/relationships/tags" Target="../tags/tag409.xml"/><Relationship Id="rId3" Type="http://schemas.openxmlformats.org/officeDocument/2006/relationships/tags" Target="../tags/tag408.xml"/><Relationship Id="rId2" Type="http://schemas.openxmlformats.org/officeDocument/2006/relationships/tags" Target="../tags/tag407.xml"/><Relationship Id="rId1" Type="http://schemas.openxmlformats.org/officeDocument/2006/relationships/tags" Target="../tags/tag406.xml"/></Relationships>
</file>

<file path=ppt/slides/_rels/slide40.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tags" Target="../tags/tag415.xml"/><Relationship Id="rId7" Type="http://schemas.openxmlformats.org/officeDocument/2006/relationships/tags" Target="../tags/tag41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tags" Target="../tags/tag413.xml"/><Relationship Id="rId3" Type="http://schemas.openxmlformats.org/officeDocument/2006/relationships/tags" Target="../tags/tag412.xml"/><Relationship Id="rId2" Type="http://schemas.openxmlformats.org/officeDocument/2006/relationships/tags" Target="../tags/tag411.xml"/><Relationship Id="rId19" Type="http://schemas.openxmlformats.org/officeDocument/2006/relationships/notesSlide" Target="../notesSlides/notesSlide30.xml"/><Relationship Id="rId18" Type="http://schemas.openxmlformats.org/officeDocument/2006/relationships/slideLayout" Target="../slideLayouts/slideLayout22.xml"/><Relationship Id="rId17" Type="http://schemas.openxmlformats.org/officeDocument/2006/relationships/tags" Target="../tags/tag422.xml"/><Relationship Id="rId16" Type="http://schemas.openxmlformats.org/officeDocument/2006/relationships/tags" Target="../tags/tag421.xml"/><Relationship Id="rId15" Type="http://schemas.openxmlformats.org/officeDocument/2006/relationships/tags" Target="../tags/tag420.xml"/><Relationship Id="rId14" Type="http://schemas.openxmlformats.org/officeDocument/2006/relationships/tags" Target="../tags/tag419.xml"/><Relationship Id="rId13" Type="http://schemas.openxmlformats.org/officeDocument/2006/relationships/tags" Target="../tags/tag418.xml"/><Relationship Id="rId12" Type="http://schemas.openxmlformats.org/officeDocument/2006/relationships/image" Target="../media/image25.png"/><Relationship Id="rId11" Type="http://schemas.openxmlformats.org/officeDocument/2006/relationships/tags" Target="../tags/tag417.xml"/><Relationship Id="rId10" Type="http://schemas.openxmlformats.org/officeDocument/2006/relationships/tags" Target="../tags/tag416.xml"/><Relationship Id="rId1" Type="http://schemas.openxmlformats.org/officeDocument/2006/relationships/tags" Target="../tags/tag410.xml"/></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22.xml"/><Relationship Id="rId4" Type="http://schemas.openxmlformats.org/officeDocument/2006/relationships/tags" Target="../tags/tag426.xml"/><Relationship Id="rId3" Type="http://schemas.openxmlformats.org/officeDocument/2006/relationships/tags" Target="../tags/tag425.xml"/><Relationship Id="rId2" Type="http://schemas.openxmlformats.org/officeDocument/2006/relationships/tags" Target="../tags/tag424.xml"/><Relationship Id="rId1" Type="http://schemas.openxmlformats.org/officeDocument/2006/relationships/tags" Target="../tags/tag423.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22.xml"/><Relationship Id="rId4" Type="http://schemas.openxmlformats.org/officeDocument/2006/relationships/tags" Target="../tags/tag430.xml"/><Relationship Id="rId3" Type="http://schemas.openxmlformats.org/officeDocument/2006/relationships/tags" Target="../tags/tag429.xml"/><Relationship Id="rId2" Type="http://schemas.openxmlformats.org/officeDocument/2006/relationships/tags" Target="../tags/tag428.xml"/><Relationship Id="rId1" Type="http://schemas.openxmlformats.org/officeDocument/2006/relationships/tags" Target="../tags/tag427.xml"/></Relationships>
</file>

<file path=ppt/slides/_rels/slide43.xml.rels><?xml version="1.0" encoding="UTF-8" standalone="yes"?>
<Relationships xmlns="http://schemas.openxmlformats.org/package/2006/relationships"><Relationship Id="rId9" Type="http://schemas.openxmlformats.org/officeDocument/2006/relationships/tags" Target="../tags/tag436.xml"/><Relationship Id="rId8" Type="http://schemas.openxmlformats.org/officeDocument/2006/relationships/tags" Target="../tags/tag435.xml"/><Relationship Id="rId7" Type="http://schemas.openxmlformats.org/officeDocument/2006/relationships/image" Target="../media/image28.png"/><Relationship Id="rId6" Type="http://schemas.openxmlformats.org/officeDocument/2006/relationships/tags" Target="../tags/tag434.xml"/><Relationship Id="rId5" Type="http://schemas.openxmlformats.org/officeDocument/2006/relationships/tags" Target="../tags/tag433.xml"/><Relationship Id="rId4" Type="http://schemas.openxmlformats.org/officeDocument/2006/relationships/image" Target="../media/image27.png"/><Relationship Id="rId3" Type="http://schemas.openxmlformats.org/officeDocument/2006/relationships/tags" Target="../tags/tag432.xml"/><Relationship Id="rId2" Type="http://schemas.openxmlformats.org/officeDocument/2006/relationships/tags" Target="../tags/tag431.xml"/><Relationship Id="rId17" Type="http://schemas.openxmlformats.org/officeDocument/2006/relationships/notesSlide" Target="../notesSlides/notesSlide33.xml"/><Relationship Id="rId16" Type="http://schemas.openxmlformats.org/officeDocument/2006/relationships/slideLayout" Target="../slideLayouts/slideLayout27.xml"/><Relationship Id="rId15" Type="http://schemas.openxmlformats.org/officeDocument/2006/relationships/tags" Target="../tags/tag440.xml"/><Relationship Id="rId14" Type="http://schemas.openxmlformats.org/officeDocument/2006/relationships/tags" Target="../tags/tag439.xml"/><Relationship Id="rId13" Type="http://schemas.openxmlformats.org/officeDocument/2006/relationships/image" Target="../media/image30.png"/><Relationship Id="rId12" Type="http://schemas.openxmlformats.org/officeDocument/2006/relationships/tags" Target="../tags/tag438.xml"/><Relationship Id="rId11" Type="http://schemas.openxmlformats.org/officeDocument/2006/relationships/tags" Target="../tags/tag437.xml"/><Relationship Id="rId10" Type="http://schemas.openxmlformats.org/officeDocument/2006/relationships/image" Target="../media/image29.png"/><Relationship Id="rId1" Type="http://schemas.openxmlformats.org/officeDocument/2006/relationships/image" Target="../media/image26.png"/></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tags" Target="../tags/tag445.xml"/><Relationship Id="rId7" Type="http://schemas.openxmlformats.org/officeDocument/2006/relationships/tags" Target="../tags/tag444.xml"/><Relationship Id="rId6" Type="http://schemas.openxmlformats.org/officeDocument/2006/relationships/tags" Target="../tags/tag443.xml"/><Relationship Id="rId5" Type="http://schemas.openxmlformats.org/officeDocument/2006/relationships/tags" Target="../tags/tag442.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tags" Target="../tags/tag441.xml"/><Relationship Id="rId10" Type="http://schemas.openxmlformats.org/officeDocument/2006/relationships/notesSlide" Target="../notesSlides/notesSlide34.xml"/><Relationship Id="rId1" Type="http://schemas.openxmlformats.org/officeDocument/2006/relationships/image" Target="../media/image31.png"/></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22.xml"/><Relationship Id="rId4" Type="http://schemas.openxmlformats.org/officeDocument/2006/relationships/tags" Target="../tags/tag449.xml"/><Relationship Id="rId3" Type="http://schemas.openxmlformats.org/officeDocument/2006/relationships/tags" Target="../tags/tag448.xml"/><Relationship Id="rId2" Type="http://schemas.openxmlformats.org/officeDocument/2006/relationships/tags" Target="../tags/tag447.xml"/><Relationship Id="rId1" Type="http://schemas.openxmlformats.org/officeDocument/2006/relationships/tags" Target="../tags/tag446.xml"/></Relationships>
</file>

<file path=ppt/slides/_rels/slide46.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tags" Target="../tags/tag454.xml"/><Relationship Id="rId7" Type="http://schemas.openxmlformats.org/officeDocument/2006/relationships/image" Target="../media/image36.png"/><Relationship Id="rId6" Type="http://schemas.openxmlformats.org/officeDocument/2006/relationships/tags" Target="../tags/tag453.xml"/><Relationship Id="rId5" Type="http://schemas.openxmlformats.org/officeDocument/2006/relationships/image" Target="../media/image35.png"/><Relationship Id="rId4" Type="http://schemas.openxmlformats.org/officeDocument/2006/relationships/tags" Target="../tags/tag452.xml"/><Relationship Id="rId3" Type="http://schemas.openxmlformats.org/officeDocument/2006/relationships/image" Target="../media/image34.png"/><Relationship Id="rId2" Type="http://schemas.openxmlformats.org/officeDocument/2006/relationships/tags" Target="../tags/tag451.xml"/><Relationship Id="rId19" Type="http://schemas.openxmlformats.org/officeDocument/2006/relationships/slideLayout" Target="../slideLayouts/slideLayout22.xml"/><Relationship Id="rId18" Type="http://schemas.openxmlformats.org/officeDocument/2006/relationships/tags" Target="../tags/tag459.xml"/><Relationship Id="rId17" Type="http://schemas.openxmlformats.org/officeDocument/2006/relationships/tags" Target="../tags/tag458.xml"/><Relationship Id="rId16" Type="http://schemas.openxmlformats.org/officeDocument/2006/relationships/image" Target="../media/image41.png"/><Relationship Id="rId15" Type="http://schemas.openxmlformats.org/officeDocument/2006/relationships/image" Target="../media/image40.png"/><Relationship Id="rId14" Type="http://schemas.openxmlformats.org/officeDocument/2006/relationships/image" Target="../media/image39.png"/><Relationship Id="rId13" Type="http://schemas.openxmlformats.org/officeDocument/2006/relationships/image" Target="../media/image38.png"/><Relationship Id="rId12" Type="http://schemas.openxmlformats.org/officeDocument/2006/relationships/tags" Target="../tags/tag457.xml"/><Relationship Id="rId11" Type="http://schemas.openxmlformats.org/officeDocument/2006/relationships/tags" Target="../tags/tag456.xml"/><Relationship Id="rId10" Type="http://schemas.openxmlformats.org/officeDocument/2006/relationships/tags" Target="../tags/tag455.xml"/><Relationship Id="rId1" Type="http://schemas.openxmlformats.org/officeDocument/2006/relationships/tags" Target="../tags/tag450.xml"/></Relationships>
</file>

<file path=ppt/slides/_rels/slide47.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png"/><Relationship Id="rId7" Type="http://schemas.openxmlformats.org/officeDocument/2006/relationships/image" Target="../media/image45.png"/><Relationship Id="rId6" Type="http://schemas.openxmlformats.org/officeDocument/2006/relationships/tags" Target="../tags/tag462.xml"/><Relationship Id="rId5" Type="http://schemas.openxmlformats.org/officeDocument/2006/relationships/image" Target="../media/image44.png"/><Relationship Id="rId4" Type="http://schemas.openxmlformats.org/officeDocument/2006/relationships/tags" Target="../tags/tag461.xml"/><Relationship Id="rId3" Type="http://schemas.openxmlformats.org/officeDocument/2006/relationships/image" Target="../media/image43.png"/><Relationship Id="rId2" Type="http://schemas.openxmlformats.org/officeDocument/2006/relationships/tags" Target="../tags/tag460.xml"/><Relationship Id="rId18" Type="http://schemas.openxmlformats.org/officeDocument/2006/relationships/slideLayout" Target="../slideLayouts/slideLayout28.xml"/><Relationship Id="rId17" Type="http://schemas.openxmlformats.org/officeDocument/2006/relationships/tags" Target="../tags/tag467.xml"/><Relationship Id="rId16" Type="http://schemas.openxmlformats.org/officeDocument/2006/relationships/tags" Target="../tags/tag466.xml"/><Relationship Id="rId15" Type="http://schemas.openxmlformats.org/officeDocument/2006/relationships/tags" Target="../tags/tag465.xml"/><Relationship Id="rId14" Type="http://schemas.openxmlformats.org/officeDocument/2006/relationships/image" Target="../media/image50.png"/><Relationship Id="rId13" Type="http://schemas.openxmlformats.org/officeDocument/2006/relationships/image" Target="../media/image49.png"/><Relationship Id="rId12" Type="http://schemas.openxmlformats.org/officeDocument/2006/relationships/tags" Target="../tags/tag464.xml"/><Relationship Id="rId11" Type="http://schemas.openxmlformats.org/officeDocument/2006/relationships/tags" Target="../tags/tag463.xml"/><Relationship Id="rId10" Type="http://schemas.openxmlformats.org/officeDocument/2006/relationships/image" Target="../media/image48.png"/><Relationship Id="rId1" Type="http://schemas.openxmlformats.org/officeDocument/2006/relationships/image" Target="../media/image42.png"/></Relationships>
</file>

<file path=ppt/slides/_rels/slide48.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tags" Target="../tags/tag473.xml"/><Relationship Id="rId7" Type="http://schemas.openxmlformats.org/officeDocument/2006/relationships/tags" Target="../tags/tag472.xml"/><Relationship Id="rId6" Type="http://schemas.openxmlformats.org/officeDocument/2006/relationships/tags" Target="../tags/tag471.xml"/><Relationship Id="rId5" Type="http://schemas.openxmlformats.org/officeDocument/2006/relationships/image" Target="../media/image52.png"/><Relationship Id="rId4" Type="http://schemas.openxmlformats.org/officeDocument/2006/relationships/tags" Target="../tags/tag470.xml"/><Relationship Id="rId3" Type="http://schemas.openxmlformats.org/officeDocument/2006/relationships/image" Target="../media/image51.png"/><Relationship Id="rId25" Type="http://schemas.openxmlformats.org/officeDocument/2006/relationships/slideLayout" Target="../slideLayouts/slideLayout22.xml"/><Relationship Id="rId24" Type="http://schemas.openxmlformats.org/officeDocument/2006/relationships/tags" Target="../tags/tag482.xml"/><Relationship Id="rId23" Type="http://schemas.openxmlformats.org/officeDocument/2006/relationships/image" Target="../media/image59.png"/><Relationship Id="rId22" Type="http://schemas.openxmlformats.org/officeDocument/2006/relationships/image" Target="../media/image58.png"/><Relationship Id="rId21" Type="http://schemas.openxmlformats.org/officeDocument/2006/relationships/image" Target="../media/image57.png"/><Relationship Id="rId20" Type="http://schemas.openxmlformats.org/officeDocument/2006/relationships/tags" Target="../tags/tag481.xml"/><Relationship Id="rId2" Type="http://schemas.openxmlformats.org/officeDocument/2006/relationships/tags" Target="../tags/tag469.xml"/><Relationship Id="rId19" Type="http://schemas.openxmlformats.org/officeDocument/2006/relationships/image" Target="../media/image56.png"/><Relationship Id="rId18" Type="http://schemas.openxmlformats.org/officeDocument/2006/relationships/tags" Target="../tags/tag480.xml"/><Relationship Id="rId17" Type="http://schemas.openxmlformats.org/officeDocument/2006/relationships/tags" Target="../tags/tag479.xml"/><Relationship Id="rId16" Type="http://schemas.openxmlformats.org/officeDocument/2006/relationships/image" Target="../media/image55.png"/><Relationship Id="rId15" Type="http://schemas.openxmlformats.org/officeDocument/2006/relationships/tags" Target="../tags/tag478.xml"/><Relationship Id="rId14" Type="http://schemas.openxmlformats.org/officeDocument/2006/relationships/tags" Target="../tags/tag477.xml"/><Relationship Id="rId13" Type="http://schemas.openxmlformats.org/officeDocument/2006/relationships/tags" Target="../tags/tag476.xml"/><Relationship Id="rId12" Type="http://schemas.openxmlformats.org/officeDocument/2006/relationships/image" Target="../media/image54.png"/><Relationship Id="rId11" Type="http://schemas.openxmlformats.org/officeDocument/2006/relationships/tags" Target="../tags/tag475.xml"/><Relationship Id="rId10" Type="http://schemas.openxmlformats.org/officeDocument/2006/relationships/tags" Target="../tags/tag474.xml"/><Relationship Id="rId1" Type="http://schemas.openxmlformats.org/officeDocument/2006/relationships/tags" Target="../tags/tag468.xml"/></Relationships>
</file>

<file path=ppt/slides/_rels/slide49.xml.rels><?xml version="1.0" encoding="UTF-8" standalone="yes"?>
<Relationships xmlns="http://schemas.openxmlformats.org/package/2006/relationships"><Relationship Id="rId9" Type="http://schemas.openxmlformats.org/officeDocument/2006/relationships/tags" Target="../tags/tag489.xml"/><Relationship Id="rId8" Type="http://schemas.openxmlformats.org/officeDocument/2006/relationships/tags" Target="../tags/tag488.xml"/><Relationship Id="rId7" Type="http://schemas.openxmlformats.org/officeDocument/2006/relationships/tags" Target="../tags/tag487.xml"/><Relationship Id="rId6" Type="http://schemas.openxmlformats.org/officeDocument/2006/relationships/image" Target="../media/image61.png"/><Relationship Id="rId5" Type="http://schemas.openxmlformats.org/officeDocument/2006/relationships/tags" Target="../tags/tag486.xml"/><Relationship Id="rId4" Type="http://schemas.openxmlformats.org/officeDocument/2006/relationships/tags" Target="../tags/tag485.xml"/><Relationship Id="rId3" Type="http://schemas.openxmlformats.org/officeDocument/2006/relationships/image" Target="../media/image60.png"/><Relationship Id="rId22" Type="http://schemas.openxmlformats.org/officeDocument/2006/relationships/slideLayout" Target="../slideLayouts/slideLayout28.xml"/><Relationship Id="rId21" Type="http://schemas.openxmlformats.org/officeDocument/2006/relationships/tags" Target="../tags/tag496.xml"/><Relationship Id="rId20" Type="http://schemas.openxmlformats.org/officeDocument/2006/relationships/image" Target="../media/image66.png"/><Relationship Id="rId2" Type="http://schemas.openxmlformats.org/officeDocument/2006/relationships/tags" Target="../tags/tag484.xml"/><Relationship Id="rId19" Type="http://schemas.openxmlformats.org/officeDocument/2006/relationships/image" Target="../media/image65.png"/><Relationship Id="rId18" Type="http://schemas.openxmlformats.org/officeDocument/2006/relationships/tags" Target="../tags/tag495.xml"/><Relationship Id="rId17" Type="http://schemas.openxmlformats.org/officeDocument/2006/relationships/tags" Target="../tags/tag494.xml"/><Relationship Id="rId16" Type="http://schemas.openxmlformats.org/officeDocument/2006/relationships/image" Target="../media/image64.png"/><Relationship Id="rId15" Type="http://schemas.openxmlformats.org/officeDocument/2006/relationships/tags" Target="../tags/tag493.xml"/><Relationship Id="rId14" Type="http://schemas.openxmlformats.org/officeDocument/2006/relationships/tags" Target="../tags/tag492.xml"/><Relationship Id="rId13" Type="http://schemas.openxmlformats.org/officeDocument/2006/relationships/image" Target="../media/image63.png"/><Relationship Id="rId12" Type="http://schemas.openxmlformats.org/officeDocument/2006/relationships/tags" Target="../tags/tag491.xml"/><Relationship Id="rId11" Type="http://schemas.openxmlformats.org/officeDocument/2006/relationships/tags" Target="../tags/tag490.xml"/><Relationship Id="rId10" Type="http://schemas.openxmlformats.org/officeDocument/2006/relationships/image" Target="../media/image62.png"/><Relationship Id="rId1" Type="http://schemas.openxmlformats.org/officeDocument/2006/relationships/tags" Target="../tags/tag483.xml"/></Relationships>
</file>

<file path=ppt/slides/_rels/slide50.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22.xml"/><Relationship Id="rId5" Type="http://schemas.openxmlformats.org/officeDocument/2006/relationships/tags" Target="../tags/tag501.xml"/><Relationship Id="rId4" Type="http://schemas.openxmlformats.org/officeDocument/2006/relationships/tags" Target="../tags/tag500.xml"/><Relationship Id="rId3" Type="http://schemas.openxmlformats.org/officeDocument/2006/relationships/tags" Target="../tags/tag499.xml"/><Relationship Id="rId2" Type="http://schemas.openxmlformats.org/officeDocument/2006/relationships/tags" Target="../tags/tag498.xml"/><Relationship Id="rId1" Type="http://schemas.openxmlformats.org/officeDocument/2006/relationships/tags" Target="../tags/tag497.xml"/></Relationships>
</file>

<file path=ppt/slides/_rels/slide51.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22.xml"/><Relationship Id="rId5" Type="http://schemas.openxmlformats.org/officeDocument/2006/relationships/tags" Target="../tags/tag506.xml"/><Relationship Id="rId4" Type="http://schemas.openxmlformats.org/officeDocument/2006/relationships/tags" Target="../tags/tag505.xml"/><Relationship Id="rId3" Type="http://schemas.openxmlformats.org/officeDocument/2006/relationships/tags" Target="../tags/tag504.xml"/><Relationship Id="rId2" Type="http://schemas.openxmlformats.org/officeDocument/2006/relationships/tags" Target="../tags/tag503.xml"/><Relationship Id="rId1" Type="http://schemas.openxmlformats.org/officeDocument/2006/relationships/tags" Target="../tags/tag502.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22.xml"/><Relationship Id="rId5" Type="http://schemas.openxmlformats.org/officeDocument/2006/relationships/tags" Target="../tags/tag511.xml"/><Relationship Id="rId4" Type="http://schemas.openxmlformats.org/officeDocument/2006/relationships/tags" Target="../tags/tag510.xml"/><Relationship Id="rId3" Type="http://schemas.openxmlformats.org/officeDocument/2006/relationships/tags" Target="../tags/tag509.xml"/><Relationship Id="rId2" Type="http://schemas.openxmlformats.org/officeDocument/2006/relationships/tags" Target="../tags/tag508.xml"/><Relationship Id="rId1" Type="http://schemas.openxmlformats.org/officeDocument/2006/relationships/tags" Target="../tags/tag507.xml"/></Relationships>
</file>

<file path=ppt/slides/_rels/slide53.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slideLayout" Target="../slideLayouts/slideLayout22.xml"/><Relationship Id="rId5" Type="http://schemas.openxmlformats.org/officeDocument/2006/relationships/tags" Target="../tags/tag516.xml"/><Relationship Id="rId4" Type="http://schemas.openxmlformats.org/officeDocument/2006/relationships/tags" Target="../tags/tag515.xml"/><Relationship Id="rId3" Type="http://schemas.openxmlformats.org/officeDocument/2006/relationships/tags" Target="../tags/tag514.xml"/><Relationship Id="rId2" Type="http://schemas.openxmlformats.org/officeDocument/2006/relationships/tags" Target="../tags/tag513.xml"/><Relationship Id="rId1" Type="http://schemas.openxmlformats.org/officeDocument/2006/relationships/tags" Target="../tags/tag512.xml"/></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22.xml"/><Relationship Id="rId4" Type="http://schemas.openxmlformats.org/officeDocument/2006/relationships/tags" Target="../tags/tag520.xml"/><Relationship Id="rId3" Type="http://schemas.openxmlformats.org/officeDocument/2006/relationships/tags" Target="../tags/tag519.xml"/><Relationship Id="rId2" Type="http://schemas.openxmlformats.org/officeDocument/2006/relationships/tags" Target="../tags/tag518.xml"/><Relationship Id="rId1" Type="http://schemas.openxmlformats.org/officeDocument/2006/relationships/tags" Target="../tags/tag517.xml"/></Relationships>
</file>

<file path=ppt/slides/_rels/slide55.xml.rels><?xml version="1.0" encoding="UTF-8" standalone="yes"?>
<Relationships xmlns="http://schemas.openxmlformats.org/package/2006/relationships"><Relationship Id="rId9" Type="http://schemas.openxmlformats.org/officeDocument/2006/relationships/notesSlide" Target="../notesSlides/notesSlide41.xml"/><Relationship Id="rId8" Type="http://schemas.openxmlformats.org/officeDocument/2006/relationships/slideLayout" Target="../slideLayouts/slideLayout22.xml"/><Relationship Id="rId7" Type="http://schemas.openxmlformats.org/officeDocument/2006/relationships/tags" Target="../tags/tag526.xml"/><Relationship Id="rId6" Type="http://schemas.openxmlformats.org/officeDocument/2006/relationships/tags" Target="../tags/tag525.xml"/><Relationship Id="rId5" Type="http://schemas.openxmlformats.org/officeDocument/2006/relationships/tags" Target="../tags/tag524.xml"/><Relationship Id="rId4" Type="http://schemas.openxmlformats.org/officeDocument/2006/relationships/image" Target="../media/image67.jpeg"/><Relationship Id="rId3" Type="http://schemas.openxmlformats.org/officeDocument/2006/relationships/tags" Target="../tags/tag523.xml"/><Relationship Id="rId2" Type="http://schemas.openxmlformats.org/officeDocument/2006/relationships/tags" Target="../tags/tag522.xml"/><Relationship Id="rId1" Type="http://schemas.openxmlformats.org/officeDocument/2006/relationships/tags" Target="../tags/tag521.xml"/></Relationships>
</file>

<file path=ppt/slides/_rels/slide56.xml.rels><?xml version="1.0" encoding="UTF-8" standalone="yes"?>
<Relationships xmlns="http://schemas.openxmlformats.org/package/2006/relationships"><Relationship Id="rId8" Type="http://schemas.openxmlformats.org/officeDocument/2006/relationships/notesSlide" Target="../notesSlides/notesSlide42.xml"/><Relationship Id="rId7" Type="http://schemas.openxmlformats.org/officeDocument/2006/relationships/slideLayout" Target="../slideLayouts/slideLayout22.xml"/><Relationship Id="rId6" Type="http://schemas.openxmlformats.org/officeDocument/2006/relationships/tags" Target="../tags/tag532.xml"/><Relationship Id="rId5" Type="http://schemas.openxmlformats.org/officeDocument/2006/relationships/tags" Target="../tags/tag531.xml"/><Relationship Id="rId4" Type="http://schemas.openxmlformats.org/officeDocument/2006/relationships/tags" Target="../tags/tag530.xml"/><Relationship Id="rId3" Type="http://schemas.openxmlformats.org/officeDocument/2006/relationships/tags" Target="../tags/tag529.xml"/><Relationship Id="rId2" Type="http://schemas.openxmlformats.org/officeDocument/2006/relationships/tags" Target="../tags/tag528.xml"/><Relationship Id="rId1" Type="http://schemas.openxmlformats.org/officeDocument/2006/relationships/tags" Target="../tags/tag527.xml"/></Relationships>
</file>

<file path=ppt/slides/_rels/slide57.xml.rels><?xml version="1.0" encoding="UTF-8" standalone="yes"?>
<Relationships xmlns="http://schemas.openxmlformats.org/package/2006/relationships"><Relationship Id="rId9" Type="http://schemas.openxmlformats.org/officeDocument/2006/relationships/notesSlide" Target="../notesSlides/notesSlide43.xml"/><Relationship Id="rId8" Type="http://schemas.openxmlformats.org/officeDocument/2006/relationships/vmlDrawing" Target="../drawings/vmlDrawing1.vml"/><Relationship Id="rId7" Type="http://schemas.openxmlformats.org/officeDocument/2006/relationships/slideLayout" Target="../slideLayouts/slideLayout22.xml"/><Relationship Id="rId6" Type="http://schemas.openxmlformats.org/officeDocument/2006/relationships/tags" Target="../tags/tag536.xml"/><Relationship Id="rId5" Type="http://schemas.openxmlformats.org/officeDocument/2006/relationships/tags" Target="../tags/tag535.xml"/><Relationship Id="rId4" Type="http://schemas.openxmlformats.org/officeDocument/2006/relationships/image" Target="../media/image68.wmf"/><Relationship Id="rId3" Type="http://schemas.openxmlformats.org/officeDocument/2006/relationships/oleObject" Target="../embeddings/oleObject1.bin"/><Relationship Id="rId2" Type="http://schemas.openxmlformats.org/officeDocument/2006/relationships/tags" Target="../tags/tag534.xml"/><Relationship Id="rId1" Type="http://schemas.openxmlformats.org/officeDocument/2006/relationships/tags" Target="../tags/tag533.xml"/></Relationships>
</file>

<file path=ppt/slides/_rels/slide58.xml.rels><?xml version="1.0" encoding="UTF-8" standalone="yes"?>
<Relationships xmlns="http://schemas.openxmlformats.org/package/2006/relationships"><Relationship Id="rId9" Type="http://schemas.openxmlformats.org/officeDocument/2006/relationships/tags" Target="../tags/tag540.xml"/><Relationship Id="rId8" Type="http://schemas.openxmlformats.org/officeDocument/2006/relationships/tags" Target="../tags/tag539.xml"/><Relationship Id="rId7" Type="http://schemas.openxmlformats.org/officeDocument/2006/relationships/image" Target="../media/image71.wmf"/><Relationship Id="rId6" Type="http://schemas.openxmlformats.org/officeDocument/2006/relationships/oleObject" Target="../embeddings/oleObject3.bin"/><Relationship Id="rId5" Type="http://schemas.openxmlformats.org/officeDocument/2006/relationships/image" Target="../media/image70.emf"/><Relationship Id="rId4" Type="http://schemas.openxmlformats.org/officeDocument/2006/relationships/tags" Target="../tags/tag538.xml"/><Relationship Id="rId3" Type="http://schemas.openxmlformats.org/officeDocument/2006/relationships/image" Target="../media/image69.wmf"/><Relationship Id="rId2" Type="http://schemas.openxmlformats.org/officeDocument/2006/relationships/oleObject" Target="../embeddings/oleObject2.bin"/><Relationship Id="rId13" Type="http://schemas.openxmlformats.org/officeDocument/2006/relationships/notesSlide" Target="../notesSlides/notesSlide44.xml"/><Relationship Id="rId12" Type="http://schemas.openxmlformats.org/officeDocument/2006/relationships/vmlDrawing" Target="../drawings/vmlDrawing2.vml"/><Relationship Id="rId11" Type="http://schemas.openxmlformats.org/officeDocument/2006/relationships/slideLayout" Target="../slideLayouts/slideLayout22.xml"/><Relationship Id="rId10" Type="http://schemas.openxmlformats.org/officeDocument/2006/relationships/tags" Target="../tags/tag541.xml"/><Relationship Id="rId1" Type="http://schemas.openxmlformats.org/officeDocument/2006/relationships/tags" Target="../tags/tag537.xml"/></Relationships>
</file>

<file path=ppt/slides/_rels/slide59.xml.rels><?xml version="1.0" encoding="UTF-8" standalone="yes"?>
<Relationships xmlns="http://schemas.openxmlformats.org/package/2006/relationships"><Relationship Id="rId9" Type="http://schemas.openxmlformats.org/officeDocument/2006/relationships/notesSlide" Target="../notesSlides/notesSlide45.xml"/><Relationship Id="rId8" Type="http://schemas.openxmlformats.org/officeDocument/2006/relationships/slideLayout" Target="../slideLayouts/slideLayout22.xml"/><Relationship Id="rId7" Type="http://schemas.openxmlformats.org/officeDocument/2006/relationships/tags" Target="../tags/tag548.xml"/><Relationship Id="rId6" Type="http://schemas.openxmlformats.org/officeDocument/2006/relationships/tags" Target="../tags/tag547.xml"/><Relationship Id="rId5" Type="http://schemas.openxmlformats.org/officeDocument/2006/relationships/tags" Target="../tags/tag546.xml"/><Relationship Id="rId4" Type="http://schemas.openxmlformats.org/officeDocument/2006/relationships/tags" Target="../tags/tag545.xml"/><Relationship Id="rId3" Type="http://schemas.openxmlformats.org/officeDocument/2006/relationships/tags" Target="../tags/tag544.xml"/><Relationship Id="rId2" Type="http://schemas.openxmlformats.org/officeDocument/2006/relationships/tags" Target="../tags/tag543.xml"/><Relationship Id="rId1" Type="http://schemas.openxmlformats.org/officeDocument/2006/relationships/tags" Target="../tags/tag542.xml"/></Relationships>
</file>

<file path=ppt/slides/_rels/slide60.xml.rels><?xml version="1.0" encoding="UTF-8" standalone="yes"?>
<Relationships xmlns="http://schemas.openxmlformats.org/package/2006/relationships"><Relationship Id="rId9" Type="http://schemas.openxmlformats.org/officeDocument/2006/relationships/image" Target="../media/image74.wmf"/><Relationship Id="rId8" Type="http://schemas.openxmlformats.org/officeDocument/2006/relationships/oleObject" Target="../embeddings/oleObject6.bin"/><Relationship Id="rId7" Type="http://schemas.openxmlformats.org/officeDocument/2006/relationships/image" Target="../media/image73.wmf"/><Relationship Id="rId6" Type="http://schemas.openxmlformats.org/officeDocument/2006/relationships/oleObject" Target="../embeddings/oleObject5.bin"/><Relationship Id="rId5" Type="http://schemas.openxmlformats.org/officeDocument/2006/relationships/image" Target="../media/image72.wmf"/><Relationship Id="rId4" Type="http://schemas.openxmlformats.org/officeDocument/2006/relationships/oleObject" Target="../embeddings/oleObject4.bin"/><Relationship Id="rId3" Type="http://schemas.openxmlformats.org/officeDocument/2006/relationships/tags" Target="../tags/tag551.xml"/><Relationship Id="rId2" Type="http://schemas.openxmlformats.org/officeDocument/2006/relationships/tags" Target="../tags/tag550.xml"/><Relationship Id="rId14" Type="http://schemas.openxmlformats.org/officeDocument/2006/relationships/notesSlide" Target="../notesSlides/notesSlide46.xml"/><Relationship Id="rId13" Type="http://schemas.openxmlformats.org/officeDocument/2006/relationships/vmlDrawing" Target="../drawings/vmlDrawing3.vml"/><Relationship Id="rId12" Type="http://schemas.openxmlformats.org/officeDocument/2006/relationships/slideLayout" Target="../slideLayouts/slideLayout22.xml"/><Relationship Id="rId11" Type="http://schemas.openxmlformats.org/officeDocument/2006/relationships/tags" Target="../tags/tag553.xml"/><Relationship Id="rId10" Type="http://schemas.openxmlformats.org/officeDocument/2006/relationships/tags" Target="../tags/tag552.xml"/><Relationship Id="rId1" Type="http://schemas.openxmlformats.org/officeDocument/2006/relationships/tags" Target="../tags/tag5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ctrTitle"/>
            <p:custDataLst>
              <p:tags r:id="rId1"/>
            </p:custDataLst>
          </p:nvPr>
        </p:nvSpPr>
        <p:spPr>
          <a:xfrm>
            <a:off x="628650" y="2679383"/>
            <a:ext cx="7886700" cy="936784"/>
          </a:xfrm>
        </p:spPr>
        <p:txBody>
          <a:bodyPr wrap="square">
            <a:normAutofit/>
          </a:bodyPr>
          <a:lstStyle/>
          <a:p>
            <a:r>
              <a:rPr lang="zh-CN" altLang="en-US" dirty="0"/>
              <a:t>数据结构</a:t>
            </a:r>
            <a:r>
              <a:rPr lang="en-US" altLang="zh-CN" dirty="0"/>
              <a:t>-</a:t>
            </a:r>
            <a:r>
              <a:rPr dirty="0"/>
              <a:t>第一章</a:t>
            </a:r>
            <a:r>
              <a:rPr lang="en-US" altLang="zh-CN" dirty="0"/>
              <a:t> </a:t>
            </a:r>
            <a:r>
              <a:rPr dirty="0"/>
              <a:t>绪论</a:t>
            </a:r>
            <a:endParaRPr dirty="0"/>
          </a:p>
        </p:txBody>
      </p:sp>
    </p:spTree>
    <p:custDataLst>
      <p:tags r:id="rId2"/>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custDataLst>
              <p:tags r:id="rId1"/>
            </p:custDataLst>
          </p:nvPr>
        </p:nvSpPr>
        <p:spPr>
          <a:xfrm>
            <a:off x="539485" y="908740"/>
            <a:ext cx="8226900" cy="4759200"/>
          </a:xfrm>
          <a:prstGeom prst="rect">
            <a:avLst/>
          </a:prstGeom>
        </p:spPr>
        <p:txBody>
          <a:bodyPr vert="horz" lIns="91440" tIns="45720" rIns="91440" bIns="45720" rtlCol="0">
            <a:normAutofit fontScale="7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a:lnSpc>
                <a:spcPct val="130000"/>
              </a:lnSpc>
              <a:spcBef>
                <a:spcPts val="600"/>
              </a:spcBef>
              <a:spcAft>
                <a:spcPts val="600"/>
              </a:spcAft>
              <a:buSzPct val="60000"/>
              <a:buFont typeface="Wingdings" panose="05000000000000000000" pitchFamily="2" charset="2"/>
              <a:buChar char="l"/>
            </a:pPr>
            <a:r>
              <a:rPr lang="zh-CN" altLang="en-US" sz="2800" b="1" dirty="0">
                <a:solidFill>
                  <a:schemeClr val="tx1"/>
                </a:solidFill>
              </a:rPr>
              <a:t> </a:t>
            </a:r>
            <a:r>
              <a:rPr lang="zh-CN" altLang="en-US" sz="2800" b="1" dirty="0" smtClean="0">
                <a:solidFill>
                  <a:schemeClr val="tx1"/>
                </a:solidFill>
              </a:rPr>
              <a:t>课程教材</a:t>
            </a:r>
            <a:endParaRPr lang="zh-CN" altLang="en-US" sz="2800" b="1" dirty="0">
              <a:solidFill>
                <a:schemeClr val="tx1"/>
              </a:solidFill>
            </a:endParaRPr>
          </a:p>
          <a:p>
            <a:pPr lvl="1">
              <a:lnSpc>
                <a:spcPct val="150000"/>
              </a:lnSpc>
              <a:spcBef>
                <a:spcPct val="30000"/>
              </a:spcBef>
            </a:pPr>
            <a:r>
              <a:rPr lang="en-US" altLang="zh-CN" b="1" dirty="0" smtClean="0">
                <a:solidFill>
                  <a:schemeClr val="tx1"/>
                </a:solidFill>
              </a:rPr>
              <a:t>《 </a:t>
            </a:r>
            <a:r>
              <a:rPr lang="en-US" altLang="zh-CN" b="1" dirty="0" err="1" smtClean="0">
                <a:solidFill>
                  <a:schemeClr val="tx1"/>
                </a:solidFill>
              </a:rPr>
              <a:t>数据结构</a:t>
            </a:r>
            <a:r>
              <a:rPr lang="zh-CN" altLang="en-US" b="1" dirty="0" smtClean="0">
                <a:solidFill>
                  <a:schemeClr val="tx1"/>
                </a:solidFill>
              </a:rPr>
              <a:t>教程</a:t>
            </a:r>
            <a:r>
              <a:rPr lang="en-US" altLang="zh-CN" b="1" dirty="0" smtClean="0">
                <a:solidFill>
                  <a:schemeClr val="tx1"/>
                </a:solidFill>
              </a:rPr>
              <a:t> 》</a:t>
            </a:r>
            <a:r>
              <a:rPr lang="zh-CN" altLang="en-US" b="1" dirty="0" smtClean="0">
                <a:solidFill>
                  <a:schemeClr val="tx1"/>
                </a:solidFill>
              </a:rPr>
              <a:t>（第</a:t>
            </a:r>
            <a:r>
              <a:rPr lang="en-US" altLang="zh-CN" b="1" dirty="0" smtClean="0">
                <a:solidFill>
                  <a:schemeClr val="tx1"/>
                </a:solidFill>
              </a:rPr>
              <a:t>5</a:t>
            </a:r>
            <a:r>
              <a:rPr lang="zh-CN" altLang="en-US" b="1" dirty="0" smtClean="0">
                <a:solidFill>
                  <a:schemeClr val="tx1"/>
                </a:solidFill>
              </a:rPr>
              <a:t>版）</a:t>
            </a:r>
            <a:endParaRPr lang="zh-CN" altLang="en-US" b="1" dirty="0" smtClean="0">
              <a:solidFill>
                <a:schemeClr val="tx1"/>
              </a:solidFill>
            </a:endParaRPr>
          </a:p>
          <a:p>
            <a:pPr lvl="2">
              <a:lnSpc>
                <a:spcPct val="150000"/>
              </a:lnSpc>
              <a:spcBef>
                <a:spcPct val="30000"/>
              </a:spcBef>
            </a:pPr>
            <a:r>
              <a:rPr lang="zh-CN" altLang="en-US" sz="2500" dirty="0" smtClean="0">
                <a:solidFill>
                  <a:schemeClr val="tx1"/>
                </a:solidFill>
              </a:rPr>
              <a:t>陈春葆主编，清华大学出版社</a:t>
            </a:r>
            <a:endParaRPr lang="zh-CN" altLang="en-US" sz="2500" dirty="0" smtClean="0">
              <a:solidFill>
                <a:schemeClr val="tx1"/>
              </a:solidFill>
            </a:endParaRPr>
          </a:p>
          <a:p>
            <a:pPr>
              <a:lnSpc>
                <a:spcPct val="130000"/>
              </a:lnSpc>
              <a:spcBef>
                <a:spcPts val="1200"/>
              </a:spcBef>
              <a:spcAft>
                <a:spcPts val="600"/>
              </a:spcAft>
              <a:buSzPct val="60000"/>
              <a:buFont typeface="Wingdings" panose="05000000000000000000" pitchFamily="2" charset="2"/>
              <a:buChar char="l"/>
            </a:pPr>
            <a:r>
              <a:rPr lang="zh-CN" altLang="en-US" sz="2800" b="1" dirty="0">
                <a:solidFill>
                  <a:schemeClr val="tx1"/>
                </a:solidFill>
              </a:rPr>
              <a:t> 参考书推荐</a:t>
            </a:r>
            <a:endParaRPr lang="en-US" altLang="zh-CN" sz="2800" b="1" dirty="0">
              <a:solidFill>
                <a:schemeClr val="tx1"/>
              </a:solidFill>
            </a:endParaRPr>
          </a:p>
          <a:p>
            <a:pPr lvl="1">
              <a:lnSpc>
                <a:spcPct val="150000"/>
              </a:lnSpc>
              <a:spcBef>
                <a:spcPct val="30000"/>
              </a:spcBef>
            </a:pPr>
            <a:r>
              <a:rPr lang="en-US" altLang="zh-CN" sz="2600" b="1" i="1" dirty="0" smtClean="0">
                <a:solidFill>
                  <a:schemeClr val="tx1"/>
                </a:solidFill>
              </a:rPr>
              <a:t>Data Structures and Algorithm Analysis in C</a:t>
            </a:r>
            <a:r>
              <a:rPr lang="en-US" altLang="zh-CN" sz="2600" b="1" dirty="0" smtClean="0">
                <a:solidFill>
                  <a:schemeClr val="tx1"/>
                </a:solidFill>
              </a:rPr>
              <a:t> </a:t>
            </a:r>
            <a:endParaRPr lang="en-US" altLang="zh-CN" sz="2600" b="1" dirty="0" smtClean="0">
              <a:solidFill>
                <a:schemeClr val="tx1"/>
              </a:solidFill>
            </a:endParaRPr>
          </a:p>
          <a:p>
            <a:pPr lvl="2">
              <a:lnSpc>
                <a:spcPct val="150000"/>
              </a:lnSpc>
              <a:spcBef>
                <a:spcPct val="30000"/>
              </a:spcBef>
            </a:pPr>
            <a:r>
              <a:rPr lang="en-US" altLang="zh-CN" dirty="0" smtClean="0">
                <a:solidFill>
                  <a:schemeClr val="tx1"/>
                </a:solidFill>
              </a:rPr>
              <a:t>Mark A. Weiss </a:t>
            </a:r>
            <a:r>
              <a:rPr lang="zh-CN" altLang="en-US" dirty="0" smtClean="0">
                <a:solidFill>
                  <a:schemeClr val="tx1"/>
                </a:solidFill>
              </a:rPr>
              <a:t>著</a:t>
            </a:r>
            <a:r>
              <a:rPr lang="en-US" altLang="zh-CN" dirty="0" smtClean="0">
                <a:solidFill>
                  <a:schemeClr val="tx1"/>
                </a:solidFill>
              </a:rPr>
              <a:t>(2nd)</a:t>
            </a:r>
            <a:r>
              <a:rPr lang="zh-CN" altLang="en-US" dirty="0" smtClean="0">
                <a:solidFill>
                  <a:schemeClr val="tx1"/>
                </a:solidFill>
              </a:rPr>
              <a:t>，</a:t>
            </a:r>
            <a:r>
              <a:rPr lang="en-US" altLang="zh-CN" dirty="0" smtClean="0">
                <a:solidFill>
                  <a:schemeClr val="tx1"/>
                </a:solidFill>
              </a:rPr>
              <a:t>Addison Wesley Press</a:t>
            </a:r>
            <a:endParaRPr lang="zh-CN" altLang="en-US" dirty="0" smtClean="0">
              <a:solidFill>
                <a:schemeClr val="tx1"/>
              </a:solidFill>
            </a:endParaRPr>
          </a:p>
          <a:p>
            <a:pPr lvl="1">
              <a:lnSpc>
                <a:spcPct val="150000"/>
              </a:lnSpc>
              <a:spcBef>
                <a:spcPct val="30000"/>
              </a:spcBef>
            </a:pPr>
            <a:r>
              <a:rPr lang="en-US" altLang="zh-CN" b="1" dirty="0" smtClean="0">
                <a:solidFill>
                  <a:schemeClr val="tx1"/>
                </a:solidFill>
              </a:rPr>
              <a:t>《 </a:t>
            </a:r>
            <a:r>
              <a:rPr lang="zh-CN" altLang="en-US" b="1" dirty="0" smtClean="0">
                <a:solidFill>
                  <a:schemeClr val="tx1"/>
                </a:solidFill>
              </a:rPr>
              <a:t>数据结构：</a:t>
            </a:r>
            <a:r>
              <a:rPr lang="en-US" altLang="zh-CN" b="1" dirty="0" smtClean="0">
                <a:solidFill>
                  <a:schemeClr val="tx1"/>
                </a:solidFill>
              </a:rPr>
              <a:t>C</a:t>
            </a:r>
            <a:r>
              <a:rPr lang="zh-CN" altLang="en-US" b="1" dirty="0" smtClean="0">
                <a:solidFill>
                  <a:schemeClr val="tx1"/>
                </a:solidFill>
              </a:rPr>
              <a:t>语言版</a:t>
            </a:r>
            <a:r>
              <a:rPr lang="en-US" altLang="zh-CN" b="1" dirty="0" smtClean="0">
                <a:solidFill>
                  <a:schemeClr val="tx1"/>
                </a:solidFill>
              </a:rPr>
              <a:t>》</a:t>
            </a:r>
            <a:endParaRPr lang="zh-CN" altLang="en-US" b="1" dirty="0" smtClean="0">
              <a:solidFill>
                <a:schemeClr val="tx1"/>
              </a:solidFill>
            </a:endParaRPr>
          </a:p>
          <a:p>
            <a:pPr lvl="2">
              <a:lnSpc>
                <a:spcPct val="150000"/>
              </a:lnSpc>
              <a:spcBef>
                <a:spcPct val="30000"/>
              </a:spcBef>
            </a:pPr>
            <a:r>
              <a:rPr lang="zh-CN" altLang="en-US" dirty="0" smtClean="0">
                <a:solidFill>
                  <a:schemeClr val="tx1"/>
                </a:solidFill>
              </a:rPr>
              <a:t>严蔚敏等著，清华大学出版社，</a:t>
            </a:r>
            <a:r>
              <a:rPr lang="en-US" altLang="zh-CN" dirty="0" smtClean="0">
                <a:solidFill>
                  <a:schemeClr val="tx1"/>
                </a:solidFill>
              </a:rPr>
              <a:t>2007</a:t>
            </a:r>
            <a:endParaRPr lang="en-US" altLang="zh-CN" dirty="0" smtClean="0">
              <a:solidFill>
                <a:schemeClr val="tx1"/>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dissolve">
                                      <p:cBhvr>
                                        <p:cTn id="10" dur="500"/>
                                        <p:tgtEl>
                                          <p:spTgt spid="5">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dissolv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dissolve">
                                      <p:cBhvr>
                                        <p:cTn id="18" dur="500"/>
                                        <p:tgtEl>
                                          <p:spTgt spid="5">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dissolve">
                                      <p:cBhvr>
                                        <p:cTn id="21" dur="500"/>
                                        <p:tgtEl>
                                          <p:spTgt spid="5">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dissolve">
                                      <p:cBhvr>
                                        <p:cTn id="24" dur="500"/>
                                        <p:tgtEl>
                                          <p:spTgt spid="5">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dissolve">
                                      <p:cBhvr>
                                        <p:cTn id="27" dur="500"/>
                                        <p:tgtEl>
                                          <p:spTgt spid="5">
                                            <p:txEl>
                                              <p:pRg st="6" end="6"/>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dissolve">
                                      <p:cBhvr>
                                        <p:cTn id="30"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3"/>
          <p:cNvSpPr>
            <a:spLocks noChangeArrowheads="1"/>
          </p:cNvSpPr>
          <p:nvPr>
            <p:custDataLst>
              <p:tags r:id="rId1"/>
            </p:custDataLst>
          </p:nvPr>
        </p:nvSpPr>
        <p:spPr bwMode="gray">
          <a:xfrm>
            <a:off x="323850" y="836612"/>
            <a:ext cx="8496300" cy="5904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30000"/>
              </a:lnSpc>
              <a:spcBef>
                <a:spcPts val="600"/>
              </a:spcBef>
              <a:spcAft>
                <a:spcPts val="600"/>
              </a:spcAft>
              <a:buSzPct val="60000"/>
              <a:buFont typeface="Wingdings" panose="05000000000000000000" pitchFamily="2" charset="2"/>
              <a:buChar char="l"/>
              <a:defRPr/>
            </a:pPr>
            <a:r>
              <a:rPr lang="en-US" altLang="zh-CN" sz="2400" b="1" dirty="0" smtClean="0">
                <a:solidFill>
                  <a:schemeClr val="tx1"/>
                </a:solidFill>
                <a:latin typeface="+mn-lt"/>
                <a:ea typeface="+mn-ea"/>
              </a:rPr>
              <a:t>《</a:t>
            </a:r>
            <a:r>
              <a:rPr lang="zh-CN" altLang="en-US" sz="2400" b="1" dirty="0" smtClean="0">
                <a:solidFill>
                  <a:schemeClr val="tx1"/>
                </a:solidFill>
                <a:latin typeface="+mn-lt"/>
                <a:ea typeface="+mn-ea"/>
              </a:rPr>
              <a:t>数据结构与算法</a:t>
            </a:r>
            <a:r>
              <a:rPr lang="en-US" altLang="zh-CN" sz="2400" b="1" dirty="0" smtClean="0">
                <a:solidFill>
                  <a:schemeClr val="tx1"/>
                </a:solidFill>
                <a:latin typeface="+mn-lt"/>
                <a:ea typeface="+mn-ea"/>
              </a:rPr>
              <a:t>》</a:t>
            </a:r>
            <a:r>
              <a:rPr lang="zh-CN" altLang="en-US" sz="2400" b="1" dirty="0">
                <a:solidFill>
                  <a:schemeClr val="tx1"/>
                </a:solidFill>
                <a:latin typeface="+mn-lt"/>
                <a:ea typeface="+mn-ea"/>
              </a:rPr>
              <a:t>课程讨</a:t>
            </a:r>
            <a:r>
              <a:rPr lang="zh-CN" altLang="en-US" sz="2400" b="1" dirty="0" smtClean="0">
                <a:solidFill>
                  <a:schemeClr val="tx1"/>
                </a:solidFill>
                <a:latin typeface="+mn-lt"/>
                <a:ea typeface="+mn-ea"/>
              </a:rPr>
              <a:t>论什么？</a:t>
            </a:r>
            <a:endParaRPr lang="en-US" altLang="zh-CN" sz="2400" b="1" dirty="0" smtClean="0">
              <a:solidFill>
                <a:schemeClr val="tx1"/>
              </a:solidFill>
              <a:latin typeface="+mn-lt"/>
              <a:ea typeface="+mn-ea"/>
            </a:endParaRPr>
          </a:p>
          <a:p>
            <a:pPr lvl="1">
              <a:lnSpc>
                <a:spcPct val="155000"/>
              </a:lnSpc>
              <a:spcBef>
                <a:spcPts val="0"/>
              </a:spcBef>
              <a:defRPr/>
            </a:pPr>
            <a:r>
              <a:rPr lang="zh-CN" altLang="en-US" sz="2400" dirty="0">
                <a:solidFill>
                  <a:schemeClr val="tx1"/>
                </a:solidFill>
                <a:latin typeface="+mn-lt"/>
                <a:ea typeface="+mn-ea"/>
              </a:rPr>
              <a:t>如何在计算机中</a:t>
            </a:r>
            <a:r>
              <a:rPr lang="zh-CN" altLang="en-US" sz="2400" b="1" dirty="0">
                <a:solidFill>
                  <a:schemeClr val="tx1"/>
                </a:solidFill>
                <a:latin typeface="+mn-lt"/>
                <a:ea typeface="+mn-ea"/>
              </a:rPr>
              <a:t>表示</a:t>
            </a:r>
            <a:r>
              <a:rPr lang="zh-CN" altLang="en-US" sz="2400" dirty="0">
                <a:solidFill>
                  <a:schemeClr val="tx1"/>
                </a:solidFill>
                <a:latin typeface="+mn-lt"/>
                <a:ea typeface="+mn-ea"/>
              </a:rPr>
              <a:t>问题和实现对问题的</a:t>
            </a:r>
            <a:r>
              <a:rPr lang="zh-CN" altLang="en-US" sz="2400" b="1" dirty="0">
                <a:solidFill>
                  <a:schemeClr val="tx1"/>
                </a:solidFill>
                <a:latin typeface="+mn-lt"/>
                <a:ea typeface="+mn-ea"/>
              </a:rPr>
              <a:t>求解</a:t>
            </a:r>
            <a:endParaRPr lang="zh-CN" altLang="en-US" sz="2400" b="1" dirty="0">
              <a:solidFill>
                <a:schemeClr val="tx1"/>
              </a:solidFill>
              <a:latin typeface="+mn-lt"/>
              <a:ea typeface="+mn-ea"/>
            </a:endParaRPr>
          </a:p>
          <a:p>
            <a:pPr>
              <a:lnSpc>
                <a:spcPct val="130000"/>
              </a:lnSpc>
              <a:spcBef>
                <a:spcPts val="1200"/>
              </a:spcBef>
              <a:spcAft>
                <a:spcPts val="600"/>
              </a:spcAft>
              <a:buSzPct val="60000"/>
              <a:buFont typeface="Wingdings" panose="05000000000000000000" pitchFamily="2" charset="2"/>
              <a:buChar char="l"/>
              <a:defRPr/>
            </a:pPr>
            <a:r>
              <a:rPr lang="zh-CN" altLang="en-US" sz="2400" b="1" dirty="0" smtClean="0">
                <a:solidFill>
                  <a:schemeClr val="tx1"/>
                </a:solidFill>
                <a:latin typeface="+mn-lt"/>
                <a:ea typeface="+mn-ea"/>
              </a:rPr>
              <a:t>课</a:t>
            </a:r>
            <a:r>
              <a:rPr lang="zh-CN" altLang="en-US" sz="2400" b="1" dirty="0">
                <a:solidFill>
                  <a:schemeClr val="tx1"/>
                </a:solidFill>
                <a:latin typeface="+mn-lt"/>
                <a:ea typeface="+mn-ea"/>
              </a:rPr>
              <a:t>程目标</a:t>
            </a:r>
            <a:endParaRPr lang="zh-CN" altLang="en-US" sz="2400" b="1" dirty="0">
              <a:solidFill>
                <a:schemeClr val="tx1"/>
              </a:solidFill>
              <a:latin typeface="+mn-lt"/>
              <a:ea typeface="+mn-ea"/>
            </a:endParaRPr>
          </a:p>
          <a:p>
            <a:pPr lvl="1">
              <a:lnSpc>
                <a:spcPct val="155000"/>
              </a:lnSpc>
              <a:spcBef>
                <a:spcPts val="0"/>
              </a:spcBef>
              <a:defRPr/>
            </a:pPr>
            <a:r>
              <a:rPr lang="zh-CN" altLang="en-US" sz="2400" dirty="0">
                <a:solidFill>
                  <a:schemeClr val="tx1"/>
                </a:solidFill>
                <a:latin typeface="+mn-lt"/>
                <a:ea typeface="+mn-ea"/>
              </a:rPr>
              <a:t>培养</a:t>
            </a:r>
            <a:r>
              <a:rPr lang="zh-CN" altLang="en-US" sz="2400" b="1" dirty="0">
                <a:solidFill>
                  <a:schemeClr val="tx1"/>
                </a:solidFill>
                <a:latin typeface="+mn-lt"/>
                <a:ea typeface="+mn-ea"/>
              </a:rPr>
              <a:t>计算思维</a:t>
            </a:r>
            <a:r>
              <a:rPr lang="zh-CN" altLang="en-US" sz="2400" dirty="0">
                <a:solidFill>
                  <a:schemeClr val="tx1"/>
                </a:solidFill>
                <a:latin typeface="+mn-lt"/>
                <a:ea typeface="+mn-ea"/>
              </a:rPr>
              <a:t>，提高解决问题的</a:t>
            </a:r>
            <a:r>
              <a:rPr lang="zh-CN" altLang="en-US" sz="2400" b="1" dirty="0">
                <a:solidFill>
                  <a:schemeClr val="tx1"/>
                </a:solidFill>
                <a:latin typeface="+mn-lt"/>
                <a:ea typeface="+mn-ea"/>
              </a:rPr>
              <a:t>能力</a:t>
            </a:r>
            <a:endParaRPr lang="zh-CN" altLang="en-US" sz="2400" b="1" dirty="0">
              <a:solidFill>
                <a:schemeClr val="tx1"/>
              </a:solidFill>
              <a:latin typeface="+mn-lt"/>
              <a:ea typeface="+mn-ea"/>
            </a:endParaRPr>
          </a:p>
          <a:p>
            <a:pPr>
              <a:lnSpc>
                <a:spcPct val="155000"/>
              </a:lnSpc>
              <a:defRPr/>
            </a:pPr>
            <a:r>
              <a:rPr lang="zh-CN" altLang="en-US" sz="2400" b="1" dirty="0" smtClean="0">
                <a:solidFill>
                  <a:schemeClr val="tx1"/>
                </a:solidFill>
                <a:latin typeface="+mn-lt"/>
                <a:ea typeface="+mn-ea"/>
              </a:rPr>
              <a:t>课</a:t>
            </a:r>
            <a:r>
              <a:rPr lang="zh-CN" altLang="en-US" sz="2400" b="1" dirty="0">
                <a:solidFill>
                  <a:schemeClr val="tx1"/>
                </a:solidFill>
                <a:latin typeface="+mn-lt"/>
                <a:ea typeface="+mn-ea"/>
              </a:rPr>
              <a:t>程重要</a:t>
            </a:r>
            <a:r>
              <a:rPr lang="zh-CN" altLang="en-US" sz="2400" b="1" dirty="0" smtClean="0">
                <a:solidFill>
                  <a:schemeClr val="tx1"/>
                </a:solidFill>
                <a:latin typeface="+mn-lt"/>
                <a:ea typeface="+mn-ea"/>
              </a:rPr>
              <a:t>性</a:t>
            </a:r>
            <a:endParaRPr lang="en-US" altLang="zh-CN" sz="2400" b="1" dirty="0" smtClean="0">
              <a:solidFill>
                <a:schemeClr val="tx1"/>
              </a:solidFill>
              <a:latin typeface="+mn-lt"/>
              <a:ea typeface="+mn-ea"/>
            </a:endParaRPr>
          </a:p>
          <a:p>
            <a:pPr lvl="1">
              <a:lnSpc>
                <a:spcPct val="155000"/>
              </a:lnSpc>
              <a:spcBef>
                <a:spcPts val="0"/>
              </a:spcBef>
              <a:defRPr/>
            </a:pPr>
            <a:r>
              <a:rPr lang="zh-CN" altLang="en-US" sz="2400" dirty="0" smtClean="0">
                <a:solidFill>
                  <a:schemeClr val="tx1"/>
                </a:solidFill>
                <a:latin typeface="+mn-lt"/>
                <a:ea typeface="+mn-ea"/>
              </a:rPr>
              <a:t>计</a:t>
            </a:r>
            <a:r>
              <a:rPr lang="zh-CN" altLang="en-US" sz="2400" dirty="0">
                <a:solidFill>
                  <a:schemeClr val="tx1"/>
                </a:solidFill>
                <a:latin typeface="+mn-lt"/>
                <a:ea typeface="+mn-ea"/>
              </a:rPr>
              <a:t>算机专业的核心基础课和考研必考科目</a:t>
            </a:r>
            <a:endParaRPr lang="zh-CN" altLang="en-US" sz="2400" dirty="0">
              <a:solidFill>
                <a:schemeClr val="tx1"/>
              </a:solidFill>
              <a:latin typeface="+mn-lt"/>
              <a:ea typeface="+mn-ea"/>
            </a:endParaRPr>
          </a:p>
          <a:p>
            <a:pPr lvl="1">
              <a:lnSpc>
                <a:spcPct val="155000"/>
              </a:lnSpc>
              <a:spcBef>
                <a:spcPts val="0"/>
              </a:spcBef>
              <a:defRPr/>
            </a:pPr>
            <a:r>
              <a:rPr lang="zh-CN" altLang="en-US" sz="2400" dirty="0" smtClean="0">
                <a:solidFill>
                  <a:schemeClr val="tx1"/>
                </a:solidFill>
                <a:latin typeface="+mn-lt"/>
                <a:ea typeface="+mn-ea"/>
              </a:rPr>
              <a:t>数据结构与算法是一切程序设计的基础（面试必考）</a:t>
            </a:r>
            <a:endParaRPr lang="zh-CN" altLang="en-US" sz="2400" dirty="0" smtClean="0">
              <a:solidFill>
                <a:schemeClr val="tx1"/>
              </a:solidFill>
              <a:latin typeface="+mn-lt"/>
              <a:ea typeface="+mn-ea"/>
            </a:endParaRPr>
          </a:p>
          <a:p>
            <a:pPr>
              <a:lnSpc>
                <a:spcPct val="130000"/>
              </a:lnSpc>
              <a:spcBef>
                <a:spcPts val="1200"/>
              </a:spcBef>
              <a:spcAft>
                <a:spcPts val="600"/>
              </a:spcAft>
              <a:buSzPct val="60000"/>
              <a:buFont typeface="Wingdings" panose="05000000000000000000" pitchFamily="2" charset="2"/>
              <a:buChar char="l"/>
              <a:defRPr/>
            </a:pPr>
            <a:r>
              <a:rPr lang="zh-CN" altLang="en-US" sz="2400" b="1" dirty="0" smtClean="0">
                <a:solidFill>
                  <a:schemeClr val="tx1"/>
                </a:solidFill>
                <a:latin typeface="+mn-lt"/>
                <a:ea typeface="+mn-ea"/>
              </a:rPr>
              <a:t>学习方法</a:t>
            </a:r>
            <a:endParaRPr lang="zh-CN" altLang="en-US" sz="2400" b="1" dirty="0" smtClean="0">
              <a:solidFill>
                <a:schemeClr val="tx1"/>
              </a:solidFill>
              <a:latin typeface="+mn-lt"/>
              <a:ea typeface="+mn-ea"/>
            </a:endParaRPr>
          </a:p>
          <a:p>
            <a:pPr lvl="1">
              <a:lnSpc>
                <a:spcPct val="155000"/>
              </a:lnSpc>
              <a:spcBef>
                <a:spcPts val="0"/>
              </a:spcBef>
              <a:defRPr/>
            </a:pPr>
            <a:r>
              <a:rPr lang="en-US" altLang="zh-CN" sz="2400" dirty="0">
                <a:solidFill>
                  <a:schemeClr val="tx1"/>
                </a:solidFill>
                <a:latin typeface="+mn-lt"/>
                <a:ea typeface="+mn-ea"/>
              </a:rPr>
              <a:t> </a:t>
            </a:r>
            <a:endParaRPr lang="en-US" altLang="zh-CN" sz="2400" dirty="0">
              <a:solidFill>
                <a:schemeClr val="tx1"/>
              </a:solidFill>
              <a:latin typeface="+mn-lt"/>
              <a:ea typeface="+mn-ea"/>
            </a:endParaRPr>
          </a:p>
        </p:txBody>
      </p:sp>
      <p:sp>
        <p:nvSpPr>
          <p:cNvPr id="5" name="矩形 4"/>
          <p:cNvSpPr/>
          <p:nvPr>
            <p:custDataLst>
              <p:tags r:id="rId2"/>
            </p:custDataLst>
          </p:nvPr>
        </p:nvSpPr>
        <p:spPr>
          <a:xfrm>
            <a:off x="1187624" y="5848244"/>
            <a:ext cx="1788006" cy="461665"/>
          </a:xfrm>
          <a:prstGeom prst="rect">
            <a:avLst/>
          </a:prstGeom>
        </p:spPr>
        <p:txBody>
          <a:bodyPr wrap="square">
            <a:normAutofit fontScale="90000"/>
          </a:bodyPr>
          <a:lstStyle/>
          <a:p>
            <a:pPr algn="ctr"/>
            <a:r>
              <a:rPr lang="zh-CN" altLang="en-US" sz="2400" b="1" dirty="0">
                <a:solidFill>
                  <a:schemeClr val="accent1">
                    <a:lumMod val="50000"/>
                  </a:schemeClr>
                </a:solidFill>
                <a:latin typeface="+mn-lt"/>
                <a:ea typeface="+mn-ea"/>
              </a:rPr>
              <a:t>勤</a:t>
            </a:r>
            <a:r>
              <a:rPr lang="zh-CN" altLang="en-US" sz="2400" dirty="0">
                <a:solidFill>
                  <a:schemeClr val="tx1"/>
                </a:solidFill>
                <a:latin typeface="+mn-lt"/>
                <a:ea typeface="+mn-ea"/>
              </a:rPr>
              <a:t>于思考</a:t>
            </a:r>
            <a:endParaRPr lang="zh-CN" altLang="en-US" sz="2400" dirty="0">
              <a:solidFill>
                <a:schemeClr val="tx1"/>
              </a:solidFill>
              <a:latin typeface="+mn-lt"/>
              <a:ea typeface="+mn-ea"/>
            </a:endParaRPr>
          </a:p>
        </p:txBody>
      </p:sp>
      <p:sp>
        <p:nvSpPr>
          <p:cNvPr id="7" name="矩形 6"/>
          <p:cNvSpPr/>
          <p:nvPr>
            <p:custDataLst>
              <p:tags r:id="rId3"/>
            </p:custDataLst>
          </p:nvPr>
        </p:nvSpPr>
        <p:spPr>
          <a:xfrm>
            <a:off x="2771800" y="5848244"/>
            <a:ext cx="1788006" cy="461665"/>
          </a:xfrm>
          <a:prstGeom prst="rect">
            <a:avLst/>
          </a:prstGeom>
        </p:spPr>
        <p:txBody>
          <a:bodyPr wrap="square">
            <a:normAutofit fontScale="90000"/>
          </a:bodyPr>
          <a:lstStyle/>
          <a:p>
            <a:pPr algn="ctr"/>
            <a:r>
              <a:rPr lang="zh-CN" altLang="en-US" sz="2400" b="1" dirty="0">
                <a:solidFill>
                  <a:schemeClr val="accent1">
                    <a:lumMod val="50000"/>
                  </a:schemeClr>
                </a:solidFill>
                <a:latin typeface="+mn-lt"/>
                <a:ea typeface="+mn-ea"/>
              </a:rPr>
              <a:t>劳</a:t>
            </a:r>
            <a:r>
              <a:rPr lang="zh-CN" altLang="en-US" sz="2400" dirty="0">
                <a:solidFill>
                  <a:schemeClr val="tx1"/>
                </a:solidFill>
                <a:latin typeface="+mn-lt"/>
                <a:ea typeface="+mn-ea"/>
              </a:rPr>
              <a:t>逸结合</a:t>
            </a:r>
            <a:endParaRPr lang="zh-CN" altLang="en-US" sz="2400" dirty="0">
              <a:solidFill>
                <a:schemeClr val="tx1"/>
              </a:solidFill>
              <a:latin typeface="+mn-lt"/>
              <a:ea typeface="+mn-ea"/>
            </a:endParaRPr>
          </a:p>
        </p:txBody>
      </p:sp>
      <p:sp>
        <p:nvSpPr>
          <p:cNvPr id="8" name="矩形 7"/>
          <p:cNvSpPr/>
          <p:nvPr>
            <p:custDataLst>
              <p:tags r:id="rId4"/>
            </p:custDataLst>
          </p:nvPr>
        </p:nvSpPr>
        <p:spPr>
          <a:xfrm>
            <a:off x="4355976" y="5848244"/>
            <a:ext cx="1788006" cy="461665"/>
          </a:xfrm>
          <a:prstGeom prst="rect">
            <a:avLst/>
          </a:prstGeom>
        </p:spPr>
        <p:txBody>
          <a:bodyPr wrap="square">
            <a:normAutofit fontScale="90000"/>
          </a:bodyPr>
          <a:lstStyle/>
          <a:p>
            <a:pPr algn="ctr"/>
            <a:r>
              <a:rPr lang="zh-CN" altLang="en-US" sz="2400" b="1" dirty="0">
                <a:solidFill>
                  <a:schemeClr val="accent1">
                    <a:lumMod val="50000"/>
                  </a:schemeClr>
                </a:solidFill>
                <a:latin typeface="+mn-lt"/>
                <a:ea typeface="+mn-ea"/>
              </a:rPr>
              <a:t>勇</a:t>
            </a:r>
            <a:r>
              <a:rPr lang="zh-CN" altLang="en-US" sz="2400" dirty="0">
                <a:solidFill>
                  <a:schemeClr val="tx1"/>
                </a:solidFill>
                <a:latin typeface="+mn-lt"/>
                <a:ea typeface="+mn-ea"/>
              </a:rPr>
              <a:t>于实践</a:t>
            </a:r>
            <a:endParaRPr lang="zh-CN" altLang="en-US" sz="2400" dirty="0">
              <a:solidFill>
                <a:schemeClr val="tx1"/>
              </a:solidFill>
              <a:latin typeface="+mn-lt"/>
              <a:ea typeface="+mn-ea"/>
            </a:endParaRPr>
          </a:p>
        </p:txBody>
      </p:sp>
      <p:sp>
        <p:nvSpPr>
          <p:cNvPr id="9" name="矩形 8"/>
          <p:cNvSpPr/>
          <p:nvPr>
            <p:custDataLst>
              <p:tags r:id="rId5"/>
            </p:custDataLst>
          </p:nvPr>
        </p:nvSpPr>
        <p:spPr>
          <a:xfrm>
            <a:off x="5940152" y="5848244"/>
            <a:ext cx="1788006" cy="461665"/>
          </a:xfrm>
          <a:prstGeom prst="rect">
            <a:avLst/>
          </a:prstGeom>
        </p:spPr>
        <p:txBody>
          <a:bodyPr wrap="square">
            <a:normAutofit fontScale="90000"/>
          </a:bodyPr>
          <a:lstStyle/>
          <a:p>
            <a:pPr algn="ctr"/>
            <a:r>
              <a:rPr lang="zh-CN" altLang="en-US" sz="2400" b="1" dirty="0">
                <a:solidFill>
                  <a:schemeClr val="accent1">
                    <a:lumMod val="50000"/>
                  </a:schemeClr>
                </a:solidFill>
                <a:latin typeface="+mn-lt"/>
                <a:ea typeface="+mn-ea"/>
              </a:rPr>
              <a:t>敢</a:t>
            </a:r>
            <a:r>
              <a:rPr lang="zh-CN" altLang="en-US" sz="2400" dirty="0">
                <a:solidFill>
                  <a:schemeClr val="tx1"/>
                </a:solidFill>
                <a:latin typeface="+mn-lt"/>
                <a:ea typeface="+mn-ea"/>
              </a:rPr>
              <a:t>于创新</a:t>
            </a:r>
            <a:endParaRPr lang="zh-CN" altLang="en-US" sz="2400" dirty="0">
              <a:solidFill>
                <a:schemeClr val="tx1"/>
              </a:solidFill>
              <a:latin typeface="+mn-lt"/>
              <a:ea typeface="+mn-ea"/>
            </a:endParaRPr>
          </a:p>
        </p:txBody>
      </p:sp>
      <p:sp>
        <p:nvSpPr>
          <p:cNvPr id="12" name="标题 11"/>
          <p:cNvSpPr>
            <a:spLocks noGrp="1"/>
          </p:cNvSpPr>
          <p:nvPr>
            <p:ph type="title"/>
            <p:custDataLst>
              <p:tags r:id="rId6"/>
            </p:custDataLst>
          </p:nvPr>
        </p:nvSpPr>
        <p:spPr>
          <a:xfrm>
            <a:off x="179705" y="116795"/>
            <a:ext cx="8100000" cy="720000"/>
          </a:xfrm>
        </p:spPr>
        <p:txBody>
          <a:bodyPr vert="horz" wrap="square" lIns="0" tIns="0" rIns="0" bIns="0" rtlCol="0" anchor="ctr">
            <a:normAutofit/>
          </a:bodyPr>
          <a:lstStyle/>
          <a:p>
            <a:pPr lvl="0" algn="l">
              <a:buClrTx/>
              <a:buSzTx/>
              <a:buFontTx/>
            </a:pPr>
            <a:r>
              <a:rPr lang="zh-CN" altLang="en-US" dirty="0">
                <a:sym typeface="+mn-ea"/>
              </a:rPr>
              <a:t>课程概览</a:t>
            </a:r>
            <a:endParaRPr lang="zh-CN" altLang="en-US" dirty="0">
              <a:sym typeface="+mn-ea"/>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Effect transition="in" filter="wipe(left)">
                                      <p:cBhvr>
                                        <p:cTn id="7" dur="500"/>
                                        <p:tgtEl>
                                          <p:spTgt spid="175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5107">
                                            <p:txEl>
                                              <p:pRg st="1" end="1"/>
                                            </p:txEl>
                                          </p:spTgt>
                                        </p:tgtEl>
                                        <p:attrNameLst>
                                          <p:attrName>style.visibility</p:attrName>
                                        </p:attrNameLst>
                                      </p:cBhvr>
                                      <p:to>
                                        <p:strVal val="visible"/>
                                      </p:to>
                                    </p:set>
                                    <p:animEffect transition="in" filter="wipe(left)">
                                      <p:cBhvr>
                                        <p:cTn id="12" dur="500"/>
                                        <p:tgtEl>
                                          <p:spTgt spid="1751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5107">
                                            <p:txEl>
                                              <p:pRg st="2" end="2"/>
                                            </p:txEl>
                                          </p:spTgt>
                                        </p:tgtEl>
                                        <p:attrNameLst>
                                          <p:attrName>style.visibility</p:attrName>
                                        </p:attrNameLst>
                                      </p:cBhvr>
                                      <p:to>
                                        <p:strVal val="visible"/>
                                      </p:to>
                                    </p:set>
                                    <p:animEffect transition="in" filter="wipe(left)">
                                      <p:cBhvr>
                                        <p:cTn id="17" dur="500"/>
                                        <p:tgtEl>
                                          <p:spTgt spid="1751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5107">
                                            <p:txEl>
                                              <p:pRg st="3" end="3"/>
                                            </p:txEl>
                                          </p:spTgt>
                                        </p:tgtEl>
                                        <p:attrNameLst>
                                          <p:attrName>style.visibility</p:attrName>
                                        </p:attrNameLst>
                                      </p:cBhvr>
                                      <p:to>
                                        <p:strVal val="visible"/>
                                      </p:to>
                                    </p:set>
                                    <p:animEffect transition="in" filter="wipe(left)">
                                      <p:cBhvr>
                                        <p:cTn id="22" dur="500"/>
                                        <p:tgtEl>
                                          <p:spTgt spid="1751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5107">
                                            <p:txEl>
                                              <p:pRg st="4" end="4"/>
                                            </p:txEl>
                                          </p:spTgt>
                                        </p:tgtEl>
                                        <p:attrNameLst>
                                          <p:attrName>style.visibility</p:attrName>
                                        </p:attrNameLst>
                                      </p:cBhvr>
                                      <p:to>
                                        <p:strVal val="visible"/>
                                      </p:to>
                                    </p:set>
                                    <p:animEffect transition="in" filter="wipe(left)">
                                      <p:cBhvr>
                                        <p:cTn id="27" dur="500"/>
                                        <p:tgtEl>
                                          <p:spTgt spid="1751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5107">
                                            <p:txEl>
                                              <p:pRg st="5" end="5"/>
                                            </p:txEl>
                                          </p:spTgt>
                                        </p:tgtEl>
                                        <p:attrNameLst>
                                          <p:attrName>style.visibility</p:attrName>
                                        </p:attrNameLst>
                                      </p:cBhvr>
                                      <p:to>
                                        <p:strVal val="visible"/>
                                      </p:to>
                                    </p:set>
                                    <p:animEffect transition="in" filter="wipe(left)">
                                      <p:cBhvr>
                                        <p:cTn id="32" dur="500"/>
                                        <p:tgtEl>
                                          <p:spTgt spid="1751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5107">
                                            <p:txEl>
                                              <p:pRg st="6" end="6"/>
                                            </p:txEl>
                                          </p:spTgt>
                                        </p:tgtEl>
                                        <p:attrNameLst>
                                          <p:attrName>style.visibility</p:attrName>
                                        </p:attrNameLst>
                                      </p:cBhvr>
                                      <p:to>
                                        <p:strVal val="visible"/>
                                      </p:to>
                                    </p:set>
                                    <p:animEffect transition="in" filter="wipe(left)">
                                      <p:cBhvr>
                                        <p:cTn id="37" dur="500"/>
                                        <p:tgtEl>
                                          <p:spTgt spid="1751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5107">
                                            <p:txEl>
                                              <p:pRg st="7" end="7"/>
                                            </p:txEl>
                                          </p:spTgt>
                                        </p:tgtEl>
                                        <p:attrNameLst>
                                          <p:attrName>style.visibility</p:attrName>
                                        </p:attrNameLst>
                                      </p:cBhvr>
                                      <p:to>
                                        <p:strVal val="visible"/>
                                      </p:to>
                                    </p:set>
                                    <p:animEffect transition="in" filter="wipe(left)">
                                      <p:cBhvr>
                                        <p:cTn id="42" dur="500"/>
                                        <p:tgtEl>
                                          <p:spTgt spid="17510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5107">
                                            <p:txEl>
                                              <p:pRg st="8" end="8"/>
                                            </p:txEl>
                                          </p:spTgt>
                                        </p:tgtEl>
                                        <p:attrNameLst>
                                          <p:attrName>style.visibility</p:attrName>
                                        </p:attrNameLst>
                                      </p:cBhvr>
                                      <p:to>
                                        <p:strVal val="visible"/>
                                      </p:to>
                                    </p:set>
                                    <p:animEffect transition="in" filter="wipe(left)">
                                      <p:cBhvr>
                                        <p:cTn id="47" dur="500"/>
                                        <p:tgtEl>
                                          <p:spTgt spid="175107">
                                            <p:txEl>
                                              <p:pRg st="8" end="8"/>
                                            </p:txEl>
                                          </p:spTgt>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left)">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left)">
                                      <p:cBhvr>
                                        <p:cTn id="6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p:cNvSpPr>
            <a:spLocks noGrp="1"/>
          </p:cNvSpPr>
          <p:nvPr>
            <p:ph type="title"/>
            <p:custDataLst>
              <p:tags r:id="rId1"/>
            </p:custDataLst>
          </p:nvPr>
        </p:nvSpPr>
        <p:spPr>
          <a:xfrm>
            <a:off x="1144905" y="3313271"/>
            <a:ext cx="6858000" cy="1985010"/>
          </a:xfrm>
        </p:spPr>
        <p:txBody>
          <a:bodyPr wrap="square">
            <a:normAutofit/>
          </a:bodyPr>
          <a:lstStyle/>
          <a:p>
            <a:r>
              <a:rPr lang="zh-CN" altLang="en-US" dirty="0"/>
              <a:t>课程</a:t>
            </a:r>
            <a:r>
              <a:rPr lang="zh-CN" altLang="en-US" dirty="0"/>
              <a:t>导论</a:t>
            </a:r>
            <a:endParaRPr lang="zh-CN" altLang="en-US" dirty="0"/>
          </a:p>
        </p:txBody>
      </p:sp>
      <p:sp>
        <p:nvSpPr>
          <p:cNvPr id="13" name="节编号"/>
          <p:cNvSpPr>
            <a:spLocks noGrp="1"/>
          </p:cNvSpPr>
          <p:nvPr>
            <p:ph type="body" sz="quarter" idx="13"/>
            <p:custDataLst>
              <p:tags r:id="rId2"/>
            </p:custDataLst>
          </p:nvPr>
        </p:nvSpPr>
        <p:spPr>
          <a:xfrm>
            <a:off x="1143000" y="1087755"/>
            <a:ext cx="6858000" cy="2069783"/>
          </a:xfrm>
        </p:spPr>
        <p:txBody>
          <a:bodyPr wrap="square">
            <a:normAutofit/>
          </a:bodyPr>
          <a:lstStyle/>
          <a:p>
            <a:r>
              <a:rPr lang="en-US" altLang="en-US" dirty="0">
                <a:sym typeface="+mn-ea"/>
              </a:rPr>
              <a:t>PART01</a:t>
            </a:r>
            <a:endParaRPr lang="en-US" altLang="en-US" dirty="0">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ripple/>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Text Box 9"/>
          <p:cNvSpPr txBox="1">
            <a:spLocks noChangeArrowheads="1"/>
          </p:cNvSpPr>
          <p:nvPr>
            <p:custDataLst>
              <p:tags r:id="rId1"/>
            </p:custDataLst>
          </p:nvPr>
        </p:nvSpPr>
        <p:spPr bwMode="auto">
          <a:xfrm>
            <a:off x="2637473" y="1556097"/>
            <a:ext cx="4427537" cy="645160"/>
          </a:xfrm>
          <a:prstGeom prst="rect">
            <a:avLst/>
          </a:prstGeom>
          <a:noFill/>
          <a:ln>
            <a:noFill/>
          </a:ln>
          <a:effectLst/>
        </p:spPr>
        <p:txBody>
          <a:bodyPr wrap="square">
            <a:normAutofit fontScale="90000"/>
          </a:bodyPr>
          <a:lstStyle/>
          <a:p>
            <a:pPr algn="ctr">
              <a:spcBef>
                <a:spcPct val="50000"/>
              </a:spcBef>
              <a:defRPr/>
            </a:pPr>
            <a:r>
              <a:rPr lang="zh-CN" altLang="en-US" sz="3600" b="1" dirty="0">
                <a:solidFill>
                  <a:schemeClr val="accent1">
                    <a:lumMod val="50000"/>
                  </a:schemeClr>
                </a:solidFill>
                <a:latin typeface="+mn-lt"/>
                <a:ea typeface="+mn-ea"/>
                <a:cs typeface="+mj-cs"/>
              </a:rPr>
              <a:t>图灵奖是什么？</a:t>
            </a:r>
            <a:endParaRPr lang="zh-CN" altLang="en-US" sz="3600" b="1" dirty="0">
              <a:solidFill>
                <a:schemeClr val="accent1">
                  <a:lumMod val="50000"/>
                </a:schemeClr>
              </a:solidFill>
              <a:latin typeface="+mn-lt"/>
              <a:ea typeface="+mn-ea"/>
              <a:cs typeface="+mj-cs"/>
            </a:endParaRPr>
          </a:p>
        </p:txBody>
      </p:sp>
      <p:sp>
        <p:nvSpPr>
          <p:cNvPr id="27660" name="Rectangle 3"/>
          <p:cNvSpPr>
            <a:spLocks noChangeArrowheads="1"/>
          </p:cNvSpPr>
          <p:nvPr>
            <p:custDataLst>
              <p:tags r:id="rId2"/>
            </p:custDataLst>
          </p:nvPr>
        </p:nvSpPr>
        <p:spPr bwMode="auto">
          <a:xfrm>
            <a:off x="179388" y="908050"/>
            <a:ext cx="878522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spcBef>
                <a:spcPts val="1200"/>
              </a:spcBef>
              <a:buFont typeface="Wingdings" panose="05000000000000000000" pitchFamily="2" charset="2"/>
              <a:buChar char=""/>
              <a:defRPr sz="2800" b="1">
                <a:solidFill>
                  <a:srgbClr val="161616"/>
                </a:solidFill>
                <a:latin typeface="微软雅黑" panose="020B0503020204020204" pitchFamily="34" charset="-122"/>
                <a:ea typeface="微软雅黑" panose="020B0503020204020204" pitchFamily="34" charset="-122"/>
              </a:defRPr>
            </a:lvl1pPr>
            <a:lvl2pPr marL="742950" indent="-285750" eaLnBrk="0" hangingPunct="0">
              <a:spcBef>
                <a:spcPts val="1200"/>
              </a:spcBef>
              <a:buFont typeface="Wingdings" panose="05000000000000000000" pitchFamily="2" charset="2"/>
              <a:buChar char="±"/>
              <a:defRPr sz="2800">
                <a:solidFill>
                  <a:srgbClr val="161616"/>
                </a:solidFill>
                <a:latin typeface="微软雅黑" panose="020B0503020204020204" pitchFamily="34" charset="-122"/>
                <a:ea typeface="微软雅黑" panose="020B0503020204020204" pitchFamily="34" charset="-122"/>
              </a:defRPr>
            </a:lvl2pPr>
            <a:lvl3pPr marL="1143000" indent="-228600" eaLnBrk="0" hangingPunct="0">
              <a:spcBef>
                <a:spcPts val="1200"/>
              </a:spcBef>
              <a:buChar char="•"/>
              <a:defRPr sz="2400">
                <a:solidFill>
                  <a:srgbClr val="161616"/>
                </a:solidFill>
                <a:latin typeface="微软雅黑" panose="020B0503020204020204" pitchFamily="34" charset="-122"/>
                <a:ea typeface="微软雅黑" panose="020B0503020204020204" pitchFamily="34" charset="-122"/>
              </a:defRPr>
            </a:lvl3pPr>
            <a:lvl4pPr marL="1600200" indent="-228600" eaLnBrk="0" hangingPunct="0">
              <a:spcBef>
                <a:spcPts val="1200"/>
              </a:spcBef>
              <a:buChar char="–"/>
              <a:defRPr sz="2000">
                <a:solidFill>
                  <a:srgbClr val="161616"/>
                </a:solidFill>
                <a:latin typeface="微软雅黑" panose="020B0503020204020204" pitchFamily="34" charset="-122"/>
                <a:ea typeface="微软雅黑" panose="020B0503020204020204" pitchFamily="34" charset="-122"/>
              </a:defRPr>
            </a:lvl4pPr>
            <a:lvl5pPr marL="2057400" indent="-228600" eaLnBrk="0" hangingPunct="0">
              <a:spcBef>
                <a:spcPts val="1200"/>
              </a:spcBef>
              <a:buChar char="»"/>
              <a:defRPr sz="2000">
                <a:solidFill>
                  <a:srgbClr val="161616"/>
                </a:solidFill>
                <a:latin typeface="微软雅黑" panose="020B0503020204020204" pitchFamily="34" charset="-122"/>
                <a:ea typeface="微软雅黑" panose="020B0503020204020204" pitchFamily="34" charset="-122"/>
              </a:defRPr>
            </a:lvl5pPr>
            <a:lvl6pPr marL="2514600" indent="-2286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6pPr>
            <a:lvl7pPr marL="2971800" indent="-2286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7pPr>
            <a:lvl8pPr marL="3429000" indent="-2286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8pPr>
            <a:lvl9pPr marL="3886200" indent="-2286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9pPr>
          </a:lstStyle>
          <a:p>
            <a:pPr algn="ctr">
              <a:buNone/>
              <a:defRPr/>
            </a:pPr>
            <a:r>
              <a:rPr lang="en-US" altLang="zh-CN" kern="0" dirty="0">
                <a:solidFill>
                  <a:schemeClr val="accent1">
                    <a:lumMod val="50000"/>
                  </a:schemeClr>
                </a:solidFill>
                <a:latin typeface="+mn-lt"/>
                <a:ea typeface="+mn-ea"/>
              </a:rPr>
              <a:t>Data Structure + Algorithm = Program</a:t>
            </a:r>
            <a:endParaRPr lang="en-US" altLang="zh-CN" kern="0" dirty="0">
              <a:solidFill>
                <a:schemeClr val="accent1">
                  <a:lumMod val="50000"/>
                </a:schemeClr>
              </a:solidFill>
              <a:latin typeface="+mn-lt"/>
              <a:ea typeface="+mn-ea"/>
            </a:endParaRPr>
          </a:p>
        </p:txBody>
      </p:sp>
      <p:sp>
        <p:nvSpPr>
          <p:cNvPr id="7" name="Rectangle 8"/>
          <p:cNvSpPr>
            <a:spLocks noChangeArrowheads="1"/>
          </p:cNvSpPr>
          <p:nvPr>
            <p:custDataLst>
              <p:tags r:id="rId3"/>
            </p:custDataLst>
          </p:nvPr>
        </p:nvSpPr>
        <p:spPr bwMode="auto">
          <a:xfrm>
            <a:off x="0" y="44450"/>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3200" dirty="0" smtClean="0">
                <a:solidFill>
                  <a:schemeClr val="bg1">
                    <a:lumMod val="10000"/>
                  </a:schemeClr>
                </a:solidFill>
                <a:latin typeface="+mj-lt"/>
                <a:ea typeface="+mj-ea"/>
              </a:rPr>
              <a:t>学</a:t>
            </a:r>
            <a:r>
              <a:rPr lang="zh-CN" altLang="en-US" sz="3200" dirty="0">
                <a:solidFill>
                  <a:schemeClr val="bg1">
                    <a:lumMod val="10000"/>
                  </a:schemeClr>
                </a:solidFill>
                <a:latin typeface="+mj-lt"/>
                <a:ea typeface="+mj-ea"/>
              </a:rPr>
              <a:t>习数据结构的意义及要求</a:t>
            </a:r>
            <a:endParaRPr lang="zh-CN" altLang="en-US" sz="3200" dirty="0">
              <a:solidFill>
                <a:schemeClr val="bg1">
                  <a:lumMod val="10000"/>
                </a:schemeClr>
              </a:solidFill>
              <a:latin typeface="+mj-lt"/>
              <a:ea typeface="+mj-ea"/>
            </a:endParaRPr>
          </a:p>
        </p:txBody>
      </p:sp>
      <p:sp>
        <p:nvSpPr>
          <p:cNvPr id="5" name="Rectangle 3"/>
          <p:cNvSpPr>
            <a:spLocks noGrp="1" noChangeArrowheads="1"/>
          </p:cNvSpPr>
          <p:nvPr>
            <p:custDataLst>
              <p:tags r:id="rId4"/>
            </p:custDataLst>
          </p:nvPr>
        </p:nvSpPr>
        <p:spPr>
          <a:xfrm>
            <a:off x="683630" y="2420675"/>
            <a:ext cx="8226900" cy="4759200"/>
          </a:xfrm>
          <a:prstGeom prst="rect">
            <a:avLst/>
          </a:prstGeom>
        </p:spPr>
        <p:txBody>
          <a:bodyPr vert="horz" lIns="91440" tIns="45720" rIns="91440" bIns="45720" rtlCol="0">
            <a:normAutofit/>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0" indent="0" eaLnBrk="1" hangingPunct="1">
              <a:lnSpc>
                <a:spcPct val="150000"/>
              </a:lnSpc>
              <a:buFontTx/>
              <a:buNone/>
              <a:defRPr/>
            </a:pPr>
            <a:r>
              <a:rPr lang="zh-CN" altLang="en-US" sz="2400" b="1" dirty="0" smtClean="0">
                <a:solidFill>
                  <a:schemeClr val="tx1"/>
                </a:solidFill>
              </a:rPr>
              <a:t>公式的含义：</a:t>
            </a:r>
            <a:endParaRPr lang="zh-CN" altLang="en-US" sz="2400" b="1" dirty="0" smtClean="0">
              <a:solidFill>
                <a:schemeClr val="tx1"/>
              </a:solidFill>
            </a:endParaRPr>
          </a:p>
          <a:p>
            <a:pPr eaLnBrk="1" hangingPunct="1">
              <a:lnSpc>
                <a:spcPct val="150000"/>
              </a:lnSpc>
              <a:buSzPct val="60000"/>
              <a:buFont typeface="Wingdings" panose="05000000000000000000" pitchFamily="2" charset="2"/>
              <a:buChar char="l"/>
              <a:defRPr/>
            </a:pPr>
            <a:r>
              <a:rPr lang="zh-CN" altLang="en-US" sz="2400" b="1" dirty="0" smtClean="0">
                <a:solidFill>
                  <a:schemeClr val="tx1"/>
                </a:solidFill>
              </a:rPr>
              <a:t>数据结</a:t>
            </a:r>
            <a:r>
              <a:rPr lang="zh-CN" altLang="en-US" sz="2400" b="1" dirty="0">
                <a:solidFill>
                  <a:schemeClr val="tx1"/>
                </a:solidFill>
              </a:rPr>
              <a:t>构</a:t>
            </a:r>
            <a:r>
              <a:rPr lang="zh-CN" altLang="en-US" sz="2400" dirty="0">
                <a:solidFill>
                  <a:schemeClr val="tx1"/>
                </a:solidFill>
              </a:rPr>
              <a:t>和</a:t>
            </a:r>
            <a:r>
              <a:rPr lang="zh-CN" altLang="en-US" sz="2400" b="1" dirty="0">
                <a:solidFill>
                  <a:schemeClr val="tx1"/>
                </a:solidFill>
              </a:rPr>
              <a:t>算法</a:t>
            </a:r>
            <a:r>
              <a:rPr lang="zh-CN" altLang="en-US" sz="2400" dirty="0" smtClean="0">
                <a:solidFill>
                  <a:schemeClr val="tx1"/>
                </a:solidFill>
              </a:rPr>
              <a:t>是构成计算机</a:t>
            </a:r>
            <a:r>
              <a:rPr lang="zh-CN" altLang="en-US" sz="2400" b="1" dirty="0">
                <a:solidFill>
                  <a:schemeClr val="tx1"/>
                </a:solidFill>
              </a:rPr>
              <a:t>程序</a:t>
            </a:r>
            <a:r>
              <a:rPr lang="zh-CN" altLang="en-US" sz="2400" dirty="0" smtClean="0">
                <a:solidFill>
                  <a:schemeClr val="tx1"/>
                </a:solidFill>
              </a:rPr>
              <a:t>的两个关键要素</a:t>
            </a:r>
            <a:endParaRPr lang="zh-CN" altLang="en-US" sz="2400" dirty="0" smtClean="0">
              <a:solidFill>
                <a:schemeClr val="tx1"/>
              </a:solidFill>
            </a:endParaRPr>
          </a:p>
          <a:p>
            <a:pPr eaLnBrk="1" hangingPunct="1">
              <a:lnSpc>
                <a:spcPct val="150000"/>
              </a:lnSpc>
              <a:buSzPct val="60000"/>
              <a:buFont typeface="Wingdings" panose="05000000000000000000" pitchFamily="2" charset="2"/>
              <a:buChar char="l"/>
              <a:defRPr/>
            </a:pPr>
            <a:r>
              <a:rPr lang="zh-CN" altLang="en-US" sz="2400" dirty="0">
                <a:solidFill>
                  <a:schemeClr val="tx1"/>
                </a:solidFill>
              </a:rPr>
              <a:t>程序</a:t>
            </a:r>
            <a:r>
              <a:rPr lang="zh-CN" altLang="en-US" sz="2400" dirty="0" smtClean="0">
                <a:solidFill>
                  <a:schemeClr val="tx1"/>
                </a:solidFill>
              </a:rPr>
              <a:t>设计</a:t>
            </a:r>
            <a:r>
              <a:rPr lang="zh-CN" altLang="en-US" sz="2400" dirty="0">
                <a:solidFill>
                  <a:schemeClr val="tx1"/>
                </a:solidFill>
              </a:rPr>
              <a:t>的精髓在</a:t>
            </a:r>
            <a:r>
              <a:rPr lang="zh-CN" altLang="en-US" sz="2400" dirty="0" smtClean="0">
                <a:solidFill>
                  <a:schemeClr val="tx1"/>
                </a:solidFill>
              </a:rPr>
              <a:t>于设计算</a:t>
            </a:r>
            <a:r>
              <a:rPr lang="zh-CN" altLang="en-US" sz="2400" dirty="0">
                <a:solidFill>
                  <a:schemeClr val="tx1"/>
                </a:solidFill>
              </a:rPr>
              <a:t>法</a:t>
            </a:r>
            <a:r>
              <a:rPr lang="zh-CN" altLang="en-US" sz="2400" dirty="0" smtClean="0">
                <a:solidFill>
                  <a:schemeClr val="tx1"/>
                </a:solidFill>
              </a:rPr>
              <a:t>和相应的数据结构</a:t>
            </a:r>
            <a:endParaRPr lang="zh-CN" altLang="en-US" sz="2400" dirty="0" smtClean="0">
              <a:solidFill>
                <a:schemeClr val="tx1"/>
              </a:solidFill>
            </a:endParaRPr>
          </a:p>
          <a:p>
            <a:pPr marL="0" indent="0" eaLnBrk="1" hangingPunct="1">
              <a:lnSpc>
                <a:spcPct val="150000"/>
              </a:lnSpc>
              <a:buFontTx/>
              <a:buNone/>
              <a:defRPr/>
            </a:pPr>
            <a:r>
              <a:rPr lang="zh-CN" altLang="en-US" sz="2400" dirty="0" smtClean="0">
                <a:solidFill>
                  <a:schemeClr val="tx1"/>
                </a:solidFill>
              </a:rPr>
              <a:t>所谓计算机程序，就是</a:t>
            </a:r>
            <a:r>
              <a:rPr lang="zh-CN" altLang="en-US" sz="2400" dirty="0">
                <a:solidFill>
                  <a:schemeClr val="tx1"/>
                </a:solidFill>
              </a:rPr>
              <a:t>使用计算机程序设计语言</a:t>
            </a:r>
            <a:r>
              <a:rPr lang="zh-CN" altLang="en-US" sz="2400" dirty="0" smtClean="0">
                <a:solidFill>
                  <a:schemeClr val="tx1"/>
                </a:solidFill>
              </a:rPr>
              <a:t>描述算法和数据结构，从而在计算机上实现应用问题的求解</a:t>
            </a:r>
            <a:endParaRPr lang="zh-CN" altLang="en-US" sz="2400" dirty="0" smtClean="0">
              <a:solidFill>
                <a:schemeClr val="tx1"/>
              </a:solidFill>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7660"/>
                                        </p:tgtEl>
                                        <p:attrNameLst>
                                          <p:attrName>style.visibility</p:attrName>
                                        </p:attrNameLst>
                                      </p:cBhvr>
                                      <p:to>
                                        <p:strVal val="visible"/>
                                      </p:to>
                                    </p:set>
                                    <p:animEffect transition="in" filter="dissolve">
                                      <p:cBhvr>
                                        <p:cTn id="7" dur="500"/>
                                        <p:tgtEl>
                                          <p:spTgt spid="276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7">
                                            <p:txEl>
                                              <p:pRg st="4294967295" end="4294967295"/>
                                            </p:txEl>
                                          </p:spTgt>
                                        </p:tgtEl>
                                        <p:attrNameLst>
                                          <p:attrName>style.visibility</p:attrName>
                                        </p:attrNameLst>
                                      </p:cBhvr>
                                      <p:to>
                                        <p:strVal val="visible"/>
                                      </p:to>
                                    </p:set>
                                    <p:animEffect transition="in" filter="wipe(left)">
                                      <p:cBhvr>
                                        <p:cTn id="12" dur="500"/>
                                        <p:tgtEl>
                                          <p:spTgt spid="27657">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7">
                                            <p:txEl>
                                              <p:pRg st="0" end="0"/>
                                            </p:txEl>
                                          </p:spTgt>
                                        </p:tgtEl>
                                        <p:attrNameLst>
                                          <p:attrName>style.visibility</p:attrName>
                                        </p:attrNameLst>
                                      </p:cBhvr>
                                      <p:to>
                                        <p:strVal val="visible"/>
                                      </p:to>
                                    </p:set>
                                    <p:animEffect transition="in" filter="wipe(left)">
                                      <p:cBhvr>
                                        <p:cTn id="17" dur="500"/>
                                        <p:tgtEl>
                                          <p:spTgt spid="2765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wipe(left)">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wipe(left)">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Effect transition="in" filter="wipe(up)">
                                      <p:cBhvr>
                                        <p:cTn id="3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build="allAtOnce"/>
      <p:bldP spid="27660" grpId="0"/>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custDataLst>
              <p:tags r:id="rId1"/>
            </p:custDataLst>
          </p:nvPr>
        </p:nvSpPr>
        <p:spPr/>
        <p:txBody>
          <a:bodyPr/>
          <a:p>
            <a:endParaRPr lang="zh-CN" altLang="en-US"/>
          </a:p>
        </p:txBody>
      </p:sp>
      <p:pic>
        <p:nvPicPr>
          <p:cNvPr id="27651" name="Picture 10" descr="图灵奖"/>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2484438" y="1350963"/>
            <a:ext cx="41402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Rectangle 2"/>
          <p:cNvSpPr>
            <a:spLocks noChangeArrowheads="1"/>
          </p:cNvSpPr>
          <p:nvPr>
            <p:custDataLst>
              <p:tags r:id="rId4"/>
            </p:custDataLst>
          </p:nvPr>
        </p:nvSpPr>
        <p:spPr bwMode="auto">
          <a:xfrm>
            <a:off x="685800" y="909638"/>
            <a:ext cx="77724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rmAutofit/>
          </a:bodyPr>
          <a:lstStyle>
            <a:lvl1pPr eaLnBrk="0" hangingPunct="0">
              <a:spcBef>
                <a:spcPts val="1200"/>
              </a:spcBef>
              <a:buFont typeface="Wingdings" panose="05000000000000000000" pitchFamily="2" charset="2"/>
              <a:buChar char=""/>
              <a:defRPr sz="2800" b="1">
                <a:solidFill>
                  <a:srgbClr val="161616"/>
                </a:solidFill>
                <a:latin typeface="微软雅黑" panose="020B0503020204020204" pitchFamily="34" charset="-122"/>
                <a:ea typeface="微软雅黑" panose="020B0503020204020204" pitchFamily="34" charset="-122"/>
              </a:defRPr>
            </a:lvl1pPr>
            <a:lvl2pPr marL="742950" indent="-285750" eaLnBrk="0" hangingPunct="0">
              <a:spcBef>
                <a:spcPts val="1200"/>
              </a:spcBef>
              <a:buFont typeface="Wingdings" panose="05000000000000000000" pitchFamily="2" charset="2"/>
              <a:buChar char="±"/>
              <a:defRPr sz="2800">
                <a:solidFill>
                  <a:srgbClr val="161616"/>
                </a:solidFill>
                <a:latin typeface="微软雅黑" panose="020B0503020204020204" pitchFamily="34" charset="-122"/>
                <a:ea typeface="微软雅黑" panose="020B0503020204020204" pitchFamily="34" charset="-122"/>
              </a:defRPr>
            </a:lvl2pPr>
            <a:lvl3pPr marL="1143000" indent="-228600" eaLnBrk="0" hangingPunct="0">
              <a:spcBef>
                <a:spcPts val="1200"/>
              </a:spcBef>
              <a:buChar char="•"/>
              <a:defRPr sz="2400">
                <a:solidFill>
                  <a:srgbClr val="161616"/>
                </a:solidFill>
                <a:latin typeface="微软雅黑" panose="020B0503020204020204" pitchFamily="34" charset="-122"/>
                <a:ea typeface="微软雅黑" panose="020B0503020204020204" pitchFamily="34" charset="-122"/>
              </a:defRPr>
            </a:lvl3pPr>
            <a:lvl4pPr marL="1600200" indent="-228600" eaLnBrk="0" hangingPunct="0">
              <a:spcBef>
                <a:spcPts val="1200"/>
              </a:spcBef>
              <a:buChar char="–"/>
              <a:defRPr sz="2000">
                <a:solidFill>
                  <a:srgbClr val="161616"/>
                </a:solidFill>
                <a:latin typeface="微软雅黑" panose="020B0503020204020204" pitchFamily="34" charset="-122"/>
                <a:ea typeface="微软雅黑" panose="020B0503020204020204" pitchFamily="34" charset="-122"/>
              </a:defRPr>
            </a:lvl4pPr>
            <a:lvl5pPr marL="2057400" indent="-228600" eaLnBrk="0" hangingPunct="0">
              <a:spcBef>
                <a:spcPts val="1200"/>
              </a:spcBef>
              <a:buChar char="»"/>
              <a:defRPr sz="2000">
                <a:solidFill>
                  <a:srgbClr val="161616"/>
                </a:solidFill>
                <a:latin typeface="微软雅黑" panose="020B0503020204020204" pitchFamily="34" charset="-122"/>
                <a:ea typeface="微软雅黑" panose="020B0503020204020204" pitchFamily="34" charset="-122"/>
              </a:defRPr>
            </a:lvl5pPr>
            <a:lvl6pPr marL="2514600" indent="-2286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6pPr>
            <a:lvl7pPr marL="2971800" indent="-2286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7pPr>
            <a:lvl8pPr marL="3429000" indent="-2286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8pPr>
            <a:lvl9pPr marL="3886200" indent="-2286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9pPr>
          </a:lstStyle>
          <a:p>
            <a:pPr algn="ctr" eaLnBrk="1" hangingPunct="1">
              <a:spcBef>
                <a:spcPct val="0"/>
              </a:spcBef>
              <a:buFontTx/>
              <a:buNone/>
            </a:pPr>
            <a:r>
              <a:rPr lang="zh-CN" altLang="zh-CN" sz="3600">
                <a:solidFill>
                  <a:schemeClr val="accent1">
                    <a:lumMod val="50000"/>
                  </a:schemeClr>
                </a:solidFill>
                <a:latin typeface="+mn-lt"/>
                <a:ea typeface="+mn-ea"/>
              </a:rPr>
              <a:t>图灵奖</a:t>
            </a:r>
            <a:endParaRPr lang="zh-CN" altLang="zh-CN" sz="3600">
              <a:solidFill>
                <a:schemeClr val="accent1">
                  <a:lumMod val="50000"/>
                </a:schemeClr>
              </a:solidFill>
              <a:latin typeface="+mn-lt"/>
              <a:ea typeface="+mn-ea"/>
            </a:endParaRPr>
          </a:p>
        </p:txBody>
      </p:sp>
      <p:sp>
        <p:nvSpPr>
          <p:cNvPr id="35852" name="Rectangle 3"/>
          <p:cNvSpPr>
            <a:spLocks noChangeArrowheads="1"/>
          </p:cNvSpPr>
          <p:nvPr>
            <p:custDataLst>
              <p:tags r:id="rId5"/>
            </p:custDataLst>
          </p:nvPr>
        </p:nvSpPr>
        <p:spPr bwMode="auto">
          <a:xfrm>
            <a:off x="539750" y="4365625"/>
            <a:ext cx="8353425"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lgn="ctr" eaLnBrk="0" hangingPunct="0">
              <a:spcBef>
                <a:spcPct val="20000"/>
              </a:spcBef>
              <a:defRPr sz="3200">
                <a:solidFill>
                  <a:schemeClr val="tx1"/>
                </a:solidFill>
                <a:latin typeface="Arial" panose="020B0604020202020204" pitchFamily="34" charset="0"/>
                <a:ea typeface="宋体" panose="02010600030101010101" pitchFamily="2" charset="-122"/>
              </a:defRPr>
            </a:lvl1pPr>
            <a:lvl2pPr marL="914400" indent="-457200" algn="ctr" eaLnBrk="0" hangingPunct="0">
              <a:spcBef>
                <a:spcPct val="20000"/>
              </a:spcBef>
              <a:defRPr sz="2800">
                <a:solidFill>
                  <a:schemeClr val="tx1"/>
                </a:solidFill>
                <a:latin typeface="Arial" panose="020B0604020202020204" pitchFamily="34" charset="0"/>
                <a:ea typeface="宋体" panose="02010600030101010101" pitchFamily="2" charset="-122"/>
              </a:defRPr>
            </a:lvl2pPr>
            <a:lvl3pPr marL="1295400" indent="-381000" algn="ctr" eaLnBrk="0" hangingPunct="0">
              <a:spcBef>
                <a:spcPct val="20000"/>
              </a:spcBef>
              <a:defRPr sz="2400">
                <a:solidFill>
                  <a:schemeClr val="tx1"/>
                </a:solidFill>
                <a:latin typeface="Arial" panose="020B0604020202020204" pitchFamily="34" charset="0"/>
                <a:ea typeface="宋体" panose="02010600030101010101" pitchFamily="2" charset="-122"/>
              </a:defRPr>
            </a:lvl3pPr>
            <a:lvl4pPr marL="1714500" indent="-342900" algn="ctr" eaLnBrk="0" hangingPunct="0">
              <a:spcBef>
                <a:spcPct val="20000"/>
              </a:spcBef>
              <a:defRPr sz="2000">
                <a:solidFill>
                  <a:schemeClr val="tx1"/>
                </a:solidFill>
                <a:latin typeface="Arial" panose="020B0604020202020204" pitchFamily="34" charset="0"/>
                <a:ea typeface="宋体" panose="02010600030101010101" pitchFamily="2" charset="-122"/>
              </a:defRPr>
            </a:lvl4pPr>
            <a:lvl5pPr marL="2171700" indent="-342900" algn="ctr" eaLnBrk="0" hangingPunct="0">
              <a:spcBef>
                <a:spcPct val="20000"/>
              </a:spcBef>
              <a:defRPr sz="2000">
                <a:solidFill>
                  <a:schemeClr val="tx1"/>
                </a:solidFill>
                <a:latin typeface="Arial" panose="020B0604020202020204" pitchFamily="34" charset="0"/>
                <a:ea typeface="宋体" panose="02010600030101010101" pitchFamily="2" charset="-122"/>
              </a:defRPr>
            </a:lvl5pPr>
            <a:lvl6pPr marL="2628900" indent="-342900" algn="ctr"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3086100" indent="-342900" algn="ctr"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543300" indent="-342900" algn="ctr"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4000500" indent="-342900" algn="ctr"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l">
              <a:spcBef>
                <a:spcPts val="600"/>
              </a:spcBef>
              <a:buSzPct val="60000"/>
              <a:buFont typeface="Wingdings" panose="05000000000000000000" pitchFamily="2" charset="2"/>
              <a:buChar char="l"/>
              <a:defRPr/>
            </a:pPr>
            <a:r>
              <a:rPr lang="zh-CN" altLang="zh-CN" sz="2400" dirty="0">
                <a:solidFill>
                  <a:schemeClr val="bg1">
                    <a:lumMod val="10000"/>
                  </a:schemeClr>
                </a:solidFill>
                <a:latin typeface="+mn-lt"/>
                <a:ea typeface="+mn-ea"/>
              </a:rPr>
              <a:t>图灵奖是</a:t>
            </a:r>
            <a:r>
              <a:rPr lang="zh-CN" altLang="en-US" sz="2400" dirty="0">
                <a:solidFill>
                  <a:schemeClr val="bg1">
                    <a:lumMod val="10000"/>
                  </a:schemeClr>
                </a:solidFill>
                <a:latin typeface="+mn-lt"/>
                <a:ea typeface="+mn-ea"/>
              </a:rPr>
              <a:t>美国计算机协会于</a:t>
            </a:r>
            <a:r>
              <a:rPr lang="en-US" altLang="zh-CN" sz="2400" dirty="0">
                <a:solidFill>
                  <a:schemeClr val="bg1">
                    <a:lumMod val="10000"/>
                  </a:schemeClr>
                </a:solidFill>
                <a:latin typeface="+mn-lt"/>
                <a:ea typeface="+mn-ea"/>
              </a:rPr>
              <a:t>1966</a:t>
            </a:r>
            <a:r>
              <a:rPr lang="zh-CN" altLang="en-US" sz="2400" dirty="0">
                <a:solidFill>
                  <a:schemeClr val="bg1">
                    <a:lumMod val="10000"/>
                  </a:schemeClr>
                </a:solidFill>
                <a:latin typeface="+mn-lt"/>
                <a:ea typeface="+mn-ea"/>
              </a:rPr>
              <a:t>年设立的</a:t>
            </a:r>
            <a:endParaRPr lang="zh-CN" altLang="en-US" sz="2400" dirty="0">
              <a:solidFill>
                <a:schemeClr val="bg1">
                  <a:lumMod val="10000"/>
                </a:schemeClr>
              </a:solidFill>
              <a:latin typeface="+mn-lt"/>
              <a:ea typeface="+mn-ea"/>
            </a:endParaRPr>
          </a:p>
          <a:p>
            <a:pPr algn="l">
              <a:spcBef>
                <a:spcPts val="600"/>
              </a:spcBef>
              <a:buSzPct val="60000"/>
              <a:buFont typeface="Wingdings" panose="05000000000000000000" pitchFamily="2" charset="2"/>
              <a:buChar char="l"/>
              <a:defRPr/>
            </a:pPr>
            <a:r>
              <a:rPr lang="zh-CN" altLang="en-US" sz="2400" dirty="0">
                <a:solidFill>
                  <a:schemeClr val="bg1">
                    <a:lumMod val="10000"/>
                  </a:schemeClr>
                </a:solidFill>
                <a:latin typeface="+mn-lt"/>
                <a:ea typeface="+mn-ea"/>
              </a:rPr>
              <a:t>其名称取自英国科学家</a:t>
            </a:r>
            <a:r>
              <a:rPr lang="zh-CN" altLang="en-US" sz="2400" b="1" dirty="0">
                <a:solidFill>
                  <a:schemeClr val="accent1">
                    <a:lumMod val="50000"/>
                  </a:schemeClr>
                </a:solidFill>
                <a:latin typeface="+mn-lt"/>
                <a:ea typeface="+mn-ea"/>
              </a:rPr>
              <a:t>阿兰</a:t>
            </a:r>
            <a:r>
              <a:rPr lang="en-US" altLang="zh-CN" sz="2400" b="1" dirty="0">
                <a:solidFill>
                  <a:schemeClr val="accent1">
                    <a:lumMod val="50000"/>
                  </a:schemeClr>
                </a:solidFill>
                <a:latin typeface="+mn-lt"/>
                <a:ea typeface="+mn-ea"/>
              </a:rPr>
              <a:t>·</a:t>
            </a:r>
            <a:r>
              <a:rPr lang="zh-CN" altLang="en-US" sz="2400" b="1" dirty="0">
                <a:solidFill>
                  <a:schemeClr val="accent1">
                    <a:lumMod val="50000"/>
                  </a:schemeClr>
                </a:solidFill>
                <a:latin typeface="+mn-lt"/>
                <a:ea typeface="+mn-ea"/>
              </a:rPr>
              <a:t>图灵</a:t>
            </a:r>
            <a:endParaRPr lang="zh-CN" altLang="en-US" sz="2400" b="1" dirty="0">
              <a:solidFill>
                <a:schemeClr val="accent1">
                  <a:lumMod val="50000"/>
                </a:schemeClr>
              </a:solidFill>
              <a:latin typeface="+mn-lt"/>
              <a:ea typeface="+mn-ea"/>
            </a:endParaRPr>
          </a:p>
          <a:p>
            <a:pPr algn="l">
              <a:spcBef>
                <a:spcPts val="600"/>
              </a:spcBef>
              <a:buSzPct val="60000"/>
              <a:buFont typeface="Wingdings" panose="05000000000000000000" pitchFamily="2" charset="2"/>
              <a:buChar char="l"/>
              <a:defRPr/>
            </a:pPr>
            <a:r>
              <a:rPr lang="zh-CN" altLang="en-US" sz="2400" dirty="0">
                <a:solidFill>
                  <a:schemeClr val="bg1">
                    <a:lumMod val="10000"/>
                  </a:schemeClr>
                </a:solidFill>
                <a:latin typeface="+mn-lt"/>
                <a:ea typeface="+mn-ea"/>
              </a:rPr>
              <a:t>获奖者的贡献必须在计算机领域具有</a:t>
            </a:r>
            <a:r>
              <a:rPr lang="zh-CN" altLang="en-US" sz="2400" b="1" dirty="0">
                <a:solidFill>
                  <a:schemeClr val="accent1">
                    <a:lumMod val="50000"/>
                  </a:schemeClr>
                </a:solidFill>
                <a:latin typeface="+mn-lt"/>
                <a:ea typeface="+mn-ea"/>
              </a:rPr>
              <a:t>持久而重大的影响</a:t>
            </a:r>
            <a:endParaRPr lang="zh-CN" altLang="en-US" sz="2400" b="1" dirty="0">
              <a:solidFill>
                <a:schemeClr val="accent1">
                  <a:lumMod val="50000"/>
                </a:schemeClr>
              </a:solidFill>
              <a:latin typeface="+mn-lt"/>
              <a:ea typeface="+mn-ea"/>
            </a:endParaRPr>
          </a:p>
          <a:p>
            <a:pPr algn="l">
              <a:spcBef>
                <a:spcPts val="600"/>
              </a:spcBef>
              <a:buSzPct val="60000"/>
              <a:buFont typeface="Wingdings" panose="05000000000000000000" pitchFamily="2" charset="2"/>
              <a:buChar char="l"/>
              <a:defRPr/>
            </a:pPr>
            <a:r>
              <a:rPr lang="zh-CN" altLang="en-US" sz="2400" dirty="0">
                <a:solidFill>
                  <a:schemeClr val="bg1">
                    <a:lumMod val="10000"/>
                  </a:schemeClr>
                </a:solidFill>
                <a:latin typeface="+mn-lt"/>
                <a:ea typeface="+mn-ea"/>
              </a:rPr>
              <a:t>有“计算机界</a:t>
            </a:r>
            <a:r>
              <a:rPr lang="zh-CN" altLang="zh-CN" sz="2400" dirty="0">
                <a:solidFill>
                  <a:schemeClr val="bg1">
                    <a:lumMod val="10000"/>
                  </a:schemeClr>
                </a:solidFill>
                <a:latin typeface="+mn-lt"/>
                <a:ea typeface="+mn-ea"/>
              </a:rPr>
              <a:t>诺贝尔奖</a:t>
            </a:r>
            <a:r>
              <a:rPr lang="zh-CN" altLang="en-US" sz="2400" dirty="0">
                <a:solidFill>
                  <a:schemeClr val="bg1">
                    <a:lumMod val="10000"/>
                  </a:schemeClr>
                </a:solidFill>
                <a:latin typeface="+mn-lt"/>
                <a:ea typeface="+mn-ea"/>
              </a:rPr>
              <a:t>”之称</a:t>
            </a:r>
            <a:endParaRPr lang="zh-CN" altLang="en-US" sz="2400" dirty="0">
              <a:solidFill>
                <a:schemeClr val="bg1">
                  <a:lumMod val="10000"/>
                </a:schemeClr>
              </a:solidFill>
              <a:latin typeface="+mn-lt"/>
              <a:ea typeface="+mn-ea"/>
            </a:endParaRPr>
          </a:p>
          <a:p>
            <a:pPr algn="l">
              <a:spcBef>
                <a:spcPts val="600"/>
              </a:spcBef>
              <a:buSzPct val="60000"/>
              <a:buFont typeface="Wingdings" panose="05000000000000000000" pitchFamily="2" charset="2"/>
              <a:buChar char="l"/>
              <a:defRPr/>
            </a:pPr>
            <a:r>
              <a:rPr lang="zh-CN" altLang="zh-CN" sz="2400" dirty="0">
                <a:solidFill>
                  <a:schemeClr val="bg1">
                    <a:lumMod val="10000"/>
                  </a:schemeClr>
                </a:solidFill>
                <a:latin typeface="+mn-lt"/>
                <a:ea typeface="+mn-ea"/>
              </a:rPr>
              <a:t>目前由英特尔公司和google公司赞助，奖金为</a:t>
            </a:r>
            <a:r>
              <a:rPr lang="zh-CN" altLang="en-US" sz="2400" dirty="0">
                <a:solidFill>
                  <a:schemeClr val="bg1">
                    <a:lumMod val="10000"/>
                  </a:schemeClr>
                </a:solidFill>
                <a:latin typeface="+mn-lt"/>
                <a:ea typeface="+mn-ea"/>
              </a:rPr>
              <a:t>$</a:t>
            </a:r>
            <a:r>
              <a:rPr lang="zh-CN" altLang="zh-CN" sz="2400" dirty="0">
                <a:solidFill>
                  <a:schemeClr val="bg1">
                    <a:lumMod val="10000"/>
                  </a:schemeClr>
                </a:solidFill>
                <a:latin typeface="+mn-lt"/>
                <a:ea typeface="+mn-ea"/>
              </a:rPr>
              <a:t>250,000</a:t>
            </a:r>
            <a:endParaRPr lang="zh-CN" altLang="zh-CN" sz="2400" dirty="0">
              <a:solidFill>
                <a:schemeClr val="bg1">
                  <a:lumMod val="10000"/>
                </a:schemeClr>
              </a:solidFill>
              <a:latin typeface="+mn-lt"/>
              <a:ea typeface="+mn-ea"/>
            </a:endParaRPr>
          </a:p>
        </p:txBody>
      </p:sp>
      <p:sp>
        <p:nvSpPr>
          <p:cNvPr id="7" name="标题 6"/>
          <p:cNvSpPr>
            <a:spLocks noGrp="1"/>
          </p:cNvSpPr>
          <p:nvPr>
            <p:ph type="title"/>
            <p:custDataLst>
              <p:tags r:id="rId6"/>
            </p:custDataLst>
          </p:nvPr>
        </p:nvSpPr>
        <p:spPr/>
        <p:txBody>
          <a:bodyPr vert="horz" wrap="square" lIns="0" tIns="0" rIns="0" bIns="0" rtlCol="0" anchor="ctr">
            <a:normAutofit/>
          </a:bodyPr>
          <a:lstStyle/>
          <a:p>
            <a:pPr lvl="0" algn="l">
              <a:buClrTx/>
              <a:buSzTx/>
              <a:buFontTx/>
            </a:pPr>
            <a:r>
              <a:rPr lang="zh-CN" altLang="en-US" dirty="0">
                <a:sym typeface="+mn-ea"/>
              </a:rPr>
              <a:t>知识链接：图灵奖</a:t>
            </a:r>
            <a:endParaRPr lang="zh-CN" altLang="en-US" dirty="0">
              <a:sym typeface="+mn-ea"/>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5852">
                                            <p:txEl>
                                              <p:pRg st="0" end="0"/>
                                            </p:txEl>
                                          </p:spTgt>
                                        </p:tgtEl>
                                        <p:attrNameLst>
                                          <p:attrName>style.visibility</p:attrName>
                                        </p:attrNameLst>
                                      </p:cBhvr>
                                      <p:to>
                                        <p:strVal val="visible"/>
                                      </p:to>
                                    </p:set>
                                    <p:animEffect transition="in" filter="dissolve">
                                      <p:cBhvr>
                                        <p:cTn id="7" dur="500"/>
                                        <p:tgtEl>
                                          <p:spTgt spid="3585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5852">
                                            <p:txEl>
                                              <p:pRg st="1" end="1"/>
                                            </p:txEl>
                                          </p:spTgt>
                                        </p:tgtEl>
                                        <p:attrNameLst>
                                          <p:attrName>style.visibility</p:attrName>
                                        </p:attrNameLst>
                                      </p:cBhvr>
                                      <p:to>
                                        <p:strVal val="visible"/>
                                      </p:to>
                                    </p:set>
                                    <p:animEffect transition="in" filter="dissolve">
                                      <p:cBhvr>
                                        <p:cTn id="10" dur="500"/>
                                        <p:tgtEl>
                                          <p:spTgt spid="35852">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5852">
                                            <p:txEl>
                                              <p:pRg st="2" end="2"/>
                                            </p:txEl>
                                          </p:spTgt>
                                        </p:tgtEl>
                                        <p:attrNameLst>
                                          <p:attrName>style.visibility</p:attrName>
                                        </p:attrNameLst>
                                      </p:cBhvr>
                                      <p:to>
                                        <p:strVal val="visible"/>
                                      </p:to>
                                    </p:set>
                                    <p:animEffect transition="in" filter="dissolve">
                                      <p:cBhvr>
                                        <p:cTn id="13" dur="500"/>
                                        <p:tgtEl>
                                          <p:spTgt spid="35852">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5852">
                                            <p:txEl>
                                              <p:pRg st="3" end="3"/>
                                            </p:txEl>
                                          </p:spTgt>
                                        </p:tgtEl>
                                        <p:attrNameLst>
                                          <p:attrName>style.visibility</p:attrName>
                                        </p:attrNameLst>
                                      </p:cBhvr>
                                      <p:to>
                                        <p:strVal val="visible"/>
                                      </p:to>
                                    </p:set>
                                    <p:animEffect transition="in" filter="dissolve">
                                      <p:cBhvr>
                                        <p:cTn id="16" dur="500"/>
                                        <p:tgtEl>
                                          <p:spTgt spid="35852">
                                            <p:txEl>
                                              <p:pRg st="3" end="3"/>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35852">
                                            <p:txEl>
                                              <p:pRg st="4" end="4"/>
                                            </p:txEl>
                                          </p:spTgt>
                                        </p:tgtEl>
                                        <p:attrNameLst>
                                          <p:attrName>style.visibility</p:attrName>
                                        </p:attrNameLst>
                                      </p:cBhvr>
                                      <p:to>
                                        <p:strVal val="visible"/>
                                      </p:to>
                                    </p:set>
                                    <p:animEffect transition="in" filter="dissolve">
                                      <p:cBhvr>
                                        <p:cTn id="19" dur="500"/>
                                        <p:tgtEl>
                                          <p:spTgt spid="3585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p:cNvSpPr>
            <a:spLocks noGrp="1"/>
          </p:cNvSpPr>
          <p:nvPr>
            <p:ph type="title"/>
            <p:custDataLst>
              <p:tags r:id="rId1"/>
            </p:custDataLst>
          </p:nvPr>
        </p:nvSpPr>
        <p:spPr>
          <a:xfrm>
            <a:off x="1144905" y="3313271"/>
            <a:ext cx="6858000" cy="1985010"/>
          </a:xfrm>
        </p:spPr>
        <p:txBody>
          <a:bodyPr wrap="square">
            <a:normAutofit/>
          </a:bodyPr>
          <a:lstStyle/>
          <a:p>
            <a:pPr marL="0" indent="0" algn="ctr">
              <a:lnSpc>
                <a:spcPct val="100000"/>
              </a:lnSpc>
              <a:spcBef>
                <a:spcPts val="0"/>
              </a:spcBef>
              <a:spcAft>
                <a:spcPts val="0"/>
              </a:spcAft>
              <a:buSzPct val="100000"/>
            </a:pPr>
            <a:r>
              <a:rPr lang="en-US" altLang="zh-CN" sz="6000" dirty="0"/>
              <a:t>1.1 学习数据结构与算法的意义</a:t>
            </a:r>
            <a:endParaRPr lang="en-US" altLang="zh-CN" sz="6000" dirty="0"/>
          </a:p>
        </p:txBody>
      </p:sp>
      <p:sp>
        <p:nvSpPr>
          <p:cNvPr id="13" name="节编号"/>
          <p:cNvSpPr>
            <a:spLocks noGrp="1"/>
          </p:cNvSpPr>
          <p:nvPr>
            <p:ph type="body" sz="quarter" idx="13"/>
            <p:custDataLst>
              <p:tags r:id="rId2"/>
            </p:custDataLst>
          </p:nvPr>
        </p:nvSpPr>
        <p:spPr>
          <a:xfrm>
            <a:off x="1143000" y="1087755"/>
            <a:ext cx="6858000" cy="2069783"/>
          </a:xfrm>
        </p:spPr>
        <p:txBody>
          <a:bodyPr wrap="square">
            <a:normAutofit/>
          </a:bodyPr>
          <a:lstStyle/>
          <a:p>
            <a:r>
              <a:rPr lang="en-US" altLang="en-US" dirty="0">
                <a:sym typeface="+mn-ea"/>
              </a:rPr>
              <a:t>PART02</a:t>
            </a:r>
            <a:endParaRPr lang="en-US" altLang="en-US" dirty="0">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rippl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内容占位符 19"/>
          <p:cNvSpPr>
            <a:spLocks noGrp="1"/>
          </p:cNvSpPr>
          <p:nvPr>
            <p:ph idx="1"/>
            <p:custDataLst>
              <p:tags r:id="rId1"/>
            </p:custDataLst>
          </p:nvPr>
        </p:nvSpPr>
        <p:spPr/>
        <p:txBody>
          <a:bodyPr/>
          <a:p>
            <a:endParaRPr lang="zh-CN" altLang="en-US"/>
          </a:p>
        </p:txBody>
      </p:sp>
      <p:sp>
        <p:nvSpPr>
          <p:cNvPr id="14" name="Rectangle 2"/>
          <p:cNvSpPr txBox="1">
            <a:spLocks noChangeArrowheads="1"/>
          </p:cNvSpPr>
          <p:nvPr>
            <p:custDataLst>
              <p:tags r:id="rId2"/>
            </p:custDataLst>
          </p:nvPr>
        </p:nvSpPr>
        <p:spPr bwMode="auto">
          <a:xfrm>
            <a:off x="107504" y="836712"/>
            <a:ext cx="8892480" cy="216024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spcBef>
                <a:spcPct val="30000"/>
              </a:spcBef>
              <a:buClr>
                <a:schemeClr val="tx1"/>
              </a:buClr>
              <a:buSzPct val="100000"/>
              <a:buFont typeface="Wingdings" panose="05000000000000000000" pitchFamily="2" charset="2"/>
              <a:buChar char=""/>
            </a:pPr>
            <a:r>
              <a:rPr lang="zh-CN" altLang="en-US" sz="2800" dirty="0" smtClean="0">
                <a:solidFill>
                  <a:schemeClr val="tx1"/>
                </a:solidFill>
              </a:rPr>
              <a:t> 八皇后问题（高斯，</a:t>
            </a:r>
            <a:r>
              <a:rPr lang="en-US" altLang="zh-CN" sz="2800" dirty="0" smtClean="0">
                <a:solidFill>
                  <a:schemeClr val="tx1"/>
                </a:solidFill>
              </a:rPr>
              <a:t>1850</a:t>
            </a:r>
            <a:r>
              <a:rPr lang="zh-CN" altLang="en-US" sz="2800" dirty="0" smtClean="0">
                <a:solidFill>
                  <a:schemeClr val="tx1"/>
                </a:solidFill>
              </a:rPr>
              <a:t>）</a:t>
            </a:r>
            <a:endParaRPr lang="zh-CN" altLang="en-US" sz="2800" dirty="0" smtClean="0">
              <a:solidFill>
                <a:schemeClr val="tx1"/>
              </a:solidFill>
            </a:endParaRPr>
          </a:p>
          <a:p>
            <a:pPr lvl="1">
              <a:lnSpc>
                <a:spcPct val="150000"/>
              </a:lnSpc>
              <a:spcBef>
                <a:spcPct val="30000"/>
              </a:spcBef>
              <a:buClr>
                <a:schemeClr val="tx1"/>
              </a:buClr>
              <a:buSzPct val="60000"/>
              <a:buFont typeface="Wingdings" panose="05000000000000000000" pitchFamily="2" charset="2"/>
              <a:buChar char="l"/>
            </a:pPr>
            <a:r>
              <a:rPr lang="zh-CN" altLang="en-US" sz="2400" dirty="0" smtClean="0">
                <a:solidFill>
                  <a:schemeClr val="tx1"/>
                </a:solidFill>
              </a:rPr>
              <a:t>在</a:t>
            </a:r>
            <a:r>
              <a:rPr lang="en-US" altLang="zh-CN" sz="2400" dirty="0" smtClean="0">
                <a:solidFill>
                  <a:schemeClr val="tx1"/>
                </a:solidFill>
              </a:rPr>
              <a:t>8×8</a:t>
            </a:r>
            <a:r>
              <a:rPr lang="zh-CN" altLang="en-US" sz="2400" dirty="0" smtClean="0">
                <a:solidFill>
                  <a:schemeClr val="tx1"/>
                </a:solidFill>
              </a:rPr>
              <a:t>的国际象棋棋盘上摆放</a:t>
            </a:r>
            <a:r>
              <a:rPr lang="en-US" altLang="zh-CN" sz="2400" dirty="0" smtClean="0">
                <a:solidFill>
                  <a:schemeClr val="tx1"/>
                </a:solidFill>
              </a:rPr>
              <a:t>8</a:t>
            </a:r>
            <a:r>
              <a:rPr lang="zh-CN" altLang="en-US" sz="2400" dirty="0" smtClean="0">
                <a:solidFill>
                  <a:schemeClr val="tx1"/>
                </a:solidFill>
              </a:rPr>
              <a:t>个皇后，使其不能互相攻击</a:t>
            </a:r>
            <a:endParaRPr lang="en-US" altLang="zh-CN" sz="2400" dirty="0" smtClean="0">
              <a:solidFill>
                <a:schemeClr val="tx1"/>
              </a:solidFill>
            </a:endParaRPr>
          </a:p>
          <a:p>
            <a:pPr lvl="1">
              <a:lnSpc>
                <a:spcPct val="150000"/>
              </a:lnSpc>
              <a:spcBef>
                <a:spcPct val="30000"/>
              </a:spcBef>
              <a:buClr>
                <a:schemeClr val="tx1"/>
              </a:buClr>
              <a:buSzPct val="60000"/>
              <a:buFont typeface="Wingdings" panose="05000000000000000000" pitchFamily="2" charset="2"/>
              <a:buChar char="l"/>
            </a:pPr>
            <a:r>
              <a:rPr lang="zh-CN" altLang="en-US" sz="2400" dirty="0" smtClean="0">
                <a:solidFill>
                  <a:schemeClr val="tx1"/>
                </a:solidFill>
              </a:rPr>
              <a:t>即：任意两个皇后不能同行同列或同斜线，问有多少种摆法</a:t>
            </a:r>
            <a:endParaRPr lang="zh-CN" altLang="en-US" sz="2400" dirty="0" smtClean="0">
              <a:solidFill>
                <a:schemeClr val="tx1"/>
              </a:solidFill>
            </a:endParaRPr>
          </a:p>
        </p:txBody>
      </p:sp>
      <p:graphicFrame>
        <p:nvGraphicFramePr>
          <p:cNvPr id="5" name="表格 4"/>
          <p:cNvGraphicFramePr>
            <a:graphicFrameLocks noGrp="1"/>
          </p:cNvGraphicFramePr>
          <p:nvPr>
            <p:custDataLst>
              <p:tags r:id="rId3"/>
            </p:custDataLst>
          </p:nvPr>
        </p:nvGraphicFramePr>
        <p:xfrm>
          <a:off x="2411763" y="2852936"/>
          <a:ext cx="4320477" cy="3861045"/>
        </p:xfrm>
        <a:graphic>
          <a:graphicData uri="http://schemas.openxmlformats.org/drawingml/2006/table">
            <a:tbl>
              <a:tblPr firstRow="1" bandRow="1">
                <a:tableStyleId>{5C22544A-7EE6-4342-B048-85BDC9FD1C3A}</a:tableStyleId>
              </a:tblPr>
              <a:tblGrid>
                <a:gridCol w="480053"/>
                <a:gridCol w="480053"/>
                <a:gridCol w="480053"/>
                <a:gridCol w="480053"/>
                <a:gridCol w="480053"/>
                <a:gridCol w="480053"/>
                <a:gridCol w="480053"/>
                <a:gridCol w="480053"/>
                <a:gridCol w="480053"/>
              </a:tblGrid>
              <a:tr h="429005">
                <a:tc>
                  <a:txBody>
                    <a:bodyPr/>
                    <a:lstStyle/>
                    <a:p>
                      <a:pPr algn="ctr"/>
                      <a:endParaRPr lang="zh-CN" altLang="en-US" sz="1600" b="1" dirty="0">
                        <a:solidFill>
                          <a:schemeClr val="tx1"/>
                        </a:solidFill>
                      </a:endParaRPr>
                    </a:p>
                  </a:txBody>
                  <a:tcPr marL="53648" marR="53648" marT="26824" marB="26824">
                    <a:noFill/>
                  </a:tcPr>
                </a:tc>
                <a:tc>
                  <a:txBody>
                    <a:bodyPr/>
                    <a:lstStyle/>
                    <a:p>
                      <a:pPr algn="ctr"/>
                      <a:r>
                        <a:rPr lang="en-US" altLang="zh-CN" sz="2000" b="1" dirty="0" smtClean="0">
                          <a:solidFill>
                            <a:schemeClr val="tx1"/>
                          </a:solidFill>
                        </a:rPr>
                        <a:t>1</a:t>
                      </a:r>
                      <a:endParaRPr lang="en-US" altLang="zh-CN" sz="2000" b="1" dirty="0" smtClean="0">
                        <a:solidFill>
                          <a:schemeClr val="tx1"/>
                        </a:solidFill>
                      </a:endParaRPr>
                    </a:p>
                  </a:txBody>
                  <a:tcPr marL="53648" marR="53648" marT="26824" marB="26824">
                    <a:lnB w="28575" cap="flat" cmpd="sng" algn="ctr">
                      <a:solidFill>
                        <a:schemeClr val="tx1"/>
                      </a:solidFill>
                      <a:prstDash val="solid"/>
                      <a:round/>
                      <a:headEnd type="none" w="med" len="med"/>
                      <a:tailEnd type="none" w="med" len="med"/>
                    </a:lnB>
                    <a:noFill/>
                  </a:tcPr>
                </a:tc>
                <a:tc>
                  <a:txBody>
                    <a:bodyPr/>
                    <a:lstStyle/>
                    <a:p>
                      <a:pPr algn="ctr"/>
                      <a:r>
                        <a:rPr lang="en-US" altLang="zh-CN" sz="2000" b="1" dirty="0" smtClean="0">
                          <a:solidFill>
                            <a:schemeClr val="tx1"/>
                          </a:solidFill>
                        </a:rPr>
                        <a:t>2</a:t>
                      </a:r>
                      <a:endParaRPr lang="en-US" altLang="zh-CN" sz="2000" b="1" dirty="0" smtClean="0">
                        <a:solidFill>
                          <a:schemeClr val="tx1"/>
                        </a:solidFill>
                      </a:endParaRPr>
                    </a:p>
                  </a:txBody>
                  <a:tcPr marL="53648" marR="53648" marT="26824" marB="26824">
                    <a:lnB w="28575" cap="flat" cmpd="sng" algn="ctr">
                      <a:solidFill>
                        <a:schemeClr val="tx1"/>
                      </a:solidFill>
                      <a:prstDash val="solid"/>
                      <a:round/>
                      <a:headEnd type="none" w="med" len="med"/>
                      <a:tailEnd type="none" w="med" len="med"/>
                    </a:lnB>
                    <a:noFill/>
                  </a:tcPr>
                </a:tc>
                <a:tc>
                  <a:txBody>
                    <a:bodyPr/>
                    <a:lstStyle/>
                    <a:p>
                      <a:pPr algn="ctr"/>
                      <a:r>
                        <a:rPr lang="en-US" altLang="zh-CN" sz="2000" b="1" dirty="0" smtClean="0">
                          <a:solidFill>
                            <a:schemeClr val="tx1"/>
                          </a:solidFill>
                        </a:rPr>
                        <a:t>3</a:t>
                      </a:r>
                      <a:endParaRPr lang="en-US" altLang="zh-CN" sz="2000" b="1" dirty="0" smtClean="0">
                        <a:solidFill>
                          <a:schemeClr val="tx1"/>
                        </a:solidFill>
                      </a:endParaRPr>
                    </a:p>
                  </a:txBody>
                  <a:tcPr marL="53648" marR="53648" marT="26824" marB="26824">
                    <a:lnB w="28575" cap="flat" cmpd="sng" algn="ctr">
                      <a:solidFill>
                        <a:schemeClr val="tx1"/>
                      </a:solidFill>
                      <a:prstDash val="solid"/>
                      <a:round/>
                      <a:headEnd type="none" w="med" len="med"/>
                      <a:tailEnd type="none" w="med" len="med"/>
                    </a:lnB>
                    <a:noFill/>
                  </a:tcPr>
                </a:tc>
                <a:tc>
                  <a:txBody>
                    <a:bodyPr/>
                    <a:lstStyle/>
                    <a:p>
                      <a:pPr algn="ctr"/>
                      <a:r>
                        <a:rPr lang="en-US" altLang="zh-CN" sz="2000" b="1" dirty="0" smtClean="0">
                          <a:solidFill>
                            <a:schemeClr val="tx1"/>
                          </a:solidFill>
                        </a:rPr>
                        <a:t>4</a:t>
                      </a:r>
                      <a:endParaRPr lang="en-US" altLang="zh-CN" sz="2000" b="1" dirty="0" smtClean="0">
                        <a:solidFill>
                          <a:schemeClr val="tx1"/>
                        </a:solidFill>
                      </a:endParaRPr>
                    </a:p>
                  </a:txBody>
                  <a:tcPr marL="53648" marR="53648" marT="26824" marB="26824">
                    <a:lnB w="28575" cap="flat" cmpd="sng" algn="ctr">
                      <a:solidFill>
                        <a:schemeClr val="tx1"/>
                      </a:solidFill>
                      <a:prstDash val="solid"/>
                      <a:round/>
                      <a:headEnd type="none" w="med" len="med"/>
                      <a:tailEnd type="none" w="med" len="med"/>
                    </a:lnB>
                    <a:noFill/>
                  </a:tcPr>
                </a:tc>
                <a:tc>
                  <a:txBody>
                    <a:bodyPr/>
                    <a:lstStyle/>
                    <a:p>
                      <a:pPr algn="ctr"/>
                      <a:r>
                        <a:rPr lang="en-US" altLang="zh-CN" sz="2000" b="1" dirty="0" smtClean="0">
                          <a:solidFill>
                            <a:schemeClr val="tx1"/>
                          </a:solidFill>
                        </a:rPr>
                        <a:t>5</a:t>
                      </a:r>
                      <a:endParaRPr lang="en-US" altLang="zh-CN" sz="2000" b="1" dirty="0" smtClean="0">
                        <a:solidFill>
                          <a:schemeClr val="tx1"/>
                        </a:solidFill>
                      </a:endParaRPr>
                    </a:p>
                  </a:txBody>
                  <a:tcPr marL="53648" marR="53648" marT="26824" marB="26824">
                    <a:lnB w="28575" cap="flat" cmpd="sng" algn="ctr">
                      <a:solidFill>
                        <a:schemeClr val="tx1"/>
                      </a:solidFill>
                      <a:prstDash val="solid"/>
                      <a:round/>
                      <a:headEnd type="none" w="med" len="med"/>
                      <a:tailEnd type="none" w="med" len="med"/>
                    </a:lnB>
                    <a:noFill/>
                  </a:tcPr>
                </a:tc>
                <a:tc>
                  <a:txBody>
                    <a:bodyPr/>
                    <a:lstStyle/>
                    <a:p>
                      <a:pPr algn="ctr"/>
                      <a:r>
                        <a:rPr lang="en-US" altLang="zh-CN" sz="2000" b="1" dirty="0" smtClean="0">
                          <a:solidFill>
                            <a:schemeClr val="tx1"/>
                          </a:solidFill>
                        </a:rPr>
                        <a:t>6</a:t>
                      </a:r>
                      <a:endParaRPr lang="en-US" altLang="zh-CN" sz="2000" b="1" dirty="0" smtClean="0">
                        <a:solidFill>
                          <a:schemeClr val="tx1"/>
                        </a:solidFill>
                      </a:endParaRPr>
                    </a:p>
                  </a:txBody>
                  <a:tcPr marL="53648" marR="53648" marT="26824" marB="26824">
                    <a:lnB w="28575" cap="flat" cmpd="sng" algn="ctr">
                      <a:solidFill>
                        <a:schemeClr val="tx1"/>
                      </a:solidFill>
                      <a:prstDash val="solid"/>
                      <a:round/>
                      <a:headEnd type="none" w="med" len="med"/>
                      <a:tailEnd type="none" w="med" len="med"/>
                    </a:lnB>
                    <a:noFill/>
                  </a:tcPr>
                </a:tc>
                <a:tc>
                  <a:txBody>
                    <a:bodyPr/>
                    <a:lstStyle/>
                    <a:p>
                      <a:pPr algn="ctr"/>
                      <a:r>
                        <a:rPr lang="en-US" altLang="zh-CN" sz="2000" b="1" dirty="0" smtClean="0">
                          <a:solidFill>
                            <a:schemeClr val="tx1"/>
                          </a:solidFill>
                        </a:rPr>
                        <a:t>7</a:t>
                      </a:r>
                      <a:endParaRPr lang="en-US" altLang="zh-CN" sz="2000" b="1" dirty="0" smtClean="0">
                        <a:solidFill>
                          <a:schemeClr val="tx1"/>
                        </a:solidFill>
                      </a:endParaRPr>
                    </a:p>
                  </a:txBody>
                  <a:tcPr marL="53648" marR="53648" marT="26824" marB="26824">
                    <a:lnB w="28575" cap="flat" cmpd="sng" algn="ctr">
                      <a:solidFill>
                        <a:schemeClr val="tx1"/>
                      </a:solidFill>
                      <a:prstDash val="solid"/>
                      <a:round/>
                      <a:headEnd type="none" w="med" len="med"/>
                      <a:tailEnd type="none" w="med" len="med"/>
                    </a:lnB>
                    <a:noFill/>
                  </a:tcPr>
                </a:tc>
                <a:tc>
                  <a:txBody>
                    <a:bodyPr/>
                    <a:lstStyle/>
                    <a:p>
                      <a:pPr algn="ctr"/>
                      <a:r>
                        <a:rPr lang="en-US" altLang="zh-CN" sz="2000" b="1" dirty="0" smtClean="0">
                          <a:solidFill>
                            <a:schemeClr val="tx1"/>
                          </a:solidFill>
                        </a:rPr>
                        <a:t>8</a:t>
                      </a:r>
                      <a:endParaRPr lang="en-US" altLang="zh-CN" sz="2000" b="1" dirty="0" smtClean="0">
                        <a:solidFill>
                          <a:schemeClr val="tx1"/>
                        </a:solidFill>
                      </a:endParaRPr>
                    </a:p>
                  </a:txBody>
                  <a:tcPr marL="53648" marR="53648" marT="26824" marB="26824">
                    <a:lnB w="28575" cap="flat" cmpd="sng" algn="ctr">
                      <a:solidFill>
                        <a:schemeClr val="tx1"/>
                      </a:solidFill>
                      <a:prstDash val="solid"/>
                      <a:round/>
                      <a:headEnd type="none" w="med" len="med"/>
                      <a:tailEnd type="none" w="med" len="med"/>
                    </a:lnB>
                    <a:noFill/>
                  </a:tcPr>
                </a:tc>
              </a:tr>
              <a:tr h="429005">
                <a:tc>
                  <a:txBody>
                    <a:bodyPr/>
                    <a:lstStyle/>
                    <a:p>
                      <a:pPr algn="ctr"/>
                      <a:r>
                        <a:rPr lang="en-US" altLang="zh-CN" sz="2000" b="1" dirty="0" smtClean="0">
                          <a:solidFill>
                            <a:schemeClr val="tx1"/>
                          </a:solidFill>
                        </a:rPr>
                        <a:t>1</a:t>
                      </a:r>
                      <a:endParaRPr lang="en-US" altLang="zh-CN" sz="2000" b="1" dirty="0" smtClean="0">
                        <a:solidFill>
                          <a:schemeClr val="tx1"/>
                        </a:solidFill>
                      </a:endParaRPr>
                    </a:p>
                  </a:txBody>
                  <a:tcPr marL="53648" marR="53648" marT="26824" marB="26824">
                    <a:lnR w="28575" cap="flat" cmpd="sng" algn="ctr">
                      <a:solidFill>
                        <a:schemeClr val="tx1"/>
                      </a:solidFill>
                      <a:prstDash val="solid"/>
                      <a:round/>
                      <a:headEnd type="none" w="med" len="med"/>
                      <a:tailEnd type="none" w="med" len="med"/>
                    </a:lnR>
                    <a:no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29005">
                <a:tc>
                  <a:txBody>
                    <a:bodyPr/>
                    <a:lstStyle/>
                    <a:p>
                      <a:pPr algn="ctr"/>
                      <a:r>
                        <a:rPr lang="en-US" altLang="zh-CN" sz="2000" b="1" dirty="0" smtClean="0">
                          <a:solidFill>
                            <a:schemeClr val="tx1"/>
                          </a:solidFill>
                        </a:rPr>
                        <a:t>2</a:t>
                      </a:r>
                      <a:endParaRPr lang="en-US" altLang="zh-CN" sz="2000" b="1" dirty="0" smtClean="0">
                        <a:solidFill>
                          <a:schemeClr val="tx1"/>
                        </a:solidFill>
                      </a:endParaRPr>
                    </a:p>
                  </a:txBody>
                  <a:tcPr marL="53648" marR="53648" marT="26824" marB="26824">
                    <a:lnR w="28575" cap="flat" cmpd="sng" algn="ctr">
                      <a:solidFill>
                        <a:schemeClr val="tx1"/>
                      </a:solidFill>
                      <a:prstDash val="solid"/>
                      <a:round/>
                      <a:headEnd type="none" w="med" len="med"/>
                      <a:tailEnd type="none" w="med" len="med"/>
                    </a:lnR>
                    <a:no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429005">
                <a:tc>
                  <a:txBody>
                    <a:bodyPr/>
                    <a:lstStyle/>
                    <a:p>
                      <a:pPr algn="ctr"/>
                      <a:r>
                        <a:rPr lang="en-US" altLang="zh-CN" sz="2000" b="1" dirty="0" smtClean="0">
                          <a:solidFill>
                            <a:schemeClr val="tx1"/>
                          </a:solidFill>
                        </a:rPr>
                        <a:t>3</a:t>
                      </a:r>
                      <a:endParaRPr lang="en-US" altLang="zh-CN" sz="2000" b="1" dirty="0" smtClean="0">
                        <a:solidFill>
                          <a:schemeClr val="tx1"/>
                        </a:solidFill>
                      </a:endParaRPr>
                    </a:p>
                  </a:txBody>
                  <a:tcPr marL="53648" marR="53648" marT="26824" marB="26824">
                    <a:lnR w="28575" cap="flat" cmpd="sng" algn="ctr">
                      <a:solidFill>
                        <a:schemeClr val="tx1"/>
                      </a:solidFill>
                      <a:prstDash val="solid"/>
                      <a:round/>
                      <a:headEnd type="none" w="med" len="med"/>
                      <a:tailEnd type="none" w="med" len="med"/>
                    </a:lnR>
                    <a:no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29005">
                <a:tc>
                  <a:txBody>
                    <a:bodyPr/>
                    <a:lstStyle/>
                    <a:p>
                      <a:pPr algn="ctr"/>
                      <a:r>
                        <a:rPr lang="en-US" altLang="zh-CN" sz="2000" b="1" dirty="0" smtClean="0">
                          <a:solidFill>
                            <a:schemeClr val="tx1"/>
                          </a:solidFill>
                        </a:rPr>
                        <a:t>4</a:t>
                      </a:r>
                      <a:endParaRPr lang="en-US" altLang="zh-CN" sz="2000" b="1" dirty="0" smtClean="0">
                        <a:solidFill>
                          <a:schemeClr val="tx1"/>
                        </a:solidFill>
                      </a:endParaRPr>
                    </a:p>
                  </a:txBody>
                  <a:tcPr marL="53648" marR="53648" marT="26824" marB="26824">
                    <a:lnR w="28575" cap="flat" cmpd="sng" algn="ctr">
                      <a:solidFill>
                        <a:schemeClr val="tx1"/>
                      </a:solidFill>
                      <a:prstDash val="solid"/>
                      <a:round/>
                      <a:headEnd type="none" w="med" len="med"/>
                      <a:tailEnd type="none" w="med" len="med"/>
                    </a:lnR>
                    <a:no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429005">
                <a:tc>
                  <a:txBody>
                    <a:bodyPr/>
                    <a:lstStyle/>
                    <a:p>
                      <a:pPr algn="ctr"/>
                      <a:r>
                        <a:rPr lang="en-US" altLang="zh-CN" sz="2000" b="1" dirty="0" smtClean="0">
                          <a:solidFill>
                            <a:schemeClr val="tx1"/>
                          </a:solidFill>
                        </a:rPr>
                        <a:t>5</a:t>
                      </a:r>
                      <a:endParaRPr lang="en-US" altLang="zh-CN" sz="2000" b="1" dirty="0" smtClean="0">
                        <a:solidFill>
                          <a:schemeClr val="tx1"/>
                        </a:solidFill>
                      </a:endParaRPr>
                    </a:p>
                  </a:txBody>
                  <a:tcPr marL="53648" marR="53648" marT="26824" marB="26824">
                    <a:lnR w="28575" cap="flat" cmpd="sng" algn="ctr">
                      <a:solidFill>
                        <a:schemeClr val="tx1"/>
                      </a:solidFill>
                      <a:prstDash val="solid"/>
                      <a:round/>
                      <a:headEnd type="none" w="med" len="med"/>
                      <a:tailEnd type="none" w="med" len="med"/>
                    </a:lnR>
                    <a:no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29005">
                <a:tc>
                  <a:txBody>
                    <a:bodyPr/>
                    <a:lstStyle/>
                    <a:p>
                      <a:pPr algn="ctr"/>
                      <a:r>
                        <a:rPr lang="en-US" altLang="zh-CN" sz="2000" b="1" dirty="0" smtClean="0">
                          <a:solidFill>
                            <a:schemeClr val="tx1"/>
                          </a:solidFill>
                        </a:rPr>
                        <a:t>6</a:t>
                      </a:r>
                      <a:endParaRPr lang="en-US" altLang="zh-CN" sz="2000" b="1" dirty="0" smtClean="0">
                        <a:solidFill>
                          <a:schemeClr val="tx1"/>
                        </a:solidFill>
                      </a:endParaRPr>
                    </a:p>
                  </a:txBody>
                  <a:tcPr marL="53648" marR="53648" marT="26824" marB="26824">
                    <a:lnR w="28575" cap="flat" cmpd="sng" algn="ctr">
                      <a:solidFill>
                        <a:schemeClr val="tx1"/>
                      </a:solidFill>
                      <a:prstDash val="solid"/>
                      <a:round/>
                      <a:headEnd type="none" w="med" len="med"/>
                      <a:tailEnd type="none" w="med" len="med"/>
                    </a:lnR>
                    <a:no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r h="429005">
                <a:tc>
                  <a:txBody>
                    <a:bodyPr/>
                    <a:lstStyle/>
                    <a:p>
                      <a:pPr algn="ctr"/>
                      <a:r>
                        <a:rPr lang="en-US" altLang="zh-CN" sz="2000" b="1" dirty="0" smtClean="0">
                          <a:solidFill>
                            <a:schemeClr val="tx1"/>
                          </a:solidFill>
                        </a:rPr>
                        <a:t>7</a:t>
                      </a:r>
                      <a:endParaRPr lang="en-US" altLang="zh-CN" sz="2000" b="1" dirty="0" smtClean="0">
                        <a:solidFill>
                          <a:schemeClr val="tx1"/>
                        </a:solidFill>
                      </a:endParaRPr>
                    </a:p>
                  </a:txBody>
                  <a:tcPr marL="53648" marR="53648" marT="26824" marB="26824">
                    <a:lnR w="28575" cap="flat" cmpd="sng" algn="ctr">
                      <a:solidFill>
                        <a:schemeClr val="tx1"/>
                      </a:solidFill>
                      <a:prstDash val="solid"/>
                      <a:round/>
                      <a:headEnd type="none" w="med" len="med"/>
                      <a:tailEnd type="none" w="med" len="med"/>
                    </a:lnR>
                    <a:no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29005">
                <a:tc>
                  <a:txBody>
                    <a:bodyPr/>
                    <a:lstStyle/>
                    <a:p>
                      <a:pPr algn="ctr"/>
                      <a:r>
                        <a:rPr lang="en-US" altLang="zh-CN" sz="2000" b="1" dirty="0" smtClean="0">
                          <a:solidFill>
                            <a:schemeClr val="tx1"/>
                          </a:solidFill>
                        </a:rPr>
                        <a:t>8</a:t>
                      </a:r>
                      <a:endParaRPr lang="en-US" altLang="zh-CN" sz="2000" b="1" dirty="0" smtClean="0">
                        <a:solidFill>
                          <a:schemeClr val="tx1"/>
                        </a:solidFill>
                      </a:endParaRPr>
                    </a:p>
                  </a:txBody>
                  <a:tcPr marL="53648" marR="53648" marT="26824" marB="26824">
                    <a:lnR w="28575" cap="flat" cmpd="sng" algn="ctr">
                      <a:solidFill>
                        <a:schemeClr val="tx1"/>
                      </a:solidFill>
                      <a:prstDash val="solid"/>
                      <a:round/>
                      <a:headEnd type="none" w="med" len="med"/>
                      <a:tailEnd type="none" w="med" len="med"/>
                    </a:lnR>
                    <a:no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zh-CN" altLang="en-US" sz="1600" b="1" dirty="0"/>
                    </a:p>
                  </a:txBody>
                  <a:tcPr marL="53648" marR="53648" marT="26824" marB="2682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bl>
          </a:graphicData>
        </a:graphic>
      </p:graphicFrame>
      <p:sp>
        <p:nvSpPr>
          <p:cNvPr id="6" name="椭圆 5"/>
          <p:cNvSpPr/>
          <p:nvPr>
            <p:custDataLst>
              <p:tags r:id="rId4"/>
            </p:custDataLst>
          </p:nvPr>
        </p:nvSpPr>
        <p:spPr bwMode="auto">
          <a:xfrm>
            <a:off x="2972966" y="5919731"/>
            <a:ext cx="313925" cy="300270"/>
          </a:xfrm>
          <a:prstGeom prst="ellipse">
            <a:avLst/>
          </a:prstGeom>
          <a:solidFill>
            <a:schemeClr val="accent1"/>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smtClean="0">
              <a:ln>
                <a:noFill/>
              </a:ln>
              <a:solidFill>
                <a:schemeClr val="accent1">
                  <a:lumMod val="20000"/>
                  <a:lumOff val="80000"/>
                  <a:hueOff val="10800000"/>
                </a:schemeClr>
              </a:solidFill>
              <a:effectLst/>
              <a:latin typeface="Times New Roman" panose="02020603050405020304" pitchFamily="18" charset="0"/>
              <a:ea typeface="楷体_GB2312" panose="02010609030101010101" pitchFamily="49" charset="-122"/>
            </a:endParaRPr>
          </a:p>
        </p:txBody>
      </p:sp>
      <p:sp>
        <p:nvSpPr>
          <p:cNvPr id="7" name="椭圆 6"/>
          <p:cNvSpPr/>
          <p:nvPr>
            <p:custDataLst>
              <p:tags r:id="rId5"/>
            </p:custDataLst>
          </p:nvPr>
        </p:nvSpPr>
        <p:spPr bwMode="auto">
          <a:xfrm>
            <a:off x="3448447" y="5067080"/>
            <a:ext cx="313925" cy="300270"/>
          </a:xfrm>
          <a:prstGeom prst="ellipse">
            <a:avLst/>
          </a:prstGeom>
          <a:solidFill>
            <a:schemeClr val="accent1"/>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smtClean="0">
              <a:ln>
                <a:noFill/>
              </a:ln>
              <a:solidFill>
                <a:schemeClr val="accent1">
                  <a:lumMod val="20000"/>
                  <a:lumOff val="80000"/>
                  <a:hueOff val="10800000"/>
                </a:schemeClr>
              </a:solidFill>
              <a:effectLst/>
              <a:latin typeface="Times New Roman" panose="02020603050405020304" pitchFamily="18" charset="0"/>
              <a:ea typeface="楷体_GB2312" panose="02010609030101010101" pitchFamily="49" charset="-122"/>
            </a:endParaRPr>
          </a:p>
        </p:txBody>
      </p:sp>
      <p:sp>
        <p:nvSpPr>
          <p:cNvPr id="8" name="椭圆 7"/>
          <p:cNvSpPr/>
          <p:nvPr>
            <p:custDataLst>
              <p:tags r:id="rId6"/>
            </p:custDataLst>
          </p:nvPr>
        </p:nvSpPr>
        <p:spPr bwMode="auto">
          <a:xfrm>
            <a:off x="3938786" y="4206447"/>
            <a:ext cx="313925" cy="300270"/>
          </a:xfrm>
          <a:prstGeom prst="ellipse">
            <a:avLst/>
          </a:prstGeom>
          <a:solidFill>
            <a:schemeClr val="accent1"/>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smtClean="0">
              <a:ln>
                <a:noFill/>
              </a:ln>
              <a:solidFill>
                <a:schemeClr val="accent1">
                  <a:lumMod val="20000"/>
                  <a:lumOff val="80000"/>
                  <a:hueOff val="10800000"/>
                </a:schemeClr>
              </a:solidFill>
              <a:effectLst/>
              <a:latin typeface="Times New Roman" panose="02020603050405020304" pitchFamily="18" charset="0"/>
              <a:ea typeface="楷体_GB2312" panose="02010609030101010101" pitchFamily="49" charset="-122"/>
            </a:endParaRPr>
          </a:p>
        </p:txBody>
      </p:sp>
      <p:sp>
        <p:nvSpPr>
          <p:cNvPr id="9" name="椭圆 8"/>
          <p:cNvSpPr/>
          <p:nvPr>
            <p:custDataLst>
              <p:tags r:id="rId7"/>
            </p:custDataLst>
          </p:nvPr>
        </p:nvSpPr>
        <p:spPr bwMode="auto">
          <a:xfrm>
            <a:off x="4412787" y="3347182"/>
            <a:ext cx="313925" cy="300270"/>
          </a:xfrm>
          <a:prstGeom prst="ellipse">
            <a:avLst/>
          </a:prstGeom>
          <a:solidFill>
            <a:schemeClr val="accent1"/>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smtClean="0">
              <a:ln>
                <a:noFill/>
              </a:ln>
              <a:solidFill>
                <a:schemeClr val="accent1">
                  <a:lumMod val="20000"/>
                  <a:lumOff val="80000"/>
                  <a:hueOff val="10800000"/>
                </a:schemeClr>
              </a:solidFill>
              <a:effectLst/>
              <a:latin typeface="Times New Roman" panose="02020603050405020304" pitchFamily="18" charset="0"/>
              <a:ea typeface="楷体_GB2312" panose="02010609030101010101" pitchFamily="49" charset="-122"/>
            </a:endParaRPr>
          </a:p>
        </p:txBody>
      </p:sp>
      <p:sp>
        <p:nvSpPr>
          <p:cNvPr id="10" name="椭圆 9"/>
          <p:cNvSpPr/>
          <p:nvPr>
            <p:custDataLst>
              <p:tags r:id="rId8"/>
            </p:custDataLst>
          </p:nvPr>
        </p:nvSpPr>
        <p:spPr bwMode="auto">
          <a:xfrm>
            <a:off x="5866358" y="3776802"/>
            <a:ext cx="313925" cy="300270"/>
          </a:xfrm>
          <a:prstGeom prst="ellipse">
            <a:avLst/>
          </a:prstGeom>
          <a:solidFill>
            <a:schemeClr val="accent1"/>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smtClean="0">
              <a:ln>
                <a:noFill/>
              </a:ln>
              <a:solidFill>
                <a:schemeClr val="accent1">
                  <a:lumMod val="20000"/>
                  <a:lumOff val="80000"/>
                  <a:hueOff val="10800000"/>
                </a:schemeClr>
              </a:solidFill>
              <a:effectLst/>
              <a:latin typeface="Times New Roman" panose="02020603050405020304" pitchFamily="18" charset="0"/>
              <a:ea typeface="楷体_GB2312" panose="02010609030101010101" pitchFamily="49" charset="-122"/>
            </a:endParaRPr>
          </a:p>
        </p:txBody>
      </p:sp>
      <p:sp>
        <p:nvSpPr>
          <p:cNvPr id="11" name="椭圆 10"/>
          <p:cNvSpPr/>
          <p:nvPr>
            <p:custDataLst>
              <p:tags r:id="rId9"/>
            </p:custDataLst>
          </p:nvPr>
        </p:nvSpPr>
        <p:spPr bwMode="auto">
          <a:xfrm>
            <a:off x="6324605" y="4628753"/>
            <a:ext cx="313925" cy="300270"/>
          </a:xfrm>
          <a:prstGeom prst="ellipse">
            <a:avLst/>
          </a:prstGeom>
          <a:solidFill>
            <a:schemeClr val="accent1"/>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smtClean="0">
              <a:ln>
                <a:noFill/>
              </a:ln>
              <a:solidFill>
                <a:schemeClr val="accent1">
                  <a:lumMod val="20000"/>
                  <a:lumOff val="80000"/>
                  <a:hueOff val="10800000"/>
                </a:schemeClr>
              </a:solidFill>
              <a:effectLst/>
              <a:latin typeface="Times New Roman" panose="02020603050405020304" pitchFamily="18" charset="0"/>
              <a:ea typeface="楷体_GB2312" panose="02010609030101010101" pitchFamily="49" charset="-122"/>
            </a:endParaRPr>
          </a:p>
        </p:txBody>
      </p:sp>
      <p:sp>
        <p:nvSpPr>
          <p:cNvPr id="12" name="椭圆 11"/>
          <p:cNvSpPr/>
          <p:nvPr>
            <p:custDataLst>
              <p:tags r:id="rId10"/>
            </p:custDataLst>
          </p:nvPr>
        </p:nvSpPr>
        <p:spPr bwMode="auto">
          <a:xfrm>
            <a:off x="4902150" y="5488178"/>
            <a:ext cx="313925" cy="300270"/>
          </a:xfrm>
          <a:prstGeom prst="ellipse">
            <a:avLst/>
          </a:prstGeom>
          <a:solidFill>
            <a:schemeClr val="accent1"/>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smtClean="0">
              <a:ln>
                <a:noFill/>
              </a:ln>
              <a:solidFill>
                <a:schemeClr val="accent1">
                  <a:lumMod val="20000"/>
                  <a:lumOff val="80000"/>
                  <a:hueOff val="10800000"/>
                </a:schemeClr>
              </a:solidFill>
              <a:effectLst/>
              <a:latin typeface="Times New Roman" panose="02020603050405020304" pitchFamily="18" charset="0"/>
              <a:ea typeface="楷体_GB2312" panose="02010609030101010101" pitchFamily="49" charset="-122"/>
            </a:endParaRPr>
          </a:p>
        </p:txBody>
      </p:sp>
      <p:sp>
        <p:nvSpPr>
          <p:cNvPr id="15" name="椭圆 14"/>
          <p:cNvSpPr/>
          <p:nvPr>
            <p:custDataLst>
              <p:tags r:id="rId11"/>
            </p:custDataLst>
          </p:nvPr>
        </p:nvSpPr>
        <p:spPr bwMode="auto">
          <a:xfrm>
            <a:off x="5377934" y="6349083"/>
            <a:ext cx="313925" cy="300270"/>
          </a:xfrm>
          <a:prstGeom prst="ellipse">
            <a:avLst/>
          </a:prstGeom>
          <a:solidFill>
            <a:schemeClr val="accent1"/>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smtClean="0">
              <a:ln>
                <a:noFill/>
              </a:ln>
              <a:solidFill>
                <a:schemeClr val="accent1">
                  <a:lumMod val="20000"/>
                  <a:lumOff val="80000"/>
                  <a:hueOff val="10800000"/>
                </a:schemeClr>
              </a:solidFill>
              <a:effectLst/>
              <a:latin typeface="Times New Roman" panose="02020603050405020304" pitchFamily="18" charset="0"/>
              <a:ea typeface="楷体_GB2312" panose="02010609030101010101" pitchFamily="49" charset="-122"/>
            </a:endParaRPr>
          </a:p>
        </p:txBody>
      </p:sp>
      <p:sp>
        <p:nvSpPr>
          <p:cNvPr id="18" name="标题 17"/>
          <p:cNvSpPr>
            <a:spLocks noGrp="1"/>
          </p:cNvSpPr>
          <p:nvPr>
            <p:ph type="title"/>
            <p:custDataLst>
              <p:tags r:id="rId12"/>
            </p:custDataLst>
          </p:nvPr>
        </p:nvSpPr>
        <p:spPr/>
        <p:txBody>
          <a:bodyPr vert="horz" wrap="square" lIns="0" tIns="0" rIns="0" bIns="0" rtlCol="0" anchor="ctr">
            <a:normAutofit/>
          </a:bodyPr>
          <a:lstStyle/>
          <a:p>
            <a:pPr lvl="0" algn="l">
              <a:buClrTx/>
              <a:buSzTx/>
              <a:buFontTx/>
            </a:pPr>
            <a:r>
              <a:rPr lang="zh-CN" altLang="en-US" dirty="0">
                <a:sym typeface="+mn-ea"/>
              </a:rPr>
              <a:t>学习数据结构与算法的意义</a:t>
            </a:r>
            <a:endParaRPr lang="zh-CN" altLang="en-US" dirty="0">
              <a:sym typeface="+mn-ea"/>
            </a:endParaRPr>
          </a:p>
        </p:txBody>
      </p:sp>
    </p:spTree>
    <p:custDataLst>
      <p:tags r:id="rId1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P spid="10" grpId="0" bldLvl="0" animBg="1"/>
      <p:bldP spid="11" grpId="0" bldLvl="0" animBg="1"/>
      <p:bldP spid="12" grpId="0" bldLvl="0" animBg="1"/>
      <p:bldP spid="1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7" name="内容占位符 6"/>
          <p:cNvSpPr>
            <a:spLocks noGrp="1"/>
          </p:cNvSpPr>
          <p:nvPr>
            <p:ph idx="1"/>
            <p:custDataLst>
              <p:tags r:id="rId2"/>
            </p:custDataLst>
          </p:nvPr>
        </p:nvSpPr>
        <p:spPr/>
        <p:txBody>
          <a:bodyPr/>
          <a:p>
            <a:endParaRPr lang="zh-CN" altLang="en-US"/>
          </a:p>
        </p:txBody>
      </p:sp>
      <p:sp>
        <p:nvSpPr>
          <p:cNvPr id="5" name="Rectangle 3"/>
          <p:cNvSpPr>
            <a:spLocks noGrp="1" noChangeArrowheads="1"/>
          </p:cNvSpPr>
          <p:nvPr>
            <p:custDataLst>
              <p:tags r:id="rId3"/>
            </p:custDataLst>
          </p:nvPr>
        </p:nvSpPr>
        <p:spPr>
          <a:xfrm>
            <a:off x="456300" y="1490400"/>
            <a:ext cx="8226900" cy="4759200"/>
          </a:xfrm>
          <a:prstGeom prst="rect">
            <a:avLst/>
          </a:prstGeom>
        </p:spPr>
        <p:txBody>
          <a:bodyPr vert="horz" lIns="91440" tIns="45720" rIns="91440" bIns="45720" rtlCol="0">
            <a:normAutofit fontScale="7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609600" lvl="1" indent="-609600" eaLnBrk="1" hangingPunct="1">
              <a:lnSpc>
                <a:spcPct val="150000"/>
              </a:lnSpc>
              <a:spcBef>
                <a:spcPts val="300"/>
              </a:spcBef>
              <a:buFont typeface="Wingdings" panose="05000000000000000000" pitchFamily="2" charset="2"/>
              <a:buChar char=""/>
            </a:pPr>
            <a:r>
              <a:rPr lang="zh-CN" altLang="en-US" sz="2400" b="1" dirty="0" smtClean="0">
                <a:solidFill>
                  <a:schemeClr val="tx1"/>
                </a:solidFill>
              </a:rPr>
              <a:t>问题分析</a:t>
            </a:r>
            <a:endParaRPr lang="en-US" altLang="zh-CN" sz="2400" b="1" dirty="0">
              <a:solidFill>
                <a:schemeClr val="tx1"/>
              </a:solidFill>
            </a:endParaRPr>
          </a:p>
          <a:p>
            <a:pPr marL="1007745" lvl="1" indent="-431800" eaLnBrk="1" hangingPunct="1">
              <a:lnSpc>
                <a:spcPct val="150000"/>
              </a:lnSpc>
              <a:spcBef>
                <a:spcPts val="300"/>
              </a:spcBef>
              <a:buSzPct val="100000"/>
            </a:pPr>
            <a:r>
              <a:rPr lang="zh-CN" altLang="en-US" sz="2400" dirty="0" smtClean="0">
                <a:solidFill>
                  <a:schemeClr val="tx1"/>
                </a:solidFill>
              </a:rPr>
              <a:t>问题的解</a:t>
            </a:r>
            <a:r>
              <a:rPr lang="zh-CN" altLang="en-US" sz="2400" dirty="0">
                <a:solidFill>
                  <a:schemeClr val="tx1"/>
                </a:solidFill>
              </a:rPr>
              <a:t>向量：</a:t>
            </a:r>
            <a:r>
              <a:rPr lang="en-US" altLang="zh-CN" sz="2400" dirty="0">
                <a:solidFill>
                  <a:schemeClr val="tx1"/>
                </a:solidFill>
              </a:rPr>
              <a:t>(</a:t>
            </a:r>
            <a:r>
              <a:rPr lang="en-GB" altLang="zh-CN" sz="2400" dirty="0">
                <a:solidFill>
                  <a:schemeClr val="tx1"/>
                </a:solidFill>
              </a:rPr>
              <a:t>x</a:t>
            </a:r>
            <a:r>
              <a:rPr lang="en-GB" altLang="zh-CN" sz="2400" baseline="-25000" dirty="0">
                <a:solidFill>
                  <a:schemeClr val="tx1"/>
                </a:solidFill>
              </a:rPr>
              <a:t>1</a:t>
            </a:r>
            <a:r>
              <a:rPr lang="en-GB" altLang="zh-CN" sz="2400" dirty="0">
                <a:solidFill>
                  <a:schemeClr val="tx1"/>
                </a:solidFill>
              </a:rPr>
              <a:t>, x</a:t>
            </a:r>
            <a:r>
              <a:rPr lang="en-GB" altLang="zh-CN" sz="2400" baseline="-25000" dirty="0">
                <a:solidFill>
                  <a:schemeClr val="tx1"/>
                </a:solidFill>
              </a:rPr>
              <a:t>2</a:t>
            </a:r>
            <a:r>
              <a:rPr lang="en-GB" altLang="zh-CN" sz="2400" dirty="0">
                <a:solidFill>
                  <a:schemeClr val="tx1"/>
                </a:solidFill>
              </a:rPr>
              <a:t>, … , </a:t>
            </a:r>
            <a:r>
              <a:rPr lang="en-GB" altLang="zh-CN" sz="2400" dirty="0" smtClean="0">
                <a:solidFill>
                  <a:schemeClr val="tx1"/>
                </a:solidFill>
              </a:rPr>
              <a:t>x</a:t>
            </a:r>
            <a:r>
              <a:rPr lang="en-GB" altLang="zh-CN" sz="2400" baseline="-25000" dirty="0" smtClean="0">
                <a:solidFill>
                  <a:schemeClr val="tx1"/>
                </a:solidFill>
              </a:rPr>
              <a:t>8</a:t>
            </a:r>
            <a:r>
              <a:rPr lang="en-GB" altLang="zh-CN" sz="2400" dirty="0" smtClean="0">
                <a:solidFill>
                  <a:schemeClr val="tx1"/>
                </a:solidFill>
              </a:rPr>
              <a:t>) </a:t>
            </a:r>
            <a:endParaRPr lang="en-GB" altLang="zh-CN" sz="2400" dirty="0" smtClean="0">
              <a:solidFill>
                <a:schemeClr val="tx1"/>
              </a:solidFill>
            </a:endParaRPr>
          </a:p>
          <a:p>
            <a:pPr marL="1440180" lvl="2" indent="-431800" eaLnBrk="1" hangingPunct="1">
              <a:lnSpc>
                <a:spcPct val="150000"/>
              </a:lnSpc>
              <a:spcBef>
                <a:spcPts val="300"/>
              </a:spcBef>
              <a:buSzPct val="70000"/>
              <a:buFont typeface="Wingdings" panose="05000000000000000000" pitchFamily="2" charset="2"/>
              <a:buChar char="l"/>
            </a:pPr>
            <a:r>
              <a:rPr lang="zh-CN" altLang="en-US" dirty="0" smtClean="0">
                <a:solidFill>
                  <a:schemeClr val="tx1"/>
                </a:solidFill>
              </a:rPr>
              <a:t>采用数组下标</a:t>
            </a:r>
            <a:r>
              <a:rPr lang="zh-CN" altLang="en-US" b="1" dirty="0" smtClean="0">
                <a:solidFill>
                  <a:schemeClr val="tx1"/>
                </a:solidFill>
              </a:rPr>
              <a:t> </a:t>
            </a:r>
            <a:r>
              <a:rPr lang="en-US" altLang="zh-CN" dirty="0" err="1" smtClean="0">
                <a:solidFill>
                  <a:schemeClr val="tx1"/>
                </a:solidFill>
              </a:rPr>
              <a:t>i</a:t>
            </a:r>
            <a:r>
              <a:rPr lang="en-US" altLang="zh-CN" b="1" dirty="0" smtClean="0">
                <a:solidFill>
                  <a:schemeClr val="tx1"/>
                </a:solidFill>
              </a:rPr>
              <a:t> </a:t>
            </a:r>
            <a:r>
              <a:rPr lang="zh-CN" altLang="en-US" dirty="0" smtClean="0">
                <a:solidFill>
                  <a:schemeClr val="tx1"/>
                </a:solidFill>
              </a:rPr>
              <a:t>表示皇后所在的行号</a:t>
            </a:r>
            <a:endParaRPr lang="en-US" altLang="zh-CN" dirty="0" smtClean="0">
              <a:solidFill>
                <a:schemeClr val="tx1"/>
              </a:solidFill>
            </a:endParaRPr>
          </a:p>
          <a:p>
            <a:pPr marL="1440180" lvl="2" indent="-431800" eaLnBrk="1" hangingPunct="1">
              <a:lnSpc>
                <a:spcPct val="150000"/>
              </a:lnSpc>
              <a:spcBef>
                <a:spcPts val="300"/>
              </a:spcBef>
              <a:buSzPct val="70000"/>
              <a:buFont typeface="Wingdings" panose="05000000000000000000" pitchFamily="2" charset="2"/>
              <a:buChar char="l"/>
            </a:pPr>
            <a:r>
              <a:rPr lang="zh-CN" altLang="en-US" dirty="0" smtClean="0">
                <a:solidFill>
                  <a:schemeClr val="tx1"/>
                </a:solidFill>
              </a:rPr>
              <a:t>采用数组元素 </a:t>
            </a:r>
            <a:r>
              <a:rPr lang="en-GB" altLang="zh-CN" dirty="0" smtClean="0">
                <a:solidFill>
                  <a:schemeClr val="tx1"/>
                </a:solidFill>
              </a:rPr>
              <a:t>x[</a:t>
            </a:r>
            <a:r>
              <a:rPr lang="en-GB" altLang="zh-CN" dirty="0" err="1" smtClean="0">
                <a:solidFill>
                  <a:schemeClr val="tx1"/>
                </a:solidFill>
              </a:rPr>
              <a:t>i</a:t>
            </a:r>
            <a:r>
              <a:rPr lang="en-GB" altLang="zh-CN" dirty="0" smtClean="0">
                <a:solidFill>
                  <a:schemeClr val="tx1"/>
                </a:solidFill>
              </a:rPr>
              <a:t>] </a:t>
            </a:r>
            <a:r>
              <a:rPr lang="zh-CN" altLang="en-US" dirty="0" smtClean="0">
                <a:solidFill>
                  <a:schemeClr val="tx1"/>
                </a:solidFill>
              </a:rPr>
              <a:t>表示</a:t>
            </a:r>
            <a:r>
              <a:rPr lang="zh-CN" altLang="en-US" dirty="0">
                <a:solidFill>
                  <a:schemeClr val="tx1"/>
                </a:solidFill>
              </a:rPr>
              <a:t>皇</a:t>
            </a:r>
            <a:r>
              <a:rPr lang="zh-CN" altLang="en-US" dirty="0" smtClean="0">
                <a:solidFill>
                  <a:schemeClr val="tx1"/>
                </a:solidFill>
              </a:rPr>
              <a:t>后 </a:t>
            </a:r>
            <a:r>
              <a:rPr lang="en-US" altLang="zh-CN" dirty="0" err="1" smtClean="0">
                <a:solidFill>
                  <a:schemeClr val="tx1"/>
                </a:solidFill>
              </a:rPr>
              <a:t>i</a:t>
            </a:r>
            <a:r>
              <a:rPr lang="en-US" altLang="zh-CN" dirty="0" smtClean="0">
                <a:solidFill>
                  <a:schemeClr val="tx1"/>
                </a:solidFill>
              </a:rPr>
              <a:t> </a:t>
            </a:r>
            <a:r>
              <a:rPr lang="zh-CN" altLang="en-US" dirty="0" smtClean="0">
                <a:solidFill>
                  <a:schemeClr val="tx1"/>
                </a:solidFill>
              </a:rPr>
              <a:t>的列号</a:t>
            </a:r>
            <a:endParaRPr lang="en-GB" altLang="zh-CN" dirty="0">
              <a:solidFill>
                <a:schemeClr val="tx1"/>
              </a:solidFill>
            </a:endParaRPr>
          </a:p>
          <a:p>
            <a:pPr marL="1007745" lvl="1" indent="-431800" eaLnBrk="1" hangingPunct="1">
              <a:lnSpc>
                <a:spcPct val="150000"/>
              </a:lnSpc>
              <a:spcBef>
                <a:spcPts val="300"/>
              </a:spcBef>
              <a:buSzPct val="100000"/>
            </a:pPr>
            <a:r>
              <a:rPr lang="zh-CN" altLang="en-US" sz="2400" dirty="0" smtClean="0">
                <a:solidFill>
                  <a:schemeClr val="tx1"/>
                </a:solidFill>
              </a:rPr>
              <a:t>约束条件</a:t>
            </a:r>
            <a:endParaRPr lang="en-US" altLang="zh-CN" sz="2400" dirty="0" smtClean="0">
              <a:solidFill>
                <a:schemeClr val="tx1"/>
              </a:solidFill>
            </a:endParaRPr>
          </a:p>
          <a:p>
            <a:pPr marL="1440180" lvl="2" indent="-431800" eaLnBrk="1" hangingPunct="1">
              <a:lnSpc>
                <a:spcPct val="150000"/>
              </a:lnSpc>
              <a:spcBef>
                <a:spcPts val="300"/>
              </a:spcBef>
              <a:buSzPct val="70000"/>
              <a:buFont typeface="Wingdings" panose="05000000000000000000" pitchFamily="2" charset="2"/>
              <a:buChar char="l"/>
            </a:pPr>
            <a:r>
              <a:rPr lang="zh-CN" altLang="en-US" dirty="0">
                <a:solidFill>
                  <a:schemeClr val="tx1"/>
                </a:solidFill>
              </a:rPr>
              <a:t>显约束（对解向量的直接约束）：</a:t>
            </a:r>
            <a:r>
              <a:rPr lang="en-GB" altLang="zh-CN" dirty="0">
                <a:solidFill>
                  <a:schemeClr val="tx1"/>
                </a:solidFill>
              </a:rPr>
              <a:t>x</a:t>
            </a:r>
            <a:r>
              <a:rPr lang="en-GB" altLang="zh-CN" baseline="-25000" dirty="0">
                <a:solidFill>
                  <a:schemeClr val="tx1"/>
                </a:solidFill>
              </a:rPr>
              <a:t>i</a:t>
            </a:r>
            <a:r>
              <a:rPr lang="en-GB" altLang="zh-CN" dirty="0">
                <a:solidFill>
                  <a:schemeClr val="tx1"/>
                </a:solidFill>
              </a:rPr>
              <a:t> =1, 2, … , n</a:t>
            </a:r>
            <a:endParaRPr lang="en-GB" altLang="zh-CN" dirty="0">
              <a:solidFill>
                <a:schemeClr val="tx1"/>
              </a:solidFill>
            </a:endParaRPr>
          </a:p>
          <a:p>
            <a:pPr marL="1440180" lvl="2" indent="-431800" eaLnBrk="1" hangingPunct="1">
              <a:lnSpc>
                <a:spcPct val="150000"/>
              </a:lnSpc>
              <a:spcBef>
                <a:spcPts val="300"/>
              </a:spcBef>
              <a:buSzPct val="70000"/>
              <a:buFont typeface="Wingdings" panose="05000000000000000000" pitchFamily="2" charset="2"/>
              <a:buChar char="l"/>
            </a:pPr>
            <a:r>
              <a:rPr lang="zh-CN" altLang="en-US" dirty="0">
                <a:solidFill>
                  <a:schemeClr val="tx1"/>
                </a:solidFill>
              </a:rPr>
              <a:t>隐约束</a:t>
            </a:r>
            <a:r>
              <a:rPr lang="en-US" altLang="zh-CN" dirty="0">
                <a:solidFill>
                  <a:schemeClr val="tx1"/>
                </a:solidFill>
              </a:rPr>
              <a:t>1</a:t>
            </a:r>
            <a:r>
              <a:rPr lang="zh-CN" altLang="en-US" dirty="0">
                <a:solidFill>
                  <a:schemeClr val="tx1"/>
                </a:solidFill>
              </a:rPr>
              <a:t>：任意两个皇后不同</a:t>
            </a:r>
            <a:r>
              <a:rPr lang="zh-CN" altLang="en-US" dirty="0" smtClean="0">
                <a:solidFill>
                  <a:schemeClr val="tx1"/>
                </a:solidFill>
              </a:rPr>
              <a:t>列 ：</a:t>
            </a:r>
            <a:r>
              <a:rPr lang="en-GB" altLang="zh-CN" dirty="0">
                <a:solidFill>
                  <a:schemeClr val="tx1"/>
                </a:solidFill>
              </a:rPr>
              <a:t>x</a:t>
            </a:r>
            <a:r>
              <a:rPr lang="en-GB" altLang="zh-CN" baseline="-25000" dirty="0">
                <a:solidFill>
                  <a:schemeClr val="tx1"/>
                </a:solidFill>
              </a:rPr>
              <a:t>i</a:t>
            </a:r>
            <a:r>
              <a:rPr lang="en-GB" altLang="zh-CN" dirty="0">
                <a:solidFill>
                  <a:schemeClr val="tx1"/>
                </a:solidFill>
              </a:rPr>
              <a:t> </a:t>
            </a:r>
            <a:r>
              <a:rPr lang="zh-CN" altLang="en-US" dirty="0">
                <a:solidFill>
                  <a:schemeClr val="tx1"/>
                </a:solidFill>
              </a:rPr>
              <a:t>≠ </a:t>
            </a:r>
            <a:r>
              <a:rPr lang="en-GB" altLang="zh-CN" dirty="0" err="1">
                <a:solidFill>
                  <a:schemeClr val="tx1"/>
                </a:solidFill>
              </a:rPr>
              <a:t>x</a:t>
            </a:r>
            <a:r>
              <a:rPr lang="en-GB" altLang="zh-CN" baseline="-25000" dirty="0" err="1">
                <a:solidFill>
                  <a:schemeClr val="tx1"/>
                </a:solidFill>
              </a:rPr>
              <a:t>j</a:t>
            </a:r>
            <a:endParaRPr lang="en-GB" altLang="zh-CN" baseline="-25000" dirty="0">
              <a:solidFill>
                <a:schemeClr val="tx1"/>
              </a:solidFill>
            </a:endParaRPr>
          </a:p>
          <a:p>
            <a:pPr marL="1440180" lvl="2" indent="-431800" eaLnBrk="1" hangingPunct="1">
              <a:lnSpc>
                <a:spcPct val="150000"/>
              </a:lnSpc>
              <a:spcBef>
                <a:spcPts val="300"/>
              </a:spcBef>
              <a:buSzPct val="70000"/>
              <a:buFont typeface="Wingdings" panose="05000000000000000000" pitchFamily="2" charset="2"/>
              <a:buChar char="l"/>
            </a:pPr>
            <a:r>
              <a:rPr lang="zh-CN" altLang="en-US" dirty="0">
                <a:solidFill>
                  <a:schemeClr val="tx1"/>
                </a:solidFill>
              </a:rPr>
              <a:t>隐约束</a:t>
            </a:r>
            <a:r>
              <a:rPr lang="en-US" altLang="zh-CN" dirty="0">
                <a:solidFill>
                  <a:schemeClr val="tx1"/>
                </a:solidFill>
              </a:rPr>
              <a:t>2</a:t>
            </a:r>
            <a:r>
              <a:rPr lang="zh-CN" altLang="en-US" dirty="0">
                <a:solidFill>
                  <a:schemeClr val="tx1"/>
                </a:solidFill>
              </a:rPr>
              <a:t>：任意两个皇后不处于同一对角</a:t>
            </a:r>
            <a:r>
              <a:rPr lang="zh-CN" altLang="en-US" dirty="0" smtClean="0">
                <a:solidFill>
                  <a:schemeClr val="tx1"/>
                </a:solidFill>
              </a:rPr>
              <a:t>线？</a:t>
            </a:r>
            <a:endParaRPr lang="en-US" altLang="zh-CN" dirty="0" smtClean="0">
              <a:solidFill>
                <a:schemeClr val="tx1"/>
              </a:solidFill>
            </a:endParaRPr>
          </a:p>
          <a:p>
            <a:pPr marL="1897380" lvl="3" indent="-431800" eaLnBrk="1" hangingPunct="1">
              <a:lnSpc>
                <a:spcPct val="150000"/>
              </a:lnSpc>
              <a:spcBef>
                <a:spcPts val="300"/>
              </a:spcBef>
              <a:buSzPct val="100000"/>
              <a:buFont typeface="Wingdings" panose="05000000000000000000" pitchFamily="2" charset="2"/>
              <a:buChar char="Ø"/>
            </a:pPr>
            <a:r>
              <a:rPr lang="en-US" altLang="zh-CN" sz="2400" dirty="0" smtClean="0">
                <a:solidFill>
                  <a:schemeClr val="tx1"/>
                </a:solidFill>
              </a:rPr>
              <a:t>|</a:t>
            </a:r>
            <a:r>
              <a:rPr lang="en-US" altLang="zh-CN" sz="2400" dirty="0" err="1">
                <a:solidFill>
                  <a:schemeClr val="tx1"/>
                </a:solidFill>
              </a:rPr>
              <a:t>i</a:t>
            </a:r>
            <a:r>
              <a:rPr lang="en-US" altLang="zh-CN" sz="2400" dirty="0">
                <a:solidFill>
                  <a:schemeClr val="tx1"/>
                </a:solidFill>
              </a:rPr>
              <a:t>-j|</a:t>
            </a:r>
            <a:r>
              <a:rPr lang="en-GB" altLang="zh-CN" sz="2400" dirty="0">
                <a:solidFill>
                  <a:schemeClr val="tx1"/>
                </a:solidFill>
              </a:rPr>
              <a:t> </a:t>
            </a:r>
            <a:r>
              <a:rPr lang="zh-CN" altLang="en-US" sz="2400" dirty="0">
                <a:solidFill>
                  <a:schemeClr val="tx1"/>
                </a:solidFill>
              </a:rPr>
              <a:t>≠ </a:t>
            </a:r>
            <a:r>
              <a:rPr lang="en-US" altLang="zh-CN" sz="2400" dirty="0">
                <a:solidFill>
                  <a:schemeClr val="tx1"/>
                </a:solidFill>
              </a:rPr>
              <a:t>|</a:t>
            </a:r>
            <a:r>
              <a:rPr lang="en-US" altLang="zh-CN" sz="2400" dirty="0" smtClean="0">
                <a:solidFill>
                  <a:schemeClr val="tx1"/>
                </a:solidFill>
              </a:rPr>
              <a:t>x</a:t>
            </a:r>
            <a:r>
              <a:rPr lang="en-US" altLang="zh-CN" sz="2400" baseline="-25000" dirty="0" smtClean="0">
                <a:solidFill>
                  <a:schemeClr val="tx1"/>
                </a:solidFill>
              </a:rPr>
              <a:t>i </a:t>
            </a:r>
            <a:r>
              <a:rPr lang="en-US" altLang="zh-CN" sz="2400" dirty="0" smtClean="0">
                <a:solidFill>
                  <a:schemeClr val="tx1"/>
                </a:solidFill>
              </a:rPr>
              <a:t>- </a:t>
            </a:r>
            <a:r>
              <a:rPr lang="en-US" altLang="zh-CN" sz="2400" dirty="0" err="1" smtClean="0">
                <a:solidFill>
                  <a:schemeClr val="tx1"/>
                </a:solidFill>
              </a:rPr>
              <a:t>x</a:t>
            </a:r>
            <a:r>
              <a:rPr lang="en-US" altLang="zh-CN" sz="2400" baseline="-25000" dirty="0" err="1" smtClean="0">
                <a:solidFill>
                  <a:schemeClr val="tx1"/>
                </a:solidFill>
              </a:rPr>
              <a:t>j</a:t>
            </a:r>
            <a:r>
              <a:rPr lang="en-US" altLang="zh-CN" sz="2400" dirty="0">
                <a:solidFill>
                  <a:schemeClr val="tx1"/>
                </a:solidFill>
              </a:rPr>
              <a:t>|</a:t>
            </a:r>
            <a:endParaRPr lang="en-US" altLang="zh-CN" sz="2400" dirty="0">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left)">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wipe(left)">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wipe(left)">
                                      <p:cBhvr>
                                        <p:cTn id="4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custDataLst>
              <p:tags r:id="rId1"/>
            </p:custDataLst>
          </p:nvPr>
        </p:nvSpPr>
        <p:spPr>
          <a:xfrm>
            <a:off x="456300" y="1490400"/>
            <a:ext cx="8226900" cy="4759200"/>
          </a:xfrm>
          <a:prstGeom prst="rect">
            <a:avLst/>
          </a:prstGeom>
        </p:spPr>
        <p:txBody>
          <a:bodyPr vert="horz" lIns="91440" tIns="45720" rIns="91440" bIns="45720" rtlCol="0">
            <a:normAutofit fontScale="4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0" indent="0" eaLnBrk="1" hangingPunct="1">
              <a:spcBef>
                <a:spcPts val="0"/>
              </a:spcBef>
              <a:buNone/>
            </a:pPr>
            <a:r>
              <a:rPr lang="en-US" altLang="zh-CN" sz="2200" b="1" dirty="0">
                <a:solidFill>
                  <a:schemeClr val="tx1"/>
                </a:solidFill>
                <a:cs typeface="Verdana" panose="020B0604030504040204" pitchFamily="34" charset="0"/>
              </a:rPr>
              <a:t>bool Bound</a:t>
            </a:r>
            <a:r>
              <a:rPr lang="en-US" altLang="zh-CN" sz="2200" b="1" dirty="0" smtClean="0">
                <a:solidFill>
                  <a:schemeClr val="tx1"/>
                </a:solidFill>
                <a:cs typeface="Verdana" panose="020B0604030504040204" pitchFamily="34" charset="0"/>
              </a:rPr>
              <a:t>(</a:t>
            </a:r>
            <a:r>
              <a:rPr lang="en-US" altLang="zh-CN" sz="2200" b="1" dirty="0" err="1" smtClean="0">
                <a:solidFill>
                  <a:schemeClr val="tx1"/>
                </a:solidFill>
                <a:cs typeface="Verdana" panose="020B0604030504040204" pitchFamily="34" charset="0"/>
              </a:rPr>
              <a:t>int</a:t>
            </a:r>
            <a:r>
              <a:rPr lang="en-US" altLang="zh-CN" sz="2200" b="1" dirty="0" smtClean="0">
                <a:solidFill>
                  <a:schemeClr val="tx1"/>
                </a:solidFill>
                <a:cs typeface="Verdana" panose="020B0604030504040204" pitchFamily="34" charset="0"/>
              </a:rPr>
              <a:t> </a:t>
            </a:r>
            <a:r>
              <a:rPr lang="en-US" altLang="zh-CN" sz="2200" b="1" dirty="0">
                <a:solidFill>
                  <a:schemeClr val="tx1"/>
                </a:solidFill>
                <a:cs typeface="Verdana" panose="020B0604030504040204" pitchFamily="34" charset="0"/>
              </a:rPr>
              <a:t>k){</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for </a:t>
            </a:r>
            <a:r>
              <a:rPr lang="en-US" altLang="zh-CN" sz="2200" b="1" dirty="0" smtClean="0">
                <a:solidFill>
                  <a:schemeClr val="tx1"/>
                </a:solidFill>
                <a:cs typeface="Verdana" panose="020B0604030504040204" pitchFamily="34" charset="0"/>
              </a:rPr>
              <a:t>(</a:t>
            </a:r>
            <a:r>
              <a:rPr lang="en-US" altLang="zh-CN" sz="2200" b="1" dirty="0" err="1" smtClean="0">
                <a:solidFill>
                  <a:schemeClr val="tx1"/>
                </a:solidFill>
                <a:cs typeface="Verdana" panose="020B0604030504040204" pitchFamily="34" charset="0"/>
              </a:rPr>
              <a:t>int</a:t>
            </a:r>
            <a:r>
              <a:rPr lang="en-US" altLang="zh-CN" sz="2200" b="1" dirty="0" smtClean="0">
                <a:solidFill>
                  <a:schemeClr val="tx1"/>
                </a:solidFill>
                <a:cs typeface="Verdana" panose="020B0604030504040204" pitchFamily="34" charset="0"/>
              </a:rPr>
              <a:t> </a:t>
            </a:r>
            <a:r>
              <a:rPr lang="en-US" altLang="zh-CN" sz="2200" b="1" dirty="0" err="1" smtClean="0">
                <a:solidFill>
                  <a:schemeClr val="tx1"/>
                </a:solidFill>
                <a:cs typeface="Verdana" panose="020B0604030504040204" pitchFamily="34" charset="0"/>
              </a:rPr>
              <a:t>i</a:t>
            </a:r>
            <a:r>
              <a:rPr lang="en-US" altLang="zh-CN" sz="2200" b="1" dirty="0" smtClean="0">
                <a:solidFill>
                  <a:schemeClr val="tx1"/>
                </a:solidFill>
                <a:cs typeface="Verdana" panose="020B0604030504040204" pitchFamily="34" charset="0"/>
              </a:rPr>
              <a:t> </a:t>
            </a:r>
            <a:r>
              <a:rPr lang="en-US" altLang="zh-CN" sz="2200" b="1" dirty="0">
                <a:solidFill>
                  <a:schemeClr val="tx1"/>
                </a:solidFill>
                <a:cs typeface="Verdana" panose="020B0604030504040204" pitchFamily="34" charset="0"/>
              </a:rPr>
              <a:t>= 1; </a:t>
            </a:r>
            <a:r>
              <a:rPr lang="en-US" altLang="zh-CN" sz="2200" b="1" dirty="0" err="1">
                <a:solidFill>
                  <a:schemeClr val="tx1"/>
                </a:solidFill>
                <a:cs typeface="Verdana" panose="020B0604030504040204" pitchFamily="34" charset="0"/>
              </a:rPr>
              <a:t>i</a:t>
            </a:r>
            <a:r>
              <a:rPr lang="en-US" altLang="zh-CN" sz="2200" b="1" dirty="0">
                <a:solidFill>
                  <a:schemeClr val="tx1"/>
                </a:solidFill>
                <a:cs typeface="Verdana" panose="020B0604030504040204" pitchFamily="34" charset="0"/>
              </a:rPr>
              <a:t> &lt; k; </a:t>
            </a:r>
            <a:r>
              <a:rPr lang="en-US" altLang="zh-CN" sz="2200" b="1" dirty="0" err="1">
                <a:solidFill>
                  <a:schemeClr val="tx1"/>
                </a:solidFill>
                <a:cs typeface="Verdana" panose="020B0604030504040204" pitchFamily="34" charset="0"/>
              </a:rPr>
              <a:t>i</a:t>
            </a:r>
            <a:r>
              <a:rPr lang="en-US" altLang="zh-CN" sz="2200" b="1" dirty="0" smtClean="0">
                <a:solidFill>
                  <a:schemeClr val="tx1"/>
                </a:solidFill>
                <a:cs typeface="Verdana" panose="020B0604030504040204" pitchFamily="34" charset="0"/>
              </a:rPr>
              <a:t>++){</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if ((abs(k-</a:t>
            </a:r>
            <a:r>
              <a:rPr lang="en-US" altLang="zh-CN" sz="2200" b="1" dirty="0" err="1">
                <a:solidFill>
                  <a:schemeClr val="tx1"/>
                </a:solidFill>
                <a:cs typeface="Verdana" panose="020B0604030504040204" pitchFamily="34" charset="0"/>
              </a:rPr>
              <a:t>i</a:t>
            </a:r>
            <a:r>
              <a:rPr lang="en-US" altLang="zh-CN" sz="2200" b="1" dirty="0">
                <a:solidFill>
                  <a:schemeClr val="tx1"/>
                </a:solidFill>
                <a:cs typeface="Verdana" panose="020B0604030504040204" pitchFamily="34" charset="0"/>
              </a:rPr>
              <a:t>)==</a:t>
            </a:r>
            <a:r>
              <a:rPr lang="en-US" altLang="zh-CN" sz="2200" b="1" dirty="0" smtClean="0">
                <a:solidFill>
                  <a:schemeClr val="tx1"/>
                </a:solidFill>
                <a:cs typeface="Verdana" panose="020B0604030504040204" pitchFamily="34" charset="0"/>
              </a:rPr>
              <a:t>abs(x[k]-x[</a:t>
            </a:r>
            <a:r>
              <a:rPr lang="en-US" altLang="zh-CN" sz="2200" b="1" dirty="0" err="1" smtClean="0">
                <a:solidFill>
                  <a:schemeClr val="tx1"/>
                </a:solidFill>
                <a:cs typeface="Verdana" panose="020B0604030504040204" pitchFamily="34" charset="0"/>
              </a:rPr>
              <a:t>i</a:t>
            </a:r>
            <a:r>
              <a:rPr lang="en-US" altLang="zh-CN" sz="2200" b="1" dirty="0" smtClean="0">
                <a:solidFill>
                  <a:schemeClr val="tx1"/>
                </a:solidFill>
                <a:cs typeface="Verdana" panose="020B0604030504040204" pitchFamily="34" charset="0"/>
              </a:rPr>
              <a:t>]))||(x[</a:t>
            </a:r>
            <a:r>
              <a:rPr lang="en-US" altLang="zh-CN" sz="2200" b="1" dirty="0" err="1" smtClean="0">
                <a:solidFill>
                  <a:schemeClr val="tx1"/>
                </a:solidFill>
                <a:cs typeface="Verdana" panose="020B0604030504040204" pitchFamily="34" charset="0"/>
              </a:rPr>
              <a:t>i</a:t>
            </a:r>
            <a:r>
              <a:rPr lang="en-US" altLang="zh-CN" sz="2200" b="1" dirty="0" smtClean="0">
                <a:solidFill>
                  <a:schemeClr val="tx1"/>
                </a:solidFill>
                <a:cs typeface="Verdana" panose="020B0604030504040204" pitchFamily="34" charset="0"/>
              </a:rPr>
              <a:t>]==</a:t>
            </a:r>
            <a:r>
              <a:rPr lang="en-US" altLang="zh-CN" sz="2200" b="1" dirty="0">
                <a:solidFill>
                  <a:schemeClr val="tx1"/>
                </a:solidFill>
                <a:cs typeface="Verdana" panose="020B0604030504040204" pitchFamily="34" charset="0"/>
              </a:rPr>
              <a:t>x[k])) </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return false</a:t>
            </a:r>
            <a:r>
              <a:rPr lang="en-US" altLang="zh-CN" sz="2200" b="1" dirty="0" smtClean="0">
                <a:solidFill>
                  <a:schemeClr val="tx1"/>
                </a:solidFill>
                <a:cs typeface="Verdana" panose="020B0604030504040204" pitchFamily="34" charset="0"/>
              </a:rPr>
              <a:t>;</a:t>
            </a:r>
            <a:endParaRPr lang="en-US" altLang="zh-CN" sz="2200" b="1" dirty="0" smtClean="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a:t>
            </a:r>
            <a:r>
              <a:rPr lang="en-US" altLang="zh-CN" sz="2200" b="1" dirty="0" smtClean="0">
                <a:solidFill>
                  <a:schemeClr val="tx1"/>
                </a:solidFill>
                <a:cs typeface="Verdana" panose="020B0604030504040204" pitchFamily="34" charset="0"/>
              </a:rPr>
              <a:t>   }</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return true;</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a:t>
            </a:r>
            <a:endParaRPr lang="en-US" altLang="zh-CN" sz="2200" b="1" dirty="0" smtClean="0">
              <a:solidFill>
                <a:schemeClr val="tx1"/>
              </a:solidFill>
              <a:cs typeface="Verdana" panose="020B0604030504040204" pitchFamily="34" charset="0"/>
            </a:endParaRPr>
          </a:p>
          <a:p>
            <a:pPr marL="0" indent="0" eaLnBrk="1" hangingPunct="1">
              <a:spcBef>
                <a:spcPts val="0"/>
              </a:spcBef>
              <a:buNone/>
            </a:pP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void Backtrack(</a:t>
            </a:r>
            <a:r>
              <a:rPr lang="en-US" altLang="zh-CN" sz="2200" b="1" dirty="0" err="1">
                <a:solidFill>
                  <a:schemeClr val="tx1"/>
                </a:solidFill>
                <a:cs typeface="Verdana" panose="020B0604030504040204" pitchFamily="34" charset="0"/>
              </a:rPr>
              <a:t>int</a:t>
            </a:r>
            <a:r>
              <a:rPr lang="en-US" altLang="zh-CN" sz="2200" b="1" dirty="0">
                <a:solidFill>
                  <a:schemeClr val="tx1"/>
                </a:solidFill>
                <a:cs typeface="Verdana" panose="020B0604030504040204" pitchFamily="34" charset="0"/>
              </a:rPr>
              <a:t> t){</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if (</a:t>
            </a:r>
            <a:r>
              <a:rPr lang="en-US" altLang="zh-CN" sz="2200" b="1" dirty="0" smtClean="0">
                <a:solidFill>
                  <a:schemeClr val="tx1"/>
                </a:solidFill>
                <a:cs typeface="Verdana" panose="020B0604030504040204" pitchFamily="34" charset="0"/>
              </a:rPr>
              <a:t>t &gt; 8) output(x);</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a:t>
            </a:r>
            <a:r>
              <a:rPr lang="en-US" altLang="zh-CN" sz="2200" b="1" dirty="0" smtClean="0">
                <a:solidFill>
                  <a:schemeClr val="tx1"/>
                </a:solidFill>
                <a:cs typeface="Verdana" panose="020B0604030504040204" pitchFamily="34" charset="0"/>
              </a:rPr>
              <a:t>else {</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for </a:t>
            </a:r>
            <a:r>
              <a:rPr lang="en-US" altLang="zh-CN" sz="2200" b="1" dirty="0" smtClean="0">
                <a:solidFill>
                  <a:schemeClr val="tx1"/>
                </a:solidFill>
                <a:cs typeface="Verdana" panose="020B0604030504040204" pitchFamily="34" charset="0"/>
              </a:rPr>
              <a:t>(</a:t>
            </a:r>
            <a:r>
              <a:rPr lang="en-US" altLang="zh-CN" sz="2200" b="1" dirty="0" err="1" smtClean="0">
                <a:solidFill>
                  <a:schemeClr val="tx1"/>
                </a:solidFill>
                <a:cs typeface="Verdana" panose="020B0604030504040204" pitchFamily="34" charset="0"/>
              </a:rPr>
              <a:t>int</a:t>
            </a:r>
            <a:r>
              <a:rPr lang="en-US" altLang="zh-CN" sz="2200" b="1" dirty="0" smtClean="0">
                <a:solidFill>
                  <a:schemeClr val="tx1"/>
                </a:solidFill>
                <a:cs typeface="Verdana" panose="020B0604030504040204" pitchFamily="34" charset="0"/>
              </a:rPr>
              <a:t> </a:t>
            </a:r>
            <a:r>
              <a:rPr lang="en-US" altLang="zh-CN" sz="2200" b="1" dirty="0" err="1" smtClean="0">
                <a:solidFill>
                  <a:schemeClr val="tx1"/>
                </a:solidFill>
                <a:cs typeface="Verdana" panose="020B0604030504040204" pitchFamily="34" charset="0"/>
              </a:rPr>
              <a:t>i</a:t>
            </a:r>
            <a:r>
              <a:rPr lang="en-US" altLang="zh-CN" sz="2200" b="1" dirty="0" smtClean="0">
                <a:solidFill>
                  <a:schemeClr val="tx1"/>
                </a:solidFill>
                <a:cs typeface="Verdana" panose="020B0604030504040204" pitchFamily="34" charset="0"/>
              </a:rPr>
              <a:t> </a:t>
            </a:r>
            <a:r>
              <a:rPr lang="en-US" altLang="zh-CN" sz="2200" b="1" dirty="0">
                <a:solidFill>
                  <a:schemeClr val="tx1"/>
                </a:solidFill>
                <a:cs typeface="Verdana" panose="020B0604030504040204" pitchFamily="34" charset="0"/>
              </a:rPr>
              <a:t>= 1</a:t>
            </a:r>
            <a:r>
              <a:rPr lang="en-US" altLang="zh-CN" sz="2200" b="1" dirty="0" smtClean="0">
                <a:solidFill>
                  <a:schemeClr val="tx1"/>
                </a:solidFill>
                <a:cs typeface="Verdana" panose="020B0604030504040204" pitchFamily="34" charset="0"/>
              </a:rPr>
              <a:t>; </a:t>
            </a:r>
            <a:r>
              <a:rPr lang="en-US" altLang="zh-CN" sz="2200" b="1" dirty="0" err="1" smtClean="0">
                <a:solidFill>
                  <a:schemeClr val="tx1"/>
                </a:solidFill>
                <a:cs typeface="Verdana" panose="020B0604030504040204" pitchFamily="34" charset="0"/>
              </a:rPr>
              <a:t>i</a:t>
            </a:r>
            <a:r>
              <a:rPr lang="en-US" altLang="zh-CN" sz="2200" b="1" dirty="0" smtClean="0">
                <a:solidFill>
                  <a:schemeClr val="tx1"/>
                </a:solidFill>
                <a:cs typeface="Verdana" panose="020B0604030504040204" pitchFamily="34" charset="0"/>
              </a:rPr>
              <a:t> </a:t>
            </a:r>
            <a:r>
              <a:rPr lang="en-US" altLang="zh-CN" sz="2200" b="1" dirty="0">
                <a:solidFill>
                  <a:schemeClr val="tx1"/>
                </a:solidFill>
                <a:cs typeface="Verdana" panose="020B0604030504040204" pitchFamily="34" charset="0"/>
              </a:rPr>
              <a:t>&lt;= 8</a:t>
            </a:r>
            <a:r>
              <a:rPr lang="en-US" altLang="zh-CN" sz="2200" b="1" dirty="0" smtClean="0">
                <a:solidFill>
                  <a:schemeClr val="tx1"/>
                </a:solidFill>
                <a:cs typeface="Verdana" panose="020B0604030504040204" pitchFamily="34" charset="0"/>
              </a:rPr>
              <a:t>; </a:t>
            </a:r>
            <a:r>
              <a:rPr lang="en-US" altLang="zh-CN" sz="2200" b="1" dirty="0" err="1" smtClean="0">
                <a:solidFill>
                  <a:schemeClr val="tx1"/>
                </a:solidFill>
                <a:cs typeface="Verdana" panose="020B0604030504040204" pitchFamily="34" charset="0"/>
              </a:rPr>
              <a:t>i</a:t>
            </a:r>
            <a:r>
              <a:rPr lang="en-US" altLang="zh-CN" sz="2200" b="1" dirty="0">
                <a:solidFill>
                  <a:schemeClr val="tx1"/>
                </a:solidFill>
                <a:cs typeface="Verdana" panose="020B0604030504040204" pitchFamily="34" charset="0"/>
              </a:rPr>
              <a:t>++) {</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x[t] = </a:t>
            </a:r>
            <a:r>
              <a:rPr lang="en-US" altLang="zh-CN" sz="2200" b="1" dirty="0" err="1">
                <a:solidFill>
                  <a:schemeClr val="tx1"/>
                </a:solidFill>
                <a:cs typeface="Verdana" panose="020B0604030504040204" pitchFamily="34" charset="0"/>
              </a:rPr>
              <a:t>i</a:t>
            </a:r>
            <a:r>
              <a:rPr lang="en-US" altLang="zh-CN" sz="2200" b="1" dirty="0">
                <a:solidFill>
                  <a:schemeClr val="tx1"/>
                </a:solidFill>
                <a:cs typeface="Verdana" panose="020B0604030504040204" pitchFamily="34" charset="0"/>
              </a:rPr>
              <a:t>;</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if </a:t>
            </a:r>
            <a:r>
              <a:rPr lang="en-US" altLang="zh-CN" sz="2200" b="1" dirty="0" smtClean="0">
                <a:solidFill>
                  <a:schemeClr val="tx1"/>
                </a:solidFill>
                <a:cs typeface="Verdana" panose="020B0604030504040204" pitchFamily="34" charset="0"/>
              </a:rPr>
              <a:t>(</a:t>
            </a:r>
            <a:r>
              <a:rPr lang="en-US" altLang="zh-CN" sz="2200" b="1" dirty="0">
                <a:solidFill>
                  <a:schemeClr val="tx1"/>
                </a:solidFill>
                <a:cs typeface="Verdana" panose="020B0604030504040204" pitchFamily="34" charset="0"/>
              </a:rPr>
              <a:t>Bound</a:t>
            </a:r>
            <a:r>
              <a:rPr lang="en-US" altLang="zh-CN" sz="2200" b="1" dirty="0" smtClean="0">
                <a:solidFill>
                  <a:schemeClr val="tx1"/>
                </a:solidFill>
                <a:cs typeface="Verdana" panose="020B0604030504040204" pitchFamily="34" charset="0"/>
              </a:rPr>
              <a:t>(t</a:t>
            </a:r>
            <a:r>
              <a:rPr lang="en-US" altLang="zh-CN" sz="2200" b="1" dirty="0">
                <a:solidFill>
                  <a:schemeClr val="tx1"/>
                </a:solidFill>
                <a:cs typeface="Verdana" panose="020B0604030504040204" pitchFamily="34" charset="0"/>
              </a:rPr>
              <a:t>)) Backtrack(t+1);</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a:t>
            </a:r>
            <a:r>
              <a:rPr lang="en-US" altLang="zh-CN" sz="2200" b="1" dirty="0" smtClean="0">
                <a:solidFill>
                  <a:schemeClr val="tx1"/>
                </a:solidFill>
                <a:cs typeface="Verdana" panose="020B0604030504040204" pitchFamily="34" charset="0"/>
              </a:rPr>
              <a:t>}</a:t>
            </a:r>
            <a:endParaRPr lang="en-US" altLang="zh-CN" sz="2200" b="1" dirty="0" smtClean="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a:t>
            </a:r>
            <a:r>
              <a:rPr lang="en-US" altLang="zh-CN" sz="2200" b="1" dirty="0" smtClean="0">
                <a:solidFill>
                  <a:schemeClr val="tx1"/>
                </a:solidFill>
                <a:cs typeface="Verdana" panose="020B0604030504040204" pitchFamily="34" charset="0"/>
              </a:rPr>
              <a:t>   }</a:t>
            </a:r>
            <a:endParaRPr lang="en-US" altLang="zh-CN" sz="2200" b="1" dirty="0">
              <a:solidFill>
                <a:schemeClr val="tx1"/>
              </a:solidFill>
              <a:cs typeface="Verdana" panose="020B0604030504040204" pitchFamily="34" charset="0"/>
            </a:endParaRPr>
          </a:p>
          <a:p>
            <a:pPr marL="0" indent="0" eaLnBrk="1" hangingPunct="1">
              <a:spcBef>
                <a:spcPts val="0"/>
              </a:spcBef>
              <a:buNone/>
            </a:pPr>
            <a:r>
              <a:rPr lang="en-US" altLang="zh-CN" sz="2200" b="1" dirty="0">
                <a:solidFill>
                  <a:schemeClr val="tx1"/>
                </a:solidFill>
                <a:cs typeface="Verdana" panose="020B0604030504040204" pitchFamily="34" charset="0"/>
              </a:rPr>
              <a:t> }</a:t>
            </a:r>
            <a:endParaRPr lang="en-US" altLang="zh-CN" sz="2200" b="1" dirty="0">
              <a:solidFill>
                <a:schemeClr val="tx1"/>
              </a:solidFill>
              <a:cs typeface="Verdana" panose="020B0604030504040204" pitchFamily="34" charset="0"/>
            </a:endParaRPr>
          </a:p>
        </p:txBody>
      </p:sp>
      <p:sp>
        <p:nvSpPr>
          <p:cNvPr id="6" name="标题 5"/>
          <p:cNvSpPr>
            <a:spLocks noGrp="1"/>
          </p:cNvSpPr>
          <p:nvPr>
            <p:ph type="title"/>
            <p:custDataLst>
              <p:tags r:id="rId2"/>
            </p:custDataLst>
          </p:nvPr>
        </p:nvSpPr>
        <p:spPr/>
        <p:txBody>
          <a:bodyPr vert="horz" wrap="square" lIns="0" tIns="0" rIns="0" bIns="0" rtlCol="0" anchor="ctr">
            <a:normAutofit/>
          </a:bodyPr>
          <a:lstStyle/>
          <a:p>
            <a:pPr lvl="0" algn="l">
              <a:buClrTx/>
              <a:buSzTx/>
              <a:buFontTx/>
            </a:pPr>
            <a:r>
              <a:rPr lang="zh-CN" altLang="en-US" dirty="0">
                <a:sym typeface="+mn-ea"/>
              </a:rPr>
              <a:t>8-</a:t>
            </a:r>
            <a:r>
              <a:rPr lang="zh-CN" altLang="en-US" dirty="0">
                <a:sym typeface="+mn-ea"/>
              </a:rPr>
              <a:t>皇后问题</a:t>
            </a:r>
            <a:endParaRPr lang="zh-CN" altLang="en-US" dirty="0">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6" end="6"/>
                                            </p:txEl>
                                          </p:spTgt>
                                        </p:tgtEl>
                                        <p:attrNameLst>
                                          <p:attrName>style.visibility</p:attrName>
                                        </p:attrNameLst>
                                      </p:cBhvr>
                                      <p:to>
                                        <p:strVal val="visible"/>
                                      </p:to>
                                    </p:set>
                                    <p:animEffect transition="in" filter="fade">
                                      <p:cBhvr>
                                        <p:cTn id="10" dur="500"/>
                                        <p:tgtEl>
                                          <p:spTgt spid="7">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500"/>
                                        <p:tgtEl>
                                          <p:spTgt spid="7">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500"/>
                                        <p:tgtEl>
                                          <p:spTgt spid="7">
                                            <p:txEl>
                                              <p:pRg st="2" end="2"/>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animEffect transition="in" filter="fade">
                                      <p:cBhvr>
                                        <p:cTn id="25" dur="500"/>
                                        <p:tgtEl>
                                          <p:spTgt spid="7">
                                            <p:txEl>
                                              <p:pRg st="5" end="5"/>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animEffect transition="in" filter="wipe(left)">
                                      <p:cBhvr>
                                        <p:cTn id="29" dur="500"/>
                                        <p:tgtEl>
                                          <p:spTgt spid="7">
                                            <p:txEl>
                                              <p:pRg st="8" end="8"/>
                                            </p:txEl>
                                          </p:spTgt>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7">
                                            <p:txEl>
                                              <p:pRg st="16" end="16"/>
                                            </p:txEl>
                                          </p:spTgt>
                                        </p:tgtEl>
                                        <p:attrNameLst>
                                          <p:attrName>style.visibility</p:attrName>
                                        </p:attrNameLst>
                                      </p:cBhvr>
                                      <p:to>
                                        <p:strVal val="visible"/>
                                      </p:to>
                                    </p:set>
                                    <p:animEffect transition="in" filter="wipe(left)">
                                      <p:cBhvr>
                                        <p:cTn id="33" dur="500"/>
                                        <p:tgtEl>
                                          <p:spTgt spid="7">
                                            <p:txEl>
                                              <p:pRg st="16" end="1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7">
                                            <p:txEl>
                                              <p:pRg st="9" end="9"/>
                                            </p:txEl>
                                          </p:spTgt>
                                        </p:tgtEl>
                                        <p:attrNameLst>
                                          <p:attrName>style.visibility</p:attrName>
                                        </p:attrNameLst>
                                      </p:cBhvr>
                                      <p:to>
                                        <p:strVal val="visible"/>
                                      </p:to>
                                    </p:set>
                                    <p:animEffect transition="in" filter="wipe(left)">
                                      <p:cBhvr>
                                        <p:cTn id="38" dur="500"/>
                                        <p:tgtEl>
                                          <p:spTgt spid="7">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
                                            <p:txEl>
                                              <p:pRg st="10" end="10"/>
                                            </p:txEl>
                                          </p:spTgt>
                                        </p:tgtEl>
                                        <p:attrNameLst>
                                          <p:attrName>style.visibility</p:attrName>
                                        </p:attrNameLst>
                                      </p:cBhvr>
                                      <p:to>
                                        <p:strVal val="visible"/>
                                      </p:to>
                                    </p:set>
                                    <p:animEffect transition="in" filter="wipe(left)">
                                      <p:cBhvr>
                                        <p:cTn id="43" dur="500"/>
                                        <p:tgtEl>
                                          <p:spTgt spid="7">
                                            <p:txEl>
                                              <p:pRg st="10" end="10"/>
                                            </p:txEl>
                                          </p:spTgt>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7">
                                            <p:txEl>
                                              <p:pRg st="15" end="15"/>
                                            </p:txEl>
                                          </p:spTgt>
                                        </p:tgtEl>
                                        <p:attrNameLst>
                                          <p:attrName>style.visibility</p:attrName>
                                        </p:attrNameLst>
                                      </p:cBhvr>
                                      <p:to>
                                        <p:strVal val="visible"/>
                                      </p:to>
                                    </p:set>
                                    <p:animEffect transition="in" filter="wipe(left)">
                                      <p:cBhvr>
                                        <p:cTn id="47" dur="500"/>
                                        <p:tgtEl>
                                          <p:spTgt spid="7">
                                            <p:txEl>
                                              <p:pRg st="15" end="1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xEl>
                                              <p:pRg st="11" end="11"/>
                                            </p:txEl>
                                          </p:spTgt>
                                        </p:tgtEl>
                                        <p:attrNameLst>
                                          <p:attrName>style.visibility</p:attrName>
                                        </p:attrNameLst>
                                      </p:cBhvr>
                                      <p:to>
                                        <p:strVal val="visible"/>
                                      </p:to>
                                    </p:set>
                                    <p:animEffect transition="in" filter="wipe(left)">
                                      <p:cBhvr>
                                        <p:cTn id="52" dur="500"/>
                                        <p:tgtEl>
                                          <p:spTgt spid="7">
                                            <p:txEl>
                                              <p:pRg st="11" end="11"/>
                                            </p:txEl>
                                          </p:spTgt>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7">
                                            <p:txEl>
                                              <p:pRg st="14" end="14"/>
                                            </p:txEl>
                                          </p:spTgt>
                                        </p:tgtEl>
                                        <p:attrNameLst>
                                          <p:attrName>style.visibility</p:attrName>
                                        </p:attrNameLst>
                                      </p:cBhvr>
                                      <p:to>
                                        <p:strVal val="visible"/>
                                      </p:to>
                                    </p:set>
                                    <p:animEffect transition="in" filter="wipe(left)">
                                      <p:cBhvr>
                                        <p:cTn id="56" dur="500"/>
                                        <p:tgtEl>
                                          <p:spTgt spid="7">
                                            <p:txEl>
                                              <p:pRg st="14" end="14"/>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7">
                                            <p:txEl>
                                              <p:pRg st="12" end="12"/>
                                            </p:txEl>
                                          </p:spTgt>
                                        </p:tgtEl>
                                        <p:attrNameLst>
                                          <p:attrName>style.visibility</p:attrName>
                                        </p:attrNameLst>
                                      </p:cBhvr>
                                      <p:to>
                                        <p:strVal val="visible"/>
                                      </p:to>
                                    </p:set>
                                    <p:animEffect transition="in" filter="wipe(left)">
                                      <p:cBhvr>
                                        <p:cTn id="61" dur="500"/>
                                        <p:tgtEl>
                                          <p:spTgt spid="7">
                                            <p:txEl>
                                              <p:pRg st="12" end="1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7">
                                            <p:txEl>
                                              <p:pRg st="13" end="13"/>
                                            </p:txEl>
                                          </p:spTgt>
                                        </p:tgtEl>
                                        <p:attrNameLst>
                                          <p:attrName>style.visibility</p:attrName>
                                        </p:attrNameLst>
                                      </p:cBhvr>
                                      <p:to>
                                        <p:strVal val="visible"/>
                                      </p:to>
                                    </p:set>
                                    <p:animEffect transition="in" filter="wipe(left)">
                                      <p:cBhvr>
                                        <p:cTn id="66"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p:cNvSpPr>
            <a:spLocks noGrp="1"/>
          </p:cNvSpPr>
          <p:nvPr>
            <p:ph type="title"/>
            <p:custDataLst>
              <p:tags r:id="rId1"/>
            </p:custDataLst>
          </p:nvPr>
        </p:nvSpPr>
        <p:spPr>
          <a:xfrm>
            <a:off x="1144905" y="3313271"/>
            <a:ext cx="6858000" cy="1985010"/>
          </a:xfrm>
        </p:spPr>
        <p:txBody>
          <a:bodyPr wrap="square">
            <a:normAutofit/>
          </a:bodyPr>
          <a:lstStyle/>
          <a:p>
            <a:pPr marL="0" indent="0" algn="ctr">
              <a:lnSpc>
                <a:spcPct val="100000"/>
              </a:lnSpc>
              <a:spcBef>
                <a:spcPts val="0"/>
              </a:spcBef>
              <a:spcAft>
                <a:spcPts val="0"/>
              </a:spcAft>
              <a:buSzPct val="100000"/>
            </a:pPr>
            <a:r>
              <a:rPr lang="en-US" altLang="zh-CN" sz="6000" dirty="0"/>
              <a:t>1.2  数据结构的基本概念</a:t>
            </a:r>
            <a:endParaRPr lang="en-US" altLang="zh-CN" sz="6000" dirty="0"/>
          </a:p>
        </p:txBody>
      </p:sp>
      <p:sp>
        <p:nvSpPr>
          <p:cNvPr id="13" name="节编号"/>
          <p:cNvSpPr>
            <a:spLocks noGrp="1"/>
          </p:cNvSpPr>
          <p:nvPr>
            <p:ph type="body" sz="quarter" idx="13"/>
            <p:custDataLst>
              <p:tags r:id="rId2"/>
            </p:custDataLst>
          </p:nvPr>
        </p:nvSpPr>
        <p:spPr>
          <a:xfrm>
            <a:off x="1143000" y="1087755"/>
            <a:ext cx="6858000" cy="2069783"/>
          </a:xfrm>
        </p:spPr>
        <p:txBody>
          <a:bodyPr wrap="square">
            <a:normAutofit/>
          </a:bodyPr>
          <a:lstStyle/>
          <a:p>
            <a:r>
              <a:rPr lang="en-US" altLang="en-US" dirty="0">
                <a:sym typeface="+mn-ea"/>
              </a:rPr>
              <a:t>PART03</a:t>
            </a:r>
            <a:endParaRPr lang="en-US" altLang="en-US" dirty="0">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ripple/>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custDataLst>
              <p:tags r:id="rId1"/>
            </p:custDataLst>
          </p:nvPr>
        </p:nvSpPr>
        <p:spPr/>
        <p:txBody>
          <a:bodyPr/>
          <a:p>
            <a:endParaRPr lang="zh-CN" altLang="en-US"/>
          </a:p>
        </p:txBody>
      </p:sp>
      <p:sp>
        <p:nvSpPr>
          <p:cNvPr id="6" name="Rectangle 3"/>
          <p:cNvSpPr>
            <a:spLocks noGrp="1" noChangeArrowheads="1"/>
          </p:cNvSpPr>
          <p:nvPr>
            <p:custDataLst>
              <p:tags r:id="rId2"/>
            </p:custDataLst>
          </p:nvPr>
        </p:nvSpPr>
        <p:spPr>
          <a:xfrm>
            <a:off x="456300" y="1490400"/>
            <a:ext cx="8226900" cy="4759200"/>
          </a:xfrm>
          <a:prstGeom prst="rect">
            <a:avLst/>
          </a:prstGeom>
        </p:spPr>
        <p:txBody>
          <a:bodyPr vert="horz" lIns="91440" tIns="45720" rIns="91440" bIns="45720" rtlCol="0">
            <a:normAutofit fontScale="7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lnSpc>
                <a:spcPct val="150000"/>
              </a:lnSpc>
              <a:spcBef>
                <a:spcPts val="0"/>
              </a:spcBef>
              <a:buClr>
                <a:srgbClr val="000000"/>
              </a:buClr>
              <a:buSzPct val="100000"/>
              <a:buFont typeface="Wingdings" panose="05000000000000000000" pitchFamily="2" charset="2"/>
              <a:buChar char=""/>
              <a:defRPr/>
            </a:pPr>
            <a:r>
              <a:rPr lang="zh-CN" altLang="en-US" sz="2400" dirty="0" smtClean="0">
                <a:solidFill>
                  <a:schemeClr val="tx1"/>
                </a:solidFill>
              </a:rPr>
              <a:t> 数</a:t>
            </a:r>
            <a:r>
              <a:rPr lang="zh-CN" altLang="en-US" sz="2400" dirty="0">
                <a:solidFill>
                  <a:schemeClr val="tx1"/>
                </a:solidFill>
              </a:rPr>
              <a:t>据是信息的载</a:t>
            </a:r>
            <a:r>
              <a:rPr lang="zh-CN" altLang="en-US" sz="2400" dirty="0" smtClean="0">
                <a:solidFill>
                  <a:schemeClr val="tx1"/>
                </a:solidFill>
              </a:rPr>
              <a:t>体</a:t>
            </a:r>
            <a:endParaRPr lang="en-US" altLang="zh-CN" sz="2400" dirty="0" smtClean="0">
              <a:solidFill>
                <a:schemeClr val="tx1"/>
              </a:solidFill>
            </a:endParaRPr>
          </a:p>
          <a:p>
            <a:pPr lvl="1" eaLnBrk="1" hangingPunct="1">
              <a:lnSpc>
                <a:spcPct val="150000"/>
              </a:lnSpc>
              <a:spcBef>
                <a:spcPts val="0"/>
              </a:spcBef>
              <a:buClr>
                <a:srgbClr val="000000"/>
              </a:buClr>
              <a:buSzPct val="60000"/>
              <a:buFont typeface="Wingdings" panose="05000000000000000000" pitchFamily="2" charset="2"/>
              <a:buChar char="l"/>
              <a:defRPr/>
            </a:pPr>
            <a:r>
              <a:rPr lang="zh-CN" altLang="en-US" sz="2400" dirty="0">
                <a:solidFill>
                  <a:schemeClr val="tx1"/>
                </a:solidFill>
              </a:rPr>
              <a:t>是描述客观事物的</a:t>
            </a:r>
            <a:r>
              <a:rPr lang="zh-CN" altLang="en-US" sz="2400" dirty="0" smtClean="0">
                <a:solidFill>
                  <a:schemeClr val="tx1"/>
                </a:solidFill>
              </a:rPr>
              <a:t>数和字符</a:t>
            </a:r>
            <a:endParaRPr lang="en-US" altLang="zh-CN" sz="2400" dirty="0" smtClean="0">
              <a:solidFill>
                <a:schemeClr val="tx1"/>
              </a:solidFill>
            </a:endParaRPr>
          </a:p>
          <a:p>
            <a:pPr lvl="1" eaLnBrk="1" hangingPunct="1">
              <a:lnSpc>
                <a:spcPct val="150000"/>
              </a:lnSpc>
              <a:spcBef>
                <a:spcPts val="0"/>
              </a:spcBef>
              <a:buClr>
                <a:srgbClr val="000000"/>
              </a:buClr>
              <a:buSzPct val="60000"/>
              <a:buFont typeface="Wingdings" panose="05000000000000000000" pitchFamily="2" charset="2"/>
              <a:buChar char="l"/>
              <a:defRPr/>
            </a:pPr>
            <a:r>
              <a:rPr lang="zh-CN" altLang="en-US" sz="2400" dirty="0" smtClean="0">
                <a:solidFill>
                  <a:schemeClr val="tx1"/>
                </a:solidFill>
              </a:rPr>
              <a:t>以</a:t>
            </a:r>
            <a:r>
              <a:rPr lang="zh-CN" altLang="en-US" sz="2400" dirty="0">
                <a:solidFill>
                  <a:schemeClr val="tx1"/>
                </a:solidFill>
              </a:rPr>
              <a:t>及所有</a:t>
            </a:r>
            <a:r>
              <a:rPr lang="zh-CN" altLang="en-US" sz="2400" dirty="0" smtClean="0">
                <a:solidFill>
                  <a:schemeClr val="tx1"/>
                </a:solidFill>
              </a:rPr>
              <a:t>能被</a:t>
            </a:r>
            <a:r>
              <a:rPr lang="zh-CN" altLang="en-US" sz="2400" dirty="0">
                <a:solidFill>
                  <a:schemeClr val="tx1"/>
                </a:solidFill>
              </a:rPr>
              <a:t>计算机程序识别和处理的符号的集</a:t>
            </a:r>
            <a:r>
              <a:rPr lang="zh-CN" altLang="en-US" sz="2400" dirty="0" smtClean="0">
                <a:solidFill>
                  <a:schemeClr val="tx1"/>
                </a:solidFill>
              </a:rPr>
              <a:t>合</a:t>
            </a:r>
            <a:endParaRPr lang="zh-CN" altLang="en-US" sz="2400" dirty="0">
              <a:solidFill>
                <a:schemeClr val="tx1"/>
              </a:solidFill>
            </a:endParaRPr>
          </a:p>
          <a:p>
            <a:pPr marL="342900" lvl="1" indent="-342900">
              <a:lnSpc>
                <a:spcPct val="150000"/>
              </a:lnSpc>
              <a:spcBef>
                <a:spcPts val="0"/>
              </a:spcBef>
              <a:buClr>
                <a:srgbClr val="000000"/>
              </a:buClr>
              <a:buSzPct val="100000"/>
              <a:buFont typeface="Wingdings" panose="05000000000000000000" pitchFamily="2" charset="2"/>
              <a:buChar char=""/>
              <a:defRPr/>
            </a:pPr>
            <a:r>
              <a:rPr lang="zh-CN" altLang="en-US" sz="2400" dirty="0">
                <a:solidFill>
                  <a:schemeClr val="tx1"/>
                </a:solidFill>
              </a:rPr>
              <a:t> 数</a:t>
            </a:r>
            <a:r>
              <a:rPr lang="zh-CN" altLang="en-US" sz="2400" dirty="0" smtClean="0">
                <a:solidFill>
                  <a:schemeClr val="tx1"/>
                </a:solidFill>
              </a:rPr>
              <a:t>据共分为两类</a:t>
            </a:r>
            <a:endParaRPr lang="en-US" altLang="zh-CN" sz="2400" dirty="0">
              <a:solidFill>
                <a:schemeClr val="tx1"/>
              </a:solidFill>
            </a:endParaRPr>
          </a:p>
          <a:p>
            <a:pPr lvl="1">
              <a:lnSpc>
                <a:spcPct val="150000"/>
              </a:lnSpc>
              <a:spcBef>
                <a:spcPts val="0"/>
              </a:spcBef>
              <a:buClr>
                <a:srgbClr val="000000"/>
              </a:buClr>
              <a:buSzPct val="60000"/>
              <a:buFont typeface="Wingdings" panose="05000000000000000000" pitchFamily="2" charset="2"/>
              <a:buChar char="l"/>
              <a:defRPr/>
            </a:pPr>
            <a:r>
              <a:rPr lang="zh-CN" altLang="en-US" sz="2400" dirty="0" smtClean="0">
                <a:solidFill>
                  <a:schemeClr val="tx1"/>
                </a:solidFill>
              </a:rPr>
              <a:t>数</a:t>
            </a:r>
            <a:r>
              <a:rPr lang="zh-CN" altLang="en-US" sz="2400" dirty="0">
                <a:solidFill>
                  <a:schemeClr val="tx1"/>
                </a:solidFill>
              </a:rPr>
              <a:t>值性数</a:t>
            </a:r>
            <a:r>
              <a:rPr lang="zh-CN" altLang="en-US" sz="2400" dirty="0" smtClean="0">
                <a:solidFill>
                  <a:schemeClr val="tx1"/>
                </a:solidFill>
              </a:rPr>
              <a:t>据（用于数学计算）</a:t>
            </a:r>
            <a:endParaRPr lang="zh-CN" altLang="en-US" sz="2400" dirty="0">
              <a:solidFill>
                <a:schemeClr val="tx1"/>
              </a:solidFill>
            </a:endParaRPr>
          </a:p>
          <a:p>
            <a:pPr lvl="1">
              <a:lnSpc>
                <a:spcPct val="150000"/>
              </a:lnSpc>
              <a:spcBef>
                <a:spcPts val="0"/>
              </a:spcBef>
              <a:buClr>
                <a:srgbClr val="000000"/>
              </a:buClr>
              <a:buSzPct val="60000"/>
              <a:buFont typeface="Wingdings" panose="05000000000000000000" pitchFamily="2" charset="2"/>
              <a:buChar char="l"/>
              <a:defRPr/>
            </a:pPr>
            <a:r>
              <a:rPr lang="zh-CN" altLang="en-US" sz="2400" dirty="0" smtClean="0">
                <a:solidFill>
                  <a:schemeClr val="tx1"/>
                </a:solidFill>
              </a:rPr>
              <a:t>非</a:t>
            </a:r>
            <a:r>
              <a:rPr lang="zh-CN" altLang="en-US" sz="2400" dirty="0">
                <a:solidFill>
                  <a:schemeClr val="tx1"/>
                </a:solidFill>
              </a:rPr>
              <a:t>数值性数</a:t>
            </a:r>
            <a:r>
              <a:rPr lang="zh-CN" altLang="en-US" sz="2400" dirty="0" smtClean="0">
                <a:solidFill>
                  <a:schemeClr val="tx1"/>
                </a:solidFill>
              </a:rPr>
              <a:t>据（文字、图像、音视频等）</a:t>
            </a:r>
            <a:endParaRPr lang="en-US" altLang="zh-CN" sz="2400" dirty="0" smtClean="0">
              <a:solidFill>
                <a:schemeClr val="tx1"/>
              </a:solidFill>
            </a:endParaRPr>
          </a:p>
          <a:p>
            <a:pPr marL="342900" lvl="1" indent="-342900">
              <a:lnSpc>
                <a:spcPct val="150000"/>
              </a:lnSpc>
              <a:spcBef>
                <a:spcPts val="0"/>
              </a:spcBef>
              <a:buClr>
                <a:prstClr val="black"/>
              </a:buClr>
              <a:buSzPct val="100000"/>
              <a:buFont typeface="Wingdings" panose="05000000000000000000" pitchFamily="2" charset="2"/>
              <a:buChar char=""/>
              <a:defRPr/>
            </a:pPr>
            <a:r>
              <a:rPr lang="zh-CN" altLang="en-US" sz="2400" dirty="0">
                <a:solidFill>
                  <a:schemeClr val="tx1"/>
                </a:solidFill>
              </a:rPr>
              <a:t> </a:t>
            </a:r>
            <a:r>
              <a:rPr lang="zh-CN" altLang="en-US" sz="2400" dirty="0" smtClean="0">
                <a:solidFill>
                  <a:schemeClr val="tx1"/>
                </a:solidFill>
              </a:rPr>
              <a:t>与数据相关的几个概念</a:t>
            </a:r>
            <a:endParaRPr lang="zh-CN" altLang="en-US" sz="2400" dirty="0" smtClean="0">
              <a:solidFill>
                <a:schemeClr val="tx1"/>
              </a:solidFill>
            </a:endParaRPr>
          </a:p>
          <a:p>
            <a:pPr lvl="1">
              <a:lnSpc>
                <a:spcPct val="150000"/>
              </a:lnSpc>
              <a:spcBef>
                <a:spcPts val="0"/>
              </a:spcBef>
              <a:buClr>
                <a:prstClr val="black"/>
              </a:buClr>
              <a:buSzPct val="60000"/>
              <a:buFont typeface="Wingdings" panose="05000000000000000000" pitchFamily="2" charset="2"/>
              <a:buChar char="l"/>
              <a:defRPr/>
            </a:pPr>
            <a:r>
              <a:rPr lang="zh-CN" altLang="en-US" sz="2400" dirty="0" smtClean="0">
                <a:solidFill>
                  <a:schemeClr val="tx1"/>
                </a:solidFill>
              </a:rPr>
              <a:t>数据元素与数据项</a:t>
            </a:r>
            <a:endParaRPr lang="zh-CN" altLang="en-US" sz="2400" dirty="0" smtClean="0">
              <a:solidFill>
                <a:schemeClr val="tx1"/>
              </a:solidFill>
            </a:endParaRPr>
          </a:p>
          <a:p>
            <a:pPr lvl="1">
              <a:lnSpc>
                <a:spcPct val="150000"/>
              </a:lnSpc>
              <a:spcBef>
                <a:spcPts val="0"/>
              </a:spcBef>
              <a:buClr>
                <a:prstClr val="black"/>
              </a:buClr>
              <a:buSzPct val="60000"/>
              <a:buFont typeface="Wingdings" panose="05000000000000000000" pitchFamily="2" charset="2"/>
              <a:buChar char="l"/>
              <a:defRPr/>
            </a:pPr>
            <a:r>
              <a:rPr lang="zh-CN" altLang="en-US" sz="2400" dirty="0" smtClean="0">
                <a:solidFill>
                  <a:schemeClr val="tx1"/>
                </a:solidFill>
              </a:rPr>
              <a:t>数据与数据对象</a:t>
            </a:r>
            <a:endParaRPr lang="en-US" altLang="zh-CN" sz="2400" dirty="0" smtClean="0">
              <a:solidFill>
                <a:schemeClr val="tx1"/>
              </a:solidFill>
            </a:endParaRPr>
          </a:p>
          <a:p>
            <a:pPr lvl="1">
              <a:lnSpc>
                <a:spcPct val="150000"/>
              </a:lnSpc>
              <a:spcBef>
                <a:spcPts val="0"/>
              </a:spcBef>
              <a:buClr>
                <a:prstClr val="black"/>
              </a:buClr>
              <a:buSzPct val="60000"/>
              <a:buFont typeface="Wingdings" panose="05000000000000000000" pitchFamily="2" charset="2"/>
              <a:buChar char="l"/>
              <a:defRPr/>
            </a:pPr>
            <a:r>
              <a:rPr lang="zh-CN" altLang="en-US" sz="2400" dirty="0">
                <a:solidFill>
                  <a:schemeClr val="tx1"/>
                </a:solidFill>
              </a:rPr>
              <a:t>数</a:t>
            </a:r>
            <a:r>
              <a:rPr lang="zh-CN" altLang="en-US" sz="2400" dirty="0" smtClean="0">
                <a:solidFill>
                  <a:schemeClr val="tx1"/>
                </a:solidFill>
              </a:rPr>
              <a:t>据与数据结构</a:t>
            </a:r>
            <a:endParaRPr lang="zh-CN" altLang="en-US" sz="2400" dirty="0" smtClean="0">
              <a:solidFill>
                <a:schemeClr val="tx1"/>
              </a:solidFill>
            </a:endParaRPr>
          </a:p>
        </p:txBody>
      </p:sp>
      <p:sp>
        <p:nvSpPr>
          <p:cNvPr id="5" name="标题 4"/>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什么是数据（</a:t>
            </a:r>
            <a:r>
              <a:rPr lang="zh-CN" altLang="en-US" dirty="0">
                <a:sym typeface="+mn-ea"/>
              </a:rPr>
              <a:t>data</a:t>
            </a:r>
            <a:r>
              <a:rPr lang="zh-CN" altLang="en-US" dirty="0">
                <a:sym typeface="+mn-ea"/>
              </a:rPr>
              <a:t>）</a:t>
            </a:r>
            <a:endParaRPr lang="zh-CN" altLang="en-US" dirty="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left)">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left)">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wipe(left)">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wipe(left)">
                                      <p:cBhvr>
                                        <p:cTn id="5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custDataLst>
              <p:tags r:id="rId1"/>
            </p:custDataLst>
          </p:nvPr>
        </p:nvSpPr>
        <p:spPr/>
        <p:txBody>
          <a:bodyPr/>
          <a:p>
            <a:endParaRPr lang="zh-CN" altLang="en-US"/>
          </a:p>
        </p:txBody>
      </p:sp>
      <p:sp>
        <p:nvSpPr>
          <p:cNvPr id="6" name="内容占位符 2"/>
          <p:cNvSpPr>
            <a:spLocks noGrp="1"/>
          </p:cNvSpPr>
          <p:nvPr>
            <p:custDataLst>
              <p:tags r:id="rId2"/>
            </p:custDataLst>
          </p:nvPr>
        </p:nvSpPr>
        <p:spPr bwMode="auto">
          <a:xfrm>
            <a:off x="456300" y="1490400"/>
            <a:ext cx="8226900" cy="4759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a:lnSpc>
                <a:spcPct val="150000"/>
              </a:lnSpc>
              <a:spcBef>
                <a:spcPts val="300"/>
              </a:spcBef>
              <a:buClr>
                <a:srgbClr val="000000"/>
              </a:buClr>
              <a:buSzPct val="100000"/>
              <a:buFont typeface="Wingdings" panose="05000000000000000000" pitchFamily="2" charset="2"/>
              <a:buChar char=""/>
              <a:defRPr/>
            </a:pPr>
            <a:r>
              <a:rPr lang="zh-CN" altLang="en-US" sz="2400" dirty="0" smtClean="0">
                <a:solidFill>
                  <a:schemeClr val="tx1"/>
                </a:solidFill>
              </a:rPr>
              <a:t> </a:t>
            </a:r>
            <a:r>
              <a:rPr lang="zh-CN" altLang="en-US" sz="2400" b="1" dirty="0">
                <a:solidFill>
                  <a:schemeClr val="tx1"/>
                </a:solidFill>
              </a:rPr>
              <a:t>数据元素</a:t>
            </a:r>
            <a:r>
              <a:rPr lang="zh-CN" altLang="en-US" sz="2400" dirty="0" smtClean="0">
                <a:solidFill>
                  <a:schemeClr val="tx1"/>
                </a:solidFill>
              </a:rPr>
              <a:t>（</a:t>
            </a:r>
            <a:r>
              <a:rPr lang="en-US" altLang="zh-CN" sz="2400" dirty="0" smtClean="0">
                <a:solidFill>
                  <a:schemeClr val="tx1"/>
                </a:solidFill>
              </a:rPr>
              <a:t>data element</a:t>
            </a:r>
            <a:r>
              <a:rPr lang="zh-CN" altLang="en-US" sz="2400" dirty="0">
                <a:solidFill>
                  <a:schemeClr val="tx1"/>
                </a:solidFill>
              </a:rPr>
              <a:t>）</a:t>
            </a:r>
            <a:r>
              <a:rPr lang="zh-CN" altLang="en-US" sz="2400" dirty="0" smtClean="0">
                <a:solidFill>
                  <a:schemeClr val="tx1"/>
                </a:solidFill>
              </a:rPr>
              <a:t>是数</a:t>
            </a:r>
            <a:r>
              <a:rPr lang="zh-CN" altLang="en-US" sz="2400" dirty="0">
                <a:solidFill>
                  <a:schemeClr val="tx1"/>
                </a:solidFill>
              </a:rPr>
              <a:t>据的基本单位</a:t>
            </a:r>
            <a:endParaRPr lang="en-US" altLang="zh-CN" sz="2400" dirty="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a:solidFill>
                  <a:schemeClr val="tx1"/>
                </a:solidFill>
              </a:rPr>
              <a:t>在计算机程序中常作为一个整体进行考虑和处</a:t>
            </a:r>
            <a:r>
              <a:rPr lang="zh-CN" altLang="en-US" sz="2400" dirty="0" smtClean="0">
                <a:solidFill>
                  <a:schemeClr val="tx1"/>
                </a:solidFill>
              </a:rPr>
              <a:t>理</a:t>
            </a:r>
            <a:endParaRPr lang="en-US" altLang="zh-CN" sz="2400" dirty="0" smtClean="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a:solidFill>
                  <a:schemeClr val="tx1"/>
                </a:solidFill>
              </a:rPr>
              <a:t>例</a:t>
            </a:r>
            <a:r>
              <a:rPr lang="zh-CN" altLang="en-US" sz="2400" dirty="0" smtClean="0">
                <a:solidFill>
                  <a:schemeClr val="tx1"/>
                </a:solidFill>
              </a:rPr>
              <a:t>如：图书馆的图书卡片（页面）</a:t>
            </a:r>
            <a:endParaRPr lang="zh-CN" altLang="en-US" sz="2400" dirty="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smtClean="0">
                <a:solidFill>
                  <a:schemeClr val="tx1"/>
                </a:solidFill>
              </a:rPr>
              <a:t>在不同场合下数据元素又称为元素、结点、记录</a:t>
            </a:r>
            <a:endParaRPr lang="zh-CN" altLang="en-US" sz="2400" dirty="0" smtClean="0">
              <a:solidFill>
                <a:schemeClr val="tx1"/>
              </a:solidFill>
            </a:endParaRPr>
          </a:p>
          <a:p>
            <a:pPr>
              <a:lnSpc>
                <a:spcPct val="150000"/>
              </a:lnSpc>
              <a:spcBef>
                <a:spcPts val="300"/>
              </a:spcBef>
              <a:buClr>
                <a:srgbClr val="000000"/>
              </a:buClr>
              <a:buSzPct val="100000"/>
              <a:buFont typeface="Wingdings" panose="05000000000000000000" pitchFamily="2" charset="2"/>
              <a:buChar char=""/>
              <a:defRPr/>
            </a:pPr>
            <a:r>
              <a:rPr lang="zh-CN" altLang="en-US" sz="2400" dirty="0" smtClean="0">
                <a:solidFill>
                  <a:schemeClr val="tx1"/>
                </a:solidFill>
              </a:rPr>
              <a:t> 数</a:t>
            </a:r>
            <a:r>
              <a:rPr lang="zh-CN" altLang="en-US" sz="2400" dirty="0">
                <a:solidFill>
                  <a:schemeClr val="tx1"/>
                </a:solidFill>
              </a:rPr>
              <a:t>据元素可以由若干</a:t>
            </a:r>
            <a:r>
              <a:rPr lang="zh-CN" altLang="en-US" sz="2400" b="1" dirty="0">
                <a:solidFill>
                  <a:schemeClr val="tx1"/>
                </a:solidFill>
              </a:rPr>
              <a:t>数据</a:t>
            </a:r>
            <a:r>
              <a:rPr lang="zh-CN" altLang="en-US" sz="2400" b="1" dirty="0" smtClean="0">
                <a:solidFill>
                  <a:schemeClr val="tx1"/>
                </a:solidFill>
              </a:rPr>
              <a:t>项</a:t>
            </a:r>
            <a:r>
              <a:rPr lang="zh-CN" altLang="en-US" sz="2400" dirty="0" smtClean="0">
                <a:solidFill>
                  <a:schemeClr val="tx1"/>
                </a:solidFill>
              </a:rPr>
              <a:t>（</a:t>
            </a:r>
            <a:r>
              <a:rPr lang="en-US" altLang="zh-CN" sz="2400" dirty="0">
                <a:solidFill>
                  <a:schemeClr val="tx1"/>
                </a:solidFill>
              </a:rPr>
              <a:t>d</a:t>
            </a:r>
            <a:r>
              <a:rPr lang="en-US" altLang="zh-CN" sz="2400" dirty="0" smtClean="0">
                <a:solidFill>
                  <a:schemeClr val="tx1"/>
                </a:solidFill>
              </a:rPr>
              <a:t>ata item</a:t>
            </a:r>
            <a:r>
              <a:rPr lang="zh-CN" altLang="en-US" sz="2400" dirty="0" smtClean="0">
                <a:solidFill>
                  <a:schemeClr val="tx1"/>
                </a:solidFill>
              </a:rPr>
              <a:t>）组</a:t>
            </a:r>
            <a:r>
              <a:rPr lang="zh-CN" altLang="en-US" sz="2400" dirty="0">
                <a:solidFill>
                  <a:schemeClr val="tx1"/>
                </a:solidFill>
              </a:rPr>
              <a:t>成</a:t>
            </a:r>
            <a:endParaRPr lang="en-US" altLang="zh-CN" sz="2400" dirty="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smtClean="0">
                <a:solidFill>
                  <a:schemeClr val="tx1"/>
                </a:solidFill>
              </a:rPr>
              <a:t>数据项是数据不可分割的最小单位</a:t>
            </a:r>
            <a:endParaRPr lang="en-US" altLang="zh-CN" sz="2400" dirty="0" smtClean="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smtClean="0">
                <a:solidFill>
                  <a:schemeClr val="tx1"/>
                </a:solidFill>
              </a:rPr>
              <a:t>例如：图书卡片的组成要素（书名、作者等信息）</a:t>
            </a:r>
            <a:endParaRPr lang="en-US" altLang="zh-CN" sz="2400" dirty="0" smtClean="0">
              <a:solidFill>
                <a:schemeClr val="tx1"/>
              </a:solidFill>
            </a:endParaRPr>
          </a:p>
          <a:p>
            <a:pPr>
              <a:lnSpc>
                <a:spcPct val="150000"/>
              </a:lnSpc>
              <a:spcBef>
                <a:spcPts val="300"/>
              </a:spcBef>
              <a:buClr>
                <a:srgbClr val="000000"/>
              </a:buClr>
              <a:buSzPct val="100000"/>
              <a:buFont typeface="Wingdings" panose="05000000000000000000" pitchFamily="2" charset="2"/>
              <a:buChar char=""/>
              <a:defRPr/>
            </a:pPr>
            <a:r>
              <a:rPr lang="zh-CN" altLang="en-US" sz="2400" dirty="0" smtClean="0">
                <a:solidFill>
                  <a:schemeClr val="tx1"/>
                </a:solidFill>
              </a:rPr>
              <a:t> </a:t>
            </a:r>
            <a:r>
              <a:rPr lang="zh-CN" altLang="en-US" sz="2400" b="1" dirty="0">
                <a:solidFill>
                  <a:schemeClr val="tx1"/>
                </a:solidFill>
              </a:rPr>
              <a:t>数据对象</a:t>
            </a:r>
            <a:r>
              <a:rPr lang="zh-CN" altLang="en-US" sz="2400" dirty="0" smtClean="0">
                <a:solidFill>
                  <a:schemeClr val="tx1"/>
                </a:solidFill>
              </a:rPr>
              <a:t>（</a:t>
            </a:r>
            <a:r>
              <a:rPr lang="en-US" altLang="zh-CN" sz="2400" dirty="0" smtClean="0">
                <a:solidFill>
                  <a:schemeClr val="tx1"/>
                </a:solidFill>
              </a:rPr>
              <a:t>data object</a:t>
            </a:r>
            <a:r>
              <a:rPr lang="zh-CN" altLang="en-US" sz="2400" dirty="0" smtClean="0">
                <a:solidFill>
                  <a:schemeClr val="tx1"/>
                </a:solidFill>
              </a:rPr>
              <a:t>）</a:t>
            </a:r>
            <a:endParaRPr lang="en-US" altLang="zh-CN" sz="2400" dirty="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smtClean="0">
                <a:solidFill>
                  <a:schemeClr val="tx1"/>
                </a:solidFill>
              </a:rPr>
              <a:t>是性质相同的数据元素的集合，是数据的一个子集</a:t>
            </a:r>
            <a:endParaRPr lang="en-US" altLang="zh-CN" sz="2400" dirty="0" smtClean="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a:solidFill>
                  <a:schemeClr val="tx1"/>
                </a:solidFill>
              </a:rPr>
              <a:t>例</a:t>
            </a:r>
            <a:r>
              <a:rPr lang="zh-CN" altLang="en-US" sz="2400" dirty="0" smtClean="0">
                <a:solidFill>
                  <a:schemeClr val="tx1"/>
                </a:solidFill>
              </a:rPr>
              <a:t>如：整数数据对象是集合</a:t>
            </a:r>
            <a:r>
              <a:rPr lang="en-US" altLang="zh-CN" sz="2400" dirty="0" smtClean="0">
                <a:solidFill>
                  <a:schemeClr val="tx1"/>
                </a:solidFill>
              </a:rPr>
              <a:t>Z={0, ±1, </a:t>
            </a:r>
            <a:r>
              <a:rPr lang="en-US" altLang="zh-CN" sz="2400" dirty="0">
                <a:solidFill>
                  <a:schemeClr val="tx1"/>
                </a:solidFill>
              </a:rPr>
              <a:t>± </a:t>
            </a:r>
            <a:r>
              <a:rPr lang="en-US" altLang="zh-CN" sz="2400" dirty="0" smtClean="0">
                <a:solidFill>
                  <a:schemeClr val="tx1"/>
                </a:solidFill>
              </a:rPr>
              <a:t>2, …}</a:t>
            </a:r>
            <a:endParaRPr lang="en-US" altLang="zh-CN" sz="2400" dirty="0" smtClean="0">
              <a:solidFill>
                <a:schemeClr val="tx1"/>
              </a:solidFill>
            </a:endParaRPr>
          </a:p>
        </p:txBody>
      </p:sp>
      <p:sp>
        <p:nvSpPr>
          <p:cNvPr id="5" name="标题 4"/>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数据元素与数据对象</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left)">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left)">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left)">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wipe(left)">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wipe(left)">
                                      <p:cBhvr>
                                        <p:cTn id="5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5"/>
          <p:cNvSpPr txBox="1">
            <a:spLocks noChangeArrowheads="1"/>
          </p:cNvSpPr>
          <p:nvPr/>
        </p:nvSpPr>
        <p:spPr bwMode="auto">
          <a:xfrm>
            <a:off x="755650" y="2420938"/>
            <a:ext cx="770413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a:solidFill>
                <a:schemeClr val="tx1"/>
              </a:solidFill>
              <a:latin typeface="+mn-lt"/>
              <a:ea typeface="+mn-ea"/>
            </a:endParaRPr>
          </a:p>
        </p:txBody>
      </p:sp>
      <p:sp>
        <p:nvSpPr>
          <p:cNvPr id="10" name="内容占位符 9"/>
          <p:cNvSpPr>
            <a:spLocks noGrp="1"/>
          </p:cNvSpPr>
          <p:nvPr>
            <p:ph idx="1"/>
            <p:custDataLst>
              <p:tags r:id="rId1"/>
            </p:custDataLst>
          </p:nvPr>
        </p:nvSpPr>
        <p:spPr/>
        <p:txBody>
          <a:bodyPr/>
          <a:p>
            <a:endParaRPr lang="zh-CN" altLang="en-US"/>
          </a:p>
        </p:txBody>
      </p:sp>
      <p:sp>
        <p:nvSpPr>
          <p:cNvPr id="516103" name="Text Box 7"/>
          <p:cNvSpPr txBox="1">
            <a:spLocks noChangeArrowheads="1"/>
          </p:cNvSpPr>
          <p:nvPr>
            <p:custDataLst>
              <p:tags r:id="rId2"/>
            </p:custDataLst>
          </p:nvPr>
        </p:nvSpPr>
        <p:spPr bwMode="auto">
          <a:xfrm>
            <a:off x="0" y="836712"/>
            <a:ext cx="9139500" cy="60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50000"/>
              </a:lnSpc>
              <a:spcBef>
                <a:spcPct val="30000"/>
              </a:spcBef>
              <a:buClr>
                <a:schemeClr val="tx1"/>
              </a:buClr>
              <a:buSzPct val="100000"/>
              <a:buFont typeface="Wingdings" panose="05000000000000000000" pitchFamily="2" charset="2"/>
              <a:buChar char=""/>
              <a:defRPr/>
            </a:pPr>
            <a:r>
              <a:rPr lang="zh-CN" altLang="en-US" sz="2800" dirty="0" smtClean="0">
                <a:solidFill>
                  <a:schemeClr val="tx1"/>
                </a:solidFill>
                <a:latin typeface="+mn-lt"/>
                <a:ea typeface="+mn-ea"/>
              </a:rPr>
              <a:t> 数据结构：相互间存在关系的</a:t>
            </a:r>
            <a:r>
              <a:rPr lang="zh-CN" altLang="en-US" sz="2800" dirty="0">
                <a:solidFill>
                  <a:schemeClr val="tx1"/>
                </a:solidFill>
                <a:latin typeface="+mn-lt"/>
                <a:ea typeface="+mn-ea"/>
              </a:rPr>
              <a:t>数据元素的集</a:t>
            </a:r>
            <a:r>
              <a:rPr lang="zh-CN" altLang="en-US" sz="2800" dirty="0" smtClean="0">
                <a:solidFill>
                  <a:schemeClr val="tx1"/>
                </a:solidFill>
                <a:latin typeface="+mn-lt"/>
                <a:ea typeface="+mn-ea"/>
              </a:rPr>
              <a:t>合</a:t>
            </a:r>
            <a:endParaRPr lang="en-US" altLang="zh-CN" sz="2800" dirty="0" smtClean="0">
              <a:solidFill>
                <a:schemeClr val="tx1"/>
              </a:solidFill>
              <a:latin typeface="+mn-lt"/>
              <a:ea typeface="+mn-ea"/>
            </a:endParaRPr>
          </a:p>
          <a:p>
            <a:pPr lvl="1" eaLnBrk="1" hangingPunct="1">
              <a:lnSpc>
                <a:spcPct val="150000"/>
              </a:lnSpc>
              <a:spcBef>
                <a:spcPct val="30000"/>
              </a:spcBef>
              <a:buClr>
                <a:schemeClr val="tx1"/>
              </a:buClr>
              <a:buSzPct val="60000"/>
              <a:buFont typeface="Wingdings" panose="05000000000000000000" pitchFamily="2" charset="2"/>
              <a:buChar char="l"/>
              <a:defRPr/>
            </a:pPr>
            <a:r>
              <a:rPr lang="zh-CN" altLang="en-US" sz="2400" dirty="0" smtClean="0">
                <a:solidFill>
                  <a:schemeClr val="tx1"/>
                </a:solidFill>
                <a:latin typeface="+mn-lt"/>
                <a:ea typeface="+mn-ea"/>
              </a:rPr>
              <a:t>所</a:t>
            </a:r>
            <a:r>
              <a:rPr lang="zh-CN" altLang="en-US" sz="2400" dirty="0">
                <a:solidFill>
                  <a:schemeClr val="tx1"/>
                </a:solidFill>
                <a:latin typeface="+mn-lt"/>
                <a:ea typeface="+mn-ea"/>
              </a:rPr>
              <a:t>谓结构就是数据元素之间的关</a:t>
            </a:r>
            <a:r>
              <a:rPr lang="zh-CN" altLang="en-US" sz="2400" dirty="0" smtClean="0">
                <a:solidFill>
                  <a:schemeClr val="tx1"/>
                </a:solidFill>
                <a:latin typeface="+mn-lt"/>
                <a:ea typeface="+mn-ea"/>
              </a:rPr>
              <a:t>系</a:t>
            </a:r>
            <a:endParaRPr lang="en-US" altLang="zh-CN" sz="2400" dirty="0" smtClean="0">
              <a:solidFill>
                <a:schemeClr val="tx1"/>
              </a:solidFill>
              <a:latin typeface="+mn-lt"/>
              <a:ea typeface="+mn-ea"/>
            </a:endParaRPr>
          </a:p>
          <a:p>
            <a:pPr lvl="1" eaLnBrk="1" hangingPunct="1">
              <a:lnSpc>
                <a:spcPct val="150000"/>
              </a:lnSpc>
              <a:spcBef>
                <a:spcPct val="30000"/>
              </a:spcBef>
              <a:buClr>
                <a:schemeClr val="tx1"/>
              </a:buClr>
              <a:buSzPct val="60000"/>
              <a:buFont typeface="Wingdings" panose="05000000000000000000" pitchFamily="2" charset="2"/>
              <a:buChar char="l"/>
              <a:defRPr/>
            </a:pPr>
            <a:r>
              <a:rPr lang="zh-CN" altLang="en-US" sz="2400" dirty="0" smtClean="0">
                <a:solidFill>
                  <a:schemeClr val="tx1"/>
                </a:solidFill>
                <a:latin typeface="+mn-lt"/>
                <a:ea typeface="+mn-ea"/>
              </a:rPr>
              <a:t>即：描</a:t>
            </a:r>
            <a:r>
              <a:rPr lang="zh-CN" altLang="en-US" sz="2400" dirty="0">
                <a:solidFill>
                  <a:schemeClr val="tx1"/>
                </a:solidFill>
                <a:latin typeface="+mn-lt"/>
                <a:ea typeface="+mn-ea"/>
              </a:rPr>
              <a:t>述数据元素之间的运算及运算规</a:t>
            </a:r>
            <a:r>
              <a:rPr lang="zh-CN" altLang="en-US" sz="2400" dirty="0" smtClean="0">
                <a:solidFill>
                  <a:schemeClr val="tx1"/>
                </a:solidFill>
                <a:latin typeface="+mn-lt"/>
                <a:ea typeface="+mn-ea"/>
              </a:rPr>
              <a:t>则</a:t>
            </a:r>
            <a:endParaRPr lang="en-US" altLang="zh-CN" sz="2400" dirty="0" smtClean="0">
              <a:solidFill>
                <a:schemeClr val="tx1"/>
              </a:solidFill>
              <a:latin typeface="+mn-lt"/>
              <a:ea typeface="+mn-ea"/>
            </a:endParaRPr>
          </a:p>
          <a:p>
            <a:pPr marL="342900" lvl="1" indent="-342900" eaLnBrk="1" hangingPunct="1">
              <a:lnSpc>
                <a:spcPct val="150000"/>
              </a:lnSpc>
              <a:spcBef>
                <a:spcPct val="30000"/>
              </a:spcBef>
              <a:buClr>
                <a:schemeClr val="tx1"/>
              </a:buClr>
              <a:buSzPct val="100000"/>
              <a:buFont typeface="Wingdings" panose="05000000000000000000" pitchFamily="2" charset="2"/>
              <a:buChar char=""/>
              <a:defRPr/>
            </a:pPr>
            <a:r>
              <a:rPr lang="zh-CN" altLang="en-US" sz="2800" dirty="0">
                <a:solidFill>
                  <a:schemeClr val="tx1"/>
                </a:solidFill>
                <a:latin typeface="+mn-lt"/>
                <a:ea typeface="+mn-ea"/>
              </a:rPr>
              <a:t> 用集合的形式描述，数据结构是一个二元组：</a:t>
            </a:r>
            <a:endParaRPr lang="en-US" altLang="zh-CN" sz="2800" dirty="0">
              <a:solidFill>
                <a:schemeClr val="tx1"/>
              </a:solidFill>
              <a:latin typeface="+mn-lt"/>
              <a:ea typeface="+mn-ea"/>
            </a:endParaRPr>
          </a:p>
          <a:p>
            <a:pPr algn="ctr" eaLnBrk="1" hangingPunct="1">
              <a:lnSpc>
                <a:spcPct val="150000"/>
              </a:lnSpc>
              <a:spcBef>
                <a:spcPct val="15000"/>
              </a:spcBef>
            </a:pPr>
            <a:r>
              <a:rPr lang="en-US" altLang="zh-CN" sz="2800" b="1" dirty="0" smtClean="0">
                <a:solidFill>
                  <a:schemeClr val="tx1"/>
                </a:solidFill>
                <a:latin typeface="+mn-lt"/>
                <a:ea typeface="+mn-ea"/>
              </a:rPr>
              <a:t>DS = (</a:t>
            </a:r>
            <a:r>
              <a:rPr lang="en-US" altLang="zh-CN" sz="2800" b="1" dirty="0">
                <a:solidFill>
                  <a:schemeClr val="tx1"/>
                </a:solidFill>
                <a:latin typeface="+mn-lt"/>
                <a:ea typeface="+mn-ea"/>
              </a:rPr>
              <a:t>D</a:t>
            </a:r>
            <a:r>
              <a:rPr lang="zh-CN" altLang="en-US" sz="2800" b="1" dirty="0">
                <a:solidFill>
                  <a:schemeClr val="tx1"/>
                </a:solidFill>
                <a:latin typeface="+mn-lt"/>
                <a:ea typeface="+mn-ea"/>
              </a:rPr>
              <a:t>，</a:t>
            </a:r>
            <a:r>
              <a:rPr lang="en-US" altLang="zh-CN" sz="2800" b="1" dirty="0">
                <a:solidFill>
                  <a:schemeClr val="tx1"/>
                </a:solidFill>
                <a:latin typeface="+mn-lt"/>
                <a:ea typeface="+mn-ea"/>
              </a:rPr>
              <a:t>R)</a:t>
            </a:r>
            <a:r>
              <a:rPr lang="zh-CN" altLang="en-US" sz="2800" b="1" dirty="0">
                <a:solidFill>
                  <a:schemeClr val="tx1"/>
                </a:solidFill>
                <a:latin typeface="+mn-lt"/>
                <a:ea typeface="+mn-ea"/>
              </a:rPr>
              <a:t>　　</a:t>
            </a:r>
            <a:endParaRPr lang="zh-CN" altLang="en-US" sz="2800" b="1" dirty="0">
              <a:solidFill>
                <a:schemeClr val="tx1"/>
              </a:solidFill>
              <a:latin typeface="+mn-lt"/>
              <a:ea typeface="+mn-ea"/>
            </a:endParaRPr>
          </a:p>
          <a:p>
            <a:pPr lvl="1" eaLnBrk="1" hangingPunct="1">
              <a:lnSpc>
                <a:spcPct val="150000"/>
              </a:lnSpc>
              <a:spcBef>
                <a:spcPct val="30000"/>
              </a:spcBef>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其中：</a:t>
            </a:r>
            <a:r>
              <a:rPr lang="en-US" altLang="zh-CN" sz="2400" dirty="0">
                <a:solidFill>
                  <a:schemeClr val="tx1"/>
                </a:solidFill>
                <a:latin typeface="+mn-lt"/>
                <a:ea typeface="+mn-ea"/>
              </a:rPr>
              <a:t>D</a:t>
            </a:r>
            <a:r>
              <a:rPr lang="zh-CN" altLang="en-US" sz="2400" dirty="0">
                <a:solidFill>
                  <a:schemeClr val="tx1"/>
                </a:solidFill>
                <a:latin typeface="+mn-lt"/>
                <a:ea typeface="+mn-ea"/>
              </a:rPr>
              <a:t>是数据元素的集合，</a:t>
            </a:r>
            <a:r>
              <a:rPr lang="en-US" altLang="zh-CN" sz="2400" dirty="0">
                <a:solidFill>
                  <a:schemeClr val="tx1"/>
                </a:solidFill>
                <a:latin typeface="+mn-lt"/>
                <a:ea typeface="+mn-ea"/>
              </a:rPr>
              <a:t>R</a:t>
            </a:r>
            <a:r>
              <a:rPr lang="zh-CN" altLang="en-US" sz="2400" dirty="0">
                <a:solidFill>
                  <a:schemeClr val="tx1"/>
                </a:solidFill>
                <a:latin typeface="+mn-lt"/>
                <a:ea typeface="+mn-ea"/>
              </a:rPr>
              <a:t>是</a:t>
            </a:r>
            <a:r>
              <a:rPr lang="en-US" altLang="zh-CN" sz="2400" dirty="0">
                <a:solidFill>
                  <a:schemeClr val="tx1"/>
                </a:solidFill>
                <a:latin typeface="+mn-lt"/>
                <a:ea typeface="+mn-ea"/>
              </a:rPr>
              <a:t>D</a:t>
            </a:r>
            <a:r>
              <a:rPr lang="zh-CN" altLang="en-US" sz="2400" dirty="0">
                <a:solidFill>
                  <a:schemeClr val="tx1"/>
                </a:solidFill>
                <a:latin typeface="+mn-lt"/>
                <a:ea typeface="+mn-ea"/>
              </a:rPr>
              <a:t>上关系的集</a:t>
            </a:r>
            <a:r>
              <a:rPr lang="zh-CN" altLang="en-US" sz="2400" dirty="0" smtClean="0">
                <a:solidFill>
                  <a:schemeClr val="tx1"/>
                </a:solidFill>
                <a:latin typeface="+mn-lt"/>
                <a:ea typeface="+mn-ea"/>
              </a:rPr>
              <a:t>合</a:t>
            </a:r>
            <a:endParaRPr lang="en-US" altLang="zh-CN" sz="2400" dirty="0" smtClean="0">
              <a:solidFill>
                <a:schemeClr val="tx1"/>
              </a:solidFill>
              <a:latin typeface="+mn-lt"/>
              <a:ea typeface="+mn-ea"/>
            </a:endParaRPr>
          </a:p>
          <a:p>
            <a:pPr marL="342900" lvl="1" indent="-342900" eaLnBrk="1" hangingPunct="1">
              <a:lnSpc>
                <a:spcPct val="150000"/>
              </a:lnSpc>
              <a:spcBef>
                <a:spcPct val="30000"/>
              </a:spcBef>
              <a:buClr>
                <a:schemeClr val="tx1"/>
              </a:buClr>
              <a:buSzPct val="100000"/>
              <a:buFont typeface="Wingdings" panose="05000000000000000000" pitchFamily="2" charset="2"/>
              <a:buChar char=""/>
              <a:defRPr/>
            </a:pPr>
            <a:r>
              <a:rPr lang="zh-CN" altLang="en-US" sz="2800" dirty="0">
                <a:solidFill>
                  <a:schemeClr val="tx1"/>
                </a:solidFill>
                <a:latin typeface="+mn-lt"/>
                <a:ea typeface="+mn-ea"/>
              </a:rPr>
              <a:t>  简言之：数</a:t>
            </a:r>
            <a:r>
              <a:rPr lang="zh-CN" altLang="en-US" sz="2800" dirty="0" smtClean="0">
                <a:solidFill>
                  <a:schemeClr val="tx1"/>
                </a:solidFill>
                <a:latin typeface="+mn-lt"/>
                <a:ea typeface="+mn-ea"/>
              </a:rPr>
              <a:t>据对象及其成员间的关系合称</a:t>
            </a:r>
            <a:r>
              <a:rPr lang="zh-CN" altLang="en-US" sz="2800" dirty="0">
                <a:solidFill>
                  <a:schemeClr val="tx1"/>
                </a:solidFill>
                <a:latin typeface="+mn-lt"/>
                <a:ea typeface="+mn-ea"/>
              </a:rPr>
              <a:t>为数据结</a:t>
            </a:r>
            <a:r>
              <a:rPr lang="zh-CN" altLang="en-US" sz="2800" dirty="0" smtClean="0">
                <a:solidFill>
                  <a:schemeClr val="tx1"/>
                </a:solidFill>
                <a:latin typeface="+mn-lt"/>
                <a:ea typeface="+mn-ea"/>
              </a:rPr>
              <a:t>构</a:t>
            </a:r>
            <a:endParaRPr lang="en-US" altLang="zh-CN" sz="2800" dirty="0" smtClean="0">
              <a:solidFill>
                <a:schemeClr val="tx1"/>
              </a:solidFill>
              <a:latin typeface="+mn-lt"/>
              <a:ea typeface="+mn-ea"/>
            </a:endParaRPr>
          </a:p>
          <a:p>
            <a:pPr marL="342900" lvl="1" indent="-342900" eaLnBrk="1" hangingPunct="1">
              <a:lnSpc>
                <a:spcPct val="150000"/>
              </a:lnSpc>
              <a:spcBef>
                <a:spcPct val="30000"/>
              </a:spcBef>
              <a:buClr>
                <a:schemeClr val="tx1"/>
              </a:buClr>
              <a:buSzPct val="100000"/>
              <a:buFont typeface="Wingdings" panose="05000000000000000000" pitchFamily="2" charset="2"/>
              <a:buChar char=""/>
              <a:defRPr/>
            </a:pPr>
            <a:r>
              <a:rPr lang="en-US" altLang="zh-CN" sz="2800" dirty="0">
                <a:solidFill>
                  <a:schemeClr val="tx1"/>
                </a:solidFill>
                <a:latin typeface="+mn-lt"/>
                <a:ea typeface="+mn-ea"/>
              </a:rPr>
              <a:t> </a:t>
            </a:r>
            <a:r>
              <a:rPr lang="zh-CN" altLang="en-US" sz="2800" dirty="0" smtClean="0">
                <a:solidFill>
                  <a:schemeClr val="tx1"/>
                </a:solidFill>
                <a:latin typeface="+mn-lt"/>
                <a:ea typeface="+mn-ea"/>
              </a:rPr>
              <a:t>数据结构是数据在计算机中存在（表现）的形式</a:t>
            </a:r>
            <a:endParaRPr lang="zh-CN" altLang="en-US" sz="2800" dirty="0" smtClean="0">
              <a:solidFill>
                <a:schemeClr val="tx1"/>
              </a:solidFill>
              <a:latin typeface="+mn-lt"/>
              <a:ea typeface="+mn-ea"/>
            </a:endParaRPr>
          </a:p>
        </p:txBody>
      </p:sp>
      <p:sp>
        <p:nvSpPr>
          <p:cNvPr id="7" name="标题 6"/>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数据结构</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6103">
                                            <p:txEl>
                                              <p:pRg st="0" end="0"/>
                                            </p:txEl>
                                          </p:spTgt>
                                        </p:tgtEl>
                                        <p:attrNameLst>
                                          <p:attrName>style.visibility</p:attrName>
                                        </p:attrNameLst>
                                      </p:cBhvr>
                                      <p:to>
                                        <p:strVal val="visible"/>
                                      </p:to>
                                    </p:set>
                                    <p:animEffect transition="in" filter="wipe(left)">
                                      <p:cBhvr>
                                        <p:cTn id="7" dur="500"/>
                                        <p:tgtEl>
                                          <p:spTgt spid="5161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6103">
                                            <p:txEl>
                                              <p:pRg st="1" end="1"/>
                                            </p:txEl>
                                          </p:spTgt>
                                        </p:tgtEl>
                                        <p:attrNameLst>
                                          <p:attrName>style.visibility</p:attrName>
                                        </p:attrNameLst>
                                      </p:cBhvr>
                                      <p:to>
                                        <p:strVal val="visible"/>
                                      </p:to>
                                    </p:set>
                                    <p:animEffect transition="in" filter="wipe(left)">
                                      <p:cBhvr>
                                        <p:cTn id="12" dur="500"/>
                                        <p:tgtEl>
                                          <p:spTgt spid="5161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6103">
                                            <p:txEl>
                                              <p:pRg st="2" end="2"/>
                                            </p:txEl>
                                          </p:spTgt>
                                        </p:tgtEl>
                                        <p:attrNameLst>
                                          <p:attrName>style.visibility</p:attrName>
                                        </p:attrNameLst>
                                      </p:cBhvr>
                                      <p:to>
                                        <p:strVal val="visible"/>
                                      </p:to>
                                    </p:set>
                                    <p:animEffect transition="in" filter="wipe(left)">
                                      <p:cBhvr>
                                        <p:cTn id="17" dur="500"/>
                                        <p:tgtEl>
                                          <p:spTgt spid="5161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6103">
                                            <p:txEl>
                                              <p:pRg st="3" end="3"/>
                                            </p:txEl>
                                          </p:spTgt>
                                        </p:tgtEl>
                                        <p:attrNameLst>
                                          <p:attrName>style.visibility</p:attrName>
                                        </p:attrNameLst>
                                      </p:cBhvr>
                                      <p:to>
                                        <p:strVal val="visible"/>
                                      </p:to>
                                    </p:set>
                                    <p:animEffect transition="in" filter="wipe(left)">
                                      <p:cBhvr>
                                        <p:cTn id="22" dur="500"/>
                                        <p:tgtEl>
                                          <p:spTgt spid="5161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6103">
                                            <p:txEl>
                                              <p:pRg st="4" end="4"/>
                                            </p:txEl>
                                          </p:spTgt>
                                        </p:tgtEl>
                                        <p:attrNameLst>
                                          <p:attrName>style.visibility</p:attrName>
                                        </p:attrNameLst>
                                      </p:cBhvr>
                                      <p:to>
                                        <p:strVal val="visible"/>
                                      </p:to>
                                    </p:set>
                                    <p:animEffect transition="in" filter="wipe(left)">
                                      <p:cBhvr>
                                        <p:cTn id="27" dur="500"/>
                                        <p:tgtEl>
                                          <p:spTgt spid="5161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16103">
                                            <p:txEl>
                                              <p:pRg st="5" end="5"/>
                                            </p:txEl>
                                          </p:spTgt>
                                        </p:tgtEl>
                                        <p:attrNameLst>
                                          <p:attrName>style.visibility</p:attrName>
                                        </p:attrNameLst>
                                      </p:cBhvr>
                                      <p:to>
                                        <p:strVal val="visible"/>
                                      </p:to>
                                    </p:set>
                                    <p:animEffect transition="in" filter="wipe(left)">
                                      <p:cBhvr>
                                        <p:cTn id="32" dur="500"/>
                                        <p:tgtEl>
                                          <p:spTgt spid="5161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16103">
                                            <p:txEl>
                                              <p:pRg st="6" end="6"/>
                                            </p:txEl>
                                          </p:spTgt>
                                        </p:tgtEl>
                                        <p:attrNameLst>
                                          <p:attrName>style.visibility</p:attrName>
                                        </p:attrNameLst>
                                      </p:cBhvr>
                                      <p:to>
                                        <p:strVal val="visible"/>
                                      </p:to>
                                    </p:set>
                                    <p:animEffect transition="in" filter="wipe(left)">
                                      <p:cBhvr>
                                        <p:cTn id="37" dur="500"/>
                                        <p:tgtEl>
                                          <p:spTgt spid="5161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16103">
                                            <p:txEl>
                                              <p:pRg st="7" end="7"/>
                                            </p:txEl>
                                          </p:spTgt>
                                        </p:tgtEl>
                                        <p:attrNameLst>
                                          <p:attrName>style.visibility</p:attrName>
                                        </p:attrNameLst>
                                      </p:cBhvr>
                                      <p:to>
                                        <p:strVal val="visible"/>
                                      </p:to>
                                    </p:set>
                                    <p:animEffect transition="in" filter="wipe(left)">
                                      <p:cBhvr>
                                        <p:cTn id="42" dur="500"/>
                                        <p:tgtEl>
                                          <p:spTgt spid="5161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5"/>
          <p:cNvSpPr txBox="1">
            <a:spLocks noChangeArrowheads="1"/>
          </p:cNvSpPr>
          <p:nvPr/>
        </p:nvSpPr>
        <p:spPr bwMode="auto">
          <a:xfrm>
            <a:off x="755650" y="2420938"/>
            <a:ext cx="770413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a:solidFill>
                <a:schemeClr val="tx1"/>
              </a:solidFill>
              <a:latin typeface="+mn-lt"/>
              <a:ea typeface="+mn-ea"/>
            </a:endParaRPr>
          </a:p>
        </p:txBody>
      </p:sp>
      <p:sp>
        <p:nvSpPr>
          <p:cNvPr id="10" name="内容占位符 9"/>
          <p:cNvSpPr>
            <a:spLocks noGrp="1"/>
          </p:cNvSpPr>
          <p:nvPr>
            <p:ph idx="1"/>
            <p:custDataLst>
              <p:tags r:id="rId1"/>
            </p:custDataLst>
          </p:nvPr>
        </p:nvSpPr>
        <p:spPr/>
        <p:txBody>
          <a:bodyPr/>
          <a:p>
            <a:endParaRPr lang="zh-CN" altLang="en-US"/>
          </a:p>
        </p:txBody>
      </p:sp>
      <p:sp>
        <p:nvSpPr>
          <p:cNvPr id="516103" name="Text Box 7"/>
          <p:cNvSpPr txBox="1">
            <a:spLocks noChangeArrowheads="1"/>
          </p:cNvSpPr>
          <p:nvPr>
            <p:custDataLst>
              <p:tags r:id="rId2"/>
            </p:custDataLst>
          </p:nvPr>
        </p:nvSpPr>
        <p:spPr bwMode="auto">
          <a:xfrm>
            <a:off x="0" y="836712"/>
            <a:ext cx="9139500" cy="60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50000"/>
              </a:lnSpc>
              <a:spcBef>
                <a:spcPts val="600"/>
              </a:spcBef>
              <a:buClr>
                <a:schemeClr val="tx1"/>
              </a:buClr>
              <a:buSzPct val="100000"/>
              <a:buFont typeface="Wingdings" panose="05000000000000000000" pitchFamily="2" charset="2"/>
              <a:buChar char=""/>
              <a:defRPr/>
            </a:pPr>
            <a:r>
              <a:rPr lang="zh-CN" altLang="en-US" sz="2800" dirty="0" smtClean="0">
                <a:solidFill>
                  <a:schemeClr val="tx1"/>
                </a:solidFill>
                <a:latin typeface="+mn-lt"/>
                <a:ea typeface="+mn-ea"/>
              </a:rPr>
              <a:t> 数据结构可进一步分为逻辑的和物理的</a:t>
            </a:r>
            <a:endParaRPr lang="en-US" altLang="zh-CN" sz="2800" dirty="0" smtClean="0">
              <a:solidFill>
                <a:schemeClr val="tx1"/>
              </a:solidFill>
              <a:latin typeface="+mn-lt"/>
              <a:ea typeface="+mn-ea"/>
            </a:endParaRPr>
          </a:p>
          <a:p>
            <a:pPr marL="342900" lvl="1" indent="-342900" eaLnBrk="1" hangingPunct="1">
              <a:lnSpc>
                <a:spcPct val="150000"/>
              </a:lnSpc>
              <a:spcBef>
                <a:spcPts val="600"/>
              </a:spcBef>
              <a:buClr>
                <a:schemeClr val="tx1"/>
              </a:buClr>
              <a:buSzPct val="100000"/>
              <a:buFont typeface="Wingdings" panose="05000000000000000000" pitchFamily="2" charset="2"/>
              <a:buChar char=""/>
              <a:defRPr/>
            </a:pPr>
            <a:r>
              <a:rPr lang="zh-CN" altLang="en-US" sz="2800" dirty="0" smtClean="0">
                <a:solidFill>
                  <a:schemeClr val="tx1"/>
                </a:solidFill>
                <a:latin typeface="+mn-lt"/>
                <a:ea typeface="+mn-ea"/>
              </a:rPr>
              <a:t> 逻</a:t>
            </a:r>
            <a:r>
              <a:rPr lang="zh-CN" altLang="en-US" sz="2800" dirty="0">
                <a:solidFill>
                  <a:schemeClr val="tx1"/>
                </a:solidFill>
                <a:latin typeface="+mn-lt"/>
                <a:ea typeface="+mn-ea"/>
              </a:rPr>
              <a:t>辑结构反映数据之间的逻辑关系</a:t>
            </a:r>
            <a:endParaRPr lang="en-US" altLang="zh-CN" sz="2800" dirty="0">
              <a:solidFill>
                <a:schemeClr val="tx1"/>
              </a:solidFill>
              <a:latin typeface="+mn-lt"/>
              <a:ea typeface="+mn-ea"/>
            </a:endParaRPr>
          </a:p>
          <a:p>
            <a:pPr lvl="1" eaLnBrk="1" hangingPunct="1">
              <a:lnSpc>
                <a:spcPct val="150000"/>
              </a:lnSpc>
              <a:spcBef>
                <a:spcPts val="600"/>
              </a:spcBef>
              <a:buClr>
                <a:schemeClr val="tx1"/>
              </a:buClr>
              <a:buSzPct val="60000"/>
              <a:buFont typeface="Wingdings" panose="05000000000000000000" pitchFamily="2" charset="2"/>
              <a:buChar char="l"/>
              <a:defRPr/>
            </a:pPr>
            <a:r>
              <a:rPr lang="zh-CN" altLang="en-US" sz="2400" dirty="0" smtClean="0">
                <a:solidFill>
                  <a:schemeClr val="tx1"/>
                </a:solidFill>
                <a:latin typeface="+mn-lt"/>
                <a:ea typeface="+mn-ea"/>
              </a:rPr>
              <a:t>包括：集合结构、线性结构、树形结构、图形结构</a:t>
            </a:r>
            <a:endParaRPr lang="en-US" altLang="zh-CN" sz="2400" dirty="0" smtClean="0">
              <a:solidFill>
                <a:schemeClr val="tx1"/>
              </a:solidFill>
              <a:latin typeface="+mn-lt"/>
              <a:ea typeface="+mn-ea"/>
            </a:endParaRPr>
          </a:p>
          <a:p>
            <a:pPr marL="342900" lvl="1" indent="-342900" eaLnBrk="1" hangingPunct="1">
              <a:lnSpc>
                <a:spcPct val="150000"/>
              </a:lnSpc>
              <a:spcBef>
                <a:spcPts val="600"/>
              </a:spcBef>
              <a:buClr>
                <a:schemeClr val="tx1"/>
              </a:buClr>
              <a:buSzPct val="100000"/>
              <a:buFont typeface="Wingdings" panose="05000000000000000000" pitchFamily="2" charset="2"/>
              <a:buChar char=""/>
              <a:defRPr/>
            </a:pPr>
            <a:r>
              <a:rPr lang="zh-CN" altLang="en-US" sz="2800" dirty="0" smtClean="0">
                <a:solidFill>
                  <a:schemeClr val="tx1"/>
                </a:solidFill>
                <a:latin typeface="+mn-lt"/>
                <a:ea typeface="+mn-ea"/>
              </a:rPr>
              <a:t> 物</a:t>
            </a:r>
            <a:r>
              <a:rPr lang="zh-CN" altLang="en-US" sz="2800" dirty="0">
                <a:solidFill>
                  <a:schemeClr val="tx1"/>
                </a:solidFill>
                <a:latin typeface="+mn-lt"/>
                <a:ea typeface="+mn-ea"/>
              </a:rPr>
              <a:t>理结构反映数据在计算机内部的存储安排</a:t>
            </a:r>
            <a:endParaRPr lang="en-US" altLang="zh-CN" sz="2800" dirty="0">
              <a:solidFill>
                <a:schemeClr val="tx1"/>
              </a:solidFill>
              <a:latin typeface="+mn-lt"/>
              <a:ea typeface="+mn-ea"/>
            </a:endParaRPr>
          </a:p>
          <a:p>
            <a:pPr lvl="1" eaLnBrk="1" hangingPunct="1">
              <a:lnSpc>
                <a:spcPct val="150000"/>
              </a:lnSpc>
              <a:spcBef>
                <a:spcPts val="600"/>
              </a:spcBef>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分</a:t>
            </a:r>
            <a:r>
              <a:rPr lang="zh-CN" altLang="en-US" sz="2400" dirty="0" smtClean="0">
                <a:solidFill>
                  <a:schemeClr val="tx1"/>
                </a:solidFill>
                <a:latin typeface="+mn-lt"/>
                <a:ea typeface="+mn-ea"/>
              </a:rPr>
              <a:t>为：顺序存储结构和链式存储结构</a:t>
            </a:r>
            <a:endParaRPr lang="en-US" altLang="zh-CN" sz="2400" dirty="0" smtClean="0">
              <a:solidFill>
                <a:schemeClr val="tx1"/>
              </a:solidFill>
              <a:latin typeface="+mn-lt"/>
              <a:ea typeface="+mn-ea"/>
            </a:endParaRPr>
          </a:p>
          <a:p>
            <a:pPr lvl="1" eaLnBrk="1" hangingPunct="1">
              <a:lnSpc>
                <a:spcPct val="150000"/>
              </a:lnSpc>
              <a:spcBef>
                <a:spcPts val="600"/>
              </a:spcBef>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顺</a:t>
            </a:r>
            <a:r>
              <a:rPr lang="zh-CN" altLang="en-US" sz="2400" dirty="0" smtClean="0">
                <a:solidFill>
                  <a:schemeClr val="tx1"/>
                </a:solidFill>
                <a:latin typeface="+mn-lt"/>
                <a:ea typeface="+mn-ea"/>
              </a:rPr>
              <a:t>序存储结构：逻辑上相邻的元素存储位置也相邻</a:t>
            </a:r>
            <a:endParaRPr lang="en-US" altLang="zh-CN" sz="2400" dirty="0" smtClean="0">
              <a:solidFill>
                <a:schemeClr val="tx1"/>
              </a:solidFill>
              <a:latin typeface="+mn-lt"/>
              <a:ea typeface="+mn-ea"/>
            </a:endParaRPr>
          </a:p>
          <a:p>
            <a:pPr lvl="1" eaLnBrk="1" hangingPunct="1">
              <a:lnSpc>
                <a:spcPct val="150000"/>
              </a:lnSpc>
              <a:spcBef>
                <a:spcPts val="600"/>
              </a:spcBef>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链</a:t>
            </a:r>
            <a:r>
              <a:rPr lang="zh-CN" altLang="en-US" sz="2400" dirty="0" smtClean="0">
                <a:solidFill>
                  <a:schemeClr val="tx1"/>
                </a:solidFill>
                <a:latin typeface="+mn-lt"/>
                <a:ea typeface="+mn-ea"/>
              </a:rPr>
              <a:t>式存储结构：逻辑上相邻的元素存储位置可以不相邻</a:t>
            </a:r>
            <a:endParaRPr lang="en-US" altLang="zh-CN" sz="2400" dirty="0" smtClean="0">
              <a:solidFill>
                <a:schemeClr val="tx1"/>
              </a:solidFill>
              <a:latin typeface="+mn-lt"/>
              <a:ea typeface="+mn-ea"/>
            </a:endParaRPr>
          </a:p>
          <a:p>
            <a:pPr lvl="1" eaLnBrk="1" hangingPunct="1">
              <a:lnSpc>
                <a:spcPct val="150000"/>
              </a:lnSpc>
              <a:spcBef>
                <a:spcPts val="600"/>
              </a:spcBef>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散列存储结</a:t>
            </a:r>
            <a:r>
              <a:rPr lang="zh-CN" altLang="en-US" sz="2400" dirty="0" smtClean="0">
                <a:solidFill>
                  <a:schemeClr val="tx1"/>
                </a:solidFill>
                <a:latin typeface="+mn-lt"/>
                <a:ea typeface="+mn-ea"/>
              </a:rPr>
              <a:t>构：数据以键</a:t>
            </a:r>
            <a:r>
              <a:rPr lang="en-US" altLang="zh-CN" sz="2400" dirty="0" smtClean="0">
                <a:solidFill>
                  <a:schemeClr val="tx1"/>
                </a:solidFill>
                <a:latin typeface="+mn-lt"/>
                <a:ea typeface="+mn-ea"/>
              </a:rPr>
              <a:t>-</a:t>
            </a:r>
            <a:r>
              <a:rPr lang="zh-CN" altLang="en-US" sz="2400" dirty="0">
                <a:solidFill>
                  <a:schemeClr val="tx1"/>
                </a:solidFill>
                <a:latin typeface="+mn-lt"/>
                <a:ea typeface="+mn-ea"/>
              </a:rPr>
              <a:t>值对（</a:t>
            </a:r>
            <a:r>
              <a:rPr lang="en-US" altLang="zh-CN" sz="2400" dirty="0">
                <a:solidFill>
                  <a:schemeClr val="tx1"/>
                </a:solidFill>
                <a:latin typeface="+mn-lt"/>
                <a:ea typeface="+mn-ea"/>
              </a:rPr>
              <a:t>key : value</a:t>
            </a:r>
            <a:r>
              <a:rPr lang="zh-CN" altLang="en-US" sz="2400" dirty="0">
                <a:solidFill>
                  <a:schemeClr val="tx1"/>
                </a:solidFill>
                <a:latin typeface="+mn-lt"/>
                <a:ea typeface="+mn-ea"/>
              </a:rPr>
              <a:t>）的</a:t>
            </a:r>
            <a:r>
              <a:rPr lang="zh-CN" altLang="en-US" sz="2400" dirty="0" smtClean="0">
                <a:solidFill>
                  <a:schemeClr val="tx1"/>
                </a:solidFill>
                <a:latin typeface="+mn-lt"/>
                <a:ea typeface="+mn-ea"/>
              </a:rPr>
              <a:t>方式</a:t>
            </a:r>
            <a:r>
              <a:rPr lang="zh-CN" altLang="en-US" sz="2400" dirty="0">
                <a:solidFill>
                  <a:schemeClr val="tx1"/>
                </a:solidFill>
                <a:latin typeface="+mn-lt"/>
                <a:ea typeface="+mn-ea"/>
              </a:rPr>
              <a:t>存储，通过对关键字直接计算得到数据元素的存储位置</a:t>
            </a:r>
            <a:endParaRPr lang="zh-CN" altLang="en-US" sz="2400" dirty="0" smtClean="0">
              <a:solidFill>
                <a:schemeClr val="tx1"/>
              </a:solidFill>
              <a:latin typeface="+mn-lt"/>
              <a:ea typeface="+mn-ea"/>
            </a:endParaRPr>
          </a:p>
        </p:txBody>
      </p:sp>
      <p:sp>
        <p:nvSpPr>
          <p:cNvPr id="7" name="标题 6"/>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数据结构</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6103">
                                            <p:txEl>
                                              <p:pRg st="0" end="0"/>
                                            </p:txEl>
                                          </p:spTgt>
                                        </p:tgtEl>
                                        <p:attrNameLst>
                                          <p:attrName>style.visibility</p:attrName>
                                        </p:attrNameLst>
                                      </p:cBhvr>
                                      <p:to>
                                        <p:strVal val="visible"/>
                                      </p:to>
                                    </p:set>
                                    <p:animEffect transition="in" filter="wipe(left)">
                                      <p:cBhvr>
                                        <p:cTn id="7" dur="500"/>
                                        <p:tgtEl>
                                          <p:spTgt spid="5161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16103">
                                            <p:txEl>
                                              <p:pRg st="1" end="1"/>
                                            </p:txEl>
                                          </p:spTgt>
                                        </p:tgtEl>
                                        <p:attrNameLst>
                                          <p:attrName>style.visibility</p:attrName>
                                        </p:attrNameLst>
                                      </p:cBhvr>
                                      <p:to>
                                        <p:strVal val="visible"/>
                                      </p:to>
                                    </p:set>
                                    <p:animEffect transition="in" filter="wipe(left)">
                                      <p:cBhvr>
                                        <p:cTn id="12" dur="500"/>
                                        <p:tgtEl>
                                          <p:spTgt spid="5161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6103">
                                            <p:txEl>
                                              <p:pRg st="2" end="2"/>
                                            </p:txEl>
                                          </p:spTgt>
                                        </p:tgtEl>
                                        <p:attrNameLst>
                                          <p:attrName>style.visibility</p:attrName>
                                        </p:attrNameLst>
                                      </p:cBhvr>
                                      <p:to>
                                        <p:strVal val="visible"/>
                                      </p:to>
                                    </p:set>
                                    <p:animEffect transition="in" filter="wipe(left)">
                                      <p:cBhvr>
                                        <p:cTn id="17" dur="500"/>
                                        <p:tgtEl>
                                          <p:spTgt spid="5161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16103">
                                            <p:txEl>
                                              <p:pRg st="3" end="3"/>
                                            </p:txEl>
                                          </p:spTgt>
                                        </p:tgtEl>
                                        <p:attrNameLst>
                                          <p:attrName>style.visibility</p:attrName>
                                        </p:attrNameLst>
                                      </p:cBhvr>
                                      <p:to>
                                        <p:strVal val="visible"/>
                                      </p:to>
                                    </p:set>
                                    <p:animEffect transition="in" filter="wipe(left)">
                                      <p:cBhvr>
                                        <p:cTn id="22" dur="500"/>
                                        <p:tgtEl>
                                          <p:spTgt spid="5161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6103">
                                            <p:txEl>
                                              <p:pRg st="4" end="4"/>
                                            </p:txEl>
                                          </p:spTgt>
                                        </p:tgtEl>
                                        <p:attrNameLst>
                                          <p:attrName>style.visibility</p:attrName>
                                        </p:attrNameLst>
                                      </p:cBhvr>
                                      <p:to>
                                        <p:strVal val="visible"/>
                                      </p:to>
                                    </p:set>
                                    <p:animEffect transition="in" filter="wipe(left)">
                                      <p:cBhvr>
                                        <p:cTn id="27" dur="500"/>
                                        <p:tgtEl>
                                          <p:spTgt spid="5161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16103">
                                            <p:txEl>
                                              <p:pRg st="5" end="5"/>
                                            </p:txEl>
                                          </p:spTgt>
                                        </p:tgtEl>
                                        <p:attrNameLst>
                                          <p:attrName>style.visibility</p:attrName>
                                        </p:attrNameLst>
                                      </p:cBhvr>
                                      <p:to>
                                        <p:strVal val="visible"/>
                                      </p:to>
                                    </p:set>
                                    <p:animEffect transition="in" filter="wipe(left)">
                                      <p:cBhvr>
                                        <p:cTn id="32" dur="500"/>
                                        <p:tgtEl>
                                          <p:spTgt spid="5161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16103">
                                            <p:txEl>
                                              <p:pRg st="6" end="6"/>
                                            </p:txEl>
                                          </p:spTgt>
                                        </p:tgtEl>
                                        <p:attrNameLst>
                                          <p:attrName>style.visibility</p:attrName>
                                        </p:attrNameLst>
                                      </p:cBhvr>
                                      <p:to>
                                        <p:strVal val="visible"/>
                                      </p:to>
                                    </p:set>
                                    <p:animEffect transition="in" filter="wipe(left)">
                                      <p:cBhvr>
                                        <p:cTn id="37" dur="500"/>
                                        <p:tgtEl>
                                          <p:spTgt spid="5161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516103">
                                            <p:txEl>
                                              <p:pRg st="7" end="7"/>
                                            </p:txEl>
                                          </p:spTgt>
                                        </p:tgtEl>
                                        <p:attrNameLst>
                                          <p:attrName>style.visibility</p:attrName>
                                        </p:attrNameLst>
                                      </p:cBhvr>
                                      <p:to>
                                        <p:strVal val="visible"/>
                                      </p:to>
                                    </p:set>
                                    <p:animEffect transition="in" filter="wipe(up)">
                                      <p:cBhvr>
                                        <p:cTn id="42" dur="500"/>
                                        <p:tgtEl>
                                          <p:spTgt spid="5161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80450" y="817960"/>
            <a:ext cx="6639878" cy="1458912"/>
            <a:chOff x="679912" y="782638"/>
            <a:chExt cx="6639878" cy="1458912"/>
          </a:xfrm>
        </p:grpSpPr>
        <p:sp>
          <p:nvSpPr>
            <p:cNvPr id="34" name="Rectangle 29"/>
            <p:cNvSpPr>
              <a:spLocks noChangeArrowheads="1"/>
            </p:cNvSpPr>
            <p:nvPr>
              <p:custDataLst>
                <p:tags r:id="rId1"/>
              </p:custDataLst>
            </p:nvPr>
          </p:nvSpPr>
          <p:spPr bwMode="auto">
            <a:xfrm>
              <a:off x="3008318" y="782638"/>
              <a:ext cx="1921788"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tx1"/>
                  </a:solidFill>
                  <a:latin typeface="+mn-lt"/>
                  <a:ea typeface="+mn-ea"/>
                </a:rPr>
                <a:t>线性结构</a:t>
              </a:r>
              <a:endParaRPr lang="zh-CN" altLang="en-US" sz="2800" b="1" dirty="0">
                <a:solidFill>
                  <a:schemeClr val="tx1"/>
                </a:solidFill>
                <a:latin typeface="+mn-lt"/>
                <a:ea typeface="+mn-ea"/>
              </a:endParaRPr>
            </a:p>
          </p:txBody>
        </p:sp>
        <p:grpSp>
          <p:nvGrpSpPr>
            <p:cNvPr id="2" name="组合 1"/>
            <p:cNvGrpSpPr/>
            <p:nvPr/>
          </p:nvGrpSpPr>
          <p:grpSpPr>
            <a:xfrm>
              <a:off x="679912" y="1646238"/>
              <a:ext cx="6639878" cy="595312"/>
              <a:chOff x="673100" y="1646238"/>
              <a:chExt cx="6639878" cy="595312"/>
            </a:xfrm>
          </p:grpSpPr>
          <p:sp>
            <p:nvSpPr>
              <p:cNvPr id="105" name="Oval 100"/>
              <p:cNvSpPr>
                <a:spLocks noChangeArrowheads="1"/>
              </p:cNvSpPr>
              <p:nvPr>
                <p:custDataLst>
                  <p:tags r:id="rId2"/>
                </p:custDataLst>
              </p:nvPr>
            </p:nvSpPr>
            <p:spPr bwMode="auto">
              <a:xfrm>
                <a:off x="673100" y="1695450"/>
                <a:ext cx="736600" cy="546100"/>
              </a:xfrm>
              <a:prstGeom prst="ellipse">
                <a:avLst/>
              </a:prstGeom>
              <a:solidFill>
                <a:schemeClr val="accent3"/>
              </a:solidFill>
              <a:ln w="28575">
                <a:solidFill>
                  <a:schemeClr val="accent5"/>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06" name="Oval 101"/>
              <p:cNvSpPr>
                <a:spLocks noChangeArrowheads="1"/>
              </p:cNvSpPr>
              <p:nvPr>
                <p:custDataLst>
                  <p:tags r:id="rId3"/>
                </p:custDataLst>
              </p:nvPr>
            </p:nvSpPr>
            <p:spPr bwMode="auto">
              <a:xfrm>
                <a:off x="2120900" y="1682750"/>
                <a:ext cx="736600" cy="546100"/>
              </a:xfrm>
              <a:prstGeom prst="ellipse">
                <a:avLst/>
              </a:prstGeom>
              <a:solidFill>
                <a:schemeClr val="accent3"/>
              </a:solidFill>
              <a:ln w="28575">
                <a:solidFill>
                  <a:schemeClr val="accent5"/>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07" name="Line 102"/>
              <p:cNvSpPr>
                <a:spLocks noChangeShapeType="1"/>
              </p:cNvSpPr>
              <p:nvPr>
                <p:custDataLst>
                  <p:tags r:id="rId4"/>
                </p:custDataLst>
              </p:nvPr>
            </p:nvSpPr>
            <p:spPr bwMode="auto">
              <a:xfrm>
                <a:off x="1397000" y="1962150"/>
                <a:ext cx="723900" cy="0"/>
              </a:xfrm>
              <a:prstGeom prst="line">
                <a:avLst/>
              </a:prstGeom>
              <a:noFill/>
              <a:ln w="28575">
                <a:solidFill>
                  <a:schemeClr val="accent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08" name="Line 103"/>
              <p:cNvSpPr>
                <a:spLocks noChangeShapeType="1"/>
              </p:cNvSpPr>
              <p:nvPr>
                <p:custDataLst>
                  <p:tags r:id="rId5"/>
                </p:custDataLst>
              </p:nvPr>
            </p:nvSpPr>
            <p:spPr bwMode="auto">
              <a:xfrm>
                <a:off x="2857500" y="1962150"/>
                <a:ext cx="723900" cy="0"/>
              </a:xfrm>
              <a:prstGeom prst="line">
                <a:avLst/>
              </a:prstGeom>
              <a:noFill/>
              <a:ln w="28575">
                <a:solidFill>
                  <a:schemeClr val="accent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09" name="Oval 104"/>
              <p:cNvSpPr>
                <a:spLocks noChangeArrowheads="1"/>
              </p:cNvSpPr>
              <p:nvPr>
                <p:custDataLst>
                  <p:tags r:id="rId6"/>
                </p:custDataLst>
              </p:nvPr>
            </p:nvSpPr>
            <p:spPr bwMode="auto">
              <a:xfrm>
                <a:off x="3581400" y="1682750"/>
                <a:ext cx="736600" cy="546100"/>
              </a:xfrm>
              <a:prstGeom prst="ellipse">
                <a:avLst/>
              </a:prstGeom>
              <a:solidFill>
                <a:schemeClr val="accent3"/>
              </a:solidFill>
              <a:ln w="28575">
                <a:solidFill>
                  <a:schemeClr val="accent5"/>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10" name="Line 105"/>
              <p:cNvSpPr>
                <a:spLocks noChangeShapeType="1"/>
              </p:cNvSpPr>
              <p:nvPr>
                <p:custDataLst>
                  <p:tags r:id="rId7"/>
                </p:custDataLst>
              </p:nvPr>
            </p:nvSpPr>
            <p:spPr bwMode="auto">
              <a:xfrm>
                <a:off x="4318000" y="1962150"/>
                <a:ext cx="723900" cy="0"/>
              </a:xfrm>
              <a:prstGeom prst="line">
                <a:avLst/>
              </a:prstGeom>
              <a:noFill/>
              <a:ln w="28575">
                <a:solidFill>
                  <a:schemeClr val="accent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11" name="Oval 106"/>
              <p:cNvSpPr>
                <a:spLocks noChangeArrowheads="1"/>
              </p:cNvSpPr>
              <p:nvPr>
                <p:custDataLst>
                  <p:tags r:id="rId8"/>
                </p:custDataLst>
              </p:nvPr>
            </p:nvSpPr>
            <p:spPr bwMode="auto">
              <a:xfrm>
                <a:off x="5054600" y="1682750"/>
                <a:ext cx="736600" cy="546100"/>
              </a:xfrm>
              <a:prstGeom prst="ellipse">
                <a:avLst/>
              </a:prstGeom>
              <a:solidFill>
                <a:schemeClr val="accent3"/>
              </a:solidFill>
              <a:ln w="28575">
                <a:solidFill>
                  <a:schemeClr val="accent5"/>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12" name="Line 107"/>
              <p:cNvSpPr>
                <a:spLocks noChangeShapeType="1"/>
              </p:cNvSpPr>
              <p:nvPr>
                <p:custDataLst>
                  <p:tags r:id="rId9"/>
                </p:custDataLst>
              </p:nvPr>
            </p:nvSpPr>
            <p:spPr bwMode="auto">
              <a:xfrm>
                <a:off x="5791200" y="1949450"/>
                <a:ext cx="723900" cy="0"/>
              </a:xfrm>
              <a:prstGeom prst="line">
                <a:avLst/>
              </a:prstGeom>
              <a:noFill/>
              <a:ln w="28575">
                <a:solidFill>
                  <a:schemeClr val="accent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13" name="Oval 108"/>
              <p:cNvSpPr>
                <a:spLocks noChangeArrowheads="1"/>
              </p:cNvSpPr>
              <p:nvPr>
                <p:custDataLst>
                  <p:tags r:id="rId10"/>
                </p:custDataLst>
              </p:nvPr>
            </p:nvSpPr>
            <p:spPr bwMode="auto">
              <a:xfrm>
                <a:off x="6515100" y="1657350"/>
                <a:ext cx="736600" cy="546100"/>
              </a:xfrm>
              <a:prstGeom prst="ellipse">
                <a:avLst/>
              </a:prstGeom>
              <a:solidFill>
                <a:schemeClr val="accent3"/>
              </a:solidFill>
              <a:ln w="28575">
                <a:solidFill>
                  <a:schemeClr val="accent5"/>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14" name="Text Box 109"/>
              <p:cNvSpPr txBox="1">
                <a:spLocks noChangeArrowheads="1"/>
              </p:cNvSpPr>
              <p:nvPr>
                <p:custDataLst>
                  <p:tags r:id="rId11"/>
                </p:custDataLst>
              </p:nvPr>
            </p:nvSpPr>
            <p:spPr bwMode="auto">
              <a:xfrm>
                <a:off x="808038" y="1685925"/>
                <a:ext cx="435610" cy="521970"/>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chemeClr val="tx1"/>
                    </a:solidFill>
                    <a:latin typeface="+mn-lt"/>
                    <a:ea typeface="+mn-ea"/>
                  </a:rPr>
                  <a:t>2</a:t>
                </a:r>
                <a:endParaRPr kumimoji="1" lang="en-US" altLang="zh-CN" sz="2800" b="1" dirty="0">
                  <a:solidFill>
                    <a:schemeClr val="tx1"/>
                  </a:solidFill>
                  <a:latin typeface="+mn-lt"/>
                  <a:ea typeface="+mn-ea"/>
                </a:endParaRPr>
              </a:p>
            </p:txBody>
          </p:sp>
          <p:sp>
            <p:nvSpPr>
              <p:cNvPr id="115" name="Text Box 110"/>
              <p:cNvSpPr txBox="1">
                <a:spLocks noChangeArrowheads="1"/>
              </p:cNvSpPr>
              <p:nvPr>
                <p:custDataLst>
                  <p:tags r:id="rId12"/>
                </p:custDataLst>
              </p:nvPr>
            </p:nvSpPr>
            <p:spPr bwMode="auto">
              <a:xfrm>
                <a:off x="2286000" y="1673225"/>
                <a:ext cx="435610" cy="521970"/>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1"/>
                    </a:solidFill>
                    <a:latin typeface="+mn-lt"/>
                    <a:ea typeface="+mn-ea"/>
                  </a:rPr>
                  <a:t>4</a:t>
                </a:r>
                <a:endParaRPr kumimoji="1" lang="en-US" altLang="zh-CN" sz="2800" b="1">
                  <a:solidFill>
                    <a:schemeClr val="tx1"/>
                  </a:solidFill>
                  <a:latin typeface="+mn-lt"/>
                  <a:ea typeface="+mn-ea"/>
                </a:endParaRPr>
              </a:p>
            </p:txBody>
          </p:sp>
          <p:sp>
            <p:nvSpPr>
              <p:cNvPr id="116" name="Text Box 111"/>
              <p:cNvSpPr txBox="1">
                <a:spLocks noChangeArrowheads="1"/>
              </p:cNvSpPr>
              <p:nvPr>
                <p:custDataLst>
                  <p:tags r:id="rId13"/>
                </p:custDataLst>
              </p:nvPr>
            </p:nvSpPr>
            <p:spPr bwMode="auto">
              <a:xfrm>
                <a:off x="3775075" y="1681163"/>
                <a:ext cx="435610" cy="521970"/>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1"/>
                    </a:solidFill>
                    <a:latin typeface="+mn-lt"/>
                    <a:ea typeface="+mn-ea"/>
                  </a:rPr>
                  <a:t>8</a:t>
                </a:r>
                <a:endParaRPr kumimoji="1" lang="en-US" altLang="zh-CN" sz="2800" b="1">
                  <a:solidFill>
                    <a:schemeClr val="tx1"/>
                  </a:solidFill>
                  <a:latin typeface="+mn-lt"/>
                  <a:ea typeface="+mn-ea"/>
                </a:endParaRPr>
              </a:p>
            </p:txBody>
          </p:sp>
          <p:sp>
            <p:nvSpPr>
              <p:cNvPr id="117" name="Text Box 112"/>
              <p:cNvSpPr txBox="1">
                <a:spLocks noChangeArrowheads="1"/>
              </p:cNvSpPr>
              <p:nvPr>
                <p:custDataLst>
                  <p:tags r:id="rId14"/>
                </p:custDataLst>
              </p:nvPr>
            </p:nvSpPr>
            <p:spPr bwMode="auto">
              <a:xfrm>
                <a:off x="5127625" y="1685925"/>
                <a:ext cx="688340" cy="521970"/>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solidFill>
                      <a:schemeClr val="tx1"/>
                    </a:solidFill>
                    <a:latin typeface="+mn-lt"/>
                    <a:ea typeface="+mn-ea"/>
                  </a:rPr>
                  <a:t>16</a:t>
                </a:r>
                <a:endParaRPr kumimoji="1" lang="en-US" altLang="zh-CN" sz="2800" b="1" dirty="0">
                  <a:solidFill>
                    <a:schemeClr val="tx1"/>
                  </a:solidFill>
                  <a:latin typeface="+mn-lt"/>
                  <a:ea typeface="+mn-ea"/>
                </a:endParaRPr>
              </a:p>
            </p:txBody>
          </p:sp>
          <p:sp>
            <p:nvSpPr>
              <p:cNvPr id="118" name="Text Box 113"/>
              <p:cNvSpPr txBox="1">
                <a:spLocks noChangeArrowheads="1"/>
              </p:cNvSpPr>
              <p:nvPr>
                <p:custDataLst>
                  <p:tags r:id="rId15"/>
                </p:custDataLst>
              </p:nvPr>
            </p:nvSpPr>
            <p:spPr bwMode="auto">
              <a:xfrm>
                <a:off x="6624638" y="1646238"/>
                <a:ext cx="688340" cy="521970"/>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tx1"/>
                    </a:solidFill>
                    <a:latin typeface="+mn-lt"/>
                    <a:ea typeface="+mn-ea"/>
                  </a:rPr>
                  <a:t>32</a:t>
                </a:r>
                <a:endParaRPr kumimoji="1" lang="en-US" altLang="zh-CN" sz="2800" b="1">
                  <a:solidFill>
                    <a:schemeClr val="tx1"/>
                  </a:solidFill>
                  <a:latin typeface="+mn-lt"/>
                  <a:ea typeface="+mn-ea"/>
                </a:endParaRPr>
              </a:p>
            </p:txBody>
          </p:sp>
        </p:grpSp>
      </p:grpSp>
      <p:sp>
        <p:nvSpPr>
          <p:cNvPr id="12" name="内容占位符 11"/>
          <p:cNvSpPr>
            <a:spLocks noGrp="1"/>
          </p:cNvSpPr>
          <p:nvPr>
            <p:ph idx="1"/>
            <p:custDataLst>
              <p:tags r:id="rId16"/>
            </p:custDataLst>
          </p:nvPr>
        </p:nvSpPr>
        <p:spPr/>
        <p:txBody>
          <a:bodyPr/>
          <a:p>
            <a:endParaRPr lang="zh-CN" altLang="en-US"/>
          </a:p>
        </p:txBody>
      </p:sp>
      <p:grpSp>
        <p:nvGrpSpPr>
          <p:cNvPr id="170" name="组合 169"/>
          <p:cNvGrpSpPr/>
          <p:nvPr/>
        </p:nvGrpSpPr>
        <p:grpSpPr>
          <a:xfrm>
            <a:off x="3136899" y="2924944"/>
            <a:ext cx="2844800" cy="3500542"/>
            <a:chOff x="3676269" y="3168818"/>
            <a:chExt cx="2844800" cy="3500542"/>
          </a:xfrm>
        </p:grpSpPr>
        <p:sp>
          <p:nvSpPr>
            <p:cNvPr id="35" name="Rectangle 30"/>
            <p:cNvSpPr>
              <a:spLocks noChangeArrowheads="1"/>
            </p:cNvSpPr>
            <p:nvPr>
              <p:custDataLst>
                <p:tags r:id="rId17"/>
              </p:custDataLst>
            </p:nvPr>
          </p:nvSpPr>
          <p:spPr bwMode="auto">
            <a:xfrm>
              <a:off x="4129832" y="5754960"/>
              <a:ext cx="19376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2947" tIns="56473" rIns="112947" bIns="56473" anchor="ctr">
              <a:normAutofit/>
            </a:bodyPr>
            <a:lstStyle>
              <a:lvl1pPr defTabSz="1129030" eaLnBrk="0" hangingPunct="0">
                <a:defRPr>
                  <a:solidFill>
                    <a:schemeClr val="tx1"/>
                  </a:solidFill>
                  <a:latin typeface="Arial" panose="020B0604020202020204" pitchFamily="34" charset="0"/>
                  <a:ea typeface="宋体" panose="02010600030101010101" pitchFamily="2" charset="-122"/>
                </a:defRPr>
              </a:lvl1pPr>
              <a:lvl2pPr marL="742950" indent="-285750" defTabSz="1129030" eaLnBrk="0" hangingPunct="0">
                <a:defRPr>
                  <a:solidFill>
                    <a:schemeClr val="tx1"/>
                  </a:solidFill>
                  <a:latin typeface="Arial" panose="020B0604020202020204" pitchFamily="34" charset="0"/>
                  <a:ea typeface="宋体" panose="02010600030101010101" pitchFamily="2" charset="-122"/>
                </a:defRPr>
              </a:lvl2pPr>
              <a:lvl3pPr marL="1143000" indent="-228600" defTabSz="1129030" eaLnBrk="0" hangingPunct="0">
                <a:defRPr>
                  <a:solidFill>
                    <a:schemeClr val="tx1"/>
                  </a:solidFill>
                  <a:latin typeface="Arial" panose="020B0604020202020204" pitchFamily="34" charset="0"/>
                  <a:ea typeface="宋体" panose="02010600030101010101" pitchFamily="2" charset="-122"/>
                </a:defRPr>
              </a:lvl3pPr>
              <a:lvl4pPr marL="1600200" indent="-228600" defTabSz="1129030" eaLnBrk="0" hangingPunct="0">
                <a:defRPr>
                  <a:solidFill>
                    <a:schemeClr val="tx1"/>
                  </a:solidFill>
                  <a:latin typeface="Arial" panose="020B0604020202020204" pitchFamily="34" charset="0"/>
                  <a:ea typeface="宋体" panose="02010600030101010101" pitchFamily="2" charset="-122"/>
                </a:defRPr>
              </a:lvl4pPr>
              <a:lvl5pPr marL="2057400" indent="-228600" defTabSz="1129030" eaLnBrk="0" hangingPunct="0">
                <a:defRPr>
                  <a:solidFill>
                    <a:schemeClr val="tx1"/>
                  </a:solidFill>
                  <a:latin typeface="Arial" panose="020B0604020202020204" pitchFamily="34" charset="0"/>
                  <a:ea typeface="宋体" panose="02010600030101010101" pitchFamily="2" charset="-122"/>
                </a:defRPr>
              </a:lvl5pPr>
              <a:lvl6pPr marL="2514600" indent="-228600" defTabSz="11290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1290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1290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1290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dirty="0">
                  <a:solidFill>
                    <a:schemeClr val="tx1"/>
                  </a:solidFill>
                  <a:latin typeface="+mn-lt"/>
                  <a:ea typeface="+mn-ea"/>
                </a:rPr>
                <a:t>树形结构</a:t>
              </a:r>
              <a:endParaRPr kumimoji="1" lang="zh-CN" altLang="en-US" sz="2800" b="1" dirty="0">
                <a:solidFill>
                  <a:schemeClr val="tx1"/>
                </a:solidFill>
                <a:latin typeface="+mn-lt"/>
                <a:ea typeface="+mn-ea"/>
              </a:endParaRPr>
            </a:p>
          </p:txBody>
        </p:sp>
        <p:grpSp>
          <p:nvGrpSpPr>
            <p:cNvPr id="121" name="组合 120"/>
            <p:cNvGrpSpPr/>
            <p:nvPr/>
          </p:nvGrpSpPr>
          <p:grpSpPr>
            <a:xfrm>
              <a:off x="3676269" y="3168818"/>
              <a:ext cx="2844800" cy="2620230"/>
              <a:chOff x="304800" y="3735388"/>
              <a:chExt cx="2844800" cy="2620230"/>
            </a:xfrm>
          </p:grpSpPr>
          <p:sp>
            <p:nvSpPr>
              <p:cNvPr id="7" name="Line 2"/>
              <p:cNvSpPr>
                <a:spLocks noChangeShapeType="1"/>
              </p:cNvSpPr>
              <p:nvPr>
                <p:custDataLst>
                  <p:tags r:id="rId18"/>
                </p:custDataLst>
              </p:nvPr>
            </p:nvSpPr>
            <p:spPr bwMode="auto">
              <a:xfrm flipH="1">
                <a:off x="1447800" y="4102100"/>
                <a:ext cx="95250" cy="43815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25" name="Line 20"/>
              <p:cNvSpPr>
                <a:spLocks noChangeShapeType="1"/>
              </p:cNvSpPr>
              <p:nvPr>
                <p:custDataLst>
                  <p:tags r:id="rId19"/>
                </p:custDataLst>
              </p:nvPr>
            </p:nvSpPr>
            <p:spPr bwMode="auto">
              <a:xfrm>
                <a:off x="1447800" y="5492750"/>
                <a:ext cx="609600" cy="6096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26" name="Line 21"/>
              <p:cNvSpPr>
                <a:spLocks noChangeShapeType="1"/>
              </p:cNvSpPr>
              <p:nvPr>
                <p:custDataLst>
                  <p:tags r:id="rId20"/>
                </p:custDataLst>
              </p:nvPr>
            </p:nvSpPr>
            <p:spPr bwMode="auto">
              <a:xfrm flipH="1">
                <a:off x="788988" y="5492750"/>
                <a:ext cx="608012" cy="6096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27" name="Line 22"/>
              <p:cNvSpPr>
                <a:spLocks noChangeShapeType="1"/>
              </p:cNvSpPr>
              <p:nvPr>
                <p:custDataLst>
                  <p:tags r:id="rId21"/>
                </p:custDataLst>
              </p:nvPr>
            </p:nvSpPr>
            <p:spPr bwMode="auto">
              <a:xfrm>
                <a:off x="2320925" y="4654550"/>
                <a:ext cx="422275" cy="6096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28" name="Line 23"/>
              <p:cNvSpPr>
                <a:spLocks noChangeShapeType="1"/>
              </p:cNvSpPr>
              <p:nvPr>
                <p:custDataLst>
                  <p:tags r:id="rId22"/>
                </p:custDataLst>
              </p:nvPr>
            </p:nvSpPr>
            <p:spPr bwMode="auto">
              <a:xfrm flipH="1">
                <a:off x="1905000" y="4654550"/>
                <a:ext cx="381000" cy="6096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29" name="Line 24"/>
              <p:cNvSpPr>
                <a:spLocks noChangeShapeType="1"/>
              </p:cNvSpPr>
              <p:nvPr>
                <p:custDataLst>
                  <p:tags r:id="rId23"/>
                </p:custDataLst>
              </p:nvPr>
            </p:nvSpPr>
            <p:spPr bwMode="auto">
              <a:xfrm>
                <a:off x="1409700" y="4883150"/>
                <a:ext cx="0" cy="3810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30" name="Line 25"/>
              <p:cNvSpPr>
                <a:spLocks noChangeShapeType="1"/>
              </p:cNvSpPr>
              <p:nvPr>
                <p:custDataLst>
                  <p:tags r:id="rId24"/>
                </p:custDataLst>
              </p:nvPr>
            </p:nvSpPr>
            <p:spPr bwMode="auto">
              <a:xfrm>
                <a:off x="762000" y="4883150"/>
                <a:ext cx="134938" cy="3810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31" name="Line 26"/>
              <p:cNvSpPr>
                <a:spLocks noChangeShapeType="1"/>
              </p:cNvSpPr>
              <p:nvPr>
                <p:custDataLst>
                  <p:tags r:id="rId25"/>
                </p:custDataLst>
              </p:nvPr>
            </p:nvSpPr>
            <p:spPr bwMode="auto">
              <a:xfrm flipH="1">
                <a:off x="571500" y="4883150"/>
                <a:ext cx="112713" cy="3810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32" name="Line 27"/>
              <p:cNvSpPr>
                <a:spLocks noChangeShapeType="1"/>
              </p:cNvSpPr>
              <p:nvPr>
                <p:custDataLst>
                  <p:tags r:id="rId26"/>
                </p:custDataLst>
              </p:nvPr>
            </p:nvSpPr>
            <p:spPr bwMode="auto">
              <a:xfrm>
                <a:off x="1676400" y="4070350"/>
                <a:ext cx="609600" cy="5842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33" name="Line 28"/>
              <p:cNvSpPr>
                <a:spLocks noChangeShapeType="1"/>
              </p:cNvSpPr>
              <p:nvPr>
                <p:custDataLst>
                  <p:tags r:id="rId27"/>
                </p:custDataLst>
              </p:nvPr>
            </p:nvSpPr>
            <p:spPr bwMode="auto">
              <a:xfrm flipH="1">
                <a:off x="788988" y="4070350"/>
                <a:ext cx="658812" cy="5842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37" name="Oval 32"/>
              <p:cNvSpPr>
                <a:spLocks noChangeArrowheads="1"/>
              </p:cNvSpPr>
              <p:nvPr>
                <p:custDataLst>
                  <p:tags r:id="rId28"/>
                </p:custDataLst>
              </p:nvPr>
            </p:nvSpPr>
            <p:spPr bwMode="auto">
              <a:xfrm>
                <a:off x="304800" y="5264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38" name="Oval 33"/>
              <p:cNvSpPr>
                <a:spLocks noChangeArrowheads="1"/>
              </p:cNvSpPr>
              <p:nvPr>
                <p:custDataLst>
                  <p:tags r:id="rId29"/>
                </p:custDataLst>
              </p:nvPr>
            </p:nvSpPr>
            <p:spPr bwMode="auto">
              <a:xfrm>
                <a:off x="762000" y="5264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39" name="Oval 34"/>
              <p:cNvSpPr>
                <a:spLocks noChangeArrowheads="1"/>
              </p:cNvSpPr>
              <p:nvPr>
                <p:custDataLst>
                  <p:tags r:id="rId30"/>
                </p:custDataLst>
              </p:nvPr>
            </p:nvSpPr>
            <p:spPr bwMode="auto">
              <a:xfrm>
                <a:off x="1219200" y="5264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0" name="Oval 35"/>
              <p:cNvSpPr>
                <a:spLocks noChangeArrowheads="1"/>
              </p:cNvSpPr>
              <p:nvPr>
                <p:custDataLst>
                  <p:tags r:id="rId31"/>
                </p:custDataLst>
              </p:nvPr>
            </p:nvSpPr>
            <p:spPr bwMode="auto">
              <a:xfrm>
                <a:off x="1676400" y="5264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1" name="Oval 36"/>
              <p:cNvSpPr>
                <a:spLocks noChangeArrowheads="1"/>
              </p:cNvSpPr>
              <p:nvPr>
                <p:custDataLst>
                  <p:tags r:id="rId32"/>
                </p:custDataLst>
              </p:nvPr>
            </p:nvSpPr>
            <p:spPr bwMode="auto">
              <a:xfrm>
                <a:off x="2133600" y="5264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2" name="Oval 37"/>
              <p:cNvSpPr>
                <a:spLocks noChangeArrowheads="1"/>
              </p:cNvSpPr>
              <p:nvPr>
                <p:custDataLst>
                  <p:tags r:id="rId33"/>
                </p:custDataLst>
              </p:nvPr>
            </p:nvSpPr>
            <p:spPr bwMode="auto">
              <a:xfrm>
                <a:off x="2590800" y="5264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3" name="Oval 38"/>
              <p:cNvSpPr>
                <a:spLocks noChangeArrowheads="1"/>
              </p:cNvSpPr>
              <p:nvPr>
                <p:custDataLst>
                  <p:tags r:id="rId34"/>
                </p:custDataLst>
              </p:nvPr>
            </p:nvSpPr>
            <p:spPr bwMode="auto">
              <a:xfrm>
                <a:off x="990600" y="59499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4" name="Oval 39"/>
              <p:cNvSpPr>
                <a:spLocks noChangeArrowheads="1"/>
              </p:cNvSpPr>
              <p:nvPr>
                <p:custDataLst>
                  <p:tags r:id="rId35"/>
                </p:custDataLst>
              </p:nvPr>
            </p:nvSpPr>
            <p:spPr bwMode="auto">
              <a:xfrm>
                <a:off x="1447800" y="59499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5" name="Oval 40"/>
              <p:cNvSpPr>
                <a:spLocks noChangeArrowheads="1"/>
              </p:cNvSpPr>
              <p:nvPr>
                <p:custDataLst>
                  <p:tags r:id="rId36"/>
                </p:custDataLst>
              </p:nvPr>
            </p:nvSpPr>
            <p:spPr bwMode="auto">
              <a:xfrm>
                <a:off x="1905000" y="59499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6" name="Oval 41"/>
              <p:cNvSpPr>
                <a:spLocks noChangeArrowheads="1"/>
              </p:cNvSpPr>
              <p:nvPr>
                <p:custDataLst>
                  <p:tags r:id="rId37"/>
                </p:custDataLst>
              </p:nvPr>
            </p:nvSpPr>
            <p:spPr bwMode="auto">
              <a:xfrm>
                <a:off x="533400" y="59499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7" name="Oval 42"/>
              <p:cNvSpPr>
                <a:spLocks noChangeArrowheads="1"/>
              </p:cNvSpPr>
              <p:nvPr>
                <p:custDataLst>
                  <p:tags r:id="rId38"/>
                </p:custDataLst>
              </p:nvPr>
            </p:nvSpPr>
            <p:spPr bwMode="auto">
              <a:xfrm>
                <a:off x="533400" y="4502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8" name="Oval 43"/>
              <p:cNvSpPr>
                <a:spLocks noChangeArrowheads="1"/>
              </p:cNvSpPr>
              <p:nvPr>
                <p:custDataLst>
                  <p:tags r:id="rId39"/>
                </p:custDataLst>
              </p:nvPr>
            </p:nvSpPr>
            <p:spPr bwMode="auto">
              <a:xfrm>
                <a:off x="1219200" y="4502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49" name="Oval 44"/>
              <p:cNvSpPr>
                <a:spLocks noChangeArrowheads="1"/>
              </p:cNvSpPr>
              <p:nvPr>
                <p:custDataLst>
                  <p:tags r:id="rId40"/>
                </p:custDataLst>
              </p:nvPr>
            </p:nvSpPr>
            <p:spPr bwMode="auto">
              <a:xfrm>
                <a:off x="2133600" y="4502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50" name="Oval 45"/>
              <p:cNvSpPr>
                <a:spLocks noChangeArrowheads="1"/>
              </p:cNvSpPr>
              <p:nvPr>
                <p:custDataLst>
                  <p:tags r:id="rId41"/>
                </p:custDataLst>
              </p:nvPr>
            </p:nvSpPr>
            <p:spPr bwMode="auto">
              <a:xfrm>
                <a:off x="1371600" y="3740150"/>
                <a:ext cx="381000" cy="381000"/>
              </a:xfrm>
              <a:prstGeom prst="ellipse">
                <a:avLst/>
              </a:prstGeom>
              <a:solidFill>
                <a:schemeClr val="accent3"/>
              </a:solidFill>
              <a:ln w="28575">
                <a:solidFill>
                  <a:schemeClr val="accent1"/>
                </a:solidFill>
                <a:rou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51" name="Text Box 46"/>
              <p:cNvSpPr txBox="1">
                <a:spLocks noChangeArrowheads="1"/>
              </p:cNvSpPr>
              <p:nvPr>
                <p:custDataLst>
                  <p:tags r:id="rId42"/>
                </p:custDataLst>
              </p:nvPr>
            </p:nvSpPr>
            <p:spPr bwMode="auto">
              <a:xfrm>
                <a:off x="1854200" y="5949950"/>
                <a:ext cx="543560" cy="399071"/>
              </a:xfrm>
              <a:prstGeom prst="rect">
                <a:avLst/>
              </a:prstGeom>
              <a:noFill/>
              <a:ln>
                <a:noFill/>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dirty="0">
                    <a:solidFill>
                      <a:schemeClr val="tx1"/>
                    </a:solidFill>
                    <a:latin typeface="+mn-lt"/>
                    <a:ea typeface="+mn-ea"/>
                  </a:rPr>
                  <a:t>14</a:t>
                </a:r>
                <a:endParaRPr kumimoji="1" lang="en-US" altLang="zh-CN" sz="2000" b="1" dirty="0">
                  <a:solidFill>
                    <a:schemeClr val="tx1"/>
                  </a:solidFill>
                  <a:latin typeface="+mn-lt"/>
                  <a:ea typeface="+mn-ea"/>
                </a:endParaRPr>
              </a:p>
            </p:txBody>
          </p:sp>
          <p:sp>
            <p:nvSpPr>
              <p:cNvPr id="52" name="Text Box 47"/>
              <p:cNvSpPr txBox="1">
                <a:spLocks noChangeArrowheads="1"/>
              </p:cNvSpPr>
              <p:nvPr>
                <p:custDataLst>
                  <p:tags r:id="rId43"/>
                </p:custDataLst>
              </p:nvPr>
            </p:nvSpPr>
            <p:spPr bwMode="auto">
              <a:xfrm>
                <a:off x="1397000" y="5951812"/>
                <a:ext cx="543560" cy="399406"/>
              </a:xfrm>
              <a:prstGeom prst="rect">
                <a:avLst/>
              </a:prstGeom>
              <a:noFill/>
              <a:ln>
                <a:noFill/>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1"/>
                    </a:solidFill>
                    <a:latin typeface="+mn-lt"/>
                    <a:ea typeface="+mn-ea"/>
                  </a:rPr>
                  <a:t>13</a:t>
                </a:r>
                <a:endParaRPr kumimoji="1" lang="en-US" altLang="zh-CN" sz="2000" b="1">
                  <a:solidFill>
                    <a:schemeClr val="tx1"/>
                  </a:solidFill>
                  <a:latin typeface="+mn-lt"/>
                  <a:ea typeface="+mn-ea"/>
                </a:endParaRPr>
              </a:p>
            </p:txBody>
          </p:sp>
          <p:sp>
            <p:nvSpPr>
              <p:cNvPr id="53" name="Text Box 48"/>
              <p:cNvSpPr txBox="1">
                <a:spLocks noChangeArrowheads="1"/>
              </p:cNvSpPr>
              <p:nvPr>
                <p:custDataLst>
                  <p:tags r:id="rId44"/>
                </p:custDataLst>
              </p:nvPr>
            </p:nvSpPr>
            <p:spPr bwMode="auto">
              <a:xfrm>
                <a:off x="939800" y="5953675"/>
                <a:ext cx="543560" cy="399742"/>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1"/>
                    </a:solidFill>
                    <a:latin typeface="+mn-lt"/>
                    <a:ea typeface="+mn-ea"/>
                  </a:rPr>
                  <a:t>12</a:t>
                </a:r>
                <a:endParaRPr kumimoji="1" lang="en-US" altLang="zh-CN" sz="2000" b="1">
                  <a:solidFill>
                    <a:schemeClr val="tx1"/>
                  </a:solidFill>
                  <a:latin typeface="+mn-lt"/>
                  <a:ea typeface="+mn-ea"/>
                </a:endParaRPr>
              </a:p>
            </p:txBody>
          </p:sp>
          <p:sp>
            <p:nvSpPr>
              <p:cNvPr id="54" name="Text Box 49"/>
              <p:cNvSpPr txBox="1">
                <a:spLocks noChangeArrowheads="1"/>
              </p:cNvSpPr>
              <p:nvPr>
                <p:custDataLst>
                  <p:tags r:id="rId45"/>
                </p:custDataLst>
              </p:nvPr>
            </p:nvSpPr>
            <p:spPr bwMode="auto">
              <a:xfrm>
                <a:off x="495300" y="5955540"/>
                <a:ext cx="543560" cy="400078"/>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1"/>
                    </a:solidFill>
                    <a:latin typeface="+mn-lt"/>
                    <a:ea typeface="+mn-ea"/>
                  </a:rPr>
                  <a:t>11</a:t>
                </a:r>
                <a:endParaRPr kumimoji="1" lang="en-US" altLang="zh-CN" sz="2000" b="1">
                  <a:solidFill>
                    <a:schemeClr val="tx1"/>
                  </a:solidFill>
                  <a:latin typeface="+mn-lt"/>
                  <a:ea typeface="+mn-ea"/>
                </a:endParaRPr>
              </a:p>
            </p:txBody>
          </p:sp>
          <p:sp>
            <p:nvSpPr>
              <p:cNvPr id="55" name="Text Box 50"/>
              <p:cNvSpPr txBox="1">
                <a:spLocks noChangeArrowheads="1"/>
              </p:cNvSpPr>
              <p:nvPr>
                <p:custDataLst>
                  <p:tags r:id="rId46"/>
                </p:custDataLst>
              </p:nvPr>
            </p:nvSpPr>
            <p:spPr bwMode="auto">
              <a:xfrm>
                <a:off x="571500" y="4488803"/>
                <a:ext cx="363220" cy="400123"/>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1"/>
                    </a:solidFill>
                    <a:latin typeface="+mn-lt"/>
                    <a:ea typeface="+mn-ea"/>
                  </a:rPr>
                  <a:t>2</a:t>
                </a:r>
                <a:endParaRPr kumimoji="1" lang="en-US" altLang="zh-CN" sz="2000" b="1">
                  <a:solidFill>
                    <a:schemeClr val="tx1"/>
                  </a:solidFill>
                  <a:latin typeface="+mn-lt"/>
                  <a:ea typeface="+mn-ea"/>
                </a:endParaRPr>
              </a:p>
            </p:txBody>
          </p:sp>
          <p:sp>
            <p:nvSpPr>
              <p:cNvPr id="56" name="Text Box 51"/>
              <p:cNvSpPr txBox="1">
                <a:spLocks noChangeArrowheads="1"/>
              </p:cNvSpPr>
              <p:nvPr>
                <p:custDataLst>
                  <p:tags r:id="rId47"/>
                </p:custDataLst>
              </p:nvPr>
            </p:nvSpPr>
            <p:spPr bwMode="auto">
              <a:xfrm>
                <a:off x="1236663" y="4456946"/>
                <a:ext cx="399415" cy="461925"/>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1"/>
                    </a:solidFill>
                    <a:latin typeface="+mn-lt"/>
                    <a:ea typeface="+mn-ea"/>
                  </a:rPr>
                  <a:t>3</a:t>
                </a:r>
                <a:endParaRPr kumimoji="1" lang="en-US" altLang="zh-CN" sz="2400" b="1">
                  <a:solidFill>
                    <a:schemeClr val="tx1"/>
                  </a:solidFill>
                  <a:latin typeface="+mn-lt"/>
                  <a:ea typeface="+mn-ea"/>
                </a:endParaRPr>
              </a:p>
            </p:txBody>
          </p:sp>
          <p:sp>
            <p:nvSpPr>
              <p:cNvPr id="57" name="Text Box 52"/>
              <p:cNvSpPr txBox="1">
                <a:spLocks noChangeArrowheads="1"/>
              </p:cNvSpPr>
              <p:nvPr>
                <p:custDataLst>
                  <p:tags r:id="rId48"/>
                </p:custDataLst>
              </p:nvPr>
            </p:nvSpPr>
            <p:spPr bwMode="auto">
              <a:xfrm>
                <a:off x="2146300" y="4453761"/>
                <a:ext cx="457200" cy="461925"/>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1"/>
                    </a:solidFill>
                    <a:latin typeface="+mn-lt"/>
                    <a:ea typeface="+mn-ea"/>
                  </a:rPr>
                  <a:t>4</a:t>
                </a:r>
                <a:endParaRPr kumimoji="1" lang="en-US" altLang="zh-CN" sz="2400" b="1" dirty="0">
                  <a:solidFill>
                    <a:schemeClr val="tx1"/>
                  </a:solidFill>
                  <a:latin typeface="+mn-lt"/>
                  <a:ea typeface="+mn-ea"/>
                </a:endParaRPr>
              </a:p>
            </p:txBody>
          </p:sp>
          <p:sp>
            <p:nvSpPr>
              <p:cNvPr id="58" name="Text Box 53"/>
              <p:cNvSpPr txBox="1">
                <a:spLocks noChangeArrowheads="1"/>
              </p:cNvSpPr>
              <p:nvPr>
                <p:custDataLst>
                  <p:tags r:id="rId49"/>
                </p:custDataLst>
              </p:nvPr>
            </p:nvSpPr>
            <p:spPr bwMode="auto">
              <a:xfrm>
                <a:off x="330200" y="5218326"/>
                <a:ext cx="399415" cy="461925"/>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1"/>
                    </a:solidFill>
                    <a:latin typeface="+mn-lt"/>
                    <a:ea typeface="+mn-ea"/>
                  </a:rPr>
                  <a:t>5</a:t>
                </a:r>
                <a:endParaRPr kumimoji="1" lang="en-US" altLang="zh-CN" sz="2400" b="1">
                  <a:solidFill>
                    <a:schemeClr val="tx1"/>
                  </a:solidFill>
                  <a:latin typeface="+mn-lt"/>
                  <a:ea typeface="+mn-ea"/>
                </a:endParaRPr>
              </a:p>
            </p:txBody>
          </p:sp>
          <p:sp>
            <p:nvSpPr>
              <p:cNvPr id="59" name="Text Box 54"/>
              <p:cNvSpPr txBox="1">
                <a:spLocks noChangeArrowheads="1"/>
              </p:cNvSpPr>
              <p:nvPr>
                <p:custDataLst>
                  <p:tags r:id="rId50"/>
                </p:custDataLst>
              </p:nvPr>
            </p:nvSpPr>
            <p:spPr bwMode="auto">
              <a:xfrm>
                <a:off x="788988" y="5218326"/>
                <a:ext cx="354012" cy="461925"/>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1"/>
                    </a:solidFill>
                    <a:latin typeface="+mn-lt"/>
                    <a:ea typeface="+mn-ea"/>
                  </a:rPr>
                  <a:t>6</a:t>
                </a:r>
                <a:endParaRPr kumimoji="1" lang="en-US" altLang="zh-CN" sz="2400" b="1">
                  <a:solidFill>
                    <a:schemeClr val="tx1"/>
                  </a:solidFill>
                  <a:latin typeface="+mn-lt"/>
                  <a:ea typeface="+mn-ea"/>
                </a:endParaRPr>
              </a:p>
            </p:txBody>
          </p:sp>
          <p:sp>
            <p:nvSpPr>
              <p:cNvPr id="60" name="Text Box 55"/>
              <p:cNvSpPr txBox="1">
                <a:spLocks noChangeArrowheads="1"/>
              </p:cNvSpPr>
              <p:nvPr>
                <p:custDataLst>
                  <p:tags r:id="rId51"/>
                </p:custDataLst>
              </p:nvPr>
            </p:nvSpPr>
            <p:spPr bwMode="auto">
              <a:xfrm>
                <a:off x="1246188" y="5231069"/>
                <a:ext cx="354012" cy="461925"/>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1"/>
                    </a:solidFill>
                    <a:latin typeface="+mn-lt"/>
                    <a:ea typeface="+mn-ea"/>
                  </a:rPr>
                  <a:t>7</a:t>
                </a:r>
                <a:endParaRPr kumimoji="1" lang="en-US" altLang="zh-CN" sz="2400" b="1">
                  <a:solidFill>
                    <a:schemeClr val="tx1"/>
                  </a:solidFill>
                  <a:latin typeface="+mn-lt"/>
                  <a:ea typeface="+mn-ea"/>
                </a:endParaRPr>
              </a:p>
            </p:txBody>
          </p:sp>
          <p:sp>
            <p:nvSpPr>
              <p:cNvPr id="61" name="Text Box 56"/>
              <p:cNvSpPr txBox="1">
                <a:spLocks noChangeArrowheads="1"/>
              </p:cNvSpPr>
              <p:nvPr>
                <p:custDataLst>
                  <p:tags r:id="rId52"/>
                </p:custDataLst>
              </p:nvPr>
            </p:nvSpPr>
            <p:spPr bwMode="auto">
              <a:xfrm>
                <a:off x="1690688" y="5231069"/>
                <a:ext cx="354012" cy="461925"/>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1"/>
                    </a:solidFill>
                    <a:latin typeface="+mn-lt"/>
                    <a:ea typeface="+mn-ea"/>
                  </a:rPr>
                  <a:t>8</a:t>
                </a:r>
                <a:endParaRPr kumimoji="1" lang="en-US" altLang="zh-CN" sz="2400" b="1" dirty="0">
                  <a:solidFill>
                    <a:schemeClr val="tx1"/>
                  </a:solidFill>
                  <a:latin typeface="+mn-lt"/>
                  <a:ea typeface="+mn-ea"/>
                </a:endParaRPr>
              </a:p>
            </p:txBody>
          </p:sp>
          <p:sp>
            <p:nvSpPr>
              <p:cNvPr id="62" name="Text Box 57"/>
              <p:cNvSpPr txBox="1">
                <a:spLocks noChangeArrowheads="1"/>
              </p:cNvSpPr>
              <p:nvPr>
                <p:custDataLst>
                  <p:tags r:id="rId53"/>
                </p:custDataLst>
              </p:nvPr>
            </p:nvSpPr>
            <p:spPr bwMode="auto">
              <a:xfrm>
                <a:off x="2160588" y="5231069"/>
                <a:ext cx="354012" cy="461925"/>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1"/>
                    </a:solidFill>
                    <a:latin typeface="+mn-lt"/>
                    <a:ea typeface="+mn-ea"/>
                  </a:rPr>
                  <a:t>9</a:t>
                </a:r>
                <a:endParaRPr kumimoji="1" lang="en-US" altLang="zh-CN" sz="2400" b="1">
                  <a:solidFill>
                    <a:schemeClr val="tx1"/>
                  </a:solidFill>
                  <a:latin typeface="+mn-lt"/>
                  <a:ea typeface="+mn-ea"/>
                </a:endParaRPr>
              </a:p>
            </p:txBody>
          </p:sp>
          <p:sp>
            <p:nvSpPr>
              <p:cNvPr id="63" name="Text Box 58"/>
              <p:cNvSpPr txBox="1">
                <a:spLocks noChangeArrowheads="1"/>
              </p:cNvSpPr>
              <p:nvPr>
                <p:custDataLst>
                  <p:tags r:id="rId54"/>
                </p:custDataLst>
              </p:nvPr>
            </p:nvSpPr>
            <p:spPr bwMode="auto">
              <a:xfrm>
                <a:off x="2540000" y="5269298"/>
                <a:ext cx="609600" cy="400123"/>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1"/>
                    </a:solidFill>
                    <a:latin typeface="+mn-lt"/>
                    <a:ea typeface="+mn-ea"/>
                  </a:rPr>
                  <a:t>10</a:t>
                </a:r>
                <a:endParaRPr kumimoji="1" lang="en-US" altLang="zh-CN" sz="2000" b="1">
                  <a:solidFill>
                    <a:schemeClr val="tx1"/>
                  </a:solidFill>
                  <a:latin typeface="+mn-lt"/>
                  <a:ea typeface="+mn-ea"/>
                </a:endParaRPr>
              </a:p>
            </p:txBody>
          </p:sp>
          <p:sp>
            <p:nvSpPr>
              <p:cNvPr id="64" name="Line 59"/>
              <p:cNvSpPr>
                <a:spLocks noChangeShapeType="1"/>
              </p:cNvSpPr>
              <p:nvPr>
                <p:custDataLst>
                  <p:tags r:id="rId55"/>
                </p:custDataLst>
              </p:nvPr>
            </p:nvSpPr>
            <p:spPr bwMode="auto">
              <a:xfrm>
                <a:off x="2320925" y="4883150"/>
                <a:ext cx="0" cy="3810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65" name="Line 60"/>
              <p:cNvSpPr>
                <a:spLocks noChangeShapeType="1"/>
              </p:cNvSpPr>
              <p:nvPr>
                <p:custDataLst>
                  <p:tags r:id="rId56"/>
                </p:custDataLst>
              </p:nvPr>
            </p:nvSpPr>
            <p:spPr bwMode="auto">
              <a:xfrm flipH="1">
                <a:off x="1246188" y="5645150"/>
                <a:ext cx="125412" cy="3048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66" name="Line 61"/>
              <p:cNvSpPr>
                <a:spLocks noChangeShapeType="1"/>
              </p:cNvSpPr>
              <p:nvPr>
                <p:custDataLst>
                  <p:tags r:id="rId57"/>
                </p:custDataLst>
              </p:nvPr>
            </p:nvSpPr>
            <p:spPr bwMode="auto">
              <a:xfrm>
                <a:off x="1447800" y="5645150"/>
                <a:ext cx="142875" cy="3048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19" name="Text Box 114"/>
              <p:cNvSpPr txBox="1">
                <a:spLocks noChangeArrowheads="1"/>
              </p:cNvSpPr>
              <p:nvPr>
                <p:custDataLst>
                  <p:tags r:id="rId58"/>
                </p:custDataLst>
              </p:nvPr>
            </p:nvSpPr>
            <p:spPr bwMode="auto">
              <a:xfrm>
                <a:off x="1403350" y="3735388"/>
                <a:ext cx="363220" cy="400123"/>
              </a:xfrm>
              <a:prstGeom prst="rect">
                <a:avLst/>
              </a:prstGeom>
              <a:noFill/>
              <a:ln>
                <a:noFill/>
              </a:ln>
              <a:effec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chemeClr val="tx1"/>
                    </a:solidFill>
                    <a:latin typeface="+mn-lt"/>
                    <a:ea typeface="+mn-ea"/>
                  </a:rPr>
                  <a:t>1</a:t>
                </a:r>
                <a:endParaRPr kumimoji="1" lang="en-US" altLang="zh-CN" sz="2000" b="1">
                  <a:solidFill>
                    <a:schemeClr val="tx1"/>
                  </a:solidFill>
                  <a:latin typeface="+mn-lt"/>
                  <a:ea typeface="+mn-ea"/>
                </a:endParaRPr>
              </a:p>
            </p:txBody>
          </p:sp>
        </p:grpSp>
      </p:grpSp>
      <p:grpSp>
        <p:nvGrpSpPr>
          <p:cNvPr id="171" name="组合 170"/>
          <p:cNvGrpSpPr/>
          <p:nvPr/>
        </p:nvGrpSpPr>
        <p:grpSpPr>
          <a:xfrm>
            <a:off x="107504" y="2924944"/>
            <a:ext cx="2819400" cy="3424342"/>
            <a:chOff x="107504" y="3168818"/>
            <a:chExt cx="2819400" cy="3424342"/>
          </a:xfrm>
        </p:grpSpPr>
        <p:sp>
          <p:nvSpPr>
            <p:cNvPr id="126" name="Rectangle 13"/>
            <p:cNvSpPr>
              <a:spLocks noChangeArrowheads="1"/>
            </p:cNvSpPr>
            <p:nvPr>
              <p:custDataLst>
                <p:tags r:id="rId59"/>
              </p:custDataLst>
            </p:nvPr>
          </p:nvSpPr>
          <p:spPr bwMode="auto">
            <a:xfrm>
              <a:off x="253554" y="5831160"/>
              <a:ext cx="2527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129030" eaLnBrk="1" hangingPunct="1"/>
              <a:r>
                <a:rPr kumimoji="1" lang="zh-CN" altLang="en-US" sz="2800" b="1" dirty="0">
                  <a:solidFill>
                    <a:schemeClr val="tx1"/>
                  </a:solidFill>
                  <a:latin typeface="+mn-lt"/>
                  <a:ea typeface="+mn-ea"/>
                </a:rPr>
                <a:t>集</a:t>
              </a:r>
              <a:r>
                <a:rPr kumimoji="1" lang="zh-CN" altLang="en-US" sz="2800" b="1" dirty="0" smtClean="0">
                  <a:solidFill>
                    <a:schemeClr val="tx1"/>
                  </a:solidFill>
                  <a:latin typeface="+mn-lt"/>
                  <a:ea typeface="+mn-ea"/>
                </a:rPr>
                <a:t>合结</a:t>
              </a:r>
              <a:r>
                <a:rPr kumimoji="1" lang="zh-CN" altLang="en-US" sz="2800" b="1" dirty="0">
                  <a:solidFill>
                    <a:schemeClr val="tx1"/>
                  </a:solidFill>
                  <a:latin typeface="+mn-lt"/>
                  <a:ea typeface="+mn-ea"/>
                </a:rPr>
                <a:t>构</a:t>
              </a:r>
              <a:endParaRPr kumimoji="1" lang="zh-CN" altLang="en-US" sz="2800" b="1" dirty="0">
                <a:solidFill>
                  <a:schemeClr val="tx1"/>
                </a:solidFill>
                <a:latin typeface="+mn-lt"/>
                <a:ea typeface="+mn-ea"/>
              </a:endParaRPr>
            </a:p>
          </p:txBody>
        </p:sp>
        <p:grpSp>
          <p:nvGrpSpPr>
            <p:cNvPr id="127" name="组合 126"/>
            <p:cNvGrpSpPr/>
            <p:nvPr/>
          </p:nvGrpSpPr>
          <p:grpSpPr bwMode="auto">
            <a:xfrm>
              <a:off x="107504" y="3168818"/>
              <a:ext cx="2819400" cy="2332037"/>
              <a:chOff x="3188630" y="1895910"/>
              <a:chExt cx="3003550" cy="2685218"/>
            </a:xfrm>
          </p:grpSpPr>
          <p:sp>
            <p:nvSpPr>
              <p:cNvPr id="128" name="Oval 15"/>
              <p:cNvSpPr>
                <a:spLocks noChangeArrowheads="1"/>
              </p:cNvSpPr>
              <p:nvPr>
                <p:custDataLst>
                  <p:tags r:id="rId60"/>
                </p:custDataLst>
              </p:nvPr>
            </p:nvSpPr>
            <p:spPr bwMode="auto">
              <a:xfrm>
                <a:off x="4243931" y="2036659"/>
                <a:ext cx="458311" cy="456981"/>
              </a:xfrm>
              <a:prstGeom prst="ellipse">
                <a:avLst/>
              </a:prstGeom>
              <a:gradFill rotWithShape="0">
                <a:gsLst>
                  <a:gs pos="0">
                    <a:schemeClr val="accent2"/>
                  </a:gs>
                  <a:gs pos="50000">
                    <a:schemeClr val="accent2">
                      <a:gamma/>
                      <a:shade val="46275"/>
                      <a:invGamma/>
                    </a:schemeClr>
                  </a:gs>
                  <a:gs pos="100000">
                    <a:schemeClr val="accent2"/>
                  </a:gs>
                </a:gsLst>
                <a:lin ang="2700000" scaled="1"/>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sp>
            <p:nvSpPr>
              <p:cNvPr id="129" name="Text Box 16"/>
              <p:cNvSpPr txBox="1">
                <a:spLocks noChangeArrowheads="1"/>
              </p:cNvSpPr>
              <p:nvPr>
                <p:custDataLst>
                  <p:tags r:id="rId61"/>
                </p:custDataLst>
              </p:nvPr>
            </p:nvSpPr>
            <p:spPr bwMode="auto">
              <a:xfrm>
                <a:off x="4206652" y="2036725"/>
                <a:ext cx="536445" cy="53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mn-lt"/>
                    <a:ea typeface="+mn-ea"/>
                  </a:rPr>
                  <a:t> 7</a:t>
                </a:r>
                <a:endParaRPr kumimoji="1" lang="en-US" altLang="zh-CN" sz="2400" b="1">
                  <a:solidFill>
                    <a:schemeClr val="bg1"/>
                  </a:solidFill>
                  <a:latin typeface="+mn-lt"/>
                  <a:ea typeface="+mn-ea"/>
                </a:endParaRPr>
              </a:p>
            </p:txBody>
          </p:sp>
          <p:sp>
            <p:nvSpPr>
              <p:cNvPr id="130" name="Oval 21"/>
              <p:cNvSpPr>
                <a:spLocks noChangeArrowheads="1"/>
              </p:cNvSpPr>
              <p:nvPr>
                <p:custDataLst>
                  <p:tags r:id="rId62"/>
                </p:custDataLst>
              </p:nvPr>
            </p:nvSpPr>
            <p:spPr bwMode="auto">
              <a:xfrm>
                <a:off x="4637978" y="2674605"/>
                <a:ext cx="458312" cy="456981"/>
              </a:xfrm>
              <a:prstGeom prst="ellipse">
                <a:avLst/>
              </a:prstGeom>
              <a:gradFill rotWithShape="0">
                <a:gsLst>
                  <a:gs pos="0">
                    <a:schemeClr val="accent2"/>
                  </a:gs>
                  <a:gs pos="50000">
                    <a:schemeClr val="accent2">
                      <a:gamma/>
                      <a:shade val="46275"/>
                      <a:invGamma/>
                    </a:schemeClr>
                  </a:gs>
                  <a:gs pos="100000">
                    <a:schemeClr val="accent2"/>
                  </a:gs>
                </a:gsLst>
                <a:lin ang="2700000" scaled="1"/>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sp>
            <p:nvSpPr>
              <p:cNvPr id="131" name="Oval 26"/>
              <p:cNvSpPr>
                <a:spLocks noChangeArrowheads="1"/>
              </p:cNvSpPr>
              <p:nvPr>
                <p:custDataLst>
                  <p:tags r:id="rId63"/>
                </p:custDataLst>
              </p:nvPr>
            </p:nvSpPr>
            <p:spPr bwMode="auto">
              <a:xfrm>
                <a:off x="5072614" y="3263196"/>
                <a:ext cx="456621" cy="458808"/>
              </a:xfrm>
              <a:prstGeom prst="ellipse">
                <a:avLst/>
              </a:prstGeom>
              <a:gradFill rotWithShape="0">
                <a:gsLst>
                  <a:gs pos="0">
                    <a:schemeClr val="accent2"/>
                  </a:gs>
                  <a:gs pos="50000">
                    <a:schemeClr val="accent2">
                      <a:gamma/>
                      <a:shade val="46275"/>
                      <a:invGamma/>
                    </a:schemeClr>
                  </a:gs>
                  <a:gs pos="100000">
                    <a:schemeClr val="accent2"/>
                  </a:gs>
                </a:gsLst>
                <a:lin ang="2700000" scaled="1"/>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sp>
            <p:nvSpPr>
              <p:cNvPr id="132" name="Oval 27"/>
              <p:cNvSpPr>
                <a:spLocks noChangeArrowheads="1"/>
              </p:cNvSpPr>
              <p:nvPr>
                <p:custDataLst>
                  <p:tags r:id="rId64"/>
                </p:custDataLst>
              </p:nvPr>
            </p:nvSpPr>
            <p:spPr bwMode="auto">
              <a:xfrm>
                <a:off x="3721354" y="2722131"/>
                <a:ext cx="458312" cy="456981"/>
              </a:xfrm>
              <a:prstGeom prst="ellipse">
                <a:avLst/>
              </a:prstGeom>
              <a:gradFill rotWithShape="0">
                <a:gsLst>
                  <a:gs pos="0">
                    <a:schemeClr val="accent2"/>
                  </a:gs>
                  <a:gs pos="50000">
                    <a:schemeClr val="accent2">
                      <a:gamma/>
                      <a:shade val="46275"/>
                      <a:invGamma/>
                    </a:schemeClr>
                  </a:gs>
                  <a:gs pos="100000">
                    <a:schemeClr val="accent2"/>
                  </a:gs>
                </a:gsLst>
                <a:lin ang="2700000" scaled="1"/>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sp>
            <p:nvSpPr>
              <p:cNvPr id="133" name="Oval 28"/>
              <p:cNvSpPr>
                <a:spLocks noChangeArrowheads="1"/>
              </p:cNvSpPr>
              <p:nvPr>
                <p:custDataLst>
                  <p:tags r:id="rId65"/>
                </p:custDataLst>
              </p:nvPr>
            </p:nvSpPr>
            <p:spPr bwMode="auto">
              <a:xfrm>
                <a:off x="3589441" y="3477063"/>
                <a:ext cx="456621" cy="456981"/>
              </a:xfrm>
              <a:prstGeom prst="ellipse">
                <a:avLst/>
              </a:prstGeom>
              <a:gradFill rotWithShape="0">
                <a:gsLst>
                  <a:gs pos="0">
                    <a:schemeClr val="accent2"/>
                  </a:gs>
                  <a:gs pos="50000">
                    <a:schemeClr val="accent2">
                      <a:gamma/>
                      <a:shade val="46275"/>
                      <a:invGamma/>
                    </a:schemeClr>
                  </a:gs>
                  <a:gs pos="100000">
                    <a:schemeClr val="accent2"/>
                  </a:gs>
                </a:gsLst>
                <a:lin ang="2700000" scaled="1"/>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sp>
            <p:nvSpPr>
              <p:cNvPr id="134" name="Text Box 29"/>
              <p:cNvSpPr txBox="1">
                <a:spLocks noChangeArrowheads="1"/>
              </p:cNvSpPr>
              <p:nvPr>
                <p:custDataLst>
                  <p:tags r:id="rId66"/>
                </p:custDataLst>
              </p:nvPr>
            </p:nvSpPr>
            <p:spPr bwMode="auto">
              <a:xfrm>
                <a:off x="5118389" y="3247610"/>
                <a:ext cx="425503" cy="53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1"/>
                    </a:solidFill>
                    <a:latin typeface="+mn-lt"/>
                    <a:ea typeface="+mn-ea"/>
                  </a:rPr>
                  <a:t>3</a:t>
                </a:r>
                <a:endParaRPr kumimoji="1" lang="en-US" altLang="zh-CN" sz="2400" b="1" dirty="0">
                  <a:solidFill>
                    <a:schemeClr val="bg1"/>
                  </a:solidFill>
                  <a:latin typeface="+mn-lt"/>
                  <a:ea typeface="+mn-ea"/>
                </a:endParaRPr>
              </a:p>
            </p:txBody>
          </p:sp>
          <p:sp>
            <p:nvSpPr>
              <p:cNvPr id="135" name="Text Box 30"/>
              <p:cNvSpPr txBox="1">
                <a:spLocks noChangeArrowheads="1"/>
              </p:cNvSpPr>
              <p:nvPr>
                <p:custDataLst>
                  <p:tags r:id="rId67"/>
                </p:custDataLst>
              </p:nvPr>
            </p:nvSpPr>
            <p:spPr bwMode="auto">
              <a:xfrm>
                <a:off x="3696240" y="2689621"/>
                <a:ext cx="536445" cy="53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1"/>
                    </a:solidFill>
                    <a:latin typeface="+mn-lt"/>
                    <a:ea typeface="+mn-ea"/>
                  </a:rPr>
                  <a:t> 6</a:t>
                </a:r>
                <a:endParaRPr kumimoji="1" lang="en-US" altLang="zh-CN" sz="2400" b="1" dirty="0">
                  <a:solidFill>
                    <a:schemeClr val="bg1"/>
                  </a:solidFill>
                  <a:latin typeface="+mn-lt"/>
                  <a:ea typeface="+mn-ea"/>
                </a:endParaRPr>
              </a:p>
            </p:txBody>
          </p:sp>
          <p:sp>
            <p:nvSpPr>
              <p:cNvPr id="136" name="Text Box 31"/>
              <p:cNvSpPr txBox="1">
                <a:spLocks noChangeArrowheads="1"/>
              </p:cNvSpPr>
              <p:nvPr>
                <p:custDataLst>
                  <p:tags r:id="rId68"/>
                </p:custDataLst>
              </p:nvPr>
            </p:nvSpPr>
            <p:spPr bwMode="auto">
              <a:xfrm>
                <a:off x="3548667" y="3460408"/>
                <a:ext cx="536445" cy="53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1"/>
                    </a:solidFill>
                    <a:latin typeface="+mn-lt"/>
                    <a:ea typeface="+mn-ea"/>
                  </a:rPr>
                  <a:t> 5</a:t>
                </a:r>
                <a:endParaRPr kumimoji="1" lang="en-US" altLang="zh-CN" sz="2400" b="1" dirty="0">
                  <a:solidFill>
                    <a:schemeClr val="bg1"/>
                  </a:solidFill>
                  <a:latin typeface="+mn-lt"/>
                  <a:ea typeface="+mn-ea"/>
                </a:endParaRPr>
              </a:p>
            </p:txBody>
          </p:sp>
          <p:sp>
            <p:nvSpPr>
              <p:cNvPr id="137" name="Text Box 32"/>
              <p:cNvSpPr txBox="1">
                <a:spLocks noChangeArrowheads="1"/>
              </p:cNvSpPr>
              <p:nvPr>
                <p:custDataLst>
                  <p:tags r:id="rId69"/>
                </p:custDataLst>
              </p:nvPr>
            </p:nvSpPr>
            <p:spPr bwMode="auto">
              <a:xfrm>
                <a:off x="4701952" y="2673972"/>
                <a:ext cx="425503" cy="53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1"/>
                    </a:solidFill>
                    <a:latin typeface="+mn-lt"/>
                    <a:ea typeface="+mn-ea"/>
                  </a:rPr>
                  <a:t>2</a:t>
                </a:r>
                <a:endParaRPr kumimoji="1" lang="en-US" altLang="zh-CN" sz="2400" b="1" dirty="0">
                  <a:solidFill>
                    <a:schemeClr val="bg1"/>
                  </a:solidFill>
                  <a:latin typeface="+mn-lt"/>
                  <a:ea typeface="+mn-ea"/>
                </a:endParaRPr>
              </a:p>
            </p:txBody>
          </p:sp>
          <p:sp>
            <p:nvSpPr>
              <p:cNvPr id="138" name="Oval 33"/>
              <p:cNvSpPr>
                <a:spLocks noChangeArrowheads="1"/>
              </p:cNvSpPr>
              <p:nvPr>
                <p:custDataLst>
                  <p:tags r:id="rId70"/>
                </p:custDataLst>
              </p:nvPr>
            </p:nvSpPr>
            <p:spPr bwMode="auto">
              <a:xfrm>
                <a:off x="4778347" y="3866411"/>
                <a:ext cx="456621" cy="456981"/>
              </a:xfrm>
              <a:prstGeom prst="ellipse">
                <a:avLst/>
              </a:prstGeom>
              <a:gradFill rotWithShape="0">
                <a:gsLst>
                  <a:gs pos="0">
                    <a:schemeClr val="accent2"/>
                  </a:gs>
                  <a:gs pos="50000">
                    <a:schemeClr val="accent2">
                      <a:gamma/>
                      <a:shade val="46275"/>
                      <a:invGamma/>
                    </a:schemeClr>
                  </a:gs>
                  <a:gs pos="100000">
                    <a:schemeClr val="accent2"/>
                  </a:gs>
                </a:gsLst>
                <a:lin ang="2700000" scaled="1"/>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sp>
            <p:nvSpPr>
              <p:cNvPr id="139" name="Oval 34"/>
              <p:cNvSpPr>
                <a:spLocks noChangeArrowheads="1"/>
              </p:cNvSpPr>
              <p:nvPr>
                <p:custDataLst>
                  <p:tags r:id="rId71"/>
                </p:custDataLst>
              </p:nvPr>
            </p:nvSpPr>
            <p:spPr bwMode="auto">
              <a:xfrm>
                <a:off x="5326292" y="2696540"/>
                <a:ext cx="456621" cy="456981"/>
              </a:xfrm>
              <a:prstGeom prst="ellipse">
                <a:avLst/>
              </a:prstGeom>
              <a:gradFill rotWithShape="0">
                <a:gsLst>
                  <a:gs pos="0">
                    <a:schemeClr val="accent2"/>
                  </a:gs>
                  <a:gs pos="50000">
                    <a:schemeClr val="accent2">
                      <a:gamma/>
                      <a:shade val="46275"/>
                      <a:invGamma/>
                    </a:schemeClr>
                  </a:gs>
                  <a:gs pos="100000">
                    <a:schemeClr val="accent2"/>
                  </a:gs>
                </a:gsLst>
                <a:lin ang="2700000" scaled="1"/>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sp>
            <p:nvSpPr>
              <p:cNvPr id="140" name="Oval 35"/>
              <p:cNvSpPr>
                <a:spLocks noChangeArrowheads="1"/>
              </p:cNvSpPr>
              <p:nvPr>
                <p:custDataLst>
                  <p:tags r:id="rId72"/>
                </p:custDataLst>
              </p:nvPr>
            </p:nvSpPr>
            <p:spPr bwMode="auto">
              <a:xfrm>
                <a:off x="4294667" y="3345452"/>
                <a:ext cx="456621" cy="456981"/>
              </a:xfrm>
              <a:prstGeom prst="ellipse">
                <a:avLst/>
              </a:prstGeom>
              <a:gradFill rotWithShape="0">
                <a:gsLst>
                  <a:gs pos="0">
                    <a:schemeClr val="accent2"/>
                  </a:gs>
                  <a:gs pos="50000">
                    <a:schemeClr val="accent2">
                      <a:gamma/>
                      <a:shade val="46275"/>
                      <a:invGamma/>
                    </a:schemeClr>
                  </a:gs>
                  <a:gs pos="100000">
                    <a:schemeClr val="accent2"/>
                  </a:gs>
                </a:gsLst>
                <a:lin ang="2700000" scaled="1"/>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solidFill>
                    <a:schemeClr val="tx1"/>
                  </a:solidFill>
                </a:endParaRPr>
              </a:p>
            </p:txBody>
          </p:sp>
          <p:sp>
            <p:nvSpPr>
              <p:cNvPr id="141" name="Text Box 36"/>
              <p:cNvSpPr txBox="1">
                <a:spLocks noChangeArrowheads="1"/>
              </p:cNvSpPr>
              <p:nvPr>
                <p:custDataLst>
                  <p:tags r:id="rId73"/>
                </p:custDataLst>
              </p:nvPr>
            </p:nvSpPr>
            <p:spPr bwMode="auto">
              <a:xfrm>
                <a:off x="5386818" y="2679822"/>
                <a:ext cx="425503" cy="53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bg1"/>
                    </a:solidFill>
                    <a:latin typeface="+mn-lt"/>
                    <a:ea typeface="+mn-ea"/>
                  </a:rPr>
                  <a:t>8</a:t>
                </a:r>
                <a:endParaRPr kumimoji="1" lang="en-US" altLang="zh-CN" sz="2400" b="1" dirty="0">
                  <a:solidFill>
                    <a:schemeClr val="bg1"/>
                  </a:solidFill>
                  <a:latin typeface="+mn-lt"/>
                  <a:ea typeface="+mn-ea"/>
                </a:endParaRPr>
              </a:p>
            </p:txBody>
          </p:sp>
          <p:sp>
            <p:nvSpPr>
              <p:cNvPr id="142" name="Text Box 37"/>
              <p:cNvSpPr txBox="1">
                <a:spLocks noChangeArrowheads="1"/>
              </p:cNvSpPr>
              <p:nvPr>
                <p:custDataLst>
                  <p:tags r:id="rId74"/>
                </p:custDataLst>
              </p:nvPr>
            </p:nvSpPr>
            <p:spPr bwMode="auto">
              <a:xfrm>
                <a:off x="4358932" y="3345452"/>
                <a:ext cx="425503" cy="530098"/>
              </a:xfrm>
              <a:prstGeom prst="rect">
                <a:avLst/>
              </a:prstGeom>
              <a:noFill/>
              <a:ln>
                <a:noFill/>
              </a:ln>
              <a:effectLst/>
              <a:extLst>
                <a:ext uri="{909E8E84-426E-40DD-AFC4-6F175D3DCCD1}">
                  <a14:hiddenFill xmlns:a14="http://schemas.microsoft.com/office/drawing/2010/main">
                    <a:gradFill rotWithShape="0">
                      <a:gsLst>
                        <a:gs pos="0">
                          <a:schemeClr val="accent1"/>
                        </a:gs>
                        <a:gs pos="50000">
                          <a:schemeClr val="accent1">
                            <a:gamma/>
                            <a:shade val="46275"/>
                            <a:invGamma/>
                          </a:schemeClr>
                        </a:gs>
                        <a:gs pos="100000">
                          <a:schemeClr val="accent1"/>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defRPr/>
                </a:pPr>
                <a:r>
                  <a:rPr kumimoji="1" lang="en-US" altLang="zh-CN" sz="2400" b="1" dirty="0">
                    <a:solidFill>
                      <a:schemeClr val="bg1"/>
                    </a:solidFill>
                    <a:latin typeface="+mn-lt"/>
                    <a:ea typeface="+mn-ea"/>
                  </a:rPr>
                  <a:t>1</a:t>
                </a:r>
                <a:endParaRPr kumimoji="1" lang="en-US" altLang="zh-CN" sz="2400" b="1" dirty="0">
                  <a:solidFill>
                    <a:schemeClr val="bg1"/>
                  </a:solidFill>
                  <a:latin typeface="+mn-lt"/>
                  <a:ea typeface="+mn-ea"/>
                </a:endParaRPr>
              </a:p>
            </p:txBody>
          </p:sp>
          <p:sp>
            <p:nvSpPr>
              <p:cNvPr id="143" name="Text Box 38"/>
              <p:cNvSpPr txBox="1">
                <a:spLocks noChangeArrowheads="1"/>
              </p:cNvSpPr>
              <p:nvPr>
                <p:custDataLst>
                  <p:tags r:id="rId75"/>
                </p:custDataLst>
              </p:nvPr>
            </p:nvSpPr>
            <p:spPr bwMode="auto">
              <a:xfrm>
                <a:off x="4841652" y="3865525"/>
                <a:ext cx="425503" cy="530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bg1"/>
                    </a:solidFill>
                    <a:latin typeface="+mn-lt"/>
                    <a:ea typeface="+mn-ea"/>
                  </a:rPr>
                  <a:t>4</a:t>
                </a:r>
                <a:endParaRPr kumimoji="1" lang="en-US" altLang="zh-CN" sz="2400" b="1">
                  <a:solidFill>
                    <a:schemeClr val="bg1"/>
                  </a:solidFill>
                  <a:latin typeface="+mn-lt"/>
                  <a:ea typeface="+mn-ea"/>
                </a:endParaRPr>
              </a:p>
            </p:txBody>
          </p:sp>
          <p:sp>
            <p:nvSpPr>
              <p:cNvPr id="144" name="椭圆 143"/>
              <p:cNvSpPr/>
              <p:nvPr>
                <p:custDataLst>
                  <p:tags r:id="rId76"/>
                </p:custDataLst>
              </p:nvPr>
            </p:nvSpPr>
            <p:spPr>
              <a:xfrm>
                <a:off x="3188630" y="1895910"/>
                <a:ext cx="3003550" cy="2685218"/>
              </a:xfrm>
              <a:prstGeom prst="ellipse">
                <a:avLst/>
              </a:prstGeom>
              <a:noFill/>
              <a:ln>
                <a:solidFill>
                  <a:schemeClr val="accent1">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grpSp>
      </p:grpSp>
      <p:grpSp>
        <p:nvGrpSpPr>
          <p:cNvPr id="173" name="组合 172"/>
          <p:cNvGrpSpPr/>
          <p:nvPr/>
        </p:nvGrpSpPr>
        <p:grpSpPr>
          <a:xfrm>
            <a:off x="6191695" y="2924944"/>
            <a:ext cx="2874327" cy="3313164"/>
            <a:chOff x="6191695" y="3168818"/>
            <a:chExt cx="2874327" cy="3313164"/>
          </a:xfrm>
        </p:grpSpPr>
        <p:sp>
          <p:nvSpPr>
            <p:cNvPr id="150" name="Text Box 6"/>
            <p:cNvSpPr txBox="1">
              <a:spLocks noChangeArrowheads="1"/>
            </p:cNvSpPr>
            <p:nvPr>
              <p:custDataLst>
                <p:tags r:id="rId77"/>
              </p:custDataLst>
            </p:nvPr>
          </p:nvSpPr>
          <p:spPr bwMode="auto">
            <a:xfrm>
              <a:off x="6598754" y="5939692"/>
              <a:ext cx="2030683" cy="542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2947" tIns="56473" rIns="112947" bIns="56473">
              <a:normAutofit/>
            </a:bodyPr>
            <a:lstStyle>
              <a:lvl1pPr defTabSz="1129030" eaLnBrk="0" hangingPunct="0">
                <a:defRPr>
                  <a:solidFill>
                    <a:schemeClr val="tx1"/>
                  </a:solidFill>
                  <a:latin typeface="Arial" panose="020B0604020202020204" pitchFamily="34" charset="0"/>
                  <a:ea typeface="宋体" panose="02010600030101010101" pitchFamily="2" charset="-122"/>
                </a:defRPr>
              </a:lvl1pPr>
              <a:lvl2pPr marL="742950" indent="-285750" defTabSz="1129030" eaLnBrk="0" hangingPunct="0">
                <a:defRPr>
                  <a:solidFill>
                    <a:schemeClr val="tx1"/>
                  </a:solidFill>
                  <a:latin typeface="Arial" panose="020B0604020202020204" pitchFamily="34" charset="0"/>
                  <a:ea typeface="宋体" panose="02010600030101010101" pitchFamily="2" charset="-122"/>
                </a:defRPr>
              </a:lvl2pPr>
              <a:lvl3pPr marL="1143000" indent="-228600" defTabSz="1129030" eaLnBrk="0" hangingPunct="0">
                <a:defRPr>
                  <a:solidFill>
                    <a:schemeClr val="tx1"/>
                  </a:solidFill>
                  <a:latin typeface="Arial" panose="020B0604020202020204" pitchFamily="34" charset="0"/>
                  <a:ea typeface="宋体" panose="02010600030101010101" pitchFamily="2" charset="-122"/>
                </a:defRPr>
              </a:lvl3pPr>
              <a:lvl4pPr marL="1600200" indent="-228600" defTabSz="1129030" eaLnBrk="0" hangingPunct="0">
                <a:defRPr>
                  <a:solidFill>
                    <a:schemeClr val="tx1"/>
                  </a:solidFill>
                  <a:latin typeface="Arial" panose="020B0604020202020204" pitchFamily="34" charset="0"/>
                  <a:ea typeface="宋体" panose="02010600030101010101" pitchFamily="2" charset="-122"/>
                </a:defRPr>
              </a:lvl4pPr>
              <a:lvl5pPr marL="2057400" indent="-228600" defTabSz="1129030" eaLnBrk="0" hangingPunct="0">
                <a:defRPr>
                  <a:solidFill>
                    <a:schemeClr val="tx1"/>
                  </a:solidFill>
                  <a:latin typeface="Arial" panose="020B0604020202020204" pitchFamily="34" charset="0"/>
                  <a:ea typeface="宋体" panose="02010600030101010101" pitchFamily="2" charset="-122"/>
                </a:defRPr>
              </a:lvl5pPr>
              <a:lvl6pPr marL="2514600" indent="-228600" defTabSz="11290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1290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1290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1290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800" b="1" dirty="0" smtClean="0">
                  <a:solidFill>
                    <a:schemeClr val="tx1"/>
                  </a:solidFill>
                  <a:latin typeface="+mn-lt"/>
                  <a:ea typeface="+mn-ea"/>
                </a:rPr>
                <a:t>图形结</a:t>
              </a:r>
              <a:r>
                <a:rPr kumimoji="1" lang="zh-CN" altLang="en-US" sz="2800" b="1" dirty="0">
                  <a:solidFill>
                    <a:schemeClr val="tx1"/>
                  </a:solidFill>
                  <a:latin typeface="+mn-lt"/>
                  <a:ea typeface="+mn-ea"/>
                </a:rPr>
                <a:t>构 </a:t>
              </a:r>
              <a:endParaRPr kumimoji="1" lang="zh-CN" altLang="en-US" sz="2800" b="1" dirty="0">
                <a:solidFill>
                  <a:schemeClr val="tx1"/>
                </a:solidFill>
                <a:latin typeface="+mn-lt"/>
                <a:ea typeface="+mn-ea"/>
              </a:endParaRPr>
            </a:p>
          </p:txBody>
        </p:sp>
        <p:grpSp>
          <p:nvGrpSpPr>
            <p:cNvPr id="172" name="组合 171"/>
            <p:cNvGrpSpPr/>
            <p:nvPr/>
          </p:nvGrpSpPr>
          <p:grpSpPr>
            <a:xfrm>
              <a:off x="6191695" y="3168818"/>
              <a:ext cx="2874327" cy="2714541"/>
              <a:chOff x="6191695" y="3168818"/>
              <a:chExt cx="2874327" cy="2714541"/>
            </a:xfrm>
          </p:grpSpPr>
          <p:sp>
            <p:nvSpPr>
              <p:cNvPr id="146" name="Line 2"/>
              <p:cNvSpPr>
                <a:spLocks noChangeShapeType="1"/>
              </p:cNvSpPr>
              <p:nvPr>
                <p:custDataLst>
                  <p:tags r:id="rId78"/>
                </p:custDataLst>
              </p:nvPr>
            </p:nvSpPr>
            <p:spPr bwMode="auto">
              <a:xfrm flipH="1">
                <a:off x="7329615" y="3562474"/>
                <a:ext cx="497840" cy="712989"/>
              </a:xfrm>
              <a:prstGeom prst="line">
                <a:avLst/>
              </a:prstGeom>
              <a:noFill/>
              <a:ln w="38100">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47" name="Line 3"/>
              <p:cNvSpPr>
                <a:spLocks noChangeShapeType="1"/>
              </p:cNvSpPr>
              <p:nvPr>
                <p:custDataLst>
                  <p:tags r:id="rId79"/>
                </p:custDataLst>
              </p:nvPr>
            </p:nvSpPr>
            <p:spPr bwMode="auto">
              <a:xfrm flipH="1">
                <a:off x="8111936" y="4631958"/>
                <a:ext cx="640080" cy="855587"/>
              </a:xfrm>
              <a:prstGeom prst="line">
                <a:avLst/>
              </a:prstGeom>
              <a:noFill/>
              <a:ln w="38100">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48" name="Line 4"/>
              <p:cNvSpPr>
                <a:spLocks noChangeShapeType="1"/>
              </p:cNvSpPr>
              <p:nvPr>
                <p:custDataLst>
                  <p:tags r:id="rId80"/>
                </p:custDataLst>
              </p:nvPr>
            </p:nvSpPr>
            <p:spPr bwMode="auto">
              <a:xfrm flipH="1">
                <a:off x="6547295" y="4560659"/>
                <a:ext cx="568960" cy="926886"/>
              </a:xfrm>
              <a:prstGeom prst="line">
                <a:avLst/>
              </a:prstGeom>
              <a:noFill/>
              <a:ln w="38100">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49" name="Line 5"/>
              <p:cNvSpPr>
                <a:spLocks noChangeShapeType="1"/>
              </p:cNvSpPr>
              <p:nvPr>
                <p:custDataLst>
                  <p:tags r:id="rId81"/>
                </p:custDataLst>
              </p:nvPr>
            </p:nvSpPr>
            <p:spPr bwMode="auto">
              <a:xfrm>
                <a:off x="7258495" y="4560659"/>
                <a:ext cx="640080" cy="926886"/>
              </a:xfrm>
              <a:prstGeom prst="line">
                <a:avLst/>
              </a:prstGeom>
              <a:noFill/>
              <a:ln w="38100">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51" name="Oval 7"/>
              <p:cNvSpPr>
                <a:spLocks noChangeArrowheads="1"/>
              </p:cNvSpPr>
              <p:nvPr>
                <p:custDataLst>
                  <p:tags r:id="rId82"/>
                </p:custDataLst>
              </p:nvPr>
            </p:nvSpPr>
            <p:spPr bwMode="auto">
              <a:xfrm>
                <a:off x="6191695" y="3205980"/>
                <a:ext cx="426720" cy="427794"/>
              </a:xfrm>
              <a:prstGeom prst="ellipse">
                <a:avLst/>
              </a:prstGeom>
              <a:gradFill rotWithShape="0">
                <a:gsLst>
                  <a:gs pos="0">
                    <a:schemeClr val="accent4"/>
                  </a:gs>
                  <a:gs pos="100000">
                    <a:schemeClr val="accent6"/>
                  </a:gs>
                </a:gsLst>
                <a:path path="rect">
                  <a:fillToRect r="100000" b="100000"/>
                </a:path>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52" name="Text Box 8"/>
              <p:cNvSpPr txBox="1">
                <a:spLocks noChangeArrowheads="1"/>
              </p:cNvSpPr>
              <p:nvPr>
                <p:custDataLst>
                  <p:tags r:id="rId83"/>
                </p:custDataLst>
              </p:nvPr>
            </p:nvSpPr>
            <p:spPr bwMode="auto">
              <a:xfrm>
                <a:off x="6232006" y="3168818"/>
                <a:ext cx="39941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1"/>
                    </a:solidFill>
                    <a:latin typeface="+mn-lt"/>
                    <a:ea typeface="+mn-ea"/>
                  </a:rPr>
                  <a:t>1</a:t>
                </a:r>
                <a:endParaRPr kumimoji="1" lang="en-US" altLang="zh-CN" sz="2400" b="1" dirty="0">
                  <a:solidFill>
                    <a:schemeClr val="tx1"/>
                  </a:solidFill>
                  <a:latin typeface="+mn-lt"/>
                  <a:ea typeface="+mn-ea"/>
                </a:endParaRPr>
              </a:p>
            </p:txBody>
          </p:sp>
          <p:sp>
            <p:nvSpPr>
              <p:cNvPr id="153" name="Oval 9"/>
              <p:cNvSpPr>
                <a:spLocks noChangeArrowheads="1"/>
              </p:cNvSpPr>
              <p:nvPr>
                <p:custDataLst>
                  <p:tags r:id="rId84"/>
                </p:custDataLst>
              </p:nvPr>
            </p:nvSpPr>
            <p:spPr bwMode="auto">
              <a:xfrm>
                <a:off x="7756336" y="3205980"/>
                <a:ext cx="426720" cy="427794"/>
              </a:xfrm>
              <a:prstGeom prst="ellipse">
                <a:avLst/>
              </a:prstGeom>
              <a:gradFill rotWithShape="0">
                <a:gsLst>
                  <a:gs pos="0">
                    <a:schemeClr val="accent4"/>
                  </a:gs>
                  <a:gs pos="100000">
                    <a:schemeClr val="accent6"/>
                  </a:gs>
                </a:gsLst>
                <a:path path="rect">
                  <a:fillToRect r="100000" b="100000"/>
                </a:path>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54" name="Oval 10"/>
              <p:cNvSpPr>
                <a:spLocks noChangeArrowheads="1"/>
              </p:cNvSpPr>
              <p:nvPr>
                <p:custDataLst>
                  <p:tags r:id="rId85"/>
                </p:custDataLst>
              </p:nvPr>
            </p:nvSpPr>
            <p:spPr bwMode="auto">
              <a:xfrm>
                <a:off x="6191695" y="5416246"/>
                <a:ext cx="426720" cy="427794"/>
              </a:xfrm>
              <a:prstGeom prst="ellipse">
                <a:avLst/>
              </a:prstGeom>
              <a:gradFill rotWithShape="0">
                <a:gsLst>
                  <a:gs pos="0">
                    <a:schemeClr val="accent4"/>
                  </a:gs>
                  <a:gs pos="100000">
                    <a:schemeClr val="accent6"/>
                  </a:gs>
                </a:gsLst>
                <a:path path="rect">
                  <a:fillToRect r="100000" b="100000"/>
                </a:path>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55" name="Oval 11"/>
              <p:cNvSpPr>
                <a:spLocks noChangeArrowheads="1"/>
              </p:cNvSpPr>
              <p:nvPr>
                <p:custDataLst>
                  <p:tags r:id="rId86"/>
                </p:custDataLst>
              </p:nvPr>
            </p:nvSpPr>
            <p:spPr bwMode="auto">
              <a:xfrm>
                <a:off x="7756336" y="5416246"/>
                <a:ext cx="426720" cy="427794"/>
              </a:xfrm>
              <a:prstGeom prst="ellipse">
                <a:avLst/>
              </a:prstGeom>
              <a:gradFill rotWithShape="0">
                <a:gsLst>
                  <a:gs pos="0">
                    <a:schemeClr val="accent4"/>
                  </a:gs>
                  <a:gs pos="100000">
                    <a:schemeClr val="accent6"/>
                  </a:gs>
                </a:gsLst>
                <a:path path="rect">
                  <a:fillToRect r="100000" b="100000"/>
                </a:path>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56" name="Line 12"/>
              <p:cNvSpPr>
                <a:spLocks noChangeShapeType="1"/>
              </p:cNvSpPr>
              <p:nvPr>
                <p:custDataLst>
                  <p:tags r:id="rId87"/>
                </p:custDataLst>
              </p:nvPr>
            </p:nvSpPr>
            <p:spPr bwMode="auto">
              <a:xfrm>
                <a:off x="6405055" y="3633773"/>
                <a:ext cx="0" cy="1782473"/>
              </a:xfrm>
              <a:prstGeom prst="line">
                <a:avLst/>
              </a:prstGeom>
              <a:noFill/>
              <a:ln w="28575">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57" name="Line 13"/>
              <p:cNvSpPr>
                <a:spLocks noChangeShapeType="1"/>
              </p:cNvSpPr>
              <p:nvPr>
                <p:custDataLst>
                  <p:tags r:id="rId88"/>
                </p:custDataLst>
              </p:nvPr>
            </p:nvSpPr>
            <p:spPr bwMode="auto">
              <a:xfrm>
                <a:off x="6618415" y="5630143"/>
                <a:ext cx="1137920" cy="0"/>
              </a:xfrm>
              <a:prstGeom prst="line">
                <a:avLst/>
              </a:prstGeom>
              <a:noFill/>
              <a:ln w="38100">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58" name="Line 14"/>
              <p:cNvSpPr>
                <a:spLocks noChangeShapeType="1"/>
              </p:cNvSpPr>
              <p:nvPr>
                <p:custDataLst>
                  <p:tags r:id="rId89"/>
                </p:custDataLst>
              </p:nvPr>
            </p:nvSpPr>
            <p:spPr bwMode="auto">
              <a:xfrm>
                <a:off x="6618415" y="3419876"/>
                <a:ext cx="1137920" cy="0"/>
              </a:xfrm>
              <a:prstGeom prst="line">
                <a:avLst/>
              </a:prstGeom>
              <a:noFill/>
              <a:ln w="38100">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59" name="Oval 15"/>
              <p:cNvSpPr>
                <a:spLocks noChangeArrowheads="1"/>
              </p:cNvSpPr>
              <p:nvPr>
                <p:custDataLst>
                  <p:tags r:id="rId90"/>
                </p:custDataLst>
              </p:nvPr>
            </p:nvSpPr>
            <p:spPr bwMode="auto">
              <a:xfrm>
                <a:off x="6974015" y="4204164"/>
                <a:ext cx="426720" cy="427794"/>
              </a:xfrm>
              <a:prstGeom prst="ellipse">
                <a:avLst/>
              </a:prstGeom>
              <a:gradFill rotWithShape="0">
                <a:gsLst>
                  <a:gs pos="0">
                    <a:schemeClr val="accent4"/>
                  </a:gs>
                  <a:gs pos="100000">
                    <a:schemeClr val="accent6"/>
                  </a:gs>
                </a:gsLst>
                <a:path path="rect">
                  <a:fillToRect r="100000" b="100000"/>
                </a:path>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60" name="Oval 16"/>
              <p:cNvSpPr>
                <a:spLocks noChangeArrowheads="1"/>
              </p:cNvSpPr>
              <p:nvPr>
                <p:custDataLst>
                  <p:tags r:id="rId91"/>
                </p:custDataLst>
              </p:nvPr>
            </p:nvSpPr>
            <p:spPr bwMode="auto">
              <a:xfrm>
                <a:off x="8609776" y="4275463"/>
                <a:ext cx="426720" cy="427794"/>
              </a:xfrm>
              <a:prstGeom prst="ellipse">
                <a:avLst/>
              </a:prstGeom>
              <a:gradFill rotWithShape="0">
                <a:gsLst>
                  <a:gs pos="0">
                    <a:schemeClr val="accent4"/>
                  </a:gs>
                  <a:gs pos="100000">
                    <a:schemeClr val="accent6"/>
                  </a:gs>
                </a:gsLst>
                <a:path path="rect">
                  <a:fillToRect r="100000" b="100000"/>
                </a:path>
              </a:gradFill>
              <a:ln w="9525">
                <a:solidFill>
                  <a:schemeClr val="bg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endParaRPr>
              </a:p>
            </p:txBody>
          </p:sp>
          <p:sp>
            <p:nvSpPr>
              <p:cNvPr id="161" name="Line 17"/>
              <p:cNvSpPr>
                <a:spLocks noChangeShapeType="1"/>
              </p:cNvSpPr>
              <p:nvPr>
                <p:custDataLst>
                  <p:tags r:id="rId92"/>
                </p:custDataLst>
              </p:nvPr>
            </p:nvSpPr>
            <p:spPr bwMode="auto">
              <a:xfrm>
                <a:off x="8111936" y="3562474"/>
                <a:ext cx="568960" cy="784288"/>
              </a:xfrm>
              <a:prstGeom prst="line">
                <a:avLst/>
              </a:prstGeom>
              <a:noFill/>
              <a:ln w="38100">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62" name="Line 18"/>
              <p:cNvSpPr>
                <a:spLocks noChangeShapeType="1"/>
              </p:cNvSpPr>
              <p:nvPr>
                <p:custDataLst>
                  <p:tags r:id="rId93"/>
                </p:custDataLst>
              </p:nvPr>
            </p:nvSpPr>
            <p:spPr bwMode="auto">
              <a:xfrm>
                <a:off x="6547295" y="3562474"/>
                <a:ext cx="497840" cy="712989"/>
              </a:xfrm>
              <a:prstGeom prst="line">
                <a:avLst/>
              </a:prstGeom>
              <a:noFill/>
              <a:ln w="38100">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63" name="Line 19"/>
              <p:cNvSpPr>
                <a:spLocks noChangeShapeType="1"/>
              </p:cNvSpPr>
              <p:nvPr>
                <p:custDataLst>
                  <p:tags r:id="rId94"/>
                </p:custDataLst>
              </p:nvPr>
            </p:nvSpPr>
            <p:spPr bwMode="auto">
              <a:xfrm>
                <a:off x="7969696" y="3633773"/>
                <a:ext cx="0" cy="1782473"/>
              </a:xfrm>
              <a:prstGeom prst="line">
                <a:avLst/>
              </a:prstGeom>
              <a:noFill/>
              <a:ln w="28575">
                <a:solidFill>
                  <a:schemeClr val="accent4"/>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64" name="Text Box 20"/>
              <p:cNvSpPr txBox="1">
                <a:spLocks noChangeArrowheads="1"/>
              </p:cNvSpPr>
              <p:nvPr>
                <p:custDataLst>
                  <p:tags r:id="rId95"/>
                </p:custDataLst>
              </p:nvPr>
            </p:nvSpPr>
            <p:spPr bwMode="auto">
              <a:xfrm>
                <a:off x="7813167" y="3190207"/>
                <a:ext cx="39941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1"/>
                    </a:solidFill>
                    <a:latin typeface="+mn-lt"/>
                    <a:ea typeface="+mn-ea"/>
                  </a:rPr>
                  <a:t>2</a:t>
                </a:r>
                <a:endParaRPr kumimoji="1" lang="en-US" altLang="zh-CN" sz="2400" b="1" dirty="0">
                  <a:solidFill>
                    <a:schemeClr val="tx1"/>
                  </a:solidFill>
                  <a:latin typeface="+mn-lt"/>
                  <a:ea typeface="+mn-ea"/>
                </a:endParaRPr>
              </a:p>
            </p:txBody>
          </p:sp>
          <p:sp>
            <p:nvSpPr>
              <p:cNvPr id="165" name="Text Box 21"/>
              <p:cNvSpPr txBox="1">
                <a:spLocks noChangeArrowheads="1"/>
              </p:cNvSpPr>
              <p:nvPr>
                <p:custDataLst>
                  <p:tags r:id="rId96"/>
                </p:custDataLst>
              </p:nvPr>
            </p:nvSpPr>
            <p:spPr bwMode="auto">
              <a:xfrm>
                <a:off x="6234239" y="5416246"/>
                <a:ext cx="399415" cy="465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1"/>
                    </a:solidFill>
                    <a:latin typeface="+mn-lt"/>
                    <a:ea typeface="+mn-ea"/>
                  </a:rPr>
                  <a:t>5</a:t>
                </a:r>
                <a:endParaRPr kumimoji="1" lang="en-US" altLang="zh-CN" sz="2400" b="1" dirty="0">
                  <a:solidFill>
                    <a:schemeClr val="tx1"/>
                  </a:solidFill>
                  <a:latin typeface="+mn-lt"/>
                  <a:ea typeface="+mn-ea"/>
                </a:endParaRPr>
              </a:p>
            </p:txBody>
          </p:sp>
          <p:sp>
            <p:nvSpPr>
              <p:cNvPr id="166" name="Text Box 22"/>
              <p:cNvSpPr txBox="1">
                <a:spLocks noChangeArrowheads="1"/>
              </p:cNvSpPr>
              <p:nvPr>
                <p:custDataLst>
                  <p:tags r:id="rId97"/>
                </p:custDataLst>
              </p:nvPr>
            </p:nvSpPr>
            <p:spPr bwMode="auto">
              <a:xfrm>
                <a:off x="7028614" y="4182776"/>
                <a:ext cx="399415" cy="46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1"/>
                    </a:solidFill>
                    <a:latin typeface="+mn-lt"/>
                    <a:ea typeface="+mn-ea"/>
                  </a:rPr>
                  <a:t>6</a:t>
                </a:r>
                <a:endParaRPr kumimoji="1" lang="en-US" altLang="zh-CN" sz="2400" b="1" dirty="0">
                  <a:solidFill>
                    <a:schemeClr val="tx1"/>
                  </a:solidFill>
                  <a:latin typeface="+mn-lt"/>
                  <a:ea typeface="+mn-ea"/>
                </a:endParaRPr>
              </a:p>
            </p:txBody>
          </p:sp>
          <p:sp>
            <p:nvSpPr>
              <p:cNvPr id="167" name="Text Box 23"/>
              <p:cNvSpPr txBox="1">
                <a:spLocks noChangeArrowheads="1"/>
              </p:cNvSpPr>
              <p:nvPr>
                <p:custDataLst>
                  <p:tags r:id="rId98"/>
                </p:custDataLst>
              </p:nvPr>
            </p:nvSpPr>
            <p:spPr bwMode="auto">
              <a:xfrm>
                <a:off x="7827456" y="5416246"/>
                <a:ext cx="399415" cy="46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tx1"/>
                    </a:solidFill>
                    <a:latin typeface="+mn-lt"/>
                    <a:ea typeface="+mn-ea"/>
                  </a:rPr>
                  <a:t>4</a:t>
                </a:r>
                <a:endParaRPr kumimoji="1" lang="en-US" altLang="zh-CN" sz="2400" b="1">
                  <a:solidFill>
                    <a:schemeClr val="tx1"/>
                  </a:solidFill>
                  <a:latin typeface="+mn-lt"/>
                  <a:ea typeface="+mn-ea"/>
                </a:endParaRPr>
              </a:p>
            </p:txBody>
          </p:sp>
          <p:sp>
            <p:nvSpPr>
              <p:cNvPr id="168" name="Text Box 24"/>
              <p:cNvSpPr txBox="1">
                <a:spLocks noChangeArrowheads="1"/>
              </p:cNvSpPr>
              <p:nvPr>
                <p:custDataLst>
                  <p:tags r:id="rId99"/>
                </p:custDataLst>
              </p:nvPr>
            </p:nvSpPr>
            <p:spPr bwMode="auto">
              <a:xfrm>
                <a:off x="8666607" y="4261175"/>
                <a:ext cx="399415" cy="467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solidFill>
                      <a:schemeClr val="tx1"/>
                    </a:solidFill>
                    <a:latin typeface="+mn-lt"/>
                    <a:ea typeface="+mn-ea"/>
                  </a:rPr>
                  <a:t>3</a:t>
                </a:r>
                <a:endParaRPr kumimoji="1" lang="en-US" altLang="zh-CN" sz="2400" b="1" dirty="0">
                  <a:solidFill>
                    <a:schemeClr val="tx1"/>
                  </a:solidFill>
                  <a:latin typeface="+mn-lt"/>
                  <a:ea typeface="+mn-ea"/>
                </a:endParaRPr>
              </a:p>
            </p:txBody>
          </p:sp>
        </p:grpSp>
      </p:grpSp>
      <p:sp>
        <p:nvSpPr>
          <p:cNvPr id="10" name="标题 9"/>
          <p:cNvSpPr>
            <a:spLocks noGrp="1"/>
          </p:cNvSpPr>
          <p:nvPr>
            <p:ph type="title"/>
            <p:custDataLst>
              <p:tags r:id="rId100"/>
            </p:custDataLst>
          </p:nvPr>
        </p:nvSpPr>
        <p:spPr/>
        <p:txBody>
          <a:bodyPr vert="horz" wrap="square" lIns="0" tIns="0" rIns="0" bIns="0" rtlCol="0" anchor="ctr">
            <a:normAutofit/>
          </a:bodyPr>
          <a:lstStyle/>
          <a:p>
            <a:pPr lvl="0" algn="l">
              <a:buClrTx/>
              <a:buSzTx/>
              <a:buFontTx/>
            </a:pPr>
            <a:r>
              <a:rPr lang="zh-CN" altLang="en-US" dirty="0">
                <a:sym typeface="+mn-ea"/>
              </a:rPr>
              <a:t>数据的逻辑结构</a:t>
            </a:r>
            <a:endParaRPr lang="zh-CN" altLang="en-US" dirty="0">
              <a:sym typeface="+mn-ea"/>
            </a:endParaRPr>
          </a:p>
        </p:txBody>
      </p:sp>
    </p:spTree>
    <p:custDataLst>
      <p:tags r:id="rId10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1"/>
                                        </p:tgtEl>
                                        <p:attrNameLst>
                                          <p:attrName>style.visibility</p:attrName>
                                        </p:attrNameLst>
                                      </p:cBhvr>
                                      <p:to>
                                        <p:strVal val="visible"/>
                                      </p:to>
                                    </p:set>
                                    <p:animEffect transition="in" filter="fade">
                                      <p:cBhvr>
                                        <p:cTn id="12" dur="500"/>
                                        <p:tgtEl>
                                          <p:spTgt spid="1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0"/>
                                        </p:tgtEl>
                                        <p:attrNameLst>
                                          <p:attrName>style.visibility</p:attrName>
                                        </p:attrNameLst>
                                      </p:cBhvr>
                                      <p:to>
                                        <p:strVal val="visible"/>
                                      </p:to>
                                    </p:set>
                                    <p:animEffect transition="in" filter="fade">
                                      <p:cBhvr>
                                        <p:cTn id="17" dur="500"/>
                                        <p:tgtEl>
                                          <p:spTgt spid="17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3"/>
                                        </p:tgtEl>
                                        <p:attrNameLst>
                                          <p:attrName>style.visibility</p:attrName>
                                        </p:attrNameLst>
                                      </p:cBhvr>
                                      <p:to>
                                        <p:strVal val="visible"/>
                                      </p:to>
                                    </p:set>
                                    <p:animEffect transition="in" filter="fade">
                                      <p:cBhvr>
                                        <p:cTn id="22"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6" name="Rectangle 2"/>
          <p:cNvSpPr>
            <a:spLocks noGrp="1" noChangeArrowheads="1"/>
          </p:cNvSpPr>
          <p:nvPr>
            <p:custDataLst>
              <p:tags r:id="rId2"/>
            </p:custDataLst>
          </p:nvPr>
        </p:nvSpPr>
        <p:spPr bwMode="auto">
          <a:xfrm>
            <a:off x="456300" y="1490400"/>
            <a:ext cx="8226900" cy="4759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112947" tIns="56473" rIns="112947" bIns="56473" rtlCol="0">
            <a:normAutofit fontScale="8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a:lnSpc>
                <a:spcPct val="200000"/>
              </a:lnSpc>
              <a:spcBef>
                <a:spcPct val="30000"/>
              </a:spcBef>
              <a:buClr>
                <a:srgbClr val="000000"/>
              </a:buClr>
              <a:buSzPct val="100000"/>
              <a:buFont typeface="Wingdings" panose="05000000000000000000" pitchFamily="2" charset="2"/>
              <a:buChar char=""/>
              <a:defRPr/>
            </a:pPr>
            <a:r>
              <a:rPr lang="zh-CN" altLang="en-US" sz="2800" dirty="0" smtClean="0">
                <a:solidFill>
                  <a:schemeClr val="tx1"/>
                </a:solidFill>
              </a:rPr>
              <a:t> 线</a:t>
            </a:r>
            <a:r>
              <a:rPr lang="zh-CN" altLang="en-US" sz="2800" dirty="0">
                <a:solidFill>
                  <a:schemeClr val="tx1"/>
                </a:solidFill>
              </a:rPr>
              <a:t>性结构</a:t>
            </a:r>
            <a:endParaRPr lang="zh-CN" altLang="en-US" sz="2800" dirty="0">
              <a:solidFill>
                <a:schemeClr val="tx1"/>
              </a:solidFill>
            </a:endParaRPr>
          </a:p>
          <a:p>
            <a:pPr lvl="1">
              <a:lnSpc>
                <a:spcPct val="200000"/>
              </a:lnSpc>
              <a:spcBef>
                <a:spcPct val="30000"/>
              </a:spcBef>
              <a:buClr>
                <a:srgbClr val="000000"/>
              </a:buClr>
              <a:buSzPct val="60000"/>
              <a:buFont typeface="Wingdings" panose="05000000000000000000" pitchFamily="2" charset="2"/>
              <a:buChar char="l"/>
              <a:defRPr/>
            </a:pPr>
            <a:r>
              <a:rPr lang="zh-CN" altLang="en-US" sz="2400" dirty="0">
                <a:solidFill>
                  <a:schemeClr val="tx1"/>
                </a:solidFill>
              </a:rPr>
              <a:t>直接存取</a:t>
            </a:r>
            <a:r>
              <a:rPr lang="zh-CN" altLang="en-US" sz="2400" dirty="0" smtClean="0">
                <a:solidFill>
                  <a:schemeClr val="tx1"/>
                </a:solidFill>
              </a:rPr>
              <a:t>类：</a:t>
            </a:r>
            <a:r>
              <a:rPr lang="zh-CN" altLang="en-US" sz="2400" b="1" dirty="0" smtClean="0">
                <a:solidFill>
                  <a:schemeClr val="accent1">
                    <a:lumMod val="50000"/>
                  </a:schemeClr>
                </a:solidFill>
              </a:rPr>
              <a:t>数组，文</a:t>
            </a:r>
            <a:r>
              <a:rPr lang="zh-CN" altLang="en-US" sz="2400" b="1" dirty="0">
                <a:solidFill>
                  <a:schemeClr val="accent1">
                    <a:lumMod val="50000"/>
                  </a:schemeClr>
                </a:solidFill>
              </a:rPr>
              <a:t>件</a:t>
            </a:r>
            <a:endParaRPr lang="zh-CN" altLang="en-US" sz="2400" b="1" dirty="0">
              <a:solidFill>
                <a:schemeClr val="accent1">
                  <a:lumMod val="50000"/>
                </a:schemeClr>
              </a:solidFill>
            </a:endParaRPr>
          </a:p>
          <a:p>
            <a:pPr lvl="1">
              <a:lnSpc>
                <a:spcPct val="200000"/>
              </a:lnSpc>
              <a:spcBef>
                <a:spcPct val="30000"/>
              </a:spcBef>
              <a:buClr>
                <a:srgbClr val="000000"/>
              </a:buClr>
              <a:buSzPct val="60000"/>
              <a:buFont typeface="Wingdings" panose="05000000000000000000" pitchFamily="2" charset="2"/>
              <a:buChar char="l"/>
              <a:defRPr/>
            </a:pPr>
            <a:r>
              <a:rPr lang="zh-CN" altLang="en-US" sz="2400" dirty="0">
                <a:solidFill>
                  <a:schemeClr val="tx1"/>
                </a:solidFill>
              </a:rPr>
              <a:t>顺序存取</a:t>
            </a:r>
            <a:r>
              <a:rPr lang="zh-CN" altLang="en-US" sz="2400" dirty="0" smtClean="0">
                <a:solidFill>
                  <a:schemeClr val="tx1"/>
                </a:solidFill>
              </a:rPr>
              <a:t>类：</a:t>
            </a:r>
            <a:r>
              <a:rPr lang="zh-CN" altLang="en-US" sz="2400" b="1" dirty="0">
                <a:solidFill>
                  <a:schemeClr val="accent1">
                    <a:lumMod val="50000"/>
                  </a:schemeClr>
                </a:solidFill>
              </a:rPr>
              <a:t>表，栈，队列，优先队列 </a:t>
            </a:r>
            <a:endParaRPr lang="zh-CN" altLang="en-US" sz="2400" b="1" dirty="0">
              <a:solidFill>
                <a:schemeClr val="accent1">
                  <a:lumMod val="50000"/>
                </a:schemeClr>
              </a:solidFill>
            </a:endParaRPr>
          </a:p>
          <a:p>
            <a:pPr>
              <a:lnSpc>
                <a:spcPct val="200000"/>
              </a:lnSpc>
              <a:spcBef>
                <a:spcPct val="30000"/>
              </a:spcBef>
              <a:buClr>
                <a:srgbClr val="000000"/>
              </a:buClr>
              <a:buSzPct val="100000"/>
              <a:buFont typeface="Wingdings" panose="05000000000000000000" pitchFamily="2" charset="2"/>
              <a:buChar char=""/>
              <a:defRPr/>
            </a:pPr>
            <a:r>
              <a:rPr lang="zh-CN" altLang="en-US" sz="2800" dirty="0" smtClean="0">
                <a:solidFill>
                  <a:schemeClr val="tx1"/>
                </a:solidFill>
              </a:rPr>
              <a:t> 非</a:t>
            </a:r>
            <a:r>
              <a:rPr lang="zh-CN" altLang="en-US" sz="2800" dirty="0">
                <a:solidFill>
                  <a:schemeClr val="tx1"/>
                </a:solidFill>
              </a:rPr>
              <a:t>线性结构</a:t>
            </a:r>
            <a:endParaRPr lang="zh-CN" altLang="en-US" sz="2800" dirty="0">
              <a:solidFill>
                <a:schemeClr val="tx1"/>
              </a:solidFill>
            </a:endParaRPr>
          </a:p>
          <a:p>
            <a:pPr lvl="1">
              <a:lnSpc>
                <a:spcPct val="200000"/>
              </a:lnSpc>
              <a:spcBef>
                <a:spcPct val="30000"/>
              </a:spcBef>
              <a:buClr>
                <a:srgbClr val="000000"/>
              </a:buClr>
              <a:buSzPct val="60000"/>
              <a:buFont typeface="Wingdings" panose="05000000000000000000" pitchFamily="2" charset="2"/>
              <a:buChar char="l"/>
              <a:defRPr/>
            </a:pPr>
            <a:r>
              <a:rPr lang="zh-CN" altLang="en-US" sz="2400" dirty="0">
                <a:solidFill>
                  <a:schemeClr val="tx1"/>
                </a:solidFill>
              </a:rPr>
              <a:t>层次结构</a:t>
            </a:r>
            <a:r>
              <a:rPr lang="zh-CN" altLang="en-US" sz="2400" dirty="0" smtClean="0">
                <a:solidFill>
                  <a:schemeClr val="tx1"/>
                </a:solidFill>
              </a:rPr>
              <a:t>类：</a:t>
            </a:r>
            <a:r>
              <a:rPr lang="zh-CN" altLang="en-US" sz="2400" b="1" dirty="0">
                <a:solidFill>
                  <a:schemeClr val="accent1">
                    <a:lumMod val="50000"/>
                  </a:schemeClr>
                </a:solidFill>
              </a:rPr>
              <a:t>树，二叉树，堆</a:t>
            </a:r>
            <a:endParaRPr lang="zh-CN" altLang="en-US" sz="2400" b="1" dirty="0">
              <a:solidFill>
                <a:schemeClr val="accent1">
                  <a:lumMod val="50000"/>
                </a:schemeClr>
              </a:solidFill>
            </a:endParaRPr>
          </a:p>
          <a:p>
            <a:pPr lvl="1">
              <a:lnSpc>
                <a:spcPct val="200000"/>
              </a:lnSpc>
              <a:spcBef>
                <a:spcPct val="30000"/>
              </a:spcBef>
              <a:buClr>
                <a:srgbClr val="000000"/>
              </a:buClr>
              <a:buSzPct val="60000"/>
              <a:buFont typeface="Wingdings" panose="05000000000000000000" pitchFamily="2" charset="2"/>
              <a:buChar char="l"/>
              <a:defRPr/>
            </a:pPr>
            <a:r>
              <a:rPr lang="zh-CN" altLang="en-US" sz="2400" dirty="0">
                <a:solidFill>
                  <a:schemeClr val="tx1"/>
                </a:solidFill>
              </a:rPr>
              <a:t>网状结构</a:t>
            </a:r>
            <a:r>
              <a:rPr lang="zh-CN" altLang="en-US" sz="2400" dirty="0" smtClean="0">
                <a:solidFill>
                  <a:schemeClr val="tx1"/>
                </a:solidFill>
              </a:rPr>
              <a:t>类：</a:t>
            </a:r>
            <a:r>
              <a:rPr lang="zh-CN" altLang="en-US" sz="2400" b="1" dirty="0">
                <a:solidFill>
                  <a:schemeClr val="accent1">
                    <a:lumMod val="50000"/>
                  </a:schemeClr>
                </a:solidFill>
              </a:rPr>
              <a:t>集合，图</a:t>
            </a:r>
            <a:endParaRPr lang="zh-CN" altLang="en-US" sz="2400" b="1" dirty="0">
              <a:solidFill>
                <a:schemeClr val="accent1">
                  <a:lumMod val="50000"/>
                </a:schemeClr>
              </a:solidFill>
            </a:endParaRPr>
          </a:p>
        </p:txBody>
      </p:sp>
      <p:sp>
        <p:nvSpPr>
          <p:cNvPr id="5" name="标题 4"/>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常用数据结构的逻辑划分</a:t>
            </a:r>
            <a:endParaRPr lang="zh-CN" altLang="en-US" dirty="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500"/>
                                        <p:tgtEl>
                                          <p:spTgt spid="6">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fade">
                                      <p:cBhvr>
                                        <p:cTn id="24"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p:cNvSpPr>
            <a:spLocks noGrp="1"/>
          </p:cNvSpPr>
          <p:nvPr>
            <p:ph type="title"/>
            <p:custDataLst>
              <p:tags r:id="rId1"/>
            </p:custDataLst>
          </p:nvPr>
        </p:nvSpPr>
        <p:spPr>
          <a:xfrm>
            <a:off x="1144905" y="3313271"/>
            <a:ext cx="6858000" cy="1985010"/>
          </a:xfrm>
        </p:spPr>
        <p:txBody>
          <a:bodyPr wrap="square">
            <a:normAutofit/>
          </a:bodyPr>
          <a:lstStyle/>
          <a:p>
            <a:pPr marL="0" indent="0" algn="ctr">
              <a:lnSpc>
                <a:spcPct val="100000"/>
              </a:lnSpc>
              <a:spcBef>
                <a:spcPts val="0"/>
              </a:spcBef>
              <a:spcAft>
                <a:spcPts val="0"/>
              </a:spcAft>
              <a:buSzPct val="100000"/>
            </a:pPr>
            <a:r>
              <a:rPr lang="en-US" altLang="zh-CN" sz="6000" dirty="0"/>
              <a:t>1.3  算法</a:t>
            </a:r>
            <a:endParaRPr lang="en-US" altLang="zh-CN" sz="6000" dirty="0"/>
          </a:p>
        </p:txBody>
      </p:sp>
      <p:sp>
        <p:nvSpPr>
          <p:cNvPr id="13" name="节编号"/>
          <p:cNvSpPr>
            <a:spLocks noGrp="1"/>
          </p:cNvSpPr>
          <p:nvPr>
            <p:ph type="body" sz="quarter" idx="13"/>
            <p:custDataLst>
              <p:tags r:id="rId2"/>
            </p:custDataLst>
          </p:nvPr>
        </p:nvSpPr>
        <p:spPr>
          <a:xfrm>
            <a:off x="1143000" y="1087755"/>
            <a:ext cx="6858000" cy="2069783"/>
          </a:xfrm>
        </p:spPr>
        <p:txBody>
          <a:bodyPr wrap="square">
            <a:normAutofit/>
          </a:bodyPr>
          <a:lstStyle/>
          <a:p>
            <a:r>
              <a:rPr lang="en-US" altLang="en-US" dirty="0">
                <a:sym typeface="+mn-ea"/>
              </a:rPr>
              <a:t>PART04</a:t>
            </a:r>
            <a:endParaRPr lang="en-US" altLang="en-US" dirty="0">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ripple/>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Rectangle 2"/>
          <p:cNvSpPr>
            <a:spLocks noGrp="1" noRot="1" noChangeArrowheads="1"/>
          </p:cNvSpPr>
          <p:nvPr>
            <p:custDataLst>
              <p:tags r:id="rId2"/>
            </p:custDataLst>
          </p:nvPr>
        </p:nvSpPr>
        <p:spPr>
          <a:xfrm>
            <a:off x="456300" y="1490400"/>
            <a:ext cx="8226900" cy="4759200"/>
          </a:xfrm>
          <a:prstGeom prst="rect">
            <a:avLst/>
          </a:prstGeom>
        </p:spPr>
        <p:txBody>
          <a:bodyPr vert="horz" lIns="91440" tIns="45720" rIns="91440" bIns="45720" rtlCol="0">
            <a:normAutofit fontScale="7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lnSpc>
                <a:spcPct val="150000"/>
              </a:lnSpc>
              <a:spcBef>
                <a:spcPct val="30000"/>
              </a:spcBef>
              <a:buClr>
                <a:srgbClr val="000000"/>
              </a:buClr>
              <a:buSzPct val="100000"/>
              <a:buFont typeface="Wingdings" panose="05000000000000000000" pitchFamily="2" charset="2"/>
              <a:buChar char=""/>
              <a:defRPr/>
            </a:pPr>
            <a:r>
              <a:rPr lang="zh-CN" altLang="en-US" sz="2800" dirty="0" smtClean="0">
                <a:solidFill>
                  <a:schemeClr val="tx1"/>
                </a:solidFill>
              </a:rPr>
              <a:t> 算</a:t>
            </a:r>
            <a:r>
              <a:rPr lang="zh-CN" altLang="en-US" sz="2800" dirty="0">
                <a:solidFill>
                  <a:schemeClr val="tx1"/>
                </a:solidFill>
              </a:rPr>
              <a:t>法（</a:t>
            </a:r>
            <a:r>
              <a:rPr lang="en-US" altLang="zh-CN" sz="2800" dirty="0">
                <a:solidFill>
                  <a:schemeClr val="tx1"/>
                </a:solidFill>
              </a:rPr>
              <a:t>Algorithm)</a:t>
            </a:r>
            <a:endParaRPr lang="en-US" altLang="zh-CN" sz="2800" dirty="0">
              <a:solidFill>
                <a:schemeClr val="tx1"/>
              </a:solidFill>
            </a:endParaRPr>
          </a:p>
          <a:p>
            <a:pPr lvl="1" eaLnBrk="1" hangingPunct="1">
              <a:lnSpc>
                <a:spcPct val="150000"/>
              </a:lnSpc>
              <a:spcBef>
                <a:spcPct val="30000"/>
              </a:spcBef>
              <a:buClr>
                <a:srgbClr val="000000"/>
              </a:buClr>
              <a:buSzPct val="60000"/>
              <a:buFont typeface="Wingdings" panose="05000000000000000000" pitchFamily="2" charset="2"/>
              <a:buChar char="l"/>
              <a:defRPr/>
            </a:pPr>
            <a:r>
              <a:rPr lang="zh-CN" altLang="en-US" sz="2400" dirty="0" smtClean="0">
                <a:solidFill>
                  <a:schemeClr val="tx1"/>
                </a:solidFill>
              </a:rPr>
              <a:t>是解题的步骤，是指令的有限序列</a:t>
            </a:r>
            <a:endParaRPr lang="en-US" altLang="zh-CN" sz="2400" dirty="0" smtClean="0">
              <a:solidFill>
                <a:schemeClr val="tx1"/>
              </a:solidFill>
            </a:endParaRPr>
          </a:p>
          <a:p>
            <a:pPr lvl="1" eaLnBrk="1" hangingPunct="1">
              <a:lnSpc>
                <a:spcPct val="150000"/>
              </a:lnSpc>
              <a:spcBef>
                <a:spcPct val="30000"/>
              </a:spcBef>
              <a:buClr>
                <a:srgbClr val="000000"/>
              </a:buClr>
              <a:buSzPct val="60000"/>
              <a:buFont typeface="Wingdings" panose="05000000000000000000" pitchFamily="2" charset="2"/>
              <a:buChar char="l"/>
              <a:defRPr/>
            </a:pPr>
            <a:r>
              <a:rPr lang="zh-CN" altLang="en-US" sz="2400" dirty="0">
                <a:solidFill>
                  <a:schemeClr val="tx1"/>
                </a:solidFill>
              </a:rPr>
              <a:t>规</a:t>
            </a:r>
            <a:r>
              <a:rPr lang="zh-CN" altLang="en-US" sz="2400" dirty="0" smtClean="0">
                <a:solidFill>
                  <a:schemeClr val="tx1"/>
                </a:solidFill>
              </a:rPr>
              <a:t>定了解决某一特定类型问题的一系列运算</a:t>
            </a:r>
            <a:endParaRPr lang="en-US" altLang="zh-CN" sz="2400" dirty="0" smtClean="0">
              <a:solidFill>
                <a:schemeClr val="tx1"/>
              </a:solidFill>
            </a:endParaRPr>
          </a:p>
          <a:p>
            <a:pPr lvl="1" eaLnBrk="1" hangingPunct="1">
              <a:lnSpc>
                <a:spcPct val="150000"/>
              </a:lnSpc>
              <a:spcBef>
                <a:spcPct val="30000"/>
              </a:spcBef>
              <a:buClr>
                <a:srgbClr val="000000"/>
              </a:buClr>
              <a:buSzPct val="60000"/>
              <a:buFont typeface="Wingdings" panose="05000000000000000000" pitchFamily="2" charset="2"/>
              <a:buChar char="l"/>
              <a:defRPr/>
            </a:pPr>
            <a:r>
              <a:rPr lang="zh-CN" altLang="en-US" sz="2400" dirty="0" smtClean="0">
                <a:solidFill>
                  <a:schemeClr val="tx1"/>
                </a:solidFill>
              </a:rPr>
              <a:t>是对解题方案的准确与完整的描述</a:t>
            </a:r>
            <a:endParaRPr lang="en-US" altLang="zh-CN" sz="2400" dirty="0" smtClean="0">
              <a:solidFill>
                <a:schemeClr val="tx1"/>
              </a:solidFill>
            </a:endParaRPr>
          </a:p>
          <a:p>
            <a:pPr marL="342900" lvl="1" indent="-342900">
              <a:lnSpc>
                <a:spcPct val="150000"/>
              </a:lnSpc>
              <a:spcBef>
                <a:spcPct val="30000"/>
              </a:spcBef>
              <a:buClr>
                <a:srgbClr val="000000"/>
              </a:buClr>
              <a:buSzPct val="100000"/>
              <a:buFont typeface="Wingdings" panose="05000000000000000000" pitchFamily="2" charset="2"/>
              <a:buChar char=""/>
              <a:defRPr/>
            </a:pPr>
            <a:r>
              <a:rPr lang="zh-CN" altLang="en-US" dirty="0">
                <a:solidFill>
                  <a:schemeClr val="tx1"/>
                </a:solidFill>
              </a:rPr>
              <a:t> </a:t>
            </a:r>
            <a:r>
              <a:rPr lang="zh-CN" altLang="en-US" dirty="0" smtClean="0">
                <a:solidFill>
                  <a:schemeClr val="tx1"/>
                </a:solidFill>
              </a:rPr>
              <a:t>算法的基本特征</a:t>
            </a:r>
            <a:endParaRPr lang="en-US" altLang="zh-CN" dirty="0">
              <a:solidFill>
                <a:schemeClr val="tx1"/>
              </a:solidFill>
            </a:endParaRPr>
          </a:p>
          <a:p>
            <a:pPr lvl="1">
              <a:lnSpc>
                <a:spcPct val="150000"/>
              </a:lnSpc>
              <a:spcBef>
                <a:spcPct val="30000"/>
              </a:spcBef>
              <a:buClr>
                <a:srgbClr val="000000"/>
              </a:buClr>
              <a:buSzPct val="60000"/>
              <a:buFont typeface="Wingdings" panose="05000000000000000000" pitchFamily="2" charset="2"/>
              <a:buChar char="l"/>
              <a:defRPr/>
            </a:pPr>
            <a:r>
              <a:rPr lang="zh-CN" altLang="en-US" sz="2400" b="1" dirty="0">
                <a:solidFill>
                  <a:schemeClr val="accent1">
                    <a:lumMod val="50000"/>
                  </a:schemeClr>
                </a:solidFill>
              </a:rPr>
              <a:t>有穷性、确定性、输入、输出、可行性 </a:t>
            </a:r>
            <a:endParaRPr lang="en-US" altLang="zh-CN" sz="2400" b="1" dirty="0">
              <a:solidFill>
                <a:schemeClr val="accent1">
                  <a:lumMod val="50000"/>
                </a:schemeClr>
              </a:solidFill>
            </a:endParaRPr>
          </a:p>
          <a:p>
            <a:pPr marL="342900" lvl="1" indent="-342900">
              <a:lnSpc>
                <a:spcPct val="150000"/>
              </a:lnSpc>
              <a:spcBef>
                <a:spcPct val="30000"/>
              </a:spcBef>
              <a:buClr>
                <a:srgbClr val="000000"/>
              </a:buClr>
              <a:buSzPct val="100000"/>
              <a:buFont typeface="Wingdings" panose="05000000000000000000" pitchFamily="2" charset="2"/>
              <a:buChar char=""/>
              <a:defRPr/>
            </a:pPr>
            <a:r>
              <a:rPr lang="zh-CN" altLang="en-US" dirty="0" smtClean="0">
                <a:solidFill>
                  <a:schemeClr val="tx1"/>
                </a:solidFill>
              </a:rPr>
              <a:t> 算</a:t>
            </a:r>
            <a:r>
              <a:rPr lang="zh-CN" altLang="en-US" dirty="0">
                <a:solidFill>
                  <a:schemeClr val="tx1"/>
                </a:solidFill>
              </a:rPr>
              <a:t>法设计的一般过程</a:t>
            </a:r>
            <a:endParaRPr lang="en-US" altLang="zh-CN" dirty="0">
              <a:solidFill>
                <a:schemeClr val="tx1"/>
              </a:solidFill>
            </a:endParaRPr>
          </a:p>
          <a:p>
            <a:pPr lvl="1" eaLnBrk="1" hangingPunct="1">
              <a:lnSpc>
                <a:spcPct val="150000"/>
              </a:lnSpc>
              <a:spcBef>
                <a:spcPct val="30000"/>
              </a:spcBef>
              <a:buClr>
                <a:srgbClr val="000000"/>
              </a:buClr>
              <a:buSzPct val="60000"/>
              <a:buFont typeface="Wingdings" panose="05000000000000000000" pitchFamily="2" charset="2"/>
              <a:buChar char="l"/>
              <a:defRPr/>
            </a:pPr>
            <a:r>
              <a:rPr lang="zh-CN" altLang="en-US" sz="2400" dirty="0" smtClean="0">
                <a:solidFill>
                  <a:schemeClr val="tx1"/>
                </a:solidFill>
              </a:rPr>
              <a:t>设计、确认、分析、编码、测试、调试</a:t>
            </a:r>
            <a:endParaRPr lang="zh-CN" altLang="en-US" sz="2400" dirty="0" smtClean="0">
              <a:solidFill>
                <a:schemeClr val="tx1"/>
              </a:solidFill>
            </a:endParaRPr>
          </a:p>
        </p:txBody>
      </p:sp>
      <p:sp>
        <p:nvSpPr>
          <p:cNvPr id="5" name="标题 4"/>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算法的概念</a:t>
            </a:r>
            <a:endParaRPr lang="zh-CN" altLang="en-US" dirty="0">
              <a:sym typeface="+mn-ea"/>
            </a:endParaRPr>
          </a:p>
        </p:txBody>
      </p:sp>
    </p:spTree>
    <p:custDataLst>
      <p:tags r:id="rId4"/>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18"/>
          <p:cNvSpPr>
            <a:spLocks noGrp="1"/>
          </p:cNvSpPr>
          <p:nvPr>
            <p:ph idx="1"/>
            <p:custDataLst>
              <p:tags r:id="rId1"/>
            </p:custDataLst>
          </p:nvPr>
        </p:nvSpPr>
        <p:spPr/>
        <p:txBody>
          <a:bodyPr/>
          <a:p>
            <a:endParaRPr lang="zh-CN" altLang="en-US"/>
          </a:p>
        </p:txBody>
      </p:sp>
      <p:pic>
        <p:nvPicPr>
          <p:cNvPr id="9" name="Picture 3" descr="计算机求解问题的过程 "/>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3346896" y="836613"/>
            <a:ext cx="3875087" cy="567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4"/>
          <p:cNvSpPr>
            <a:spLocks noChangeArrowheads="1"/>
          </p:cNvSpPr>
          <p:nvPr>
            <p:custDataLst>
              <p:tags r:id="rId4"/>
            </p:custDataLst>
          </p:nvPr>
        </p:nvSpPr>
        <p:spPr bwMode="auto">
          <a:xfrm>
            <a:off x="3346896" y="2403414"/>
            <a:ext cx="2952750" cy="540194"/>
          </a:xfrm>
          <a:prstGeom prst="ellipse">
            <a:avLst/>
          </a:prstGeom>
          <a:noFill/>
          <a:ln w="57150" algn="ctr">
            <a:solidFill>
              <a:schemeClr val="accent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eaLnBrk="1" hangingPunct="1"/>
            <a:endParaRPr lang="zh-CN" altLang="en-US">
              <a:solidFill>
                <a:schemeClr val="tx1"/>
              </a:solidFill>
            </a:endParaRPr>
          </a:p>
        </p:txBody>
      </p:sp>
      <p:sp>
        <p:nvSpPr>
          <p:cNvPr id="11" name="Rectangle 6"/>
          <p:cNvSpPr>
            <a:spLocks noChangeArrowheads="1"/>
          </p:cNvSpPr>
          <p:nvPr>
            <p:custDataLst>
              <p:tags r:id="rId5"/>
            </p:custDataLst>
          </p:nvPr>
        </p:nvSpPr>
        <p:spPr bwMode="auto">
          <a:xfrm>
            <a:off x="6731446" y="4941888"/>
            <a:ext cx="2305050" cy="11525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normAutofit/>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ctr"/>
            <a:r>
              <a:rPr lang="zh-CN" altLang="en-US" sz="2200" dirty="0">
                <a:solidFill>
                  <a:schemeClr val="accent1">
                    <a:lumMod val="50000"/>
                  </a:schemeClr>
                </a:solidFill>
                <a:latin typeface="+mn-lt"/>
                <a:ea typeface="+mn-ea"/>
              </a:rPr>
              <a:t>程序设计语言</a:t>
            </a:r>
            <a:endParaRPr lang="zh-CN" altLang="en-US" sz="2200" dirty="0">
              <a:solidFill>
                <a:schemeClr val="accent1">
                  <a:lumMod val="50000"/>
                </a:schemeClr>
              </a:solidFill>
              <a:latin typeface="+mn-lt"/>
              <a:ea typeface="+mn-ea"/>
            </a:endParaRPr>
          </a:p>
          <a:p>
            <a:pPr algn="ctr"/>
            <a:r>
              <a:rPr lang="en-US" altLang="zh-CN" sz="2200" dirty="0">
                <a:solidFill>
                  <a:schemeClr val="accent1">
                    <a:lumMod val="50000"/>
                  </a:schemeClr>
                </a:solidFill>
                <a:latin typeface="+mn-lt"/>
                <a:ea typeface="+mn-ea"/>
              </a:rPr>
              <a:t>+</a:t>
            </a:r>
            <a:endParaRPr lang="en-US" altLang="zh-CN" sz="2200" dirty="0">
              <a:solidFill>
                <a:schemeClr val="accent1">
                  <a:lumMod val="50000"/>
                </a:schemeClr>
              </a:solidFill>
              <a:latin typeface="+mn-lt"/>
              <a:ea typeface="+mn-ea"/>
            </a:endParaRPr>
          </a:p>
          <a:p>
            <a:pPr algn="ctr"/>
            <a:r>
              <a:rPr lang="zh-CN" altLang="en-US" sz="2200" dirty="0">
                <a:solidFill>
                  <a:schemeClr val="accent1">
                    <a:lumMod val="50000"/>
                  </a:schemeClr>
                </a:solidFill>
                <a:latin typeface="+mn-lt"/>
                <a:ea typeface="+mn-ea"/>
              </a:rPr>
              <a:t>开发调试工具</a:t>
            </a:r>
            <a:endParaRPr lang="zh-CN" altLang="en-US" sz="2200" dirty="0">
              <a:solidFill>
                <a:schemeClr val="accent1">
                  <a:lumMod val="50000"/>
                </a:schemeClr>
              </a:solidFill>
              <a:latin typeface="+mn-lt"/>
              <a:ea typeface="+mn-ea"/>
            </a:endParaRPr>
          </a:p>
        </p:txBody>
      </p:sp>
      <p:sp>
        <p:nvSpPr>
          <p:cNvPr id="12" name="Rectangle 7"/>
          <p:cNvSpPr>
            <a:spLocks noChangeArrowheads="1"/>
          </p:cNvSpPr>
          <p:nvPr>
            <p:custDataLst>
              <p:tags r:id="rId6"/>
            </p:custDataLst>
          </p:nvPr>
        </p:nvSpPr>
        <p:spPr bwMode="auto">
          <a:xfrm>
            <a:off x="144041" y="2275607"/>
            <a:ext cx="2771775" cy="4572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r"/>
            <a:r>
              <a:rPr lang="zh-CN" altLang="en-US" sz="2400" dirty="0">
                <a:solidFill>
                  <a:schemeClr val="accent1">
                    <a:lumMod val="50000"/>
                  </a:schemeClr>
                </a:solidFill>
                <a:latin typeface="+mn-lt"/>
                <a:ea typeface="+mn-ea"/>
              </a:rPr>
              <a:t>算法：程序的灵魂</a:t>
            </a:r>
            <a:endParaRPr lang="zh-CN" altLang="en-US" sz="2400" dirty="0">
              <a:solidFill>
                <a:schemeClr val="accent1">
                  <a:lumMod val="50000"/>
                </a:schemeClr>
              </a:solidFill>
              <a:latin typeface="+mn-lt"/>
              <a:ea typeface="+mn-ea"/>
            </a:endParaRPr>
          </a:p>
        </p:txBody>
      </p:sp>
      <p:sp>
        <p:nvSpPr>
          <p:cNvPr id="13" name="Rectangle 8"/>
          <p:cNvSpPr>
            <a:spLocks noChangeArrowheads="1"/>
          </p:cNvSpPr>
          <p:nvPr>
            <p:custDataLst>
              <p:tags r:id="rId7"/>
            </p:custDataLst>
          </p:nvPr>
        </p:nvSpPr>
        <p:spPr bwMode="auto">
          <a:xfrm>
            <a:off x="184186" y="1052736"/>
            <a:ext cx="2691484" cy="81597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ctr"/>
            <a:r>
              <a:rPr lang="zh-CN" altLang="en-US" sz="2400" dirty="0">
                <a:solidFill>
                  <a:schemeClr val="accent1">
                    <a:lumMod val="50000"/>
                  </a:schemeClr>
                </a:solidFill>
                <a:latin typeface="+mn-lt"/>
                <a:ea typeface="+mn-ea"/>
              </a:rPr>
              <a:t>数据结构：</a:t>
            </a:r>
            <a:endParaRPr lang="zh-CN" altLang="en-US" sz="2400" dirty="0">
              <a:solidFill>
                <a:schemeClr val="accent1">
                  <a:lumMod val="50000"/>
                </a:schemeClr>
              </a:solidFill>
              <a:latin typeface="+mn-lt"/>
              <a:ea typeface="+mn-ea"/>
            </a:endParaRPr>
          </a:p>
          <a:p>
            <a:pPr algn="ctr"/>
            <a:r>
              <a:rPr lang="zh-CN" altLang="en-US" sz="2400" dirty="0">
                <a:solidFill>
                  <a:schemeClr val="accent1">
                    <a:lumMod val="50000"/>
                  </a:schemeClr>
                </a:solidFill>
                <a:latin typeface="+mn-lt"/>
                <a:ea typeface="+mn-ea"/>
              </a:rPr>
              <a:t>算法设计的关键</a:t>
            </a:r>
            <a:endParaRPr lang="zh-CN" altLang="en-US" sz="2400" dirty="0">
              <a:solidFill>
                <a:schemeClr val="accent1">
                  <a:lumMod val="50000"/>
                </a:schemeClr>
              </a:solidFill>
              <a:latin typeface="+mn-lt"/>
              <a:ea typeface="+mn-ea"/>
            </a:endParaRPr>
          </a:p>
        </p:txBody>
      </p:sp>
      <p:sp>
        <p:nvSpPr>
          <p:cNvPr id="14" name="矩形 13"/>
          <p:cNvSpPr/>
          <p:nvPr>
            <p:custDataLst>
              <p:tags r:id="rId8"/>
            </p:custDataLst>
          </p:nvPr>
        </p:nvSpPr>
        <p:spPr>
          <a:xfrm>
            <a:off x="266018" y="3107878"/>
            <a:ext cx="2527820" cy="1863090"/>
          </a:xfrm>
          <a:prstGeom prst="rect">
            <a:avLst/>
          </a:prstGeom>
        </p:spPr>
        <p:txBody>
          <a:bodyPr wrap="square">
            <a:normAutofit/>
          </a:bodyPr>
          <a:lstStyle/>
          <a:p>
            <a:pPr algn="ctr">
              <a:lnSpc>
                <a:spcPct val="160000"/>
              </a:lnSpc>
              <a:spcBef>
                <a:spcPct val="45000"/>
              </a:spcBef>
            </a:pPr>
            <a:r>
              <a:rPr lang="zh-CN" altLang="en-US" sz="2400" dirty="0">
                <a:solidFill>
                  <a:schemeClr val="tx1"/>
                </a:solidFill>
                <a:latin typeface="+mn-lt"/>
                <a:ea typeface="+mn-ea"/>
              </a:rPr>
              <a:t>算法和数据结构设计是程序设计的核心关键环节</a:t>
            </a:r>
            <a:endParaRPr lang="zh-CN" altLang="en-US" sz="2400" dirty="0">
              <a:solidFill>
                <a:schemeClr val="tx1"/>
              </a:solidFill>
              <a:latin typeface="+mn-lt"/>
              <a:ea typeface="+mn-ea"/>
            </a:endParaRPr>
          </a:p>
        </p:txBody>
      </p:sp>
      <p:sp>
        <p:nvSpPr>
          <p:cNvPr id="15" name="矩形 14"/>
          <p:cNvSpPr/>
          <p:nvPr>
            <p:custDataLst>
              <p:tags r:id="rId9"/>
            </p:custDataLst>
          </p:nvPr>
        </p:nvSpPr>
        <p:spPr>
          <a:xfrm>
            <a:off x="243259" y="5109633"/>
            <a:ext cx="2573338" cy="1272540"/>
          </a:xfrm>
          <a:prstGeom prst="rect">
            <a:avLst/>
          </a:prstGeom>
        </p:spPr>
        <p:txBody>
          <a:bodyPr wrap="square">
            <a:normAutofit/>
          </a:bodyPr>
          <a:lstStyle/>
          <a:p>
            <a:pPr marL="0" lvl="1" algn="ctr">
              <a:lnSpc>
                <a:spcPct val="160000"/>
              </a:lnSpc>
              <a:spcBef>
                <a:spcPct val="45000"/>
              </a:spcBef>
              <a:buSzPct val="85000"/>
            </a:pPr>
            <a:r>
              <a:rPr lang="zh-CN" altLang="en-US" sz="2400" dirty="0">
                <a:solidFill>
                  <a:schemeClr val="tx1"/>
                </a:solidFill>
                <a:latin typeface="+mn-lt"/>
                <a:ea typeface="+mn-ea"/>
              </a:rPr>
              <a:t>对算法性能起决定性作用</a:t>
            </a:r>
            <a:endParaRPr lang="zh-CN" altLang="en-US" sz="2400" dirty="0">
              <a:solidFill>
                <a:schemeClr val="tx1"/>
              </a:solidFill>
              <a:latin typeface="+mn-lt"/>
              <a:ea typeface="+mn-ea"/>
            </a:endParaRPr>
          </a:p>
        </p:txBody>
      </p:sp>
      <p:sp>
        <p:nvSpPr>
          <p:cNvPr id="16" name="Oval 4"/>
          <p:cNvSpPr>
            <a:spLocks noChangeArrowheads="1"/>
          </p:cNvSpPr>
          <p:nvPr>
            <p:custDataLst>
              <p:tags r:id="rId10"/>
            </p:custDataLst>
          </p:nvPr>
        </p:nvSpPr>
        <p:spPr bwMode="auto">
          <a:xfrm>
            <a:off x="3346896" y="3176838"/>
            <a:ext cx="2952750" cy="540194"/>
          </a:xfrm>
          <a:prstGeom prst="ellipse">
            <a:avLst/>
          </a:prstGeom>
          <a:noFill/>
          <a:ln w="57150" algn="ctr">
            <a:solidFill>
              <a:schemeClr val="accent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eaLnBrk="1" hangingPunct="1"/>
            <a:endParaRPr lang="zh-CN" altLang="en-US">
              <a:solidFill>
                <a:schemeClr val="tx1"/>
              </a:solidFill>
            </a:endParaRPr>
          </a:p>
        </p:txBody>
      </p:sp>
      <p:sp>
        <p:nvSpPr>
          <p:cNvPr id="17" name="Oval 4"/>
          <p:cNvSpPr>
            <a:spLocks noChangeArrowheads="1"/>
          </p:cNvSpPr>
          <p:nvPr>
            <p:custDataLst>
              <p:tags r:id="rId11"/>
            </p:custDataLst>
          </p:nvPr>
        </p:nvSpPr>
        <p:spPr bwMode="auto">
          <a:xfrm>
            <a:off x="3344991" y="5248053"/>
            <a:ext cx="2952750" cy="540194"/>
          </a:xfrm>
          <a:prstGeom prst="ellipse">
            <a:avLst/>
          </a:prstGeom>
          <a:noFill/>
          <a:ln w="57150" algn="ctr">
            <a:solidFill>
              <a:schemeClr val="accent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eaLnBrk="1" hangingPunct="1"/>
            <a:endParaRPr lang="zh-CN" altLang="en-US">
              <a:solidFill>
                <a:schemeClr val="tx1"/>
              </a:solidFill>
            </a:endParaRPr>
          </a:p>
        </p:txBody>
      </p:sp>
      <p:sp>
        <p:nvSpPr>
          <p:cNvPr id="18" name="Oval 4"/>
          <p:cNvSpPr>
            <a:spLocks noChangeArrowheads="1"/>
          </p:cNvSpPr>
          <p:nvPr>
            <p:custDataLst>
              <p:tags r:id="rId12"/>
            </p:custDataLst>
          </p:nvPr>
        </p:nvSpPr>
        <p:spPr bwMode="auto">
          <a:xfrm>
            <a:off x="3344991" y="3868929"/>
            <a:ext cx="2952750" cy="1273749"/>
          </a:xfrm>
          <a:prstGeom prst="ellipse">
            <a:avLst/>
          </a:prstGeom>
          <a:noFill/>
          <a:ln w="57150" algn="ctr">
            <a:solidFill>
              <a:schemeClr val="accent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eaLnBrk="1" hangingPunct="1"/>
            <a:endParaRPr lang="zh-CN" altLang="en-US">
              <a:solidFill>
                <a:schemeClr val="tx1"/>
              </a:solidFill>
            </a:endParaRPr>
          </a:p>
        </p:txBody>
      </p:sp>
      <p:sp>
        <p:nvSpPr>
          <p:cNvPr id="7" name="标题 6"/>
          <p:cNvSpPr>
            <a:spLocks noGrp="1"/>
          </p:cNvSpPr>
          <p:nvPr>
            <p:ph type="title"/>
            <p:custDataLst>
              <p:tags r:id="rId13"/>
            </p:custDataLst>
          </p:nvPr>
        </p:nvSpPr>
        <p:spPr/>
        <p:txBody>
          <a:bodyPr vert="horz" wrap="square" lIns="0" tIns="0" rIns="0" bIns="0" rtlCol="0" anchor="ctr">
            <a:normAutofit/>
          </a:bodyPr>
          <a:lstStyle/>
          <a:p>
            <a:pPr lvl="0" algn="l">
              <a:buClrTx/>
              <a:buSzTx/>
              <a:buFontTx/>
            </a:pPr>
            <a:r>
              <a:rPr lang="zh-CN" altLang="en-US" dirty="0">
                <a:sym typeface="+mn-ea"/>
              </a:rPr>
              <a:t>采用计算机求解问题的过程</a:t>
            </a:r>
            <a:endParaRPr lang="zh-CN" altLang="en-US" dirty="0">
              <a:sym typeface="+mn-ea"/>
            </a:endParaRPr>
          </a:p>
        </p:txBody>
      </p:sp>
    </p:spTree>
    <p:custDataLst>
      <p:tags r:id="rId14"/>
    </p:custData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heel(1)">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heel(1)">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heel(1)">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dissolv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heel(1)">
                                      <p:cBhvr>
                                        <p:cTn id="52" dur="500"/>
                                        <p:tgtEl>
                                          <p:spTgt spid="18"/>
                                        </p:tgtEl>
                                      </p:cBhvr>
                                    </p:animEffect>
                                  </p:childTnLst>
                                </p:cTn>
                              </p:par>
                              <p:par>
                                <p:cTn id="53" presetID="10" presetClass="exit" presetSubtype="0" fill="hold" grpId="1" nodeType="withEffect">
                                  <p:stCondLst>
                                    <p:cond delay="0"/>
                                  </p:stCondLst>
                                  <p:childTnLst>
                                    <p:animEffect transition="out" filter="fade">
                                      <p:cBhvr>
                                        <p:cTn id="54" dur="500"/>
                                        <p:tgtEl>
                                          <p:spTgt spid="10"/>
                                        </p:tgtEl>
                                      </p:cBhvr>
                                    </p:animEffect>
                                    <p:set>
                                      <p:cBhvr>
                                        <p:cTn id="55" dur="1" fill="hold">
                                          <p:stCondLst>
                                            <p:cond delay="499"/>
                                          </p:stCondLst>
                                        </p:cTn>
                                        <p:tgtEl>
                                          <p:spTgt spid="10"/>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16"/>
                                        </p:tgtEl>
                                      </p:cBhvr>
                                    </p:animEffect>
                                    <p:set>
                                      <p:cBhvr>
                                        <p:cTn id="58" dur="1" fill="hold">
                                          <p:stCondLst>
                                            <p:cond delay="499"/>
                                          </p:stCondLst>
                                        </p:cTn>
                                        <p:tgtEl>
                                          <p:spTgt spid="16"/>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17"/>
                                        </p:tgtEl>
                                      </p:cBhvr>
                                    </p:animEffect>
                                    <p:set>
                                      <p:cBhvr>
                                        <p:cTn id="61"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0" grpId="1" bldLvl="0" animBg="1"/>
      <p:bldP spid="11" grpId="0"/>
      <p:bldP spid="12" grpId="0"/>
      <p:bldP spid="13" grpId="0"/>
      <p:bldP spid="14" grpId="0"/>
      <p:bldP spid="15" grpId="0"/>
      <p:bldP spid="16" grpId="0" bldLvl="0" animBg="1"/>
      <p:bldP spid="16" grpId="1" bldLvl="0" animBg="1"/>
      <p:bldP spid="17" grpId="0" bldLvl="0" animBg="1"/>
      <p:bldP spid="17" grpId="1" bldLvl="0" animBg="1"/>
      <p:bldP spid="18"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Rectangle 2"/>
          <p:cNvSpPr>
            <a:spLocks noGrp="1" noRot="1" noChangeArrowheads="1"/>
          </p:cNvSpPr>
          <p:nvPr>
            <p:custDataLst>
              <p:tags r:id="rId2"/>
            </p:custDataLst>
          </p:nvPr>
        </p:nvSpPr>
        <p:spPr>
          <a:xfrm>
            <a:off x="456300" y="1490400"/>
            <a:ext cx="8226900" cy="4759200"/>
          </a:xfrm>
          <a:prstGeom prst="rect">
            <a:avLst/>
          </a:prstGeom>
        </p:spPr>
        <p:txBody>
          <a:bodyPr vert="horz" lIns="91440" tIns="45720" rIns="91440" bIns="45720"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lnSpc>
                <a:spcPct val="150000"/>
              </a:lnSpc>
              <a:spcBef>
                <a:spcPts val="1200"/>
              </a:spcBef>
              <a:buClr>
                <a:srgbClr val="000000"/>
              </a:buClr>
              <a:buSzPct val="100000"/>
              <a:buFont typeface="Wingdings" panose="05000000000000000000" pitchFamily="2" charset="2"/>
              <a:buChar char=""/>
              <a:defRPr/>
            </a:pPr>
            <a:r>
              <a:rPr lang="zh-CN" altLang="en-US" sz="2800" dirty="0" smtClean="0">
                <a:solidFill>
                  <a:schemeClr val="tx1"/>
                </a:solidFill>
              </a:rPr>
              <a:t> 算</a:t>
            </a:r>
            <a:r>
              <a:rPr lang="zh-CN" altLang="en-US" sz="2800" dirty="0">
                <a:solidFill>
                  <a:schemeClr val="tx1"/>
                </a:solidFill>
              </a:rPr>
              <a:t>法描述</a:t>
            </a:r>
            <a:endParaRPr lang="en-US" altLang="zh-CN" sz="2800" dirty="0">
              <a:solidFill>
                <a:schemeClr val="tx1"/>
              </a:solidFill>
            </a:endParaRPr>
          </a:p>
          <a:p>
            <a:pPr lvl="1">
              <a:lnSpc>
                <a:spcPct val="150000"/>
              </a:lnSpc>
              <a:spcBef>
                <a:spcPts val="1200"/>
              </a:spcBef>
              <a:buClr>
                <a:srgbClr val="000000"/>
              </a:buClr>
              <a:buSzPct val="60000"/>
              <a:buFont typeface="Wingdings" panose="05000000000000000000" pitchFamily="2" charset="2"/>
              <a:buChar char="l"/>
              <a:defRPr/>
            </a:pPr>
            <a:r>
              <a:rPr lang="zh-CN" altLang="en-US" sz="2400" dirty="0">
                <a:solidFill>
                  <a:schemeClr val="tx1"/>
                </a:solidFill>
              </a:rPr>
              <a:t>可以用自然语言，框图、程序设计语言等多种方式来描述</a:t>
            </a:r>
            <a:endParaRPr lang="en-US" altLang="zh-CN" sz="2400" dirty="0">
              <a:solidFill>
                <a:schemeClr val="tx1"/>
              </a:solidFill>
            </a:endParaRPr>
          </a:p>
          <a:p>
            <a:pPr>
              <a:lnSpc>
                <a:spcPct val="150000"/>
              </a:lnSpc>
              <a:spcBef>
                <a:spcPts val="1200"/>
              </a:spcBef>
              <a:buClr>
                <a:srgbClr val="000000"/>
              </a:buClr>
              <a:buSzPct val="100000"/>
              <a:buFont typeface="Wingdings" panose="05000000000000000000" pitchFamily="2" charset="2"/>
              <a:buChar char=""/>
              <a:defRPr/>
            </a:pPr>
            <a:r>
              <a:rPr lang="zh-CN" altLang="en-US" sz="2800" dirty="0" smtClean="0">
                <a:solidFill>
                  <a:schemeClr val="tx1"/>
                </a:solidFill>
              </a:rPr>
              <a:t> 算</a:t>
            </a:r>
            <a:r>
              <a:rPr lang="zh-CN" altLang="en-US" sz="2800" dirty="0">
                <a:solidFill>
                  <a:schemeClr val="tx1"/>
                </a:solidFill>
              </a:rPr>
              <a:t>法分</a:t>
            </a:r>
            <a:r>
              <a:rPr lang="zh-CN" altLang="en-US" sz="2800" dirty="0" smtClean="0">
                <a:solidFill>
                  <a:schemeClr val="tx1"/>
                </a:solidFill>
              </a:rPr>
              <a:t>析的内涵</a:t>
            </a:r>
            <a:endParaRPr lang="en-US" altLang="zh-CN" sz="2800" dirty="0">
              <a:solidFill>
                <a:schemeClr val="tx1"/>
              </a:solidFill>
            </a:endParaRPr>
          </a:p>
          <a:p>
            <a:pPr lvl="1">
              <a:lnSpc>
                <a:spcPct val="150000"/>
              </a:lnSpc>
              <a:spcBef>
                <a:spcPts val="1200"/>
              </a:spcBef>
              <a:buClr>
                <a:srgbClr val="000000"/>
              </a:buClr>
              <a:buSzPct val="60000"/>
              <a:buFont typeface="Wingdings" panose="05000000000000000000" pitchFamily="2" charset="2"/>
              <a:buChar char="l"/>
              <a:defRPr/>
            </a:pPr>
            <a:r>
              <a:rPr lang="zh-CN" altLang="en-US" sz="2400" dirty="0">
                <a:solidFill>
                  <a:schemeClr val="tx1"/>
                </a:solidFill>
              </a:rPr>
              <a:t>正确性、可读性、健壮性、高效性</a:t>
            </a:r>
            <a:endParaRPr lang="en-US" altLang="zh-CN" sz="2400" dirty="0">
              <a:solidFill>
                <a:schemeClr val="tx1"/>
              </a:solidFill>
            </a:endParaRPr>
          </a:p>
          <a:p>
            <a:pPr lvl="1">
              <a:lnSpc>
                <a:spcPct val="150000"/>
              </a:lnSpc>
              <a:spcBef>
                <a:spcPts val="1200"/>
              </a:spcBef>
              <a:buClr>
                <a:srgbClr val="000000"/>
              </a:buClr>
              <a:buSzPct val="60000"/>
              <a:buFont typeface="Wingdings" panose="05000000000000000000" pitchFamily="2" charset="2"/>
              <a:buChar char="l"/>
              <a:defRPr/>
            </a:pPr>
            <a:r>
              <a:rPr lang="zh-CN" altLang="zh-CN" sz="2400" dirty="0">
                <a:solidFill>
                  <a:schemeClr val="tx1"/>
                </a:solidFill>
              </a:rPr>
              <a:t>健壮</a:t>
            </a:r>
            <a:r>
              <a:rPr lang="zh-CN" altLang="zh-CN" sz="2400" dirty="0" smtClean="0">
                <a:solidFill>
                  <a:schemeClr val="tx1"/>
                </a:solidFill>
              </a:rPr>
              <a:t>性</a:t>
            </a:r>
            <a:r>
              <a:rPr lang="zh-CN" altLang="en-US" sz="2400" dirty="0" smtClean="0">
                <a:solidFill>
                  <a:schemeClr val="tx1"/>
                </a:solidFill>
              </a:rPr>
              <a:t>：</a:t>
            </a:r>
            <a:r>
              <a:rPr lang="zh-CN" altLang="zh-CN" sz="2400" dirty="0" smtClean="0">
                <a:solidFill>
                  <a:schemeClr val="tx1"/>
                </a:solidFill>
              </a:rPr>
              <a:t>算</a:t>
            </a:r>
            <a:r>
              <a:rPr lang="zh-CN" altLang="zh-CN" sz="2400" dirty="0">
                <a:solidFill>
                  <a:schemeClr val="tx1"/>
                </a:solidFill>
              </a:rPr>
              <a:t>法在异常情况下</a:t>
            </a:r>
            <a:r>
              <a:rPr lang="zh-CN" altLang="en-US" sz="2400" dirty="0">
                <a:solidFill>
                  <a:schemeClr val="tx1"/>
                </a:solidFill>
              </a:rPr>
              <a:t>性</a:t>
            </a:r>
            <a:r>
              <a:rPr lang="zh-CN" altLang="en-US" sz="2400" dirty="0" smtClean="0">
                <a:solidFill>
                  <a:schemeClr val="tx1"/>
                </a:solidFill>
              </a:rPr>
              <a:t>能表现</a:t>
            </a:r>
            <a:endParaRPr lang="en-US" altLang="zh-CN" sz="2400" dirty="0" smtClean="0">
              <a:solidFill>
                <a:schemeClr val="tx1"/>
              </a:solidFill>
            </a:endParaRPr>
          </a:p>
          <a:p>
            <a:pPr marL="972185" lvl="2">
              <a:lnSpc>
                <a:spcPct val="150000"/>
              </a:lnSpc>
              <a:spcBef>
                <a:spcPts val="1200"/>
              </a:spcBef>
              <a:buClr>
                <a:srgbClr val="000000"/>
              </a:buClr>
              <a:buSzPct val="100000"/>
              <a:buFont typeface="Wingdings" panose="05000000000000000000" pitchFamily="2" charset="2"/>
              <a:buChar char="±"/>
              <a:defRPr/>
            </a:pPr>
            <a:r>
              <a:rPr lang="en-US" altLang="zh-CN" dirty="0" smtClean="0">
                <a:solidFill>
                  <a:schemeClr val="tx1"/>
                </a:solidFill>
              </a:rPr>
              <a:t> </a:t>
            </a:r>
            <a:r>
              <a:rPr lang="zh-CN" altLang="zh-CN" dirty="0" smtClean="0">
                <a:solidFill>
                  <a:schemeClr val="tx1"/>
                </a:solidFill>
              </a:rPr>
              <a:t>好</a:t>
            </a:r>
            <a:r>
              <a:rPr lang="zh-CN" altLang="zh-CN" dirty="0">
                <a:solidFill>
                  <a:schemeClr val="tx1"/>
                </a:solidFill>
              </a:rPr>
              <a:t>的算法在出现异常</a:t>
            </a:r>
            <a:r>
              <a:rPr lang="zh-CN" altLang="zh-CN" dirty="0" smtClean="0">
                <a:solidFill>
                  <a:schemeClr val="tx1"/>
                </a:solidFill>
              </a:rPr>
              <a:t>或</a:t>
            </a:r>
            <a:r>
              <a:rPr lang="zh-CN" altLang="en-US" dirty="0" smtClean="0">
                <a:solidFill>
                  <a:schemeClr val="tx1"/>
                </a:solidFill>
              </a:rPr>
              <a:t>用户</a:t>
            </a:r>
            <a:r>
              <a:rPr lang="zh-CN" altLang="zh-CN" dirty="0" smtClean="0">
                <a:solidFill>
                  <a:schemeClr val="tx1"/>
                </a:solidFill>
              </a:rPr>
              <a:t>操</a:t>
            </a:r>
            <a:r>
              <a:rPr lang="zh-CN" altLang="zh-CN" dirty="0">
                <a:solidFill>
                  <a:schemeClr val="tx1"/>
                </a:solidFill>
              </a:rPr>
              <a:t>作不当</a:t>
            </a:r>
            <a:r>
              <a:rPr lang="zh-CN" altLang="zh-CN" dirty="0" smtClean="0">
                <a:solidFill>
                  <a:schemeClr val="tx1"/>
                </a:solidFill>
              </a:rPr>
              <a:t>时</a:t>
            </a:r>
            <a:r>
              <a:rPr lang="zh-CN" altLang="en-US" dirty="0" smtClean="0">
                <a:solidFill>
                  <a:schemeClr val="tx1"/>
                </a:solidFill>
              </a:rPr>
              <a:t>均</a:t>
            </a:r>
            <a:r>
              <a:rPr lang="zh-CN" altLang="zh-CN" dirty="0" smtClean="0">
                <a:solidFill>
                  <a:schemeClr val="tx1"/>
                </a:solidFill>
              </a:rPr>
              <a:t>能</a:t>
            </a:r>
            <a:r>
              <a:rPr lang="zh-CN" altLang="zh-CN" dirty="0">
                <a:solidFill>
                  <a:schemeClr val="tx1"/>
                </a:solidFill>
              </a:rPr>
              <a:t>作适当处理</a:t>
            </a:r>
            <a:endParaRPr lang="en-US" altLang="zh-CN" dirty="0">
              <a:solidFill>
                <a:schemeClr val="tx1"/>
              </a:solidFill>
            </a:endParaRPr>
          </a:p>
          <a:p>
            <a:pPr lvl="1">
              <a:lnSpc>
                <a:spcPct val="150000"/>
              </a:lnSpc>
              <a:spcBef>
                <a:spcPts val="1200"/>
              </a:spcBef>
              <a:buClr>
                <a:srgbClr val="000000"/>
              </a:buClr>
              <a:buSzPct val="60000"/>
              <a:buFont typeface="Wingdings" panose="05000000000000000000" pitchFamily="2" charset="2"/>
              <a:buChar char="l"/>
              <a:defRPr/>
            </a:pPr>
            <a:r>
              <a:rPr lang="zh-CN" altLang="en-US" sz="2400" dirty="0">
                <a:solidFill>
                  <a:schemeClr val="tx1"/>
                </a:solidFill>
              </a:rPr>
              <a:t>高效性</a:t>
            </a:r>
            <a:r>
              <a:rPr lang="zh-CN" altLang="en-US" sz="2400" dirty="0" smtClean="0">
                <a:solidFill>
                  <a:schemeClr val="tx1"/>
                </a:solidFill>
              </a:rPr>
              <a:t>：</a:t>
            </a:r>
            <a:r>
              <a:rPr lang="zh-CN" altLang="zh-CN" sz="2400" dirty="0">
                <a:solidFill>
                  <a:schemeClr val="tx1"/>
                </a:solidFill>
              </a:rPr>
              <a:t>求解问题所占</a:t>
            </a:r>
            <a:r>
              <a:rPr lang="zh-CN" altLang="zh-CN" sz="2400" dirty="0" smtClean="0">
                <a:solidFill>
                  <a:schemeClr val="tx1"/>
                </a:solidFill>
              </a:rPr>
              <a:t>用</a:t>
            </a:r>
            <a:r>
              <a:rPr lang="zh-CN" altLang="en-US" sz="2400" dirty="0" smtClean="0">
                <a:solidFill>
                  <a:schemeClr val="tx1"/>
                </a:solidFill>
              </a:rPr>
              <a:t>的</a:t>
            </a:r>
            <a:r>
              <a:rPr lang="zh-CN" altLang="zh-CN" sz="2400" dirty="0" smtClean="0">
                <a:solidFill>
                  <a:schemeClr val="tx1"/>
                </a:solidFill>
              </a:rPr>
              <a:t>存</a:t>
            </a:r>
            <a:r>
              <a:rPr lang="zh-CN" altLang="zh-CN" sz="2400" dirty="0">
                <a:solidFill>
                  <a:schemeClr val="tx1"/>
                </a:solidFill>
              </a:rPr>
              <a:t>储空间少，执行时间</a:t>
            </a:r>
            <a:r>
              <a:rPr lang="zh-CN" altLang="zh-CN" sz="2400" dirty="0" smtClean="0">
                <a:solidFill>
                  <a:schemeClr val="tx1"/>
                </a:solidFill>
              </a:rPr>
              <a:t>短</a:t>
            </a:r>
            <a:endParaRPr lang="en-US" altLang="zh-CN" sz="2400" dirty="0" smtClean="0">
              <a:solidFill>
                <a:schemeClr val="tx1"/>
              </a:solidFill>
            </a:endParaRPr>
          </a:p>
          <a:p>
            <a:pPr marL="972185" lvl="2">
              <a:lnSpc>
                <a:spcPct val="150000"/>
              </a:lnSpc>
              <a:spcBef>
                <a:spcPts val="1200"/>
              </a:spcBef>
              <a:buClr>
                <a:srgbClr val="000000"/>
              </a:buClr>
              <a:buSzPct val="100000"/>
              <a:buFont typeface="Wingdings" panose="05000000000000000000" pitchFamily="2" charset="2"/>
              <a:buChar char="±"/>
              <a:defRPr/>
            </a:pPr>
            <a:r>
              <a:rPr lang="en-US" altLang="zh-CN" dirty="0">
                <a:solidFill>
                  <a:schemeClr val="tx1"/>
                </a:solidFill>
              </a:rPr>
              <a:t> </a:t>
            </a:r>
            <a:r>
              <a:rPr lang="zh-CN" altLang="en-US" dirty="0" smtClean="0">
                <a:solidFill>
                  <a:schemeClr val="tx1"/>
                </a:solidFill>
              </a:rPr>
              <a:t>算法性能的度量：时间复杂度和空间复杂度</a:t>
            </a:r>
            <a:endParaRPr lang="zh-CN" altLang="en-US" sz="2400" dirty="0" smtClean="0">
              <a:solidFill>
                <a:schemeClr val="tx1"/>
              </a:solidFill>
            </a:endParaRPr>
          </a:p>
        </p:txBody>
      </p:sp>
      <p:sp>
        <p:nvSpPr>
          <p:cNvPr id="5" name="标题 4"/>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算法的概念</a:t>
            </a:r>
            <a:endParaRPr lang="zh-CN" altLang="en-US" dirty="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Rectangle 2"/>
          <p:cNvSpPr>
            <a:spLocks noGrp="1" noRot="1" noChangeArrowheads="1"/>
          </p:cNvSpPr>
          <p:nvPr>
            <p:custDataLst>
              <p:tags r:id="rId2"/>
            </p:custDataLst>
          </p:nvPr>
        </p:nvSpPr>
        <p:spPr>
          <a:xfrm>
            <a:off x="456300" y="1490400"/>
            <a:ext cx="8226900" cy="4759200"/>
          </a:xfrm>
          <a:prstGeom prst="rect">
            <a:avLst/>
          </a:prstGeom>
        </p:spPr>
        <p:txBody>
          <a:bodyPr vert="horz" lIns="91440" tIns="45720" rIns="91440" bIns="45720"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lnSpc>
                <a:spcPct val="150000"/>
              </a:lnSpc>
              <a:spcBef>
                <a:spcPts val="600"/>
              </a:spcBef>
              <a:buClr>
                <a:srgbClr val="000000"/>
              </a:buClr>
              <a:buSzPct val="100000"/>
              <a:buFont typeface="Wingdings" panose="05000000000000000000" pitchFamily="2" charset="2"/>
              <a:buChar char=""/>
              <a:defRPr/>
            </a:pPr>
            <a:r>
              <a:rPr lang="zh-CN" altLang="en-US" sz="2800" dirty="0" smtClean="0">
                <a:solidFill>
                  <a:schemeClr val="tx1"/>
                </a:solidFill>
              </a:rPr>
              <a:t> 事</a:t>
            </a:r>
            <a:r>
              <a:rPr lang="zh-CN" altLang="en-US" sz="2800" dirty="0">
                <a:solidFill>
                  <a:schemeClr val="tx1"/>
                </a:solidFill>
              </a:rPr>
              <a:t>后统</a:t>
            </a:r>
            <a:r>
              <a:rPr lang="zh-CN" altLang="en-US" sz="2800" dirty="0" smtClean="0">
                <a:solidFill>
                  <a:schemeClr val="tx1"/>
                </a:solidFill>
              </a:rPr>
              <a:t>计</a:t>
            </a:r>
            <a:endParaRPr lang="en-US" altLang="zh-CN" sz="28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a:solidFill>
                  <a:schemeClr val="tx1"/>
                </a:solidFill>
              </a:rPr>
              <a:t>利用计算机的时</a:t>
            </a:r>
            <a:r>
              <a:rPr lang="zh-CN" altLang="en-US" sz="2400" dirty="0" smtClean="0">
                <a:solidFill>
                  <a:schemeClr val="tx1"/>
                </a:solidFill>
              </a:rPr>
              <a:t>钟对程序的运行时间进行计时</a:t>
            </a:r>
            <a:endParaRPr lang="en-US" altLang="zh-CN" sz="2400" dirty="0">
              <a:solidFill>
                <a:schemeClr val="tx1"/>
              </a:solidFill>
            </a:endParaRPr>
          </a:p>
          <a:p>
            <a:pPr>
              <a:lnSpc>
                <a:spcPct val="150000"/>
              </a:lnSpc>
              <a:spcBef>
                <a:spcPts val="600"/>
              </a:spcBef>
              <a:buClr>
                <a:srgbClr val="000000"/>
              </a:buClr>
              <a:buSzPct val="100000"/>
              <a:buFont typeface="Wingdings" panose="05000000000000000000" pitchFamily="2" charset="2"/>
              <a:buChar char=""/>
              <a:defRPr/>
            </a:pPr>
            <a:r>
              <a:rPr lang="zh-CN" altLang="en-US" sz="2800" dirty="0" smtClean="0">
                <a:solidFill>
                  <a:schemeClr val="tx1"/>
                </a:solidFill>
              </a:rPr>
              <a:t> 事</a:t>
            </a:r>
            <a:r>
              <a:rPr lang="zh-CN" altLang="en-US" sz="2800" dirty="0">
                <a:solidFill>
                  <a:schemeClr val="tx1"/>
                </a:solidFill>
              </a:rPr>
              <a:t>前分析估算</a:t>
            </a:r>
            <a:endParaRPr lang="en-US" altLang="zh-CN" sz="28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a:solidFill>
                  <a:schemeClr val="tx1"/>
                </a:solidFill>
              </a:rPr>
              <a:t>用高级语言编写的程序运行的时间主要取决于如下因</a:t>
            </a:r>
            <a:r>
              <a:rPr lang="zh-CN" altLang="en-US" sz="2400" dirty="0" smtClean="0">
                <a:solidFill>
                  <a:schemeClr val="tx1"/>
                </a:solidFill>
              </a:rPr>
              <a:t>素</a:t>
            </a:r>
            <a:endParaRPr lang="en-US" altLang="zh-CN" sz="2400" dirty="0" smtClean="0">
              <a:solidFill>
                <a:schemeClr val="tx1"/>
              </a:solidFill>
            </a:endParaRPr>
          </a:p>
          <a:p>
            <a:pPr marL="972185" lvl="2">
              <a:lnSpc>
                <a:spcPct val="150000"/>
              </a:lnSpc>
              <a:spcBef>
                <a:spcPts val="600"/>
              </a:spcBef>
              <a:buClr>
                <a:srgbClr val="000000"/>
              </a:buClr>
              <a:buSzPct val="100000"/>
              <a:buFont typeface="Wingdings" panose="05000000000000000000" pitchFamily="2" charset="2"/>
              <a:buChar char="±"/>
              <a:defRPr/>
            </a:pPr>
            <a:r>
              <a:rPr lang="zh-CN" altLang="en-US" dirty="0" smtClean="0">
                <a:solidFill>
                  <a:schemeClr val="tx1"/>
                </a:solidFill>
              </a:rPr>
              <a:t> 问题的规模</a:t>
            </a:r>
            <a:endParaRPr lang="zh-CN" altLang="en-US" dirty="0" smtClean="0">
              <a:solidFill>
                <a:schemeClr val="tx1"/>
              </a:solidFill>
            </a:endParaRPr>
          </a:p>
          <a:p>
            <a:pPr marL="972185" lvl="2">
              <a:lnSpc>
                <a:spcPct val="150000"/>
              </a:lnSpc>
              <a:spcBef>
                <a:spcPts val="600"/>
              </a:spcBef>
              <a:buClr>
                <a:srgbClr val="000000"/>
              </a:buClr>
              <a:buSzPct val="100000"/>
              <a:buFont typeface="Wingdings" panose="05000000000000000000" pitchFamily="2" charset="2"/>
              <a:buChar char="±"/>
              <a:defRPr/>
            </a:pPr>
            <a:r>
              <a:rPr lang="zh-CN" altLang="en-US" dirty="0" smtClean="0">
                <a:solidFill>
                  <a:schemeClr val="tx1"/>
                </a:solidFill>
              </a:rPr>
              <a:t> 算法复杂度：时间复杂度和空间复杂度</a:t>
            </a:r>
            <a:endParaRPr lang="zh-CN" altLang="en-US" dirty="0">
              <a:solidFill>
                <a:schemeClr val="tx1"/>
              </a:solidFill>
            </a:endParaRPr>
          </a:p>
          <a:p>
            <a:pPr marL="972185" lvl="2">
              <a:lnSpc>
                <a:spcPct val="150000"/>
              </a:lnSpc>
              <a:spcBef>
                <a:spcPts val="600"/>
              </a:spcBef>
              <a:buClr>
                <a:srgbClr val="000000"/>
              </a:buClr>
              <a:buSzPct val="100000"/>
              <a:buFont typeface="Wingdings" panose="05000000000000000000" pitchFamily="2" charset="2"/>
              <a:buChar char="±"/>
              <a:defRPr/>
            </a:pPr>
            <a:r>
              <a:rPr lang="zh-CN" altLang="en-US" dirty="0" smtClean="0">
                <a:solidFill>
                  <a:schemeClr val="tx1"/>
                </a:solidFill>
              </a:rPr>
              <a:t> 编程语</a:t>
            </a:r>
            <a:r>
              <a:rPr lang="zh-CN" altLang="en-US" dirty="0">
                <a:solidFill>
                  <a:schemeClr val="tx1"/>
                </a:solidFill>
              </a:rPr>
              <a:t>言</a:t>
            </a:r>
            <a:r>
              <a:rPr lang="zh-CN" altLang="en-US" dirty="0" smtClean="0">
                <a:solidFill>
                  <a:schemeClr val="tx1"/>
                </a:solidFill>
              </a:rPr>
              <a:t>：一般情况下语言级</a:t>
            </a:r>
            <a:r>
              <a:rPr lang="zh-CN" altLang="en-US" dirty="0">
                <a:solidFill>
                  <a:schemeClr val="tx1"/>
                </a:solidFill>
              </a:rPr>
              <a:t>别越高，效率越低；</a:t>
            </a:r>
            <a:endParaRPr lang="zh-CN" altLang="en-US" dirty="0">
              <a:solidFill>
                <a:schemeClr val="tx1"/>
              </a:solidFill>
            </a:endParaRPr>
          </a:p>
          <a:p>
            <a:pPr marL="972185" lvl="2">
              <a:lnSpc>
                <a:spcPct val="150000"/>
              </a:lnSpc>
              <a:spcBef>
                <a:spcPts val="600"/>
              </a:spcBef>
              <a:buClr>
                <a:srgbClr val="000000"/>
              </a:buClr>
              <a:buSzPct val="100000"/>
              <a:buFont typeface="Wingdings" panose="05000000000000000000" pitchFamily="2" charset="2"/>
              <a:buChar char="±"/>
              <a:defRPr/>
            </a:pPr>
            <a:r>
              <a:rPr lang="zh-CN" altLang="en-US" dirty="0" smtClean="0">
                <a:solidFill>
                  <a:schemeClr val="tx1"/>
                </a:solidFill>
              </a:rPr>
              <a:t> 编</a:t>
            </a:r>
            <a:r>
              <a:rPr lang="zh-CN" altLang="en-US" dirty="0">
                <a:solidFill>
                  <a:schemeClr val="tx1"/>
                </a:solidFill>
              </a:rPr>
              <a:t>译程</a:t>
            </a:r>
            <a:r>
              <a:rPr lang="zh-CN" altLang="en-US" dirty="0" smtClean="0">
                <a:solidFill>
                  <a:schemeClr val="tx1"/>
                </a:solidFill>
              </a:rPr>
              <a:t>序：指令优化的能力</a:t>
            </a:r>
            <a:endParaRPr lang="zh-CN" altLang="en-US" dirty="0">
              <a:solidFill>
                <a:schemeClr val="tx1"/>
              </a:solidFill>
            </a:endParaRPr>
          </a:p>
          <a:p>
            <a:pPr marL="972185" lvl="2">
              <a:lnSpc>
                <a:spcPct val="150000"/>
              </a:lnSpc>
              <a:spcBef>
                <a:spcPts val="600"/>
              </a:spcBef>
              <a:buClr>
                <a:srgbClr val="000000"/>
              </a:buClr>
              <a:buSzPct val="100000"/>
              <a:buFont typeface="Wingdings" panose="05000000000000000000" pitchFamily="2" charset="2"/>
              <a:buChar char="±"/>
              <a:defRPr/>
            </a:pPr>
            <a:r>
              <a:rPr lang="zh-CN" altLang="en-US" dirty="0" smtClean="0">
                <a:solidFill>
                  <a:schemeClr val="tx1"/>
                </a:solidFill>
              </a:rPr>
              <a:t> 机器性能</a:t>
            </a:r>
            <a:endParaRPr lang="zh-CN" altLang="en-US" dirty="0" smtClean="0">
              <a:solidFill>
                <a:schemeClr val="tx1"/>
              </a:solidFill>
            </a:endParaRPr>
          </a:p>
        </p:txBody>
      </p:sp>
      <p:sp>
        <p:nvSpPr>
          <p:cNvPr id="5" name="标题 4"/>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算法运行性能评价</a:t>
            </a:r>
            <a:endParaRPr lang="zh-CN" altLang="en-US" dirty="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wipe(left)">
                                      <p:cBhvr>
                                        <p:cTn id="4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Rectangle 2"/>
          <p:cNvSpPr>
            <a:spLocks noGrp="1" noRot="1" noChangeArrowheads="1"/>
          </p:cNvSpPr>
          <p:nvPr>
            <p:custDataLst>
              <p:tags r:id="rId2"/>
            </p:custDataLst>
          </p:nvPr>
        </p:nvSpPr>
        <p:spPr>
          <a:xfrm>
            <a:off x="456300" y="1490400"/>
            <a:ext cx="8226900" cy="4759200"/>
          </a:xfrm>
          <a:prstGeom prst="rect">
            <a:avLst/>
          </a:prstGeom>
        </p:spPr>
        <p:txBody>
          <a:bodyPr vert="horz" lIns="91440" tIns="45720" rIns="91440" bIns="45720" rtlCol="0">
            <a:normAutofit fontScale="9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lnSpc>
                <a:spcPct val="200000"/>
              </a:lnSpc>
              <a:spcBef>
                <a:spcPct val="30000"/>
              </a:spcBef>
              <a:buClr>
                <a:srgbClr val="000000"/>
              </a:buClr>
              <a:buSzPct val="100000"/>
              <a:buFont typeface="Wingdings" panose="05000000000000000000" pitchFamily="2" charset="2"/>
              <a:buChar char=""/>
              <a:defRPr/>
            </a:pPr>
            <a:r>
              <a:rPr lang="zh-CN" altLang="en-US" sz="3600" b="1" dirty="0" smtClean="0">
                <a:solidFill>
                  <a:schemeClr val="accent1">
                    <a:lumMod val="50000"/>
                    <a:hueOff val="9600000"/>
                  </a:schemeClr>
                </a:solidFill>
              </a:rPr>
              <a:t>  算法应具有什么特征？</a:t>
            </a:r>
            <a:endParaRPr lang="en-US" altLang="zh-CN" sz="3600" b="1" dirty="0">
              <a:solidFill>
                <a:schemeClr val="accent1">
                  <a:lumMod val="50000"/>
                  <a:hueOff val="9600000"/>
                </a:schemeClr>
              </a:solidFill>
            </a:endParaRPr>
          </a:p>
          <a:p>
            <a:pPr lvl="1">
              <a:lnSpc>
                <a:spcPct val="200000"/>
              </a:lnSpc>
              <a:spcBef>
                <a:spcPct val="30000"/>
              </a:spcBef>
              <a:buClr>
                <a:srgbClr val="000000"/>
              </a:buClr>
              <a:buSzPct val="60000"/>
              <a:buFont typeface="Wingdings" panose="05000000000000000000" pitchFamily="2" charset="2"/>
              <a:buChar char="l"/>
              <a:defRPr/>
            </a:pPr>
            <a:r>
              <a:rPr lang="zh-CN" altLang="en-US" sz="3600" b="1">
                <a:solidFill>
                  <a:schemeClr val="accent1">
                    <a:lumMod val="50000"/>
                    <a:hueOff val="10800000"/>
                  </a:schemeClr>
                </a:solidFill>
              </a:rPr>
              <a:t>有</a:t>
            </a:r>
            <a:r>
              <a:rPr lang="zh-CN" altLang="en-US" sz="3600" b="1" smtClean="0">
                <a:solidFill>
                  <a:schemeClr val="accent1">
                    <a:lumMod val="50000"/>
                    <a:hueOff val="10800000"/>
                  </a:schemeClr>
                </a:solidFill>
              </a:rPr>
              <a:t>穷、确定、</a:t>
            </a:r>
            <a:r>
              <a:rPr lang="zh-CN" altLang="en-US" sz="3600" b="1" dirty="0">
                <a:solidFill>
                  <a:schemeClr val="accent1">
                    <a:lumMod val="50000"/>
                    <a:hueOff val="10800000"/>
                  </a:schemeClr>
                </a:solidFill>
              </a:rPr>
              <a:t>输入、输出</a:t>
            </a:r>
            <a:r>
              <a:rPr lang="zh-CN" altLang="en-US" sz="3600" b="1">
                <a:solidFill>
                  <a:schemeClr val="accent1">
                    <a:lumMod val="50000"/>
                    <a:hueOff val="10800000"/>
                  </a:schemeClr>
                </a:solidFill>
              </a:rPr>
              <a:t>、</a:t>
            </a:r>
            <a:r>
              <a:rPr lang="zh-CN" altLang="en-US" sz="3600" b="1" smtClean="0">
                <a:solidFill>
                  <a:schemeClr val="accent1">
                    <a:lumMod val="50000"/>
                    <a:hueOff val="10800000"/>
                  </a:schemeClr>
                </a:solidFill>
              </a:rPr>
              <a:t>可行</a:t>
            </a:r>
            <a:endParaRPr lang="en-US" altLang="zh-CN" sz="3600" b="1" dirty="0">
              <a:solidFill>
                <a:schemeClr val="accent1">
                  <a:lumMod val="50000"/>
                  <a:hueOff val="10800000"/>
                </a:schemeClr>
              </a:solidFill>
            </a:endParaRPr>
          </a:p>
          <a:p>
            <a:pPr marL="342900" lvl="1" indent="-342900">
              <a:lnSpc>
                <a:spcPct val="200000"/>
              </a:lnSpc>
              <a:spcBef>
                <a:spcPct val="30000"/>
              </a:spcBef>
              <a:buClr>
                <a:srgbClr val="000000"/>
              </a:buClr>
              <a:buSzPct val="100000"/>
              <a:buFont typeface="Wingdings" panose="05000000000000000000" pitchFamily="2" charset="2"/>
              <a:buChar char=""/>
              <a:defRPr/>
            </a:pPr>
            <a:r>
              <a:rPr lang="zh-CN" altLang="en-US" sz="3600" b="1" dirty="0" smtClean="0">
                <a:solidFill>
                  <a:schemeClr val="accent1">
                    <a:lumMod val="50000"/>
                    <a:hueOff val="9600000"/>
                  </a:schemeClr>
                </a:solidFill>
              </a:rPr>
              <a:t>  衡量算法性能的指标有哪些？</a:t>
            </a:r>
            <a:endParaRPr lang="en-US" altLang="zh-CN" sz="3600" b="1" dirty="0">
              <a:solidFill>
                <a:schemeClr val="accent1">
                  <a:lumMod val="50000"/>
                  <a:hueOff val="9600000"/>
                </a:schemeClr>
              </a:solidFill>
            </a:endParaRPr>
          </a:p>
          <a:p>
            <a:pPr lvl="1" eaLnBrk="1" hangingPunct="1">
              <a:lnSpc>
                <a:spcPct val="200000"/>
              </a:lnSpc>
              <a:spcBef>
                <a:spcPct val="30000"/>
              </a:spcBef>
              <a:buClr>
                <a:srgbClr val="000000"/>
              </a:buClr>
              <a:buSzPct val="60000"/>
              <a:buFont typeface="Wingdings" panose="05000000000000000000" pitchFamily="2" charset="2"/>
              <a:buChar char="l"/>
              <a:defRPr/>
            </a:pPr>
            <a:r>
              <a:rPr lang="zh-CN" altLang="en-US" sz="3600" b="1" dirty="0">
                <a:solidFill>
                  <a:schemeClr val="accent1">
                    <a:lumMod val="50000"/>
                    <a:hueOff val="10800000"/>
                  </a:schemeClr>
                </a:solidFill>
              </a:rPr>
              <a:t>时间复杂度、空间复杂度</a:t>
            </a:r>
            <a:endParaRPr lang="zh-CN" altLang="en-US" sz="3600" b="1" dirty="0">
              <a:solidFill>
                <a:schemeClr val="accent1">
                  <a:lumMod val="50000"/>
                  <a:hueOff val="10800000"/>
                </a:schemeClr>
              </a:solidFill>
            </a:endParaRPr>
          </a:p>
        </p:txBody>
      </p:sp>
      <p:sp>
        <p:nvSpPr>
          <p:cNvPr id="5" name="标题 4"/>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思考题</a:t>
            </a:r>
            <a:endParaRPr lang="zh-CN" altLang="en-US" dirty="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ircle(in)">
                                      <p:cBhvr>
                                        <p:cTn id="7" dur="2000"/>
                                        <p:tgtEl>
                                          <p:spTgt spid="7">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circle(in)">
                                      <p:cBhvr>
                                        <p:cTn id="10" dur="2000"/>
                                        <p:tgtEl>
                                          <p:spTgt spid="7">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circle(in)">
                                      <p:cBhvr>
                                        <p:cTn id="13" dur="2000"/>
                                        <p:tgtEl>
                                          <p:spTgt spid="7">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circle(in)">
                                      <p:cBhvr>
                                        <p:cTn id="16" dur="20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p:cNvSpPr>
            <a:spLocks noGrp="1"/>
          </p:cNvSpPr>
          <p:nvPr>
            <p:ph type="title"/>
            <p:custDataLst>
              <p:tags r:id="rId1"/>
            </p:custDataLst>
          </p:nvPr>
        </p:nvSpPr>
        <p:spPr>
          <a:xfrm>
            <a:off x="1144905" y="3313271"/>
            <a:ext cx="6858000" cy="1985010"/>
          </a:xfrm>
        </p:spPr>
        <p:txBody>
          <a:bodyPr wrap="square">
            <a:normAutofit/>
          </a:bodyPr>
          <a:lstStyle/>
          <a:p>
            <a:pPr marL="0" indent="0" algn="ctr">
              <a:lnSpc>
                <a:spcPct val="100000"/>
              </a:lnSpc>
              <a:spcBef>
                <a:spcPts val="0"/>
              </a:spcBef>
              <a:spcAft>
                <a:spcPts val="0"/>
              </a:spcAft>
              <a:buSzPct val="100000"/>
            </a:pPr>
            <a:r>
              <a:rPr lang="en-US" altLang="zh-CN" sz="6000" dirty="0"/>
              <a:t>1.4  算法复杂度分析</a:t>
            </a:r>
            <a:endParaRPr lang="en-US" altLang="zh-CN" sz="6000" dirty="0"/>
          </a:p>
        </p:txBody>
      </p:sp>
      <p:sp>
        <p:nvSpPr>
          <p:cNvPr id="13" name="节编号"/>
          <p:cNvSpPr>
            <a:spLocks noGrp="1"/>
          </p:cNvSpPr>
          <p:nvPr>
            <p:ph type="body" sz="quarter" idx="13"/>
            <p:custDataLst>
              <p:tags r:id="rId2"/>
            </p:custDataLst>
          </p:nvPr>
        </p:nvSpPr>
        <p:spPr>
          <a:xfrm>
            <a:off x="1143000" y="1087755"/>
            <a:ext cx="6858000" cy="2069783"/>
          </a:xfrm>
        </p:spPr>
        <p:txBody>
          <a:bodyPr wrap="square">
            <a:normAutofit/>
          </a:bodyPr>
          <a:lstStyle/>
          <a:p>
            <a:r>
              <a:rPr lang="en-US" altLang="en-US" dirty="0">
                <a:sym typeface="+mn-ea"/>
              </a:rPr>
              <a:t>PART05</a:t>
            </a:r>
            <a:endParaRPr lang="en-US" altLang="en-US" dirty="0">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ripple/>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Content Placeholder 2"/>
          <p:cNvSpPr>
            <a:spLocks noGrp="1"/>
          </p:cNvSpPr>
          <p:nvPr>
            <p:custDataLst>
              <p:tags r:id="rId2"/>
            </p:custDataLst>
          </p:nvPr>
        </p:nvSpPr>
        <p:spPr>
          <a:xfrm>
            <a:off x="456300" y="1490400"/>
            <a:ext cx="8226900" cy="4759200"/>
          </a:xfrm>
          <a:prstGeom prst="rect">
            <a:avLst/>
          </a:prstGeom>
        </p:spPr>
        <p:txBody>
          <a:bodyPr vert="horz" lIns="92075" tIns="46038" rIns="92075" bIns="46038"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a:lnSpc>
                <a:spcPct val="150000"/>
              </a:lnSpc>
              <a:spcBef>
                <a:spcPts val="600"/>
              </a:spcBef>
              <a:buClr>
                <a:srgbClr val="000000"/>
              </a:buClr>
              <a:buSzPct val="100000"/>
              <a:buFont typeface="Wingdings" panose="05000000000000000000" pitchFamily="2" charset="2"/>
              <a:buChar char=""/>
              <a:defRPr/>
            </a:pPr>
            <a:r>
              <a:rPr lang="zh-CN" altLang="en-US" sz="2400" dirty="0" smtClean="0">
                <a:solidFill>
                  <a:schemeClr val="tx1"/>
                </a:solidFill>
              </a:rPr>
              <a:t> 算</a:t>
            </a:r>
            <a:r>
              <a:rPr lang="zh-CN" altLang="en-US" sz="2400" dirty="0">
                <a:solidFill>
                  <a:schemeClr val="tx1"/>
                </a:solidFill>
              </a:rPr>
              <a:t>法复杂度分析是指对一个算法所需要的资源进行预测</a:t>
            </a:r>
            <a:endParaRPr lang="zh-CN" altLang="en-US" sz="24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200" dirty="0">
                <a:solidFill>
                  <a:schemeClr val="tx1"/>
                </a:solidFill>
              </a:rPr>
              <a:t>通常我们关注的是时间复杂度和空间复杂度</a:t>
            </a:r>
            <a:endParaRPr lang="en-US" altLang="zh-CN" sz="2200" dirty="0">
              <a:solidFill>
                <a:schemeClr val="tx1"/>
              </a:solidFill>
            </a:endParaRPr>
          </a:p>
          <a:p>
            <a:pPr>
              <a:lnSpc>
                <a:spcPct val="150000"/>
              </a:lnSpc>
              <a:spcBef>
                <a:spcPts val="600"/>
              </a:spcBef>
              <a:buClr>
                <a:srgbClr val="000000"/>
              </a:buClr>
              <a:buSzPct val="100000"/>
              <a:buFont typeface="Wingdings" panose="05000000000000000000" pitchFamily="2" charset="2"/>
              <a:buChar char=""/>
              <a:defRPr/>
            </a:pPr>
            <a:r>
              <a:rPr lang="zh-CN" altLang="en-US" sz="2400" dirty="0" smtClean="0">
                <a:solidFill>
                  <a:schemeClr val="tx1"/>
                </a:solidFill>
              </a:rPr>
              <a:t> 算法复杂度分</a:t>
            </a:r>
            <a:r>
              <a:rPr lang="zh-CN" altLang="en-US" sz="2400" dirty="0">
                <a:solidFill>
                  <a:schemeClr val="tx1"/>
                </a:solidFill>
              </a:rPr>
              <a:t>析采用的计算模型：单处理器</a:t>
            </a:r>
            <a:r>
              <a:rPr lang="en-US" altLang="zh-CN" sz="2400" dirty="0">
                <a:solidFill>
                  <a:schemeClr val="tx1"/>
                </a:solidFill>
              </a:rPr>
              <a:t>RAM</a:t>
            </a:r>
            <a:r>
              <a:rPr lang="zh-CN" altLang="en-US" sz="2400" dirty="0">
                <a:solidFill>
                  <a:schemeClr val="tx1"/>
                </a:solidFill>
              </a:rPr>
              <a:t>模型</a:t>
            </a:r>
            <a:endParaRPr lang="en-US" altLang="zh-CN" sz="24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en-US" altLang="zh-CN" sz="2200" dirty="0" smtClean="0">
                <a:solidFill>
                  <a:schemeClr val="tx1"/>
                </a:solidFill>
              </a:rPr>
              <a:t>RAM</a:t>
            </a:r>
            <a:r>
              <a:rPr lang="zh-CN" altLang="en-US" sz="2200" dirty="0" smtClean="0">
                <a:solidFill>
                  <a:schemeClr val="tx1"/>
                </a:solidFill>
              </a:rPr>
              <a:t>（</a:t>
            </a:r>
            <a:r>
              <a:rPr lang="en-US" altLang="zh-CN" sz="2200" dirty="0" smtClean="0">
                <a:solidFill>
                  <a:schemeClr val="tx1"/>
                </a:solidFill>
              </a:rPr>
              <a:t>Random-Access Machine</a:t>
            </a:r>
            <a:r>
              <a:rPr lang="zh-CN" altLang="en-US" sz="2200" dirty="0" smtClean="0">
                <a:solidFill>
                  <a:schemeClr val="tx1"/>
                </a:solidFill>
              </a:rPr>
              <a:t>）</a:t>
            </a:r>
            <a:endParaRPr lang="en-US" altLang="zh-CN" sz="2200" dirty="0" smtClean="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en-US" altLang="zh-CN" sz="2200" dirty="0" smtClean="0">
                <a:solidFill>
                  <a:schemeClr val="tx1"/>
                </a:solidFill>
              </a:rPr>
              <a:t>RAM</a:t>
            </a:r>
            <a:r>
              <a:rPr lang="zh-CN" altLang="en-US" sz="2200" dirty="0" smtClean="0">
                <a:solidFill>
                  <a:schemeClr val="tx1"/>
                </a:solidFill>
              </a:rPr>
              <a:t>模型包含了真实计算机中的常见指令</a:t>
            </a:r>
            <a:endParaRPr lang="en-US" altLang="zh-CN" sz="2200" dirty="0" smtClean="0">
              <a:solidFill>
                <a:schemeClr val="tx1"/>
              </a:solidFill>
            </a:endParaRPr>
          </a:p>
          <a:p>
            <a:pPr marL="1548130" lvl="2" indent="-539750">
              <a:lnSpc>
                <a:spcPct val="150000"/>
              </a:lnSpc>
              <a:spcBef>
                <a:spcPts val="600"/>
              </a:spcBef>
              <a:buFont typeface="Wingdings" panose="05000000000000000000" pitchFamily="2" charset="2"/>
              <a:buChar char="£"/>
            </a:pPr>
            <a:r>
              <a:rPr lang="zh-CN" altLang="en-US" sz="2000" b="1" dirty="0" smtClean="0">
                <a:solidFill>
                  <a:schemeClr val="tx1"/>
                </a:solidFill>
              </a:rPr>
              <a:t>算术指令：加、减、乘、除、求余、取整</a:t>
            </a:r>
            <a:endParaRPr lang="en-US" altLang="zh-CN" sz="2000" b="1" dirty="0" smtClean="0">
              <a:solidFill>
                <a:schemeClr val="tx1"/>
              </a:solidFill>
            </a:endParaRPr>
          </a:p>
          <a:p>
            <a:pPr marL="1548130" lvl="2" indent="-539750">
              <a:lnSpc>
                <a:spcPct val="150000"/>
              </a:lnSpc>
              <a:spcBef>
                <a:spcPts val="600"/>
              </a:spcBef>
              <a:buFont typeface="Wingdings" panose="05000000000000000000" pitchFamily="2" charset="2"/>
              <a:buChar char="£"/>
            </a:pPr>
            <a:r>
              <a:rPr lang="zh-CN" altLang="en-US" sz="2000" b="1" dirty="0" smtClean="0">
                <a:solidFill>
                  <a:schemeClr val="tx1"/>
                </a:solidFill>
              </a:rPr>
              <a:t>数据移动指令：装入、存储、复制</a:t>
            </a:r>
            <a:endParaRPr lang="en-US" altLang="zh-CN" sz="2000" b="1" dirty="0" smtClean="0">
              <a:solidFill>
                <a:schemeClr val="tx1"/>
              </a:solidFill>
            </a:endParaRPr>
          </a:p>
          <a:p>
            <a:pPr marL="1548130" lvl="2" indent="-539750">
              <a:lnSpc>
                <a:spcPct val="150000"/>
              </a:lnSpc>
              <a:spcBef>
                <a:spcPts val="600"/>
              </a:spcBef>
              <a:buFont typeface="Wingdings" panose="05000000000000000000" pitchFamily="2" charset="2"/>
              <a:buChar char="£"/>
            </a:pPr>
            <a:r>
              <a:rPr lang="zh-CN" altLang="en-US" sz="2000" b="1" dirty="0" smtClean="0">
                <a:solidFill>
                  <a:schemeClr val="tx1"/>
                </a:solidFill>
              </a:rPr>
              <a:t>控制指令：条件和非条件转移、子程序调用和返回指令</a:t>
            </a:r>
            <a:endParaRPr lang="en-US" altLang="zh-CN" sz="2000" b="1" dirty="0" smtClean="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200" dirty="0">
                <a:solidFill>
                  <a:schemeClr val="tx1"/>
                </a:solidFill>
              </a:rPr>
              <a:t>其中每条指令执行所需的时间为常量</a:t>
            </a:r>
            <a:endParaRPr lang="en-US" altLang="zh-CN" sz="22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200" dirty="0">
                <a:solidFill>
                  <a:schemeClr val="tx1"/>
                </a:solidFill>
              </a:rPr>
              <a:t>指令一条接着一条顺序执行，没有并发操作</a:t>
            </a:r>
            <a:endParaRPr lang="zh-CN" altLang="en-US" sz="2200" dirty="0">
              <a:solidFill>
                <a:schemeClr val="tx1"/>
              </a:solidFill>
            </a:endParaRPr>
          </a:p>
        </p:txBody>
      </p:sp>
      <p:sp>
        <p:nvSpPr>
          <p:cNvPr id="6" name="标题 5"/>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算法复杂度分析</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wipe(left)">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animEffect transition="in" filter="wipe(left)">
                                      <p:cBhvr>
                                        <p:cTn id="52"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Content Placeholder 2"/>
          <p:cNvSpPr>
            <a:spLocks noGrp="1"/>
          </p:cNvSpPr>
          <p:nvPr>
            <p:custDataLst>
              <p:tags r:id="rId2"/>
            </p:custDataLst>
          </p:nvPr>
        </p:nvSpPr>
        <p:spPr>
          <a:xfrm>
            <a:off x="456300" y="1490400"/>
            <a:ext cx="8226900" cy="4759200"/>
          </a:xfrm>
          <a:prstGeom prst="rect">
            <a:avLst/>
          </a:prstGeom>
        </p:spPr>
        <p:txBody>
          <a:bodyPr vert="horz" lIns="92075" tIns="46038" rIns="92075" bIns="46038"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a:lnSpc>
                <a:spcPct val="150000"/>
              </a:lnSpc>
              <a:spcBef>
                <a:spcPts val="600"/>
              </a:spcBef>
              <a:buClr>
                <a:srgbClr val="000000"/>
              </a:buClr>
              <a:buSzPct val="100000"/>
              <a:buFont typeface="Wingdings" panose="05000000000000000000" pitchFamily="2" charset="2"/>
              <a:buChar char=""/>
              <a:defRPr/>
            </a:pPr>
            <a:r>
              <a:rPr lang="zh-CN" altLang="en-US" sz="2400" dirty="0">
                <a:solidFill>
                  <a:schemeClr val="tx1"/>
                </a:solidFill>
              </a:rPr>
              <a:t>时</a:t>
            </a:r>
            <a:r>
              <a:rPr lang="zh-CN" altLang="en-US" sz="2400" dirty="0" smtClean="0">
                <a:solidFill>
                  <a:schemeClr val="tx1"/>
                </a:solidFill>
              </a:rPr>
              <a:t>间复杂度的分析方法</a:t>
            </a:r>
            <a:endParaRPr lang="zh-CN" altLang="en-US" sz="2400" dirty="0" smtClean="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smtClean="0">
                <a:solidFill>
                  <a:schemeClr val="tx1"/>
                </a:solidFill>
              </a:rPr>
              <a:t>确定算法中（对于研究的问题而言）的基本操作</a:t>
            </a:r>
            <a:endParaRPr lang="en-US" altLang="zh-CN" sz="2400" dirty="0" smtClean="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smtClean="0">
                <a:solidFill>
                  <a:schemeClr val="tx1"/>
                </a:solidFill>
              </a:rPr>
              <a:t>以该基本操作重复执行的次数作为算法执行的时间度量</a:t>
            </a:r>
            <a:endParaRPr lang="en-US" altLang="zh-CN" sz="2400" dirty="0" smtClean="0">
              <a:solidFill>
                <a:schemeClr val="tx1"/>
              </a:solidFill>
            </a:endParaRPr>
          </a:p>
          <a:p>
            <a:pPr>
              <a:lnSpc>
                <a:spcPct val="150000"/>
              </a:lnSpc>
              <a:spcBef>
                <a:spcPts val="600"/>
              </a:spcBef>
              <a:buClr>
                <a:srgbClr val="000000"/>
              </a:buClr>
              <a:buSzPct val="100000"/>
              <a:buFont typeface="Wingdings" panose="05000000000000000000" pitchFamily="2" charset="2"/>
              <a:buChar char=""/>
              <a:defRPr/>
            </a:pPr>
            <a:r>
              <a:rPr lang="zh-CN" altLang="en-US" sz="2400" dirty="0" smtClean="0">
                <a:solidFill>
                  <a:schemeClr val="tx1"/>
                </a:solidFill>
              </a:rPr>
              <a:t> 时间复杂度分析方法示例</a:t>
            </a:r>
            <a:endParaRPr lang="en-US" altLang="zh-CN" sz="24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nn-NO" altLang="zh-CN" sz="2200" b="1" dirty="0" smtClean="0">
                <a:solidFill>
                  <a:schemeClr val="tx1"/>
                </a:solidFill>
                <a:cs typeface="Verdana" panose="020B0604030504040204" pitchFamily="34" charset="0"/>
              </a:rPr>
              <a:t>for </a:t>
            </a:r>
            <a:r>
              <a:rPr lang="nn-NO" altLang="zh-CN" sz="2200" b="1" dirty="0">
                <a:solidFill>
                  <a:schemeClr val="tx1"/>
                </a:solidFill>
                <a:cs typeface="Verdana" panose="020B0604030504040204" pitchFamily="34" charset="0"/>
              </a:rPr>
              <a:t>( i = </a:t>
            </a:r>
            <a:r>
              <a:rPr lang="nn-NO" altLang="zh-CN" sz="2200" b="1" dirty="0" smtClean="0">
                <a:solidFill>
                  <a:schemeClr val="tx1"/>
                </a:solidFill>
                <a:cs typeface="Verdana" panose="020B0604030504040204" pitchFamily="34" charset="0"/>
              </a:rPr>
              <a:t>1</a:t>
            </a:r>
            <a:r>
              <a:rPr lang="zh-CN" altLang="nn-NO" sz="2200" b="1" dirty="0" smtClean="0">
                <a:solidFill>
                  <a:schemeClr val="tx1"/>
                </a:solidFill>
                <a:cs typeface="Verdana" panose="020B0604030504040204" pitchFamily="34" charset="0"/>
              </a:rPr>
              <a:t>；</a:t>
            </a:r>
            <a:r>
              <a:rPr lang="nn-NO" altLang="zh-CN" sz="2200" b="1" dirty="0">
                <a:solidFill>
                  <a:schemeClr val="tx1"/>
                </a:solidFill>
                <a:cs typeface="Verdana" panose="020B0604030504040204" pitchFamily="34" charset="0"/>
              </a:rPr>
              <a:t>i&lt;=n </a:t>
            </a:r>
            <a:r>
              <a:rPr lang="zh-CN" altLang="nn-NO" sz="2200" b="1" dirty="0">
                <a:solidFill>
                  <a:schemeClr val="tx1"/>
                </a:solidFill>
                <a:cs typeface="Verdana" panose="020B0604030504040204" pitchFamily="34" charset="0"/>
              </a:rPr>
              <a:t>；</a:t>
            </a:r>
            <a:r>
              <a:rPr lang="nn-NO" altLang="zh-CN" sz="2200" b="1" dirty="0">
                <a:solidFill>
                  <a:schemeClr val="tx1"/>
                </a:solidFill>
                <a:cs typeface="Verdana" panose="020B0604030504040204" pitchFamily="34" charset="0"/>
              </a:rPr>
              <a:t>i++ </a:t>
            </a:r>
            <a:r>
              <a:rPr lang="nn-NO" altLang="zh-CN" sz="2200" b="1" dirty="0" smtClean="0">
                <a:solidFill>
                  <a:schemeClr val="tx1"/>
                </a:solidFill>
                <a:cs typeface="Verdana" panose="020B0604030504040204" pitchFamily="34" charset="0"/>
              </a:rPr>
              <a:t>)  </a:t>
            </a:r>
            <a:r>
              <a:rPr lang="nn-NO" altLang="zh-CN" sz="2200" b="1" dirty="0">
                <a:solidFill>
                  <a:schemeClr val="tx1"/>
                </a:solidFill>
                <a:cs typeface="Verdana" panose="020B0604030504040204" pitchFamily="34" charset="0"/>
              </a:rPr>
              <a:t>x</a:t>
            </a:r>
            <a:r>
              <a:rPr lang="en-US" altLang="zh-CN" sz="2200" b="1" dirty="0">
                <a:solidFill>
                  <a:schemeClr val="tx1"/>
                </a:solidFill>
                <a:cs typeface="Verdana" panose="020B0604030504040204" pitchFamily="34" charset="0"/>
              </a:rPr>
              <a:t> = x + 1 </a:t>
            </a:r>
            <a:r>
              <a:rPr lang="zh-CN" altLang="en-US" sz="2200" b="1" dirty="0" smtClean="0">
                <a:solidFill>
                  <a:schemeClr val="tx1"/>
                </a:solidFill>
                <a:cs typeface="Verdana" panose="020B0604030504040204" pitchFamily="34" charset="0"/>
              </a:rPr>
              <a:t>；</a:t>
            </a:r>
            <a:endParaRPr lang="en-US" altLang="zh-CN" sz="2200" b="1" dirty="0" smtClean="0">
              <a:solidFill>
                <a:schemeClr val="tx1"/>
              </a:solidFill>
              <a:cs typeface="Verdana" panose="020B0604030504040204" pitchFamily="34" charset="0"/>
            </a:endParaRPr>
          </a:p>
          <a:p>
            <a:pPr marL="1548130" lvl="2" indent="-539750">
              <a:lnSpc>
                <a:spcPct val="150000"/>
              </a:lnSpc>
              <a:spcBef>
                <a:spcPts val="600"/>
              </a:spcBef>
              <a:buFont typeface="Wingdings" panose="05000000000000000000" pitchFamily="2" charset="2"/>
              <a:buChar char="£"/>
            </a:pPr>
            <a:r>
              <a:rPr lang="zh-CN" altLang="en-US" dirty="0">
                <a:solidFill>
                  <a:schemeClr val="tx1"/>
                </a:solidFill>
              </a:rPr>
              <a:t>基本操作重复执行的次</a:t>
            </a:r>
            <a:r>
              <a:rPr lang="zh-CN" altLang="en-US" dirty="0" smtClean="0">
                <a:solidFill>
                  <a:schemeClr val="tx1"/>
                </a:solidFill>
              </a:rPr>
              <a:t>数为 </a:t>
            </a:r>
            <a:r>
              <a:rPr lang="en-US" altLang="zh-CN" b="1" dirty="0">
                <a:solidFill>
                  <a:schemeClr val="tx1"/>
                </a:solidFill>
              </a:rPr>
              <a:t>n</a:t>
            </a:r>
            <a:r>
              <a:rPr lang="en-US" altLang="zh-CN" dirty="0" smtClean="0">
                <a:solidFill>
                  <a:schemeClr val="tx1"/>
                </a:solidFill>
              </a:rPr>
              <a:t> </a:t>
            </a:r>
            <a:r>
              <a:rPr lang="zh-CN" altLang="en-US" dirty="0" smtClean="0">
                <a:solidFill>
                  <a:schemeClr val="tx1"/>
                </a:solidFill>
              </a:rPr>
              <a:t>次</a:t>
            </a:r>
            <a:endParaRPr lang="en-US" altLang="zh-CN"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nn-NO" altLang="zh-CN" sz="2200" b="1" dirty="0">
                <a:solidFill>
                  <a:schemeClr val="tx1"/>
                </a:solidFill>
                <a:cs typeface="Verdana" panose="020B0604030504040204" pitchFamily="34" charset="0"/>
              </a:rPr>
              <a:t>for ( i = 1</a:t>
            </a:r>
            <a:r>
              <a:rPr lang="zh-CN" altLang="nn-NO" sz="2200" b="1" dirty="0">
                <a:solidFill>
                  <a:schemeClr val="tx1"/>
                </a:solidFill>
                <a:cs typeface="Verdana" panose="020B0604030504040204" pitchFamily="34" charset="0"/>
              </a:rPr>
              <a:t>；</a:t>
            </a:r>
            <a:r>
              <a:rPr lang="nn-NO" altLang="zh-CN" sz="2200" b="1" dirty="0">
                <a:solidFill>
                  <a:schemeClr val="tx1"/>
                </a:solidFill>
                <a:cs typeface="Verdana" panose="020B0604030504040204" pitchFamily="34" charset="0"/>
              </a:rPr>
              <a:t>i&lt;=n </a:t>
            </a:r>
            <a:r>
              <a:rPr lang="zh-CN" altLang="nn-NO" sz="2200" b="1" dirty="0">
                <a:solidFill>
                  <a:schemeClr val="tx1"/>
                </a:solidFill>
                <a:cs typeface="Verdana" panose="020B0604030504040204" pitchFamily="34" charset="0"/>
              </a:rPr>
              <a:t>；</a:t>
            </a:r>
            <a:r>
              <a:rPr lang="nn-NO" altLang="zh-CN" sz="2200" b="1" dirty="0">
                <a:solidFill>
                  <a:schemeClr val="tx1"/>
                </a:solidFill>
                <a:cs typeface="Verdana" panose="020B0604030504040204" pitchFamily="34" charset="0"/>
              </a:rPr>
              <a:t>i++ )  </a:t>
            </a:r>
            <a:endParaRPr lang="nn-NO" altLang="zh-CN" sz="2200" b="1" dirty="0" smtClean="0">
              <a:solidFill>
                <a:schemeClr val="tx1"/>
              </a:solidFill>
              <a:cs typeface="Verdana" panose="020B0604030504040204" pitchFamily="34" charset="0"/>
            </a:endParaRPr>
          </a:p>
          <a:p>
            <a:pPr marL="1314450" lvl="3" indent="0">
              <a:lnSpc>
                <a:spcPct val="150000"/>
              </a:lnSpc>
              <a:spcBef>
                <a:spcPts val="600"/>
              </a:spcBef>
              <a:buClr>
                <a:srgbClr val="000000"/>
              </a:buClr>
              <a:buSzPct val="60000"/>
              <a:buNone/>
              <a:defRPr/>
            </a:pPr>
            <a:r>
              <a:rPr lang="nn-NO" altLang="zh-CN" sz="2200" b="1" dirty="0">
                <a:solidFill>
                  <a:schemeClr val="tx1"/>
                </a:solidFill>
                <a:cs typeface="Verdana" panose="020B0604030504040204" pitchFamily="34" charset="0"/>
              </a:rPr>
              <a:t>for  ( j = 1 </a:t>
            </a:r>
            <a:r>
              <a:rPr lang="zh-CN" altLang="nn-NO" sz="2200" b="1" dirty="0">
                <a:solidFill>
                  <a:schemeClr val="tx1"/>
                </a:solidFill>
                <a:cs typeface="Verdana" panose="020B0604030504040204" pitchFamily="34" charset="0"/>
              </a:rPr>
              <a:t>；</a:t>
            </a:r>
            <a:r>
              <a:rPr lang="nn-NO" altLang="zh-CN" sz="2200" b="1" dirty="0">
                <a:solidFill>
                  <a:schemeClr val="tx1"/>
                </a:solidFill>
                <a:cs typeface="Verdana" panose="020B0604030504040204" pitchFamily="34" charset="0"/>
              </a:rPr>
              <a:t>j&lt;=n </a:t>
            </a:r>
            <a:r>
              <a:rPr lang="zh-CN" altLang="nn-NO" sz="2200" b="1" dirty="0">
                <a:solidFill>
                  <a:schemeClr val="tx1"/>
                </a:solidFill>
                <a:cs typeface="Verdana" panose="020B0604030504040204" pitchFamily="34" charset="0"/>
              </a:rPr>
              <a:t>；</a:t>
            </a:r>
            <a:r>
              <a:rPr lang="nn-NO" altLang="zh-CN" sz="2200" b="1" dirty="0">
                <a:solidFill>
                  <a:schemeClr val="tx1"/>
                </a:solidFill>
                <a:cs typeface="Verdana" panose="020B0604030504040204" pitchFamily="34" charset="0"/>
              </a:rPr>
              <a:t>j++ )</a:t>
            </a:r>
            <a:endParaRPr lang="nn-NO" altLang="zh-CN" sz="2200" b="1" dirty="0">
              <a:solidFill>
                <a:schemeClr val="tx1"/>
              </a:solidFill>
              <a:cs typeface="Verdana" panose="020B0604030504040204" pitchFamily="34" charset="0"/>
            </a:endParaRPr>
          </a:p>
          <a:p>
            <a:pPr marL="1771650" lvl="4" indent="0">
              <a:lnSpc>
                <a:spcPct val="150000"/>
              </a:lnSpc>
              <a:spcBef>
                <a:spcPts val="600"/>
              </a:spcBef>
              <a:buClr>
                <a:srgbClr val="000000"/>
              </a:buClr>
              <a:buSzPct val="60000"/>
              <a:buNone/>
              <a:defRPr/>
            </a:pPr>
            <a:r>
              <a:rPr lang="nn-NO" altLang="zh-CN" sz="2200" b="1" dirty="0" smtClean="0">
                <a:solidFill>
                  <a:schemeClr val="tx1"/>
                </a:solidFill>
                <a:cs typeface="Verdana" panose="020B0604030504040204" pitchFamily="34" charset="0"/>
              </a:rPr>
              <a:t>x</a:t>
            </a:r>
            <a:r>
              <a:rPr lang="en-US" altLang="zh-CN" sz="2200" b="1" dirty="0" smtClean="0">
                <a:solidFill>
                  <a:schemeClr val="tx1"/>
                </a:solidFill>
                <a:cs typeface="Verdana" panose="020B0604030504040204" pitchFamily="34" charset="0"/>
              </a:rPr>
              <a:t> = x + 1 </a:t>
            </a:r>
            <a:r>
              <a:rPr lang="zh-CN" altLang="en-US" sz="2200" b="1" dirty="0" smtClean="0">
                <a:solidFill>
                  <a:schemeClr val="tx1"/>
                </a:solidFill>
                <a:cs typeface="Verdana" panose="020B0604030504040204" pitchFamily="34" charset="0"/>
              </a:rPr>
              <a:t>；</a:t>
            </a:r>
            <a:endParaRPr lang="en-US" altLang="zh-CN" sz="2200" b="1" dirty="0" smtClean="0">
              <a:solidFill>
                <a:schemeClr val="tx1"/>
              </a:solidFill>
              <a:cs typeface="Verdana" panose="020B0604030504040204" pitchFamily="34" charset="0"/>
            </a:endParaRPr>
          </a:p>
          <a:p>
            <a:pPr marL="1548130" lvl="2" indent="-539750">
              <a:lnSpc>
                <a:spcPct val="150000"/>
              </a:lnSpc>
              <a:spcBef>
                <a:spcPts val="600"/>
              </a:spcBef>
              <a:buFont typeface="Wingdings" panose="05000000000000000000" pitchFamily="2" charset="2"/>
              <a:buChar char="£"/>
            </a:pPr>
            <a:r>
              <a:rPr lang="zh-CN" altLang="en-US" dirty="0" smtClean="0">
                <a:solidFill>
                  <a:schemeClr val="tx1"/>
                </a:solidFill>
              </a:rPr>
              <a:t>基</a:t>
            </a:r>
            <a:r>
              <a:rPr lang="zh-CN" altLang="en-US" dirty="0">
                <a:solidFill>
                  <a:schemeClr val="tx1"/>
                </a:solidFill>
              </a:rPr>
              <a:t>本操作重复执行的次数为 </a:t>
            </a:r>
            <a:r>
              <a:rPr lang="en-US" altLang="zh-CN" b="1" dirty="0" smtClean="0">
                <a:solidFill>
                  <a:schemeClr val="tx1"/>
                </a:solidFill>
              </a:rPr>
              <a:t>n</a:t>
            </a:r>
            <a:r>
              <a:rPr lang="en-US" altLang="zh-CN" b="1" baseline="30000" dirty="0" smtClean="0">
                <a:solidFill>
                  <a:schemeClr val="tx1"/>
                </a:solidFill>
              </a:rPr>
              <a:t>2</a:t>
            </a:r>
            <a:r>
              <a:rPr lang="en-US" altLang="zh-CN" b="1" dirty="0" smtClean="0">
                <a:solidFill>
                  <a:schemeClr val="tx1"/>
                </a:solidFill>
              </a:rPr>
              <a:t> </a:t>
            </a:r>
            <a:r>
              <a:rPr lang="zh-CN" altLang="en-US" dirty="0" smtClean="0">
                <a:solidFill>
                  <a:schemeClr val="tx1"/>
                </a:solidFill>
              </a:rPr>
              <a:t>次</a:t>
            </a:r>
            <a:endParaRPr lang="zh-CN" altLang="en-US" dirty="0" smtClean="0">
              <a:solidFill>
                <a:schemeClr val="tx1"/>
              </a:solidFill>
            </a:endParaRPr>
          </a:p>
        </p:txBody>
      </p:sp>
      <p:sp>
        <p:nvSpPr>
          <p:cNvPr id="6" name="标题 5"/>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算法复杂度分析</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wipe(left)">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animEffect transition="in" filter="wipe(left)">
                                      <p:cBhvr>
                                        <p:cTn id="52"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Content Placeholder 2"/>
          <p:cNvSpPr>
            <a:spLocks noGrp="1"/>
          </p:cNvSpPr>
          <p:nvPr>
            <p:custDataLst>
              <p:tags r:id="rId2"/>
            </p:custDataLst>
          </p:nvPr>
        </p:nvSpPr>
        <p:spPr>
          <a:xfrm>
            <a:off x="456300" y="1490400"/>
            <a:ext cx="8226900" cy="4759200"/>
          </a:xfrm>
          <a:prstGeom prst="rect">
            <a:avLst/>
          </a:prstGeom>
        </p:spPr>
        <p:txBody>
          <a:bodyPr vert="horz" lIns="92075" tIns="46038" rIns="92075" bIns="46038"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a:lnSpc>
                <a:spcPct val="150000"/>
              </a:lnSpc>
              <a:spcBef>
                <a:spcPts val="300"/>
              </a:spcBef>
              <a:buClr>
                <a:srgbClr val="000000"/>
              </a:buClr>
              <a:buSzPct val="100000"/>
              <a:buFont typeface="Wingdings" panose="05000000000000000000" pitchFamily="2" charset="2"/>
              <a:buChar char=""/>
              <a:defRPr/>
            </a:pPr>
            <a:r>
              <a:rPr lang="zh-CN" altLang="en-US" sz="2400" dirty="0" smtClean="0">
                <a:solidFill>
                  <a:schemeClr val="tx1"/>
                </a:solidFill>
              </a:rPr>
              <a:t> 算法时间复</a:t>
            </a:r>
            <a:r>
              <a:rPr lang="zh-CN" altLang="en-US" sz="2400" dirty="0">
                <a:solidFill>
                  <a:schemeClr val="tx1"/>
                </a:solidFill>
              </a:rPr>
              <a:t>杂度分</a:t>
            </a:r>
            <a:r>
              <a:rPr lang="zh-CN" altLang="en-US" sz="2400" dirty="0" smtClean="0">
                <a:solidFill>
                  <a:schemeClr val="tx1"/>
                </a:solidFill>
              </a:rPr>
              <a:t>析的一般方法</a:t>
            </a:r>
            <a:endParaRPr lang="zh-CN" altLang="en-US" sz="2400" dirty="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a:solidFill>
                  <a:schemeClr val="tx1"/>
                </a:solidFill>
              </a:rPr>
              <a:t>设算法的问题规模为</a:t>
            </a:r>
            <a:r>
              <a:rPr lang="en-US" altLang="zh-CN" sz="2400" dirty="0">
                <a:solidFill>
                  <a:schemeClr val="tx1"/>
                </a:solidFill>
              </a:rPr>
              <a:t>n</a:t>
            </a:r>
            <a:r>
              <a:rPr lang="zh-CN" altLang="en-US" sz="2400" dirty="0">
                <a:solidFill>
                  <a:schemeClr val="tx1"/>
                </a:solidFill>
              </a:rPr>
              <a:t>；</a:t>
            </a:r>
            <a:endParaRPr lang="zh-CN" altLang="en-US" sz="2400" dirty="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smtClean="0">
                <a:solidFill>
                  <a:schemeClr val="tx1"/>
                </a:solidFill>
              </a:rPr>
              <a:t>语</a:t>
            </a:r>
            <a:r>
              <a:rPr lang="zh-CN" altLang="en-US" sz="2400" dirty="0">
                <a:solidFill>
                  <a:schemeClr val="tx1"/>
                </a:solidFill>
              </a:rPr>
              <a:t>句重复执行的次数称为该语句的</a:t>
            </a:r>
            <a:r>
              <a:rPr lang="zh-CN" altLang="en-US" sz="2400" b="1" dirty="0">
                <a:solidFill>
                  <a:schemeClr val="tx1"/>
                </a:solidFill>
              </a:rPr>
              <a:t>频</a:t>
            </a:r>
            <a:r>
              <a:rPr lang="zh-CN" altLang="en-US" sz="2400" b="1" dirty="0" smtClean="0">
                <a:solidFill>
                  <a:schemeClr val="tx1"/>
                </a:solidFill>
              </a:rPr>
              <a:t>度</a:t>
            </a:r>
            <a:r>
              <a:rPr lang="zh-CN" altLang="en-US" sz="2400" dirty="0">
                <a:solidFill>
                  <a:schemeClr val="tx1"/>
                </a:solidFill>
              </a:rPr>
              <a:t>：</a:t>
            </a:r>
            <a:r>
              <a:rPr lang="zh-CN" altLang="en-US" sz="2400" dirty="0" smtClean="0">
                <a:solidFill>
                  <a:schemeClr val="tx1"/>
                </a:solidFill>
              </a:rPr>
              <a:t>记为 </a:t>
            </a:r>
            <a:r>
              <a:rPr lang="en-US" altLang="zh-CN" sz="2400" b="1" i="1" dirty="0">
                <a:solidFill>
                  <a:schemeClr val="tx1"/>
                </a:solidFill>
                <a:cs typeface="Verdana" panose="020B0604030504040204" pitchFamily="34" charset="0"/>
              </a:rPr>
              <a:t>f(n)</a:t>
            </a:r>
            <a:endParaRPr lang="zh-CN" altLang="en-US" sz="2400" b="1" i="1" dirty="0">
              <a:solidFill>
                <a:schemeClr val="tx1"/>
              </a:solidFill>
              <a:cs typeface="Verdana" panose="020B0604030504040204" pitchFamily="34" charset="0"/>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a:solidFill>
                  <a:schemeClr val="tx1"/>
                </a:solidFill>
              </a:rPr>
              <a:t>对算法各基本操作的频度求和</a:t>
            </a:r>
            <a:r>
              <a:rPr lang="zh-CN" altLang="en-US" sz="2400" dirty="0" smtClean="0">
                <a:solidFill>
                  <a:schemeClr val="tx1"/>
                </a:solidFill>
              </a:rPr>
              <a:t>，即得到算</a:t>
            </a:r>
            <a:r>
              <a:rPr lang="zh-CN" altLang="en-US" sz="2400" dirty="0">
                <a:solidFill>
                  <a:schemeClr val="tx1"/>
                </a:solidFill>
              </a:rPr>
              <a:t>法的时间复杂</a:t>
            </a:r>
            <a:r>
              <a:rPr lang="zh-CN" altLang="en-US" sz="2400" dirty="0" smtClean="0">
                <a:solidFill>
                  <a:schemeClr val="tx1"/>
                </a:solidFill>
              </a:rPr>
              <a:t>度</a:t>
            </a:r>
            <a:endParaRPr lang="zh-CN" altLang="en-US" sz="2400" dirty="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smtClean="0">
                <a:solidFill>
                  <a:schemeClr val="tx1"/>
                </a:solidFill>
              </a:rPr>
              <a:t>在实际工作中</a:t>
            </a:r>
            <a:r>
              <a:rPr lang="zh-CN" altLang="en-US" sz="2400" dirty="0">
                <a:solidFill>
                  <a:schemeClr val="tx1"/>
                </a:solidFill>
              </a:rPr>
              <a:t>我们所关心</a:t>
            </a:r>
            <a:r>
              <a:rPr lang="zh-CN" altLang="en-US" sz="2400" dirty="0" smtClean="0">
                <a:solidFill>
                  <a:schemeClr val="tx1"/>
                </a:solidFill>
              </a:rPr>
              <a:t>的是算法所需执行时</a:t>
            </a:r>
            <a:r>
              <a:rPr lang="zh-CN" altLang="en-US" sz="2400" dirty="0">
                <a:solidFill>
                  <a:schemeClr val="tx1"/>
                </a:solidFill>
              </a:rPr>
              <a:t>间的</a:t>
            </a:r>
            <a:r>
              <a:rPr lang="zh-CN" altLang="en-US" sz="2400" b="1" dirty="0">
                <a:solidFill>
                  <a:schemeClr val="tx1"/>
                </a:solidFill>
              </a:rPr>
              <a:t>数量</a:t>
            </a:r>
            <a:r>
              <a:rPr lang="zh-CN" altLang="en-US" sz="2400" b="1" dirty="0" smtClean="0">
                <a:solidFill>
                  <a:schemeClr val="tx1"/>
                </a:solidFill>
              </a:rPr>
              <a:t>级</a:t>
            </a:r>
            <a:endParaRPr lang="en-US" altLang="zh-CN" sz="2400" b="1" dirty="0" smtClean="0">
              <a:solidFill>
                <a:schemeClr val="tx1"/>
              </a:solidFill>
            </a:endParaRPr>
          </a:p>
          <a:p>
            <a:pPr marL="1548130" lvl="2" indent="-539750">
              <a:lnSpc>
                <a:spcPct val="150000"/>
              </a:lnSpc>
              <a:spcBef>
                <a:spcPts val="300"/>
              </a:spcBef>
              <a:buClr>
                <a:srgbClr val="000000"/>
              </a:buClr>
              <a:buSzPct val="60000"/>
              <a:buFont typeface="Wingdings" panose="05000000000000000000" pitchFamily="2" charset="2"/>
              <a:buChar char="£"/>
              <a:defRPr/>
            </a:pPr>
            <a:r>
              <a:rPr lang="zh-CN" altLang="en-US" dirty="0">
                <a:solidFill>
                  <a:schemeClr val="tx1"/>
                </a:solidFill>
              </a:rPr>
              <a:t>即：算法各基本操作频度最大值的数量级</a:t>
            </a:r>
            <a:endParaRPr lang="zh-CN" altLang="en-US" dirty="0">
              <a:solidFill>
                <a:schemeClr val="tx1"/>
              </a:solidFill>
            </a:endParaRPr>
          </a:p>
          <a:p>
            <a:pPr lvl="1">
              <a:lnSpc>
                <a:spcPct val="150000"/>
              </a:lnSpc>
              <a:spcBef>
                <a:spcPts val="300"/>
              </a:spcBef>
              <a:buClr>
                <a:srgbClr val="000000"/>
              </a:buClr>
              <a:buSzPct val="60000"/>
              <a:buFont typeface="Wingdings" panose="05000000000000000000" pitchFamily="2" charset="2"/>
              <a:buChar char="l"/>
              <a:defRPr/>
            </a:pPr>
            <a:r>
              <a:rPr lang="zh-CN" altLang="en-US" sz="2400" dirty="0">
                <a:solidFill>
                  <a:schemeClr val="tx1"/>
                </a:solidFill>
              </a:rPr>
              <a:t>因</a:t>
            </a:r>
            <a:r>
              <a:rPr lang="zh-CN" altLang="en-US" sz="2400" dirty="0" smtClean="0">
                <a:solidFill>
                  <a:schemeClr val="tx1"/>
                </a:solidFill>
              </a:rPr>
              <a:t>此将算法的时</a:t>
            </a:r>
            <a:r>
              <a:rPr lang="zh-CN" altLang="en-US" sz="2400" dirty="0">
                <a:solidFill>
                  <a:schemeClr val="tx1"/>
                </a:solidFill>
              </a:rPr>
              <a:t>间复杂</a:t>
            </a:r>
            <a:r>
              <a:rPr lang="zh-CN" altLang="en-US" sz="2400" dirty="0" smtClean="0">
                <a:solidFill>
                  <a:schemeClr val="tx1"/>
                </a:solidFill>
              </a:rPr>
              <a:t>度记为</a:t>
            </a:r>
            <a:r>
              <a:rPr lang="en-US" altLang="zh-CN" sz="2400" dirty="0" smtClean="0">
                <a:solidFill>
                  <a:schemeClr val="tx1"/>
                </a:solidFill>
              </a:rPr>
              <a:t>: </a:t>
            </a:r>
            <a:r>
              <a:rPr lang="en-US" altLang="zh-CN" sz="2400" b="1" dirty="0" smtClean="0">
                <a:solidFill>
                  <a:schemeClr val="tx1"/>
                </a:solidFill>
                <a:cs typeface="Verdana" panose="020B0604030504040204" pitchFamily="34" charset="0"/>
              </a:rPr>
              <a:t>T(n</a:t>
            </a:r>
            <a:r>
              <a:rPr lang="en-US" altLang="zh-CN" sz="2400" b="1" dirty="0">
                <a:solidFill>
                  <a:schemeClr val="tx1"/>
                </a:solidFill>
                <a:cs typeface="Verdana" panose="020B0604030504040204" pitchFamily="34" charset="0"/>
              </a:rPr>
              <a:t>)=</a:t>
            </a:r>
            <a:r>
              <a:rPr lang="en-US" altLang="zh-CN" sz="2400" b="1" i="1" dirty="0" smtClean="0">
                <a:solidFill>
                  <a:schemeClr val="tx1"/>
                </a:solidFill>
                <a:cs typeface="Verdana" panose="020B0604030504040204" pitchFamily="34" charset="0"/>
              </a:rPr>
              <a:t>O</a:t>
            </a:r>
            <a:r>
              <a:rPr lang="en-US" altLang="zh-CN" sz="2400" b="1" dirty="0" smtClean="0">
                <a:solidFill>
                  <a:schemeClr val="tx1"/>
                </a:solidFill>
                <a:cs typeface="Verdana" panose="020B0604030504040204" pitchFamily="34" charset="0"/>
              </a:rPr>
              <a:t>(</a:t>
            </a:r>
            <a:r>
              <a:rPr lang="en-US" altLang="zh-CN" sz="2400" b="1" i="1" dirty="0">
                <a:solidFill>
                  <a:schemeClr val="tx1"/>
                </a:solidFill>
                <a:cs typeface="Verdana" panose="020B0604030504040204" pitchFamily="34" charset="0"/>
              </a:rPr>
              <a:t>f(n)</a:t>
            </a:r>
            <a:r>
              <a:rPr lang="en-US" altLang="zh-CN" sz="2400" b="1" dirty="0" smtClean="0">
                <a:solidFill>
                  <a:schemeClr val="tx1"/>
                </a:solidFill>
                <a:cs typeface="Verdana" panose="020B0604030504040204" pitchFamily="34" charset="0"/>
              </a:rPr>
              <a:t>)</a:t>
            </a:r>
            <a:endParaRPr lang="zh-CN" altLang="en-US" sz="2400" dirty="0">
              <a:solidFill>
                <a:schemeClr val="tx1"/>
              </a:solidFill>
              <a:cs typeface="Verdana" panose="020B0604030504040204" pitchFamily="34" charset="0"/>
            </a:endParaRPr>
          </a:p>
          <a:p>
            <a:pPr marL="1548130" lvl="2" indent="-539750">
              <a:lnSpc>
                <a:spcPct val="150000"/>
              </a:lnSpc>
              <a:spcBef>
                <a:spcPts val="300"/>
              </a:spcBef>
              <a:buClr>
                <a:srgbClr val="000000"/>
              </a:buClr>
              <a:buSzPct val="60000"/>
              <a:buFont typeface="Wingdings" panose="05000000000000000000" pitchFamily="2" charset="2"/>
              <a:buChar char="£"/>
              <a:defRPr/>
            </a:pPr>
            <a:r>
              <a:rPr lang="zh-CN" altLang="en-US" dirty="0" smtClean="0">
                <a:solidFill>
                  <a:schemeClr val="tx1"/>
                </a:solidFill>
              </a:rPr>
              <a:t>设：</a:t>
            </a:r>
            <a:r>
              <a:rPr kumimoji="1" lang="en-US" altLang="zh-CN" b="1" i="1" dirty="0">
                <a:solidFill>
                  <a:schemeClr val="tx1"/>
                </a:solidFill>
                <a:cs typeface="Verdana" panose="020B0604030504040204" pitchFamily="34" charset="0"/>
              </a:rPr>
              <a:t>f</a:t>
            </a:r>
            <a:r>
              <a:rPr kumimoji="1" lang="en-US" altLang="zh-CN" b="1" dirty="0">
                <a:solidFill>
                  <a:schemeClr val="tx1"/>
                </a:solidFill>
                <a:cs typeface="Verdana" panose="020B0604030504040204" pitchFamily="34" charset="0"/>
              </a:rPr>
              <a:t>(</a:t>
            </a:r>
            <a:r>
              <a:rPr kumimoji="1" lang="en-US" altLang="zh-CN" b="1" i="1" dirty="0">
                <a:solidFill>
                  <a:schemeClr val="tx1"/>
                </a:solidFill>
                <a:cs typeface="Verdana" panose="020B0604030504040204" pitchFamily="34" charset="0"/>
              </a:rPr>
              <a:t>n</a:t>
            </a:r>
            <a:r>
              <a:rPr kumimoji="1" lang="en-US" altLang="zh-CN" b="1" dirty="0">
                <a:solidFill>
                  <a:schemeClr val="tx1"/>
                </a:solidFill>
                <a:cs typeface="Verdana" panose="020B0604030504040204" pitchFamily="34" charset="0"/>
              </a:rPr>
              <a:t>) = </a:t>
            </a:r>
            <a:r>
              <a:rPr kumimoji="1" lang="en-US" altLang="zh-CN" b="1" i="1" dirty="0">
                <a:solidFill>
                  <a:schemeClr val="tx1"/>
                </a:solidFill>
                <a:cs typeface="Verdana" panose="020B0604030504040204" pitchFamily="34" charset="0"/>
              </a:rPr>
              <a:t>1</a:t>
            </a:r>
            <a:r>
              <a:rPr kumimoji="1" lang="en-US" altLang="zh-CN" b="1" dirty="0">
                <a:solidFill>
                  <a:schemeClr val="tx1"/>
                </a:solidFill>
                <a:cs typeface="Verdana" panose="020B0604030504040204" pitchFamily="34" charset="0"/>
              </a:rPr>
              <a:t> + </a:t>
            </a:r>
            <a:r>
              <a:rPr kumimoji="1" lang="en-US" altLang="zh-CN" b="1" i="1" dirty="0">
                <a:solidFill>
                  <a:schemeClr val="tx1"/>
                </a:solidFill>
                <a:cs typeface="Verdana" panose="020B0604030504040204" pitchFamily="34" charset="0"/>
              </a:rPr>
              <a:t>n</a:t>
            </a:r>
            <a:r>
              <a:rPr kumimoji="1" lang="en-US" altLang="zh-CN" b="1" dirty="0">
                <a:solidFill>
                  <a:schemeClr val="tx1"/>
                </a:solidFill>
                <a:cs typeface="Verdana" panose="020B0604030504040204" pitchFamily="34" charset="0"/>
              </a:rPr>
              <a:t> + </a:t>
            </a:r>
            <a:r>
              <a:rPr kumimoji="1" lang="en-US" altLang="zh-CN" b="1" i="1" dirty="0">
                <a:solidFill>
                  <a:schemeClr val="tx1"/>
                </a:solidFill>
                <a:cs typeface="Verdana" panose="020B0604030504040204" pitchFamily="34" charset="0"/>
              </a:rPr>
              <a:t>n</a:t>
            </a:r>
            <a:r>
              <a:rPr kumimoji="1" lang="en-US" altLang="zh-CN" b="1" i="1" baseline="30000" dirty="0">
                <a:solidFill>
                  <a:schemeClr val="tx1"/>
                </a:solidFill>
                <a:cs typeface="Verdana" panose="020B0604030504040204" pitchFamily="34" charset="0"/>
              </a:rPr>
              <a:t>2</a:t>
            </a:r>
            <a:r>
              <a:rPr kumimoji="1" lang="en-US" altLang="zh-CN" b="1" baseline="30000" dirty="0">
                <a:solidFill>
                  <a:schemeClr val="tx1"/>
                </a:solidFill>
                <a:cs typeface="Verdana" panose="020B0604030504040204" pitchFamily="34" charset="0"/>
              </a:rPr>
              <a:t> </a:t>
            </a:r>
            <a:r>
              <a:rPr kumimoji="1" lang="en-US" altLang="zh-CN" b="1" dirty="0">
                <a:solidFill>
                  <a:schemeClr val="tx1"/>
                </a:solidFill>
                <a:cs typeface="Verdana" panose="020B0604030504040204" pitchFamily="34" charset="0"/>
              </a:rPr>
              <a:t>+ </a:t>
            </a:r>
            <a:r>
              <a:rPr kumimoji="1" lang="en-US" altLang="zh-CN" b="1" i="1" dirty="0">
                <a:solidFill>
                  <a:schemeClr val="tx1"/>
                </a:solidFill>
                <a:cs typeface="Verdana" panose="020B0604030504040204" pitchFamily="34" charset="0"/>
              </a:rPr>
              <a:t>n</a:t>
            </a:r>
            <a:r>
              <a:rPr kumimoji="1" lang="en-US" altLang="zh-CN" b="1" i="1" baseline="30000" dirty="0">
                <a:solidFill>
                  <a:schemeClr val="tx1"/>
                </a:solidFill>
                <a:cs typeface="Verdana" panose="020B0604030504040204" pitchFamily="34" charset="0"/>
              </a:rPr>
              <a:t>3</a:t>
            </a:r>
            <a:endParaRPr kumimoji="1" lang="en-US" altLang="zh-CN" b="1" i="1" baseline="30000" dirty="0">
              <a:solidFill>
                <a:schemeClr val="tx1"/>
              </a:solidFill>
              <a:cs typeface="Verdana" panose="020B0604030504040204" pitchFamily="34" charset="0"/>
            </a:endParaRPr>
          </a:p>
          <a:p>
            <a:pPr marL="1548130" lvl="2" indent="-539750">
              <a:lnSpc>
                <a:spcPct val="150000"/>
              </a:lnSpc>
              <a:spcBef>
                <a:spcPts val="300"/>
              </a:spcBef>
              <a:buClr>
                <a:srgbClr val="000000"/>
              </a:buClr>
              <a:buSzPct val="60000"/>
              <a:buFont typeface="Wingdings" panose="05000000000000000000" pitchFamily="2" charset="2"/>
              <a:buChar char="£"/>
              <a:defRPr/>
            </a:pPr>
            <a:r>
              <a:rPr lang="zh-CN" altLang="en-US" dirty="0" smtClean="0">
                <a:solidFill>
                  <a:schemeClr val="tx1"/>
                </a:solidFill>
              </a:rPr>
              <a:t>则：</a:t>
            </a:r>
            <a:r>
              <a:rPr kumimoji="1" lang="en-US" altLang="zh-CN" b="1" i="1" dirty="0">
                <a:solidFill>
                  <a:schemeClr val="tx1"/>
                </a:solidFill>
                <a:cs typeface="Verdana" panose="020B0604030504040204" pitchFamily="34" charset="0"/>
              </a:rPr>
              <a:t>T</a:t>
            </a:r>
            <a:r>
              <a:rPr kumimoji="1" lang="en-US" altLang="zh-CN" b="1" dirty="0">
                <a:solidFill>
                  <a:schemeClr val="tx1"/>
                </a:solidFill>
                <a:cs typeface="Verdana" panose="020B0604030504040204" pitchFamily="34" charset="0"/>
              </a:rPr>
              <a:t>(</a:t>
            </a:r>
            <a:r>
              <a:rPr kumimoji="1" lang="en-US" altLang="zh-CN" b="1" i="1" dirty="0">
                <a:solidFill>
                  <a:schemeClr val="tx1"/>
                </a:solidFill>
                <a:cs typeface="Verdana" panose="020B0604030504040204" pitchFamily="34" charset="0"/>
              </a:rPr>
              <a:t>n</a:t>
            </a:r>
            <a:r>
              <a:rPr kumimoji="1" lang="en-US" altLang="zh-CN" b="1" dirty="0">
                <a:solidFill>
                  <a:schemeClr val="tx1"/>
                </a:solidFill>
                <a:cs typeface="Verdana" panose="020B0604030504040204" pitchFamily="34" charset="0"/>
              </a:rPr>
              <a:t>) = </a:t>
            </a:r>
            <a:r>
              <a:rPr kumimoji="1" lang="en-US" altLang="zh-CN" b="1" i="1" dirty="0">
                <a:solidFill>
                  <a:schemeClr val="tx1"/>
                </a:solidFill>
                <a:cs typeface="Verdana" panose="020B0604030504040204" pitchFamily="34" charset="0"/>
              </a:rPr>
              <a:t>O</a:t>
            </a:r>
            <a:r>
              <a:rPr kumimoji="1" lang="en-US" altLang="zh-CN" b="1" dirty="0">
                <a:solidFill>
                  <a:schemeClr val="tx1"/>
                </a:solidFill>
                <a:cs typeface="Verdana" panose="020B0604030504040204" pitchFamily="34" charset="0"/>
              </a:rPr>
              <a:t>( </a:t>
            </a:r>
            <a:r>
              <a:rPr kumimoji="1" lang="en-US" altLang="zh-CN" b="1" i="1" dirty="0">
                <a:solidFill>
                  <a:schemeClr val="tx1"/>
                </a:solidFill>
                <a:cs typeface="Verdana" panose="020B0604030504040204" pitchFamily="34" charset="0"/>
              </a:rPr>
              <a:t>n</a:t>
            </a:r>
            <a:r>
              <a:rPr kumimoji="1" lang="en-US" altLang="zh-CN" b="1" i="1" baseline="30000" dirty="0">
                <a:solidFill>
                  <a:schemeClr val="tx1"/>
                </a:solidFill>
                <a:cs typeface="Verdana" panose="020B0604030504040204" pitchFamily="34" charset="0"/>
              </a:rPr>
              <a:t>3</a:t>
            </a:r>
            <a:r>
              <a:rPr kumimoji="1" lang="en-US" altLang="zh-CN" b="1" baseline="30000" dirty="0">
                <a:solidFill>
                  <a:schemeClr val="tx1"/>
                </a:solidFill>
                <a:cs typeface="Verdana" panose="020B0604030504040204" pitchFamily="34" charset="0"/>
              </a:rPr>
              <a:t> </a:t>
            </a:r>
            <a:r>
              <a:rPr kumimoji="1" lang="en-US" altLang="zh-CN" b="1" dirty="0" smtClean="0">
                <a:solidFill>
                  <a:schemeClr val="tx1"/>
                </a:solidFill>
                <a:cs typeface="Verdana" panose="020B0604030504040204" pitchFamily="34" charset="0"/>
              </a:rPr>
              <a:t>)</a:t>
            </a:r>
            <a:endParaRPr kumimoji="1" lang="en-US" altLang="zh-CN" b="1" dirty="0" smtClean="0">
              <a:solidFill>
                <a:schemeClr val="tx1"/>
              </a:solidFill>
              <a:cs typeface="Verdana" panose="020B0604030504040204" pitchFamily="34" charset="0"/>
            </a:endParaRPr>
          </a:p>
          <a:p>
            <a:pPr marL="342900" lvl="2" indent="-342900">
              <a:lnSpc>
                <a:spcPct val="150000"/>
              </a:lnSpc>
              <a:spcBef>
                <a:spcPts val="300"/>
              </a:spcBef>
              <a:buClr>
                <a:srgbClr val="000000"/>
              </a:buClr>
              <a:buSzPct val="100000"/>
              <a:buFont typeface="Wingdings" panose="05000000000000000000" pitchFamily="2" charset="2"/>
              <a:buChar char=""/>
              <a:defRPr/>
            </a:pPr>
            <a:r>
              <a:rPr lang="zh-CN" altLang="en-US" dirty="0">
                <a:solidFill>
                  <a:schemeClr val="tx1"/>
                </a:solidFill>
              </a:rPr>
              <a:t> 算</a:t>
            </a:r>
            <a:r>
              <a:rPr lang="zh-CN" altLang="en-US" dirty="0" smtClean="0">
                <a:solidFill>
                  <a:schemeClr val="tx1"/>
                </a:solidFill>
              </a:rPr>
              <a:t>法空间复</a:t>
            </a:r>
            <a:r>
              <a:rPr lang="zh-CN" altLang="en-US" dirty="0">
                <a:solidFill>
                  <a:schemeClr val="tx1"/>
                </a:solidFill>
              </a:rPr>
              <a:t>杂度分</a:t>
            </a:r>
            <a:r>
              <a:rPr lang="zh-CN" altLang="en-US" dirty="0" smtClean="0">
                <a:solidFill>
                  <a:schemeClr val="tx1"/>
                </a:solidFill>
              </a:rPr>
              <a:t>析方法与之类似：</a:t>
            </a:r>
            <a:r>
              <a:rPr lang="en-US" altLang="zh-CN" b="1" dirty="0">
                <a:solidFill>
                  <a:schemeClr val="tx1"/>
                </a:solidFill>
                <a:cs typeface="Verdana" panose="020B0604030504040204" pitchFamily="34" charset="0"/>
              </a:rPr>
              <a:t>S(n)=</a:t>
            </a:r>
            <a:r>
              <a:rPr lang="en-US" altLang="zh-CN" b="1" i="1" dirty="0">
                <a:solidFill>
                  <a:schemeClr val="tx1"/>
                </a:solidFill>
                <a:cs typeface="Verdana" panose="020B0604030504040204" pitchFamily="34" charset="0"/>
              </a:rPr>
              <a:t>O</a:t>
            </a:r>
            <a:r>
              <a:rPr lang="en-US" altLang="zh-CN" b="1" dirty="0">
                <a:solidFill>
                  <a:schemeClr val="tx1"/>
                </a:solidFill>
                <a:cs typeface="Verdana" panose="020B0604030504040204" pitchFamily="34" charset="0"/>
              </a:rPr>
              <a:t>(f(n)) </a:t>
            </a:r>
            <a:endParaRPr lang="en-US" altLang="zh-CN" b="1" dirty="0">
              <a:solidFill>
                <a:schemeClr val="tx1"/>
              </a:solidFill>
              <a:cs typeface="Verdana" panose="020B0604030504040204" pitchFamily="34" charset="0"/>
            </a:endParaRPr>
          </a:p>
        </p:txBody>
      </p:sp>
      <p:sp>
        <p:nvSpPr>
          <p:cNvPr id="6" name="标题 5"/>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算法复杂度分析</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wipe(left)">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animEffect transition="in" filter="wipe(left)">
                                      <p:cBhvr>
                                        <p:cTn id="52"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Text Box 3"/>
          <p:cNvSpPr txBox="1">
            <a:spLocks noChangeArrowheads="1"/>
          </p:cNvSpPr>
          <p:nvPr>
            <p:custDataLst>
              <p:tags r:id="rId1"/>
            </p:custDataLst>
          </p:nvPr>
        </p:nvSpPr>
        <p:spPr bwMode="auto">
          <a:xfrm>
            <a:off x="33811" y="766308"/>
            <a:ext cx="7922565" cy="6047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eaLnBrk="1" hangingPunct="1">
              <a:lnSpc>
                <a:spcPct val="120000"/>
              </a:lnSpc>
            </a:pPr>
            <a:r>
              <a:rPr kumimoji="1" lang="en-US" altLang="zh-CN" sz="2400" dirty="0">
                <a:solidFill>
                  <a:schemeClr val="accent3">
                    <a:lumMod val="75000"/>
                  </a:schemeClr>
                </a:solidFill>
                <a:latin typeface="+mn-lt"/>
                <a:ea typeface="+mn-ea"/>
                <a:cs typeface="Verdana" panose="020B0604030504040204" pitchFamily="34" charset="0"/>
              </a:rPr>
              <a:t>// </a:t>
            </a:r>
            <a:r>
              <a:rPr kumimoji="1" lang="zh-CN" altLang="en-US" sz="2400" dirty="0">
                <a:solidFill>
                  <a:schemeClr val="accent3">
                    <a:lumMod val="75000"/>
                  </a:schemeClr>
                </a:solidFill>
                <a:latin typeface="+mn-lt"/>
                <a:ea typeface="+mn-ea"/>
                <a:cs typeface="Verdana" panose="020B0604030504040204" pitchFamily="34" charset="0"/>
              </a:rPr>
              <a:t>以二维数组存储矩阵元素，</a:t>
            </a:r>
            <a:r>
              <a:rPr kumimoji="1" lang="en-US" altLang="zh-CN" sz="2400" dirty="0">
                <a:solidFill>
                  <a:schemeClr val="accent3">
                    <a:lumMod val="75000"/>
                  </a:schemeClr>
                </a:solidFill>
                <a:latin typeface="+mn-lt"/>
                <a:ea typeface="+mn-ea"/>
                <a:cs typeface="Verdana" panose="020B0604030504040204" pitchFamily="34" charset="0"/>
              </a:rPr>
              <a:t>c </a:t>
            </a:r>
            <a:r>
              <a:rPr kumimoji="1" lang="zh-CN" altLang="en-US" sz="2400" dirty="0">
                <a:solidFill>
                  <a:schemeClr val="accent3">
                    <a:lumMod val="75000"/>
                  </a:schemeClr>
                </a:solidFill>
                <a:latin typeface="+mn-lt"/>
                <a:ea typeface="+mn-ea"/>
                <a:cs typeface="Verdana" panose="020B0604030504040204" pitchFamily="34" charset="0"/>
              </a:rPr>
              <a:t>为 </a:t>
            </a:r>
            <a:r>
              <a:rPr kumimoji="1" lang="en-US" altLang="zh-CN" sz="2400" dirty="0">
                <a:solidFill>
                  <a:schemeClr val="accent3">
                    <a:lumMod val="75000"/>
                  </a:schemeClr>
                </a:solidFill>
                <a:latin typeface="+mn-lt"/>
                <a:ea typeface="+mn-ea"/>
                <a:cs typeface="Verdana" panose="020B0604030504040204" pitchFamily="34" charset="0"/>
              </a:rPr>
              <a:t>a </a:t>
            </a:r>
            <a:r>
              <a:rPr kumimoji="1" lang="zh-CN" altLang="en-US" sz="2400" dirty="0">
                <a:solidFill>
                  <a:schemeClr val="accent3">
                    <a:lumMod val="75000"/>
                  </a:schemeClr>
                </a:solidFill>
                <a:latin typeface="+mn-lt"/>
                <a:ea typeface="+mn-ea"/>
                <a:cs typeface="Verdana" panose="020B0604030504040204" pitchFamily="34" charset="0"/>
              </a:rPr>
              <a:t>和 </a:t>
            </a:r>
            <a:r>
              <a:rPr kumimoji="1" lang="en-US" altLang="zh-CN" sz="2400" dirty="0">
                <a:solidFill>
                  <a:schemeClr val="accent3">
                    <a:lumMod val="75000"/>
                  </a:schemeClr>
                </a:solidFill>
                <a:latin typeface="+mn-lt"/>
                <a:ea typeface="+mn-ea"/>
                <a:cs typeface="Verdana" panose="020B0604030504040204" pitchFamily="34" charset="0"/>
              </a:rPr>
              <a:t>b </a:t>
            </a:r>
            <a:r>
              <a:rPr kumimoji="1" lang="zh-CN" altLang="en-US" sz="2400" dirty="0">
                <a:solidFill>
                  <a:schemeClr val="accent3">
                    <a:lumMod val="75000"/>
                  </a:schemeClr>
                </a:solidFill>
                <a:latin typeface="+mn-lt"/>
                <a:ea typeface="+mn-ea"/>
                <a:cs typeface="Verdana" panose="020B0604030504040204" pitchFamily="34" charset="0"/>
              </a:rPr>
              <a:t>的乘积</a:t>
            </a:r>
            <a:endParaRPr kumimoji="1" lang="en-US" altLang="zh-CN"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pPr>
            <a:r>
              <a:rPr kumimoji="1" lang="en-US" altLang="zh-CN" sz="2400" dirty="0">
                <a:solidFill>
                  <a:schemeClr val="accent3">
                    <a:lumMod val="75000"/>
                  </a:schemeClr>
                </a:solidFill>
                <a:latin typeface="+mn-lt"/>
                <a:ea typeface="+mn-ea"/>
                <a:cs typeface="Verdana" panose="020B0604030504040204" pitchFamily="34" charset="0"/>
              </a:rPr>
              <a:t>void </a:t>
            </a:r>
            <a:r>
              <a:rPr kumimoji="1" lang="en-US" altLang="zh-CN" sz="2400" dirty="0" err="1" smtClean="0">
                <a:solidFill>
                  <a:schemeClr val="accent3">
                    <a:lumMod val="75000"/>
                  </a:schemeClr>
                </a:solidFill>
                <a:latin typeface="+mn-lt"/>
                <a:ea typeface="+mn-ea"/>
                <a:cs typeface="Verdana" panose="020B0604030504040204" pitchFamily="34" charset="0"/>
              </a:rPr>
              <a:t>mat_multi</a:t>
            </a:r>
            <a:r>
              <a:rPr kumimoji="1" lang="en-US" altLang="zh-CN" sz="2400" dirty="0" smtClean="0">
                <a:solidFill>
                  <a:schemeClr val="accent3">
                    <a:lumMod val="75000"/>
                  </a:schemeClr>
                </a:solidFill>
                <a:latin typeface="+mn-lt"/>
                <a:ea typeface="+mn-ea"/>
                <a:cs typeface="Verdana" panose="020B0604030504040204" pitchFamily="34" charset="0"/>
              </a:rPr>
              <a:t>(</a:t>
            </a:r>
            <a:r>
              <a:rPr kumimoji="1" lang="en-US" altLang="zh-CN" sz="2400" dirty="0" err="1" smtClean="0">
                <a:solidFill>
                  <a:schemeClr val="accent3">
                    <a:lumMod val="75000"/>
                  </a:schemeClr>
                </a:solidFill>
                <a:latin typeface="+mn-lt"/>
                <a:ea typeface="+mn-ea"/>
                <a:cs typeface="Verdana" panose="020B0604030504040204" pitchFamily="34" charset="0"/>
              </a:rPr>
              <a:t>int</a:t>
            </a:r>
            <a:r>
              <a:rPr kumimoji="1" lang="en-US" altLang="zh-CN" sz="2400" dirty="0" smtClean="0">
                <a:solidFill>
                  <a:schemeClr val="accent3">
                    <a:lumMod val="75000"/>
                  </a:schemeClr>
                </a:solidFill>
                <a:latin typeface="+mn-lt"/>
                <a:ea typeface="+mn-ea"/>
                <a:cs typeface="Verdana" panose="020B0604030504040204" pitchFamily="34" charset="0"/>
              </a:rPr>
              <a:t> </a:t>
            </a:r>
            <a:r>
              <a:rPr kumimoji="1" lang="en-US" altLang="zh-CN" sz="2400" dirty="0">
                <a:solidFill>
                  <a:schemeClr val="accent3">
                    <a:lumMod val="75000"/>
                  </a:schemeClr>
                </a:solidFill>
                <a:latin typeface="+mn-lt"/>
                <a:ea typeface="+mn-ea"/>
                <a:cs typeface="Verdana" panose="020B0604030504040204" pitchFamily="34" charset="0"/>
              </a:rPr>
              <a:t>a[], </a:t>
            </a:r>
            <a:r>
              <a:rPr kumimoji="1" lang="en-US" altLang="zh-CN" sz="2400" dirty="0" err="1">
                <a:solidFill>
                  <a:schemeClr val="accent3">
                    <a:lumMod val="75000"/>
                  </a:schemeClr>
                </a:solidFill>
                <a:latin typeface="+mn-lt"/>
                <a:ea typeface="+mn-ea"/>
                <a:cs typeface="Verdana" panose="020B0604030504040204" pitchFamily="34" charset="0"/>
              </a:rPr>
              <a:t>int</a:t>
            </a:r>
            <a:r>
              <a:rPr kumimoji="1" lang="en-US" altLang="zh-CN" sz="2400" dirty="0">
                <a:solidFill>
                  <a:schemeClr val="accent3">
                    <a:lumMod val="75000"/>
                  </a:schemeClr>
                </a:solidFill>
                <a:latin typeface="+mn-lt"/>
                <a:ea typeface="+mn-ea"/>
                <a:cs typeface="Verdana" panose="020B0604030504040204" pitchFamily="34" charset="0"/>
              </a:rPr>
              <a:t> b[], </a:t>
            </a:r>
            <a:r>
              <a:rPr kumimoji="1" lang="en-US" altLang="zh-CN" sz="2400" dirty="0" err="1">
                <a:solidFill>
                  <a:schemeClr val="accent3">
                    <a:lumMod val="75000"/>
                  </a:schemeClr>
                </a:solidFill>
                <a:latin typeface="+mn-lt"/>
                <a:ea typeface="+mn-ea"/>
                <a:cs typeface="Verdana" panose="020B0604030504040204" pitchFamily="34" charset="0"/>
              </a:rPr>
              <a:t>int</a:t>
            </a:r>
            <a:r>
              <a:rPr kumimoji="1" lang="en-US" altLang="zh-CN" sz="2400" dirty="0">
                <a:solidFill>
                  <a:schemeClr val="accent3">
                    <a:lumMod val="75000"/>
                  </a:schemeClr>
                </a:solidFill>
                <a:latin typeface="+mn-lt"/>
                <a:ea typeface="+mn-ea"/>
                <a:cs typeface="Verdana" panose="020B0604030504040204" pitchFamily="34" charset="0"/>
              </a:rPr>
              <a:t>&amp; c</a:t>
            </a:r>
            <a:r>
              <a:rPr kumimoji="1" lang="en-US" altLang="zh-CN" sz="2400" dirty="0" smtClean="0">
                <a:solidFill>
                  <a:schemeClr val="accent3">
                    <a:lumMod val="75000"/>
                  </a:schemeClr>
                </a:solidFill>
                <a:latin typeface="+mn-lt"/>
                <a:ea typeface="+mn-ea"/>
                <a:cs typeface="Verdana" panose="020B0604030504040204" pitchFamily="34" charset="0"/>
              </a:rPr>
              <a:t>[]){ </a:t>
            </a:r>
            <a:endParaRPr kumimoji="1" lang="zh-CN" altLang="en-US"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spcAft>
                <a:spcPts val="600"/>
              </a:spcAft>
            </a:pPr>
            <a:r>
              <a:rPr kumimoji="1" lang="zh-CN" altLang="en-US" sz="2400" dirty="0" smtClean="0">
                <a:solidFill>
                  <a:schemeClr val="accent3">
                    <a:lumMod val="75000"/>
                  </a:schemeClr>
                </a:solidFill>
                <a:latin typeface="+mn-lt"/>
                <a:ea typeface="+mn-ea"/>
                <a:cs typeface="Verdana" panose="020B0604030504040204" pitchFamily="34" charset="0"/>
              </a:rPr>
              <a:t>      </a:t>
            </a:r>
            <a:r>
              <a:rPr kumimoji="1" lang="en-US" altLang="zh-CN" sz="2400" dirty="0" smtClean="0">
                <a:solidFill>
                  <a:schemeClr val="accent3">
                    <a:lumMod val="75000"/>
                  </a:schemeClr>
                </a:solidFill>
                <a:latin typeface="+mn-lt"/>
                <a:ea typeface="+mn-ea"/>
                <a:cs typeface="Verdana" panose="020B0604030504040204" pitchFamily="34" charset="0"/>
              </a:rPr>
              <a:t>for </a:t>
            </a:r>
            <a:r>
              <a:rPr kumimoji="1" lang="en-US" altLang="zh-CN" sz="2400" dirty="0">
                <a:solidFill>
                  <a:schemeClr val="accent3">
                    <a:lumMod val="75000"/>
                  </a:schemeClr>
                </a:solidFill>
                <a:latin typeface="+mn-lt"/>
                <a:ea typeface="+mn-ea"/>
                <a:cs typeface="Verdana" panose="020B0604030504040204" pitchFamily="34" charset="0"/>
              </a:rPr>
              <a:t>(</a:t>
            </a:r>
            <a:r>
              <a:rPr kumimoji="1" lang="en-US" altLang="zh-CN" sz="2400" dirty="0" err="1">
                <a:solidFill>
                  <a:schemeClr val="accent3">
                    <a:lumMod val="75000"/>
                  </a:schemeClr>
                </a:solidFill>
                <a:latin typeface="+mn-lt"/>
                <a:ea typeface="+mn-ea"/>
                <a:cs typeface="Verdana" panose="020B0604030504040204" pitchFamily="34" charset="0"/>
              </a:rPr>
              <a:t>i</a:t>
            </a:r>
            <a:r>
              <a:rPr kumimoji="1" lang="en-US" altLang="zh-CN" sz="2400" dirty="0">
                <a:solidFill>
                  <a:schemeClr val="accent3">
                    <a:lumMod val="75000"/>
                  </a:schemeClr>
                </a:solidFill>
                <a:latin typeface="+mn-lt"/>
                <a:ea typeface="+mn-ea"/>
                <a:cs typeface="Verdana" panose="020B0604030504040204" pitchFamily="34" charset="0"/>
              </a:rPr>
              <a:t>=1; </a:t>
            </a:r>
            <a:r>
              <a:rPr kumimoji="1" lang="en-US" altLang="zh-CN" sz="2400" dirty="0" err="1">
                <a:solidFill>
                  <a:schemeClr val="accent3">
                    <a:lumMod val="75000"/>
                  </a:schemeClr>
                </a:solidFill>
                <a:latin typeface="+mn-lt"/>
                <a:ea typeface="+mn-ea"/>
                <a:cs typeface="Verdana" panose="020B0604030504040204" pitchFamily="34" charset="0"/>
              </a:rPr>
              <a:t>i</a:t>
            </a:r>
            <a:r>
              <a:rPr kumimoji="1" lang="en-US" altLang="zh-CN" sz="2400" dirty="0">
                <a:solidFill>
                  <a:schemeClr val="accent3">
                    <a:lumMod val="75000"/>
                  </a:schemeClr>
                </a:solidFill>
                <a:latin typeface="+mn-lt"/>
                <a:ea typeface="+mn-ea"/>
                <a:cs typeface="Verdana" panose="020B0604030504040204" pitchFamily="34" charset="0"/>
              </a:rPr>
              <a:t>&lt;=n; ++</a:t>
            </a:r>
            <a:r>
              <a:rPr kumimoji="1" lang="en-US" altLang="zh-CN" sz="2400" dirty="0" err="1">
                <a:solidFill>
                  <a:schemeClr val="accent3">
                    <a:lumMod val="75000"/>
                  </a:schemeClr>
                </a:solidFill>
                <a:latin typeface="+mn-lt"/>
                <a:ea typeface="+mn-ea"/>
                <a:cs typeface="Verdana" panose="020B0604030504040204" pitchFamily="34" charset="0"/>
              </a:rPr>
              <a:t>i</a:t>
            </a:r>
            <a:r>
              <a:rPr kumimoji="1" lang="en-US" altLang="zh-CN" sz="2400" dirty="0">
                <a:solidFill>
                  <a:schemeClr val="accent3">
                    <a:lumMod val="75000"/>
                  </a:schemeClr>
                </a:solidFill>
                <a:latin typeface="+mn-lt"/>
                <a:ea typeface="+mn-ea"/>
                <a:cs typeface="Verdana" panose="020B0604030504040204" pitchFamily="34" charset="0"/>
              </a:rPr>
              <a:t>){</a:t>
            </a:r>
            <a:endParaRPr kumimoji="1" lang="en-US" altLang="zh-CN"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spcAft>
                <a:spcPts val="600"/>
              </a:spcAft>
            </a:pPr>
            <a:r>
              <a:rPr kumimoji="1" lang="en-US" altLang="zh-CN" sz="2400" dirty="0" smtClean="0">
                <a:solidFill>
                  <a:schemeClr val="accent3">
                    <a:lumMod val="75000"/>
                  </a:schemeClr>
                </a:solidFill>
                <a:latin typeface="+mn-lt"/>
                <a:ea typeface="+mn-ea"/>
                <a:cs typeface="Verdana" panose="020B0604030504040204" pitchFamily="34" charset="0"/>
              </a:rPr>
              <a:t>           </a:t>
            </a:r>
            <a:r>
              <a:rPr kumimoji="1" lang="en-US" altLang="zh-CN" sz="2400" dirty="0">
                <a:solidFill>
                  <a:schemeClr val="accent3">
                    <a:lumMod val="75000"/>
                  </a:schemeClr>
                </a:solidFill>
                <a:latin typeface="+mn-lt"/>
                <a:ea typeface="+mn-ea"/>
                <a:cs typeface="Verdana" panose="020B0604030504040204" pitchFamily="34" charset="0"/>
              </a:rPr>
              <a:t> for (j=1; j&lt;=n; ++j){</a:t>
            </a:r>
            <a:endParaRPr kumimoji="1" lang="en-US" altLang="zh-CN"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spcAft>
                <a:spcPts val="600"/>
              </a:spcAft>
            </a:pPr>
            <a:r>
              <a:rPr kumimoji="1" lang="en-US" altLang="zh-CN" sz="2400" dirty="0" smtClean="0">
                <a:solidFill>
                  <a:schemeClr val="accent3">
                    <a:lumMod val="75000"/>
                  </a:schemeClr>
                </a:solidFill>
                <a:latin typeface="+mn-lt"/>
                <a:ea typeface="+mn-ea"/>
                <a:cs typeface="Verdana" panose="020B0604030504040204" pitchFamily="34" charset="0"/>
              </a:rPr>
              <a:t>                  c[</a:t>
            </a:r>
            <a:r>
              <a:rPr kumimoji="1" lang="en-US" altLang="zh-CN" sz="2400" dirty="0" err="1" smtClean="0">
                <a:solidFill>
                  <a:schemeClr val="accent3">
                    <a:lumMod val="75000"/>
                  </a:schemeClr>
                </a:solidFill>
                <a:latin typeface="+mn-lt"/>
                <a:ea typeface="+mn-ea"/>
                <a:cs typeface="Verdana" panose="020B0604030504040204" pitchFamily="34" charset="0"/>
              </a:rPr>
              <a:t>i,j</a:t>
            </a:r>
            <a:r>
              <a:rPr kumimoji="1" lang="en-US" altLang="zh-CN" sz="2400" dirty="0">
                <a:solidFill>
                  <a:schemeClr val="accent3">
                    <a:lumMod val="75000"/>
                  </a:schemeClr>
                </a:solidFill>
                <a:latin typeface="+mn-lt"/>
                <a:ea typeface="+mn-ea"/>
                <a:cs typeface="Verdana" panose="020B0604030504040204" pitchFamily="34" charset="0"/>
              </a:rPr>
              <a:t>] = 0</a:t>
            </a:r>
            <a:r>
              <a:rPr kumimoji="1" lang="en-US" altLang="zh-CN" sz="2400" dirty="0" smtClean="0">
                <a:solidFill>
                  <a:schemeClr val="accent3">
                    <a:lumMod val="75000"/>
                  </a:schemeClr>
                </a:solidFill>
                <a:latin typeface="+mn-lt"/>
                <a:ea typeface="+mn-ea"/>
                <a:cs typeface="Verdana" panose="020B0604030504040204" pitchFamily="34" charset="0"/>
              </a:rPr>
              <a:t>;</a:t>
            </a:r>
            <a:endParaRPr kumimoji="1" lang="en-US" altLang="zh-CN"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spcAft>
                <a:spcPts val="600"/>
              </a:spcAft>
            </a:pPr>
            <a:r>
              <a:rPr kumimoji="1" lang="en-US" altLang="zh-CN" sz="2400" dirty="0">
                <a:solidFill>
                  <a:schemeClr val="accent3">
                    <a:lumMod val="75000"/>
                  </a:schemeClr>
                </a:solidFill>
                <a:latin typeface="+mn-lt"/>
                <a:ea typeface="+mn-ea"/>
                <a:cs typeface="Verdana" panose="020B0604030504040204" pitchFamily="34" charset="0"/>
              </a:rPr>
              <a:t>		 for (k=1; k&lt;=n; ++k</a:t>
            </a:r>
            <a:r>
              <a:rPr kumimoji="1" lang="en-US" altLang="zh-CN" sz="2400" dirty="0" smtClean="0">
                <a:solidFill>
                  <a:schemeClr val="accent3">
                    <a:lumMod val="75000"/>
                  </a:schemeClr>
                </a:solidFill>
                <a:latin typeface="+mn-lt"/>
                <a:ea typeface="+mn-ea"/>
                <a:cs typeface="Verdana" panose="020B0604030504040204" pitchFamily="34" charset="0"/>
              </a:rPr>
              <a:t>) {</a:t>
            </a:r>
            <a:endParaRPr kumimoji="1" lang="en-US" altLang="zh-CN"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spcAft>
                <a:spcPts val="600"/>
              </a:spcAft>
            </a:pPr>
            <a:r>
              <a:rPr kumimoji="1" lang="en-US" altLang="zh-CN" sz="2400" dirty="0">
                <a:solidFill>
                  <a:schemeClr val="accent3">
                    <a:lumMod val="75000"/>
                  </a:schemeClr>
                </a:solidFill>
                <a:latin typeface="+mn-lt"/>
                <a:ea typeface="+mn-ea"/>
                <a:cs typeface="Verdana" panose="020B0604030504040204" pitchFamily="34" charset="0"/>
              </a:rPr>
              <a:t>              </a:t>
            </a:r>
            <a:r>
              <a:rPr kumimoji="1" lang="en-US" altLang="zh-CN" sz="2400" dirty="0" smtClean="0">
                <a:solidFill>
                  <a:schemeClr val="accent3">
                    <a:lumMod val="75000"/>
                  </a:schemeClr>
                </a:solidFill>
                <a:latin typeface="+mn-lt"/>
                <a:ea typeface="+mn-ea"/>
                <a:cs typeface="Verdana" panose="020B0604030504040204" pitchFamily="34" charset="0"/>
              </a:rPr>
              <a:t>           c[</a:t>
            </a:r>
            <a:r>
              <a:rPr kumimoji="1" lang="en-US" altLang="zh-CN" sz="2400" dirty="0" err="1" smtClean="0">
                <a:solidFill>
                  <a:schemeClr val="accent3">
                    <a:lumMod val="75000"/>
                  </a:schemeClr>
                </a:solidFill>
                <a:latin typeface="+mn-lt"/>
                <a:ea typeface="+mn-ea"/>
                <a:cs typeface="Verdana" panose="020B0604030504040204" pitchFamily="34" charset="0"/>
              </a:rPr>
              <a:t>i,j</a:t>
            </a:r>
            <a:r>
              <a:rPr kumimoji="1" lang="en-US" altLang="zh-CN" sz="2400" dirty="0">
                <a:solidFill>
                  <a:schemeClr val="accent3">
                    <a:lumMod val="75000"/>
                  </a:schemeClr>
                </a:solidFill>
                <a:latin typeface="+mn-lt"/>
                <a:ea typeface="+mn-ea"/>
                <a:cs typeface="Verdana" panose="020B0604030504040204" pitchFamily="34" charset="0"/>
              </a:rPr>
              <a:t>] += a[</a:t>
            </a:r>
            <a:r>
              <a:rPr kumimoji="1" lang="en-US" altLang="zh-CN" sz="2400" dirty="0" err="1">
                <a:solidFill>
                  <a:schemeClr val="accent3">
                    <a:lumMod val="75000"/>
                  </a:schemeClr>
                </a:solidFill>
                <a:latin typeface="+mn-lt"/>
                <a:ea typeface="+mn-ea"/>
                <a:cs typeface="Verdana" panose="020B0604030504040204" pitchFamily="34" charset="0"/>
              </a:rPr>
              <a:t>i,k</a:t>
            </a:r>
            <a:r>
              <a:rPr kumimoji="1" lang="en-US" altLang="zh-CN" sz="2400" dirty="0">
                <a:solidFill>
                  <a:schemeClr val="accent3">
                    <a:lumMod val="75000"/>
                  </a:schemeClr>
                </a:solidFill>
                <a:latin typeface="+mn-lt"/>
                <a:ea typeface="+mn-ea"/>
                <a:cs typeface="Verdana" panose="020B0604030504040204" pitchFamily="34" charset="0"/>
              </a:rPr>
              <a:t>]*b[</a:t>
            </a:r>
            <a:r>
              <a:rPr kumimoji="1" lang="en-US" altLang="zh-CN" sz="2400" dirty="0" err="1">
                <a:solidFill>
                  <a:schemeClr val="accent3">
                    <a:lumMod val="75000"/>
                  </a:schemeClr>
                </a:solidFill>
                <a:latin typeface="+mn-lt"/>
                <a:ea typeface="+mn-ea"/>
                <a:cs typeface="Verdana" panose="020B0604030504040204" pitchFamily="34" charset="0"/>
              </a:rPr>
              <a:t>k,j</a:t>
            </a:r>
            <a:r>
              <a:rPr kumimoji="1" lang="en-US" altLang="zh-CN" sz="2400" dirty="0">
                <a:solidFill>
                  <a:schemeClr val="accent3">
                    <a:lumMod val="75000"/>
                  </a:schemeClr>
                </a:solidFill>
                <a:latin typeface="+mn-lt"/>
                <a:ea typeface="+mn-ea"/>
                <a:cs typeface="Verdana" panose="020B0604030504040204" pitchFamily="34" charset="0"/>
              </a:rPr>
              <a:t>];</a:t>
            </a:r>
            <a:endParaRPr kumimoji="1" lang="en-US" altLang="zh-CN"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pPr>
            <a:r>
              <a:rPr kumimoji="1" lang="en-US" altLang="zh-CN" sz="2400" dirty="0">
                <a:solidFill>
                  <a:schemeClr val="accent3">
                    <a:lumMod val="75000"/>
                  </a:schemeClr>
                </a:solidFill>
                <a:latin typeface="+mn-lt"/>
                <a:ea typeface="+mn-ea"/>
                <a:cs typeface="Verdana" panose="020B0604030504040204" pitchFamily="34" charset="0"/>
              </a:rPr>
              <a:t>	   </a:t>
            </a:r>
            <a:r>
              <a:rPr kumimoji="1" lang="en-US" altLang="zh-CN" sz="2400" dirty="0" smtClean="0">
                <a:solidFill>
                  <a:schemeClr val="accent3">
                    <a:lumMod val="75000"/>
                  </a:schemeClr>
                </a:solidFill>
                <a:latin typeface="+mn-lt"/>
                <a:ea typeface="+mn-ea"/>
                <a:cs typeface="Verdana" panose="020B0604030504040204" pitchFamily="34" charset="0"/>
              </a:rPr>
              <a:t>      } </a:t>
            </a:r>
            <a:endParaRPr kumimoji="1" lang="en-US" altLang="zh-CN"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pPr>
            <a:r>
              <a:rPr kumimoji="1" lang="en-US" altLang="zh-CN" sz="2400" dirty="0">
                <a:solidFill>
                  <a:schemeClr val="accent3">
                    <a:lumMod val="75000"/>
                  </a:schemeClr>
                </a:solidFill>
                <a:latin typeface="+mn-lt"/>
                <a:ea typeface="+mn-ea"/>
                <a:cs typeface="Verdana" panose="020B0604030504040204" pitchFamily="34" charset="0"/>
              </a:rPr>
              <a:t>	</a:t>
            </a:r>
            <a:r>
              <a:rPr kumimoji="1" lang="en-US" altLang="zh-CN" sz="2400" dirty="0" smtClean="0">
                <a:solidFill>
                  <a:schemeClr val="accent3">
                    <a:lumMod val="75000"/>
                  </a:schemeClr>
                </a:solidFill>
                <a:latin typeface="+mn-lt"/>
                <a:ea typeface="+mn-ea"/>
                <a:cs typeface="Verdana" panose="020B0604030504040204" pitchFamily="34" charset="0"/>
              </a:rPr>
              <a:t>    }</a:t>
            </a:r>
            <a:endParaRPr kumimoji="1" lang="en-US" altLang="zh-CN" sz="2400" dirty="0" smtClean="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pPr>
            <a:r>
              <a:rPr kumimoji="1" lang="en-US" altLang="zh-CN" sz="2400" dirty="0" smtClean="0">
                <a:solidFill>
                  <a:schemeClr val="accent3">
                    <a:lumMod val="75000"/>
                  </a:schemeClr>
                </a:solidFill>
                <a:latin typeface="+mn-lt"/>
                <a:ea typeface="+mn-ea"/>
                <a:cs typeface="Verdana" panose="020B0604030504040204" pitchFamily="34" charset="0"/>
              </a:rPr>
              <a:t>      }</a:t>
            </a:r>
            <a:endParaRPr kumimoji="1" lang="en-US" altLang="zh-CN" sz="2400" dirty="0">
              <a:solidFill>
                <a:schemeClr val="accent3">
                  <a:lumMod val="75000"/>
                </a:schemeClr>
              </a:solidFill>
              <a:latin typeface="+mn-lt"/>
              <a:ea typeface="+mn-ea"/>
              <a:cs typeface="Verdana" panose="020B0604030504040204" pitchFamily="34" charset="0"/>
            </a:endParaRPr>
          </a:p>
          <a:p>
            <a:pPr eaLnBrk="1" hangingPunct="1">
              <a:lnSpc>
                <a:spcPct val="120000"/>
              </a:lnSpc>
              <a:spcBef>
                <a:spcPts val="600"/>
              </a:spcBef>
            </a:pPr>
            <a:r>
              <a:rPr kumimoji="1" lang="en-US" altLang="zh-CN" sz="2400" dirty="0">
                <a:solidFill>
                  <a:schemeClr val="accent3">
                    <a:lumMod val="75000"/>
                  </a:schemeClr>
                </a:solidFill>
                <a:latin typeface="+mn-lt"/>
                <a:ea typeface="+mn-ea"/>
                <a:cs typeface="Verdana" panose="020B0604030504040204" pitchFamily="34" charset="0"/>
              </a:rPr>
              <a:t>} </a:t>
            </a:r>
            <a:endParaRPr kumimoji="1" lang="en-US" altLang="zh-CN" sz="2400" dirty="0">
              <a:solidFill>
                <a:schemeClr val="accent3">
                  <a:lumMod val="75000"/>
                </a:schemeClr>
              </a:solidFill>
              <a:latin typeface="+mn-lt"/>
              <a:ea typeface="+mn-ea"/>
              <a:cs typeface="Verdana" panose="020B0604030504040204" pitchFamily="34" charset="0"/>
            </a:endParaRPr>
          </a:p>
        </p:txBody>
      </p:sp>
      <p:sp>
        <p:nvSpPr>
          <p:cNvPr id="17" name="内容占位符 16"/>
          <p:cNvSpPr>
            <a:spLocks noGrp="1"/>
          </p:cNvSpPr>
          <p:nvPr>
            <p:ph idx="1"/>
            <p:custDataLst>
              <p:tags r:id="rId2"/>
            </p:custDataLst>
          </p:nvPr>
        </p:nvSpPr>
        <p:spPr/>
        <p:txBody>
          <a:bodyPr/>
          <a:p>
            <a:endParaRPr lang="zh-CN" altLang="en-US"/>
          </a:p>
        </p:txBody>
      </p:sp>
      <p:sp>
        <p:nvSpPr>
          <p:cNvPr id="197637" name="Text Box 5"/>
          <p:cNvSpPr txBox="1">
            <a:spLocks noChangeArrowheads="1"/>
          </p:cNvSpPr>
          <p:nvPr>
            <p:custDataLst>
              <p:tags r:id="rId3"/>
            </p:custDataLst>
          </p:nvPr>
        </p:nvSpPr>
        <p:spPr bwMode="auto">
          <a:xfrm>
            <a:off x="3585827" y="6017915"/>
            <a:ext cx="3815729"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ctr" eaLnBrk="1" hangingPunct="1"/>
            <a:r>
              <a:rPr kumimoji="1" lang="zh-CN" altLang="en-US" sz="2800" dirty="0">
                <a:solidFill>
                  <a:schemeClr val="bg1">
                    <a:lumMod val="10000"/>
                  </a:schemeClr>
                </a:solidFill>
                <a:latin typeface="+mn-lt"/>
                <a:ea typeface="+mn-ea"/>
                <a:cs typeface="Verdana" panose="020B0604030504040204" pitchFamily="34" charset="0"/>
              </a:rPr>
              <a:t>时间复杂度</a:t>
            </a:r>
            <a:r>
              <a:rPr kumimoji="1" lang="en-US" altLang="zh-CN" sz="2800" dirty="0">
                <a:solidFill>
                  <a:schemeClr val="bg1">
                    <a:lumMod val="10000"/>
                  </a:schemeClr>
                </a:solidFill>
                <a:latin typeface="+mn-lt"/>
                <a:ea typeface="+mn-ea"/>
                <a:cs typeface="Verdana" panose="020B0604030504040204" pitchFamily="34" charset="0"/>
              </a:rPr>
              <a:t>:  </a:t>
            </a:r>
            <a:r>
              <a:rPr kumimoji="1" lang="en-US" altLang="zh-CN" sz="2800" i="1" dirty="0">
                <a:solidFill>
                  <a:schemeClr val="accent1">
                    <a:lumMod val="50000"/>
                    <a:hueOff val="9600000"/>
                  </a:schemeClr>
                </a:solidFill>
                <a:latin typeface="+mn-lt"/>
                <a:ea typeface="+mn-ea"/>
                <a:cs typeface="Verdana" panose="020B0604030504040204" pitchFamily="34" charset="0"/>
              </a:rPr>
              <a:t>O(</a:t>
            </a:r>
            <a:r>
              <a:rPr kumimoji="1" lang="en-US" altLang="zh-CN" sz="2800" i="1" dirty="0">
                <a:solidFill>
                  <a:schemeClr val="accent1">
                    <a:lumMod val="50000"/>
                    <a:hueOff val="10800000"/>
                  </a:schemeClr>
                </a:solidFill>
                <a:latin typeface="+mn-lt"/>
                <a:ea typeface="+mn-ea"/>
                <a:cs typeface="Verdana" panose="020B0604030504040204" pitchFamily="34" charset="0"/>
              </a:rPr>
              <a:t>n</a:t>
            </a:r>
            <a:r>
              <a:rPr kumimoji="1" lang="en-US" altLang="zh-CN" sz="2800" i="1" baseline="30000" dirty="0">
                <a:solidFill>
                  <a:schemeClr val="accent1">
                    <a:lumMod val="50000"/>
                    <a:hueOff val="10800000"/>
                  </a:schemeClr>
                </a:solidFill>
                <a:latin typeface="+mn-lt"/>
                <a:ea typeface="+mn-ea"/>
                <a:cs typeface="Verdana" panose="020B0604030504040204" pitchFamily="34" charset="0"/>
              </a:rPr>
              <a:t>3</a:t>
            </a:r>
            <a:r>
              <a:rPr kumimoji="1" lang="en-US" altLang="zh-CN" sz="2800" i="1" dirty="0">
                <a:solidFill>
                  <a:schemeClr val="accent1">
                    <a:lumMod val="50000"/>
                    <a:hueOff val="9600000"/>
                  </a:schemeClr>
                </a:solidFill>
                <a:latin typeface="+mn-lt"/>
                <a:ea typeface="+mn-ea"/>
                <a:cs typeface="Verdana" panose="020B0604030504040204" pitchFamily="34" charset="0"/>
              </a:rPr>
              <a:t>)</a:t>
            </a:r>
            <a:endParaRPr kumimoji="1" lang="en-US" altLang="zh-CN" sz="2800" i="1" dirty="0">
              <a:solidFill>
                <a:schemeClr val="accent1">
                  <a:lumMod val="50000"/>
                  <a:hueOff val="9600000"/>
                </a:schemeClr>
              </a:solidFill>
              <a:latin typeface="+mn-lt"/>
              <a:ea typeface="+mn-ea"/>
              <a:cs typeface="Verdana" panose="020B0604030504040204" pitchFamily="34" charset="0"/>
            </a:endParaRPr>
          </a:p>
        </p:txBody>
      </p:sp>
      <p:sp>
        <p:nvSpPr>
          <p:cNvPr id="6" name="矩形 5"/>
          <p:cNvSpPr/>
          <p:nvPr>
            <p:custDataLst>
              <p:tags r:id="rId4"/>
            </p:custDataLst>
          </p:nvPr>
        </p:nvSpPr>
        <p:spPr>
          <a:xfrm>
            <a:off x="4752866" y="1835401"/>
            <a:ext cx="4248473" cy="440121"/>
          </a:xfrm>
          <a:prstGeom prst="rect">
            <a:avLst/>
          </a:prstGeom>
        </p:spPr>
        <p:txBody>
          <a:bodyPr wrap="none">
            <a:noAutofit/>
          </a:bodyPr>
          <a:lstStyle/>
          <a:p>
            <a:pPr algn="r"/>
            <a:r>
              <a:rPr lang="en-US" altLang="zh-CN" sz="2400" b="1" dirty="0" smtClean="0">
                <a:solidFill>
                  <a:schemeClr val="tx1"/>
                </a:solidFill>
                <a:latin typeface="+mn-lt"/>
                <a:ea typeface="+mn-ea"/>
              </a:rPr>
              <a:t>……………………………</a:t>
            </a:r>
            <a:r>
              <a:rPr lang="en-US" altLang="zh-CN" sz="2400" b="1" dirty="0">
                <a:solidFill>
                  <a:schemeClr val="tx1"/>
                </a:solidFill>
                <a:latin typeface="+mn-lt"/>
                <a:ea typeface="+mn-ea"/>
                <a:cs typeface="Verdana" panose="020B0604030504040204" pitchFamily="34" charset="0"/>
              </a:rPr>
              <a:t>n+1</a:t>
            </a:r>
            <a:endParaRPr lang="en-US" altLang="zh-CN" sz="2400" b="1" dirty="0">
              <a:solidFill>
                <a:schemeClr val="tx1"/>
              </a:solidFill>
              <a:latin typeface="+mn-lt"/>
              <a:ea typeface="+mn-ea"/>
              <a:cs typeface="Verdana" panose="020B0604030504040204" pitchFamily="34" charset="0"/>
            </a:endParaRPr>
          </a:p>
        </p:txBody>
      </p:sp>
      <p:sp>
        <p:nvSpPr>
          <p:cNvPr id="7" name="椭圆 6"/>
          <p:cNvSpPr/>
          <p:nvPr>
            <p:custDataLst>
              <p:tags r:id="rId5"/>
            </p:custDataLst>
          </p:nvPr>
        </p:nvSpPr>
        <p:spPr bwMode="auto">
          <a:xfrm>
            <a:off x="2187095" y="1767429"/>
            <a:ext cx="1267341" cy="576064"/>
          </a:xfrm>
          <a:prstGeom prst="ellipse">
            <a:avLst/>
          </a:prstGeom>
          <a:noFill/>
          <a:ln w="57150" cap="flat" cmpd="sng" algn="ctr">
            <a:solidFill>
              <a:schemeClr val="accent1"/>
            </a:solidFill>
            <a:prstDash val="solid"/>
            <a:round/>
            <a:headEnd type="none" w="med" len="med"/>
            <a:tailEnd type="none" w="med" len="med"/>
          </a:ln>
          <a:effectLst/>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p:txBody>
      </p:sp>
      <p:sp>
        <p:nvSpPr>
          <p:cNvPr id="8" name="矩形 7"/>
          <p:cNvSpPr/>
          <p:nvPr>
            <p:custDataLst>
              <p:tags r:id="rId6"/>
            </p:custDataLst>
          </p:nvPr>
        </p:nvSpPr>
        <p:spPr>
          <a:xfrm>
            <a:off x="4752866" y="2412815"/>
            <a:ext cx="4248473" cy="440121"/>
          </a:xfrm>
          <a:prstGeom prst="rect">
            <a:avLst/>
          </a:prstGeom>
        </p:spPr>
        <p:txBody>
          <a:bodyPr wrap="none">
            <a:noAutofit/>
          </a:bodyPr>
          <a:lstStyle/>
          <a:p>
            <a:pPr algn="r"/>
            <a:r>
              <a:rPr lang="en-US" altLang="zh-CN" sz="2400" b="1" dirty="0" smtClean="0">
                <a:solidFill>
                  <a:schemeClr val="tx1"/>
                </a:solidFill>
                <a:latin typeface="+mn-lt"/>
                <a:ea typeface="+mn-ea"/>
              </a:rPr>
              <a:t>……………………</a:t>
            </a:r>
            <a:r>
              <a:rPr lang="en-US" altLang="zh-CN" sz="2400" b="1" dirty="0" smtClean="0">
                <a:solidFill>
                  <a:schemeClr val="tx1"/>
                </a:solidFill>
                <a:latin typeface="+mn-lt"/>
                <a:ea typeface="+mn-ea"/>
                <a:cs typeface="Verdana" panose="020B0604030504040204" pitchFamily="34" charset="0"/>
              </a:rPr>
              <a:t>n(n+1)</a:t>
            </a:r>
            <a:endParaRPr lang="en-US" altLang="zh-CN" sz="2400" b="1" dirty="0" smtClean="0">
              <a:solidFill>
                <a:schemeClr val="tx1"/>
              </a:solidFill>
              <a:latin typeface="+mn-lt"/>
              <a:ea typeface="+mn-ea"/>
              <a:cs typeface="Verdana" panose="020B0604030504040204" pitchFamily="34" charset="0"/>
            </a:endParaRPr>
          </a:p>
        </p:txBody>
      </p:sp>
      <p:sp>
        <p:nvSpPr>
          <p:cNvPr id="9" name="矩形 8"/>
          <p:cNvSpPr/>
          <p:nvPr>
            <p:custDataLst>
              <p:tags r:id="rId7"/>
            </p:custDataLst>
          </p:nvPr>
        </p:nvSpPr>
        <p:spPr>
          <a:xfrm>
            <a:off x="3744754" y="2988879"/>
            <a:ext cx="5256585" cy="440121"/>
          </a:xfrm>
          <a:prstGeom prst="rect">
            <a:avLst/>
          </a:prstGeom>
        </p:spPr>
        <p:txBody>
          <a:bodyPr wrap="none">
            <a:noAutofit/>
          </a:bodyPr>
          <a:lstStyle/>
          <a:p>
            <a:pPr algn="r"/>
            <a:r>
              <a:rPr lang="en-US" altLang="zh-CN" sz="2400" b="1" dirty="0" smtClean="0">
                <a:solidFill>
                  <a:schemeClr val="tx1"/>
                </a:solidFill>
                <a:latin typeface="+mn-lt"/>
                <a:ea typeface="+mn-ea"/>
              </a:rPr>
              <a:t>………………………………………</a:t>
            </a:r>
            <a:r>
              <a:rPr lang="en-US" altLang="zh-CN" sz="2400" b="1" dirty="0" smtClean="0">
                <a:solidFill>
                  <a:schemeClr val="tx1"/>
                </a:solidFill>
                <a:latin typeface="+mn-lt"/>
                <a:ea typeface="+mn-ea"/>
                <a:cs typeface="Verdana" panose="020B0604030504040204" pitchFamily="34" charset="0"/>
              </a:rPr>
              <a:t>n</a:t>
            </a:r>
            <a:r>
              <a:rPr lang="en-US" altLang="zh-CN" sz="2400" b="1" baseline="30000" dirty="0" smtClean="0">
                <a:solidFill>
                  <a:schemeClr val="tx1"/>
                </a:solidFill>
                <a:latin typeface="+mn-lt"/>
                <a:ea typeface="+mn-ea"/>
                <a:cs typeface="Verdana" panose="020B0604030504040204" pitchFamily="34" charset="0"/>
              </a:rPr>
              <a:t>2</a:t>
            </a:r>
            <a:endParaRPr lang="en-US" altLang="zh-CN" sz="2400" b="1" baseline="30000" dirty="0" smtClean="0">
              <a:solidFill>
                <a:schemeClr val="tx1"/>
              </a:solidFill>
              <a:latin typeface="+mn-lt"/>
              <a:ea typeface="+mn-ea"/>
              <a:cs typeface="Verdana" panose="020B0604030504040204" pitchFamily="34" charset="0"/>
            </a:endParaRPr>
          </a:p>
        </p:txBody>
      </p:sp>
      <p:sp>
        <p:nvSpPr>
          <p:cNvPr id="10" name="矩形 9"/>
          <p:cNvSpPr/>
          <p:nvPr>
            <p:custDataLst>
              <p:tags r:id="rId8"/>
            </p:custDataLst>
          </p:nvPr>
        </p:nvSpPr>
        <p:spPr>
          <a:xfrm>
            <a:off x="5832986" y="3630510"/>
            <a:ext cx="3168353" cy="440121"/>
          </a:xfrm>
          <a:prstGeom prst="rect">
            <a:avLst/>
          </a:prstGeom>
        </p:spPr>
        <p:txBody>
          <a:bodyPr wrap="none">
            <a:noAutofit/>
          </a:bodyPr>
          <a:lstStyle/>
          <a:p>
            <a:pPr algn="r"/>
            <a:r>
              <a:rPr lang="en-US" altLang="zh-CN" sz="2400" b="1" dirty="0" smtClean="0">
                <a:solidFill>
                  <a:schemeClr val="tx1"/>
                </a:solidFill>
                <a:latin typeface="+mn-lt"/>
                <a:ea typeface="+mn-ea"/>
              </a:rPr>
              <a:t>…………</a:t>
            </a:r>
            <a:r>
              <a:rPr lang="en-US" altLang="zh-CN" sz="2400" b="1" dirty="0" smtClean="0">
                <a:solidFill>
                  <a:schemeClr val="tx1"/>
                </a:solidFill>
                <a:latin typeface="+mn-lt"/>
                <a:ea typeface="+mn-ea"/>
                <a:cs typeface="Verdana" panose="020B0604030504040204" pitchFamily="34" charset="0"/>
              </a:rPr>
              <a:t>n</a:t>
            </a:r>
            <a:r>
              <a:rPr lang="en-US" altLang="zh-CN" sz="2400" b="1" baseline="30000" dirty="0" smtClean="0">
                <a:solidFill>
                  <a:schemeClr val="tx1"/>
                </a:solidFill>
                <a:latin typeface="+mn-lt"/>
                <a:ea typeface="+mn-ea"/>
                <a:cs typeface="Verdana" panose="020B0604030504040204" pitchFamily="34" charset="0"/>
              </a:rPr>
              <a:t>2</a:t>
            </a:r>
            <a:r>
              <a:rPr lang="en-US" altLang="zh-CN" sz="2400" b="1" dirty="0" smtClean="0">
                <a:solidFill>
                  <a:schemeClr val="tx1"/>
                </a:solidFill>
                <a:latin typeface="+mn-lt"/>
                <a:ea typeface="+mn-ea"/>
                <a:cs typeface="Verdana" panose="020B0604030504040204" pitchFamily="34" charset="0"/>
              </a:rPr>
              <a:t>(n+1)</a:t>
            </a:r>
            <a:endParaRPr lang="en-US" altLang="zh-CN" sz="2400" b="1" dirty="0" smtClean="0">
              <a:solidFill>
                <a:schemeClr val="tx1"/>
              </a:solidFill>
              <a:latin typeface="+mn-lt"/>
              <a:ea typeface="+mn-ea"/>
              <a:cs typeface="Verdana" panose="020B0604030504040204" pitchFamily="34" charset="0"/>
            </a:endParaRPr>
          </a:p>
        </p:txBody>
      </p:sp>
      <p:sp>
        <p:nvSpPr>
          <p:cNvPr id="11" name="矩形 10"/>
          <p:cNvSpPr/>
          <p:nvPr>
            <p:custDataLst>
              <p:tags r:id="rId9"/>
            </p:custDataLst>
          </p:nvPr>
        </p:nvSpPr>
        <p:spPr>
          <a:xfrm>
            <a:off x="6372200" y="4227529"/>
            <a:ext cx="2629139" cy="440121"/>
          </a:xfrm>
          <a:prstGeom prst="rect">
            <a:avLst/>
          </a:prstGeom>
        </p:spPr>
        <p:txBody>
          <a:bodyPr wrap="none">
            <a:noAutofit/>
          </a:bodyPr>
          <a:lstStyle/>
          <a:p>
            <a:pPr algn="r"/>
            <a:r>
              <a:rPr lang="en-US" altLang="zh-CN" sz="2400" b="1" dirty="0">
                <a:solidFill>
                  <a:schemeClr val="tx1"/>
                </a:solidFill>
                <a:latin typeface="+mn-lt"/>
                <a:ea typeface="+mn-ea"/>
              </a:rPr>
              <a:t>………………</a:t>
            </a:r>
            <a:r>
              <a:rPr lang="en-US" altLang="zh-CN" sz="2400" b="1" dirty="0" smtClean="0">
                <a:solidFill>
                  <a:schemeClr val="tx1"/>
                </a:solidFill>
                <a:latin typeface="+mn-lt"/>
                <a:ea typeface="+mn-ea"/>
                <a:cs typeface="Verdana" panose="020B0604030504040204" pitchFamily="34" charset="0"/>
              </a:rPr>
              <a:t>n</a:t>
            </a:r>
            <a:r>
              <a:rPr lang="en-US" altLang="zh-CN" sz="2400" b="1" baseline="30000" dirty="0" smtClean="0">
                <a:solidFill>
                  <a:schemeClr val="tx1"/>
                </a:solidFill>
                <a:latin typeface="+mn-lt"/>
                <a:ea typeface="+mn-ea"/>
                <a:cs typeface="Verdana" panose="020B0604030504040204" pitchFamily="34" charset="0"/>
              </a:rPr>
              <a:t>3</a:t>
            </a:r>
            <a:endParaRPr lang="en-US" altLang="zh-CN" sz="2400" b="1" baseline="30000" dirty="0" smtClean="0">
              <a:solidFill>
                <a:schemeClr val="tx1"/>
              </a:solidFill>
              <a:latin typeface="+mn-lt"/>
              <a:ea typeface="+mn-ea"/>
              <a:cs typeface="Verdana" panose="020B0604030504040204" pitchFamily="34" charset="0"/>
            </a:endParaRPr>
          </a:p>
        </p:txBody>
      </p:sp>
      <p:sp>
        <p:nvSpPr>
          <p:cNvPr id="12" name="Text Box 10"/>
          <p:cNvSpPr txBox="1">
            <a:spLocks noChangeArrowheads="1"/>
          </p:cNvSpPr>
          <p:nvPr>
            <p:custDataLst>
              <p:tags r:id="rId10"/>
            </p:custDataLst>
          </p:nvPr>
        </p:nvSpPr>
        <p:spPr bwMode="auto">
          <a:xfrm>
            <a:off x="2757635" y="5229200"/>
            <a:ext cx="547211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800" b="1" i="1" dirty="0">
                <a:solidFill>
                  <a:schemeClr val="tx1"/>
                </a:solidFill>
                <a:latin typeface="+mn-lt"/>
                <a:ea typeface="+mn-ea"/>
                <a:cs typeface="Verdana" panose="020B0604030504040204" pitchFamily="34" charset="0"/>
              </a:rPr>
              <a:t>f</a:t>
            </a:r>
            <a:r>
              <a:rPr kumimoji="1" lang="en-US" altLang="zh-CN" sz="2800" b="1" dirty="0">
                <a:solidFill>
                  <a:schemeClr val="tx1"/>
                </a:solidFill>
                <a:latin typeface="+mn-lt"/>
                <a:ea typeface="+mn-ea"/>
                <a:cs typeface="Verdana" panose="020B0604030504040204" pitchFamily="34" charset="0"/>
              </a:rPr>
              <a:t>(</a:t>
            </a:r>
            <a:r>
              <a:rPr kumimoji="1" lang="en-US" altLang="zh-CN" sz="2800" b="1" i="1" dirty="0">
                <a:solidFill>
                  <a:schemeClr val="tx1"/>
                </a:solidFill>
                <a:latin typeface="+mn-lt"/>
                <a:ea typeface="+mn-ea"/>
                <a:cs typeface="Verdana" panose="020B0604030504040204" pitchFamily="34" charset="0"/>
              </a:rPr>
              <a:t>n</a:t>
            </a:r>
            <a:r>
              <a:rPr kumimoji="1" lang="en-US" altLang="zh-CN" sz="2800" b="1" dirty="0">
                <a:solidFill>
                  <a:schemeClr val="tx1"/>
                </a:solidFill>
                <a:latin typeface="+mn-lt"/>
                <a:ea typeface="+mn-ea"/>
                <a:cs typeface="Verdana" panose="020B0604030504040204" pitchFamily="34" charset="0"/>
              </a:rPr>
              <a:t>) = 2</a:t>
            </a:r>
            <a:r>
              <a:rPr kumimoji="1" lang="en-US" altLang="zh-CN" sz="2800" b="1" i="1" dirty="0">
                <a:solidFill>
                  <a:schemeClr val="tx1"/>
                </a:solidFill>
                <a:latin typeface="+mn-lt"/>
                <a:ea typeface="+mn-ea"/>
                <a:cs typeface="Verdana" panose="020B0604030504040204" pitchFamily="34" charset="0"/>
              </a:rPr>
              <a:t>n</a:t>
            </a:r>
            <a:r>
              <a:rPr kumimoji="1" lang="en-US" altLang="zh-CN" sz="2800" b="1" baseline="30000" dirty="0">
                <a:solidFill>
                  <a:schemeClr val="tx1"/>
                </a:solidFill>
                <a:latin typeface="+mn-lt"/>
                <a:ea typeface="+mn-ea"/>
                <a:cs typeface="Verdana" panose="020B0604030504040204" pitchFamily="34" charset="0"/>
              </a:rPr>
              <a:t>3</a:t>
            </a:r>
            <a:r>
              <a:rPr kumimoji="1" lang="en-US" altLang="zh-CN" sz="2800" b="1" i="1" dirty="0">
                <a:solidFill>
                  <a:schemeClr val="tx1"/>
                </a:solidFill>
                <a:latin typeface="+mn-lt"/>
                <a:ea typeface="+mn-ea"/>
                <a:cs typeface="Verdana" panose="020B0604030504040204" pitchFamily="34" charset="0"/>
              </a:rPr>
              <a:t>+</a:t>
            </a:r>
            <a:r>
              <a:rPr kumimoji="1" lang="en-US" altLang="zh-CN" sz="2800" b="1" dirty="0">
                <a:solidFill>
                  <a:schemeClr val="tx1"/>
                </a:solidFill>
                <a:latin typeface="+mn-lt"/>
                <a:ea typeface="+mn-ea"/>
                <a:cs typeface="Verdana" panose="020B0604030504040204" pitchFamily="34" charset="0"/>
              </a:rPr>
              <a:t>3</a:t>
            </a:r>
            <a:r>
              <a:rPr kumimoji="1" lang="en-US" altLang="zh-CN" sz="2800" b="1" i="1" dirty="0">
                <a:solidFill>
                  <a:schemeClr val="tx1"/>
                </a:solidFill>
                <a:latin typeface="+mn-lt"/>
                <a:ea typeface="+mn-ea"/>
                <a:cs typeface="Verdana" panose="020B0604030504040204" pitchFamily="34" charset="0"/>
              </a:rPr>
              <a:t>n</a:t>
            </a:r>
            <a:r>
              <a:rPr kumimoji="1" lang="en-US" altLang="zh-CN" sz="2800" b="1" baseline="30000" dirty="0">
                <a:solidFill>
                  <a:schemeClr val="tx1"/>
                </a:solidFill>
                <a:latin typeface="+mn-lt"/>
                <a:ea typeface="+mn-ea"/>
                <a:cs typeface="Verdana" panose="020B0604030504040204" pitchFamily="34" charset="0"/>
              </a:rPr>
              <a:t>2</a:t>
            </a:r>
            <a:r>
              <a:rPr kumimoji="1" lang="en-US" altLang="zh-CN" sz="2800" b="1" i="1" dirty="0">
                <a:solidFill>
                  <a:schemeClr val="tx1"/>
                </a:solidFill>
                <a:latin typeface="+mn-lt"/>
                <a:ea typeface="+mn-ea"/>
                <a:cs typeface="Verdana" panose="020B0604030504040204" pitchFamily="34" charset="0"/>
              </a:rPr>
              <a:t>+2n+1</a:t>
            </a:r>
            <a:endParaRPr kumimoji="1" lang="en-US" altLang="zh-CN" sz="2800" b="1" i="1" dirty="0">
              <a:solidFill>
                <a:schemeClr val="tx1"/>
              </a:solidFill>
              <a:latin typeface="+mn-lt"/>
              <a:ea typeface="+mn-ea"/>
              <a:cs typeface="Verdana" panose="020B0604030504040204" pitchFamily="34" charset="0"/>
            </a:endParaRPr>
          </a:p>
        </p:txBody>
      </p:sp>
      <p:sp>
        <p:nvSpPr>
          <p:cNvPr id="15" name="标题 14"/>
          <p:cNvSpPr>
            <a:spLocks noGrp="1"/>
          </p:cNvSpPr>
          <p:nvPr>
            <p:ph type="title"/>
            <p:custDataLst>
              <p:tags r:id="rId11"/>
            </p:custDataLst>
          </p:nvPr>
        </p:nvSpPr>
        <p:spPr/>
        <p:txBody>
          <a:bodyPr vert="horz" wrap="square" lIns="0" tIns="0" rIns="0" bIns="0" rtlCol="0" anchor="ctr">
            <a:normAutofit/>
          </a:bodyPr>
          <a:lstStyle/>
          <a:p>
            <a:pPr lvl="0" algn="l">
              <a:buClrTx/>
              <a:buSzTx/>
              <a:buFontTx/>
            </a:pPr>
            <a:r>
              <a:rPr lang="zh-CN" altLang="en-US" dirty="0">
                <a:sym typeface="+mn-ea"/>
              </a:rPr>
              <a:t>示例：矩阵相乘</a:t>
            </a:r>
            <a:endParaRPr lang="zh-CN" altLang="en-US" dirty="0">
              <a:sym typeface="+mn-ea"/>
            </a:endParaRPr>
          </a:p>
        </p:txBody>
      </p:sp>
    </p:spTree>
    <p:custDataLst>
      <p:tags r:id="rId1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7635"/>
                                        </p:tgtEl>
                                        <p:attrNameLst>
                                          <p:attrName>style.visibility</p:attrName>
                                        </p:attrNameLst>
                                      </p:cBhvr>
                                      <p:to>
                                        <p:strVal val="visible"/>
                                      </p:to>
                                    </p:set>
                                    <p:animEffect transition="in" filter="fade">
                                      <p:cBhvr>
                                        <p:cTn id="7" dur="500"/>
                                        <p:tgtEl>
                                          <p:spTgt spid="19763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10" presetClass="exit" presetSubtype="0" fill="hold" grpId="1" nodeType="with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97637"/>
                                        </p:tgtEl>
                                        <p:attrNameLst>
                                          <p:attrName>style.visibility</p:attrName>
                                        </p:attrNameLst>
                                      </p:cBhvr>
                                      <p:to>
                                        <p:strVal val="visible"/>
                                      </p:to>
                                    </p:set>
                                    <p:animEffect transition="in" filter="wipe(left)">
                                      <p:cBhvr>
                                        <p:cTn id="50" dur="500"/>
                                        <p:tgtEl>
                                          <p:spTgt spid="197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p:bldP spid="197637" grpId="0" autoUpdateAnimBg="0"/>
      <p:bldP spid="6" grpId="0"/>
      <p:bldP spid="7" grpId="0" bldLvl="0" animBg="1"/>
      <p:bldP spid="7" grpId="1" bldLvl="0" animBg="1"/>
      <p:bldP spid="8" grpId="0"/>
      <p:bldP spid="9" grpId="0"/>
      <p:bldP spid="10"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p:cNvSpPr>
            <a:spLocks noGrp="1"/>
          </p:cNvSpPr>
          <p:nvPr>
            <p:ph type="title"/>
            <p:custDataLst>
              <p:tags r:id="rId1"/>
            </p:custDataLst>
          </p:nvPr>
        </p:nvSpPr>
        <p:spPr>
          <a:xfrm>
            <a:off x="1144905" y="3313271"/>
            <a:ext cx="6858000" cy="1985010"/>
          </a:xfrm>
        </p:spPr>
        <p:txBody>
          <a:bodyPr wrap="square">
            <a:normAutofit fontScale="90000"/>
          </a:bodyPr>
          <a:lstStyle/>
          <a:p>
            <a:pPr marL="0" indent="0" algn="ctr">
              <a:lnSpc>
                <a:spcPct val="100000"/>
              </a:lnSpc>
              <a:spcBef>
                <a:spcPts val="0"/>
              </a:spcBef>
              <a:spcAft>
                <a:spcPts val="0"/>
              </a:spcAft>
              <a:buSzPct val="100000"/>
            </a:pPr>
            <a:r>
              <a:rPr lang="zh-CN" altLang="en-US" sz="6000" dirty="0"/>
              <a:t>算法的渐进复杂度Big-O,  Big-Θ  &amp;  Big-Ω</a:t>
            </a:r>
            <a:endParaRPr lang="zh-CN" altLang="en-US" sz="6000" dirty="0"/>
          </a:p>
        </p:txBody>
      </p:sp>
      <p:sp>
        <p:nvSpPr>
          <p:cNvPr id="11" name="节编号"/>
          <p:cNvSpPr>
            <a:spLocks noGrp="1"/>
          </p:cNvSpPr>
          <p:nvPr>
            <p:ph type="body" sz="quarter" idx="13"/>
            <p:custDataLst>
              <p:tags r:id="rId2"/>
            </p:custDataLst>
          </p:nvPr>
        </p:nvSpPr>
        <p:spPr>
          <a:xfrm>
            <a:off x="1143000" y="1087755"/>
            <a:ext cx="6858000" cy="2069783"/>
          </a:xfrm>
        </p:spPr>
        <p:txBody>
          <a:bodyPr wrap="square">
            <a:normAutofit/>
          </a:bodyPr>
          <a:lstStyle/>
          <a:p>
            <a:r>
              <a:rPr lang="en-US" altLang="en-US" dirty="0">
                <a:sym typeface="+mn-ea"/>
              </a:rPr>
              <a:t>PART06</a:t>
            </a:r>
            <a:endParaRPr lang="en-US" altLang="en-US" dirty="0">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ripple/>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Content Placeholder 2"/>
          <p:cNvSpPr>
            <a:spLocks noGrp="1"/>
          </p:cNvSpPr>
          <p:nvPr>
            <p:custDataLst>
              <p:tags r:id="rId2"/>
            </p:custDataLst>
          </p:nvPr>
        </p:nvSpPr>
        <p:spPr>
          <a:xfrm>
            <a:off x="456300" y="1490400"/>
            <a:ext cx="8226900" cy="4759200"/>
          </a:xfrm>
          <a:prstGeom prst="rect">
            <a:avLst/>
          </a:prstGeom>
        </p:spPr>
        <p:txBody>
          <a:bodyPr vert="horz" lIns="92075" tIns="46038" rIns="92075" bIns="46038"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467995" lvl="1" indent="-467995">
              <a:lnSpc>
                <a:spcPct val="150000"/>
              </a:lnSpc>
              <a:spcBef>
                <a:spcPts val="900"/>
              </a:spcBef>
              <a:buClr>
                <a:srgbClr val="000000"/>
              </a:buClr>
              <a:buSzPct val="100000"/>
              <a:buFont typeface="Wingdings" panose="05000000000000000000" pitchFamily="2" charset="2"/>
              <a:buChar char=""/>
              <a:defRPr/>
            </a:pPr>
            <a:r>
              <a:rPr lang="zh-CN" altLang="en-US" sz="2400" dirty="0" smtClean="0">
                <a:solidFill>
                  <a:schemeClr val="tx1"/>
                </a:solidFill>
                <a:cs typeface="Verdana" panose="020B0604030504040204" pitchFamily="34" charset="0"/>
              </a:rPr>
              <a:t>定义</a:t>
            </a:r>
            <a:r>
              <a:rPr lang="zh-CN" altLang="en-US" sz="2400" dirty="0" smtClean="0">
                <a:solidFill>
                  <a:schemeClr val="tx1"/>
                </a:solidFill>
              </a:rPr>
              <a:t>：</a:t>
            </a:r>
            <a:r>
              <a:rPr lang="en-US" altLang="zh-CN" sz="2400" b="1" dirty="0" smtClean="0">
                <a:solidFill>
                  <a:schemeClr val="tx1"/>
                </a:solidFill>
                <a:cs typeface="Arial Unicode MS" panose="020B0604020202020204" pitchFamily="34" charset="-122"/>
              </a:rPr>
              <a:t>Θ</a:t>
            </a:r>
            <a:r>
              <a:rPr lang="en-US" altLang="zh-CN" sz="2400" b="1" dirty="0" smtClean="0">
                <a:solidFill>
                  <a:schemeClr val="tx1"/>
                </a:solidFill>
              </a:rPr>
              <a:t>(g(n))</a:t>
            </a:r>
            <a:r>
              <a:rPr lang="en-US" altLang="zh-CN" sz="2400" dirty="0" smtClean="0">
                <a:solidFill>
                  <a:schemeClr val="tx1"/>
                </a:solidFill>
              </a:rPr>
              <a:t>=</a:t>
            </a:r>
            <a:r>
              <a:rPr lang="zh-CN" altLang="en-US" sz="2400" dirty="0" smtClean="0">
                <a:solidFill>
                  <a:schemeClr val="tx1"/>
                </a:solidFill>
              </a:rPr>
              <a:t>｛</a:t>
            </a:r>
            <a:r>
              <a:rPr lang="en-US" altLang="zh-CN" sz="2400" dirty="0" smtClean="0">
                <a:solidFill>
                  <a:schemeClr val="tx1"/>
                </a:solidFill>
              </a:rPr>
              <a:t>f(n)</a:t>
            </a:r>
            <a:r>
              <a:rPr lang="zh-CN" altLang="en-US" sz="2400" dirty="0" smtClean="0">
                <a:solidFill>
                  <a:schemeClr val="tx1"/>
                </a:solidFill>
              </a:rPr>
              <a:t>：存在正常数</a:t>
            </a:r>
            <a:r>
              <a:rPr lang="en-US" altLang="zh-CN" sz="2400" dirty="0" smtClean="0">
                <a:solidFill>
                  <a:schemeClr val="tx1"/>
                </a:solidFill>
              </a:rPr>
              <a:t>c</a:t>
            </a:r>
            <a:r>
              <a:rPr lang="en-US" altLang="zh-CN" sz="2400" baseline="-25000" dirty="0" smtClean="0">
                <a:solidFill>
                  <a:schemeClr val="tx1"/>
                </a:solidFill>
              </a:rPr>
              <a:t>1</a:t>
            </a:r>
            <a:r>
              <a:rPr lang="zh-CN" altLang="en-US" sz="2400" dirty="0" smtClean="0">
                <a:solidFill>
                  <a:schemeClr val="tx1"/>
                </a:solidFill>
              </a:rPr>
              <a:t>，</a:t>
            </a:r>
            <a:r>
              <a:rPr lang="en-US" altLang="zh-CN" sz="2400" dirty="0" smtClean="0">
                <a:solidFill>
                  <a:schemeClr val="tx1"/>
                </a:solidFill>
              </a:rPr>
              <a:t>c</a:t>
            </a:r>
            <a:r>
              <a:rPr lang="en-US" altLang="zh-CN" sz="2400" baseline="-25000" dirty="0">
                <a:solidFill>
                  <a:schemeClr val="tx1"/>
                </a:solidFill>
              </a:rPr>
              <a:t>2</a:t>
            </a:r>
            <a:r>
              <a:rPr lang="zh-CN" altLang="en-US" sz="2400" dirty="0" smtClean="0">
                <a:solidFill>
                  <a:schemeClr val="tx1"/>
                </a:solidFill>
              </a:rPr>
              <a:t>和</a:t>
            </a:r>
            <a:r>
              <a:rPr lang="en-US" altLang="zh-CN" sz="2400" dirty="0" smtClean="0">
                <a:solidFill>
                  <a:schemeClr val="tx1"/>
                </a:solidFill>
              </a:rPr>
              <a:t>n</a:t>
            </a:r>
            <a:r>
              <a:rPr lang="en-US" altLang="zh-CN" sz="2400" baseline="-25000" dirty="0">
                <a:solidFill>
                  <a:schemeClr val="tx1"/>
                </a:solidFill>
              </a:rPr>
              <a:t>0</a:t>
            </a:r>
            <a:r>
              <a:rPr lang="zh-CN" altLang="en-US" sz="2400" dirty="0" smtClean="0">
                <a:solidFill>
                  <a:schemeClr val="tx1"/>
                </a:solidFill>
              </a:rPr>
              <a:t>，使对</a:t>
            </a:r>
            <a:r>
              <a:rPr lang="zh-CN" altLang="en-US" sz="2400" dirty="0">
                <a:solidFill>
                  <a:schemeClr val="tx1"/>
                </a:solidFill>
              </a:rPr>
              <a:t>所有</a:t>
            </a:r>
            <a:r>
              <a:rPr lang="zh-CN" altLang="en-US" sz="2400" dirty="0" smtClean="0">
                <a:solidFill>
                  <a:schemeClr val="tx1"/>
                </a:solidFill>
              </a:rPr>
              <a:t>的 </a:t>
            </a:r>
            <a:r>
              <a:rPr lang="en-US" altLang="zh-CN" sz="2400" dirty="0" smtClean="0">
                <a:solidFill>
                  <a:schemeClr val="tx1"/>
                </a:solidFill>
              </a:rPr>
              <a:t>n</a:t>
            </a:r>
            <a:r>
              <a:rPr lang="zh-CN" altLang="en-US" sz="2400" dirty="0" smtClean="0">
                <a:solidFill>
                  <a:schemeClr val="tx1"/>
                </a:solidFill>
              </a:rPr>
              <a:t>≥</a:t>
            </a:r>
            <a:r>
              <a:rPr lang="en-US" altLang="zh-CN" sz="2400" dirty="0" smtClean="0">
                <a:solidFill>
                  <a:schemeClr val="tx1"/>
                </a:solidFill>
              </a:rPr>
              <a:t>n</a:t>
            </a:r>
            <a:r>
              <a:rPr lang="en-US" altLang="zh-CN" sz="2400" baseline="-25000" dirty="0" smtClean="0">
                <a:solidFill>
                  <a:schemeClr val="tx1"/>
                </a:solidFill>
              </a:rPr>
              <a:t>0</a:t>
            </a:r>
            <a:r>
              <a:rPr lang="zh-CN" altLang="en-US" sz="2400" dirty="0" smtClean="0">
                <a:solidFill>
                  <a:schemeClr val="tx1"/>
                </a:solidFill>
              </a:rPr>
              <a:t>，有：</a:t>
            </a:r>
            <a:r>
              <a:rPr lang="en-US" altLang="zh-CN" sz="2400" b="1" dirty="0">
                <a:solidFill>
                  <a:schemeClr val="tx1"/>
                </a:solidFill>
              </a:rPr>
              <a:t>0</a:t>
            </a:r>
            <a:r>
              <a:rPr lang="zh-CN" altLang="en-US" sz="2400" b="1" dirty="0" smtClean="0">
                <a:solidFill>
                  <a:schemeClr val="tx1"/>
                </a:solidFill>
              </a:rPr>
              <a:t>≤</a:t>
            </a:r>
            <a:r>
              <a:rPr lang="en-US" altLang="zh-CN" sz="2400" b="1" dirty="0" smtClean="0">
                <a:solidFill>
                  <a:schemeClr val="tx1"/>
                </a:solidFill>
              </a:rPr>
              <a:t>c</a:t>
            </a:r>
            <a:r>
              <a:rPr lang="en-US" altLang="zh-CN" sz="2400" b="1" baseline="-25000" dirty="0" smtClean="0">
                <a:solidFill>
                  <a:schemeClr val="tx1"/>
                </a:solidFill>
              </a:rPr>
              <a:t>1</a:t>
            </a:r>
            <a:r>
              <a:rPr lang="en-US" altLang="zh-CN" sz="2400" b="1" dirty="0" smtClean="0">
                <a:solidFill>
                  <a:schemeClr val="tx1"/>
                </a:solidFill>
              </a:rPr>
              <a:t>g(n</a:t>
            </a:r>
            <a:r>
              <a:rPr lang="en-US" altLang="zh-CN" sz="2400" b="1" dirty="0">
                <a:solidFill>
                  <a:schemeClr val="tx1"/>
                </a:solidFill>
              </a:rPr>
              <a:t>)</a:t>
            </a:r>
            <a:r>
              <a:rPr lang="zh-CN" altLang="en-US" sz="2400" b="1" dirty="0" smtClean="0">
                <a:solidFill>
                  <a:schemeClr val="tx1"/>
                </a:solidFill>
              </a:rPr>
              <a:t>≤</a:t>
            </a:r>
            <a:r>
              <a:rPr lang="en-US" altLang="zh-CN" sz="2400" b="1" dirty="0" smtClean="0">
                <a:solidFill>
                  <a:schemeClr val="tx1"/>
                </a:solidFill>
              </a:rPr>
              <a:t>f(n</a:t>
            </a:r>
            <a:r>
              <a:rPr lang="en-US" altLang="zh-CN" sz="2400" b="1" dirty="0">
                <a:solidFill>
                  <a:schemeClr val="tx1"/>
                </a:solidFill>
              </a:rPr>
              <a:t>)</a:t>
            </a:r>
            <a:r>
              <a:rPr lang="zh-CN" altLang="en-US" sz="2400" b="1" dirty="0" smtClean="0">
                <a:solidFill>
                  <a:schemeClr val="tx1"/>
                </a:solidFill>
              </a:rPr>
              <a:t>≤</a:t>
            </a:r>
            <a:r>
              <a:rPr lang="en-US" altLang="zh-CN" sz="2400" b="1" dirty="0" smtClean="0">
                <a:solidFill>
                  <a:schemeClr val="tx1"/>
                </a:solidFill>
              </a:rPr>
              <a:t>c</a:t>
            </a:r>
            <a:r>
              <a:rPr lang="en-US" altLang="zh-CN" sz="2400" b="1" baseline="-25000" dirty="0" smtClean="0">
                <a:solidFill>
                  <a:schemeClr val="tx1"/>
                </a:solidFill>
              </a:rPr>
              <a:t>2</a:t>
            </a:r>
            <a:r>
              <a:rPr lang="en-US" altLang="zh-CN" sz="2400" b="1" dirty="0" smtClean="0">
                <a:solidFill>
                  <a:schemeClr val="tx1"/>
                </a:solidFill>
              </a:rPr>
              <a:t>g(n</a:t>
            </a:r>
            <a:r>
              <a:rPr lang="en-US" altLang="zh-CN" sz="2400" b="1" dirty="0">
                <a:solidFill>
                  <a:schemeClr val="tx1"/>
                </a:solidFill>
              </a:rPr>
              <a:t>)</a:t>
            </a:r>
            <a:r>
              <a:rPr lang="zh-CN" altLang="en-US" sz="2400" dirty="0" smtClean="0">
                <a:solidFill>
                  <a:schemeClr val="tx1"/>
                </a:solidFill>
              </a:rPr>
              <a:t>｝</a:t>
            </a:r>
            <a:endParaRPr lang="en-US" altLang="zh-CN" sz="2400" dirty="0">
              <a:solidFill>
                <a:schemeClr val="tx1"/>
              </a:solidFill>
            </a:endParaRPr>
          </a:p>
          <a:p>
            <a:pPr lvl="1">
              <a:lnSpc>
                <a:spcPct val="150000"/>
              </a:lnSpc>
              <a:spcBef>
                <a:spcPts val="900"/>
              </a:spcBef>
              <a:buClr>
                <a:srgbClr val="000000"/>
              </a:buClr>
              <a:buSzPct val="60000"/>
              <a:buFont typeface="Wingdings" panose="05000000000000000000" pitchFamily="2" charset="2"/>
              <a:buChar char="l"/>
              <a:defRPr/>
            </a:pPr>
            <a:r>
              <a:rPr lang="zh-CN" altLang="en-US" sz="2400" dirty="0" smtClean="0">
                <a:solidFill>
                  <a:schemeClr val="tx1"/>
                </a:solidFill>
              </a:rPr>
              <a:t>解读：</a:t>
            </a:r>
            <a:r>
              <a:rPr lang="en-US" altLang="zh-CN" sz="2400" dirty="0">
                <a:solidFill>
                  <a:schemeClr val="tx1"/>
                </a:solidFill>
                <a:cs typeface="Arial Unicode MS" panose="020B0604020202020204" pitchFamily="34" charset="-122"/>
              </a:rPr>
              <a:t> Θ</a:t>
            </a:r>
            <a:r>
              <a:rPr lang="en-US" altLang="zh-CN" sz="2400" dirty="0">
                <a:solidFill>
                  <a:schemeClr val="tx1"/>
                </a:solidFill>
              </a:rPr>
              <a:t>(g(n</a:t>
            </a:r>
            <a:r>
              <a:rPr lang="en-US" altLang="zh-CN" sz="2400" dirty="0" smtClean="0">
                <a:solidFill>
                  <a:schemeClr val="tx1"/>
                </a:solidFill>
              </a:rPr>
              <a:t>))</a:t>
            </a:r>
            <a:r>
              <a:rPr lang="zh-CN" altLang="en-US" sz="2400" dirty="0" smtClean="0">
                <a:solidFill>
                  <a:schemeClr val="tx1"/>
                </a:solidFill>
              </a:rPr>
              <a:t>表示满足条件的函数</a:t>
            </a:r>
            <a:r>
              <a:rPr lang="en-US" altLang="zh-CN" sz="2400" dirty="0">
                <a:solidFill>
                  <a:schemeClr val="tx1"/>
                </a:solidFill>
              </a:rPr>
              <a:t>f(n</a:t>
            </a:r>
            <a:r>
              <a:rPr lang="en-US" altLang="zh-CN" sz="2400" dirty="0" smtClean="0">
                <a:solidFill>
                  <a:schemeClr val="tx1"/>
                </a:solidFill>
              </a:rPr>
              <a:t>)</a:t>
            </a:r>
            <a:r>
              <a:rPr lang="zh-CN" altLang="en-US" sz="2400" dirty="0" smtClean="0">
                <a:solidFill>
                  <a:schemeClr val="tx1"/>
                </a:solidFill>
              </a:rPr>
              <a:t>的集合</a:t>
            </a:r>
            <a:endParaRPr lang="en-US" altLang="zh-CN" sz="2400" dirty="0" smtClean="0">
              <a:solidFill>
                <a:schemeClr val="tx1"/>
              </a:solidFill>
            </a:endParaRPr>
          </a:p>
          <a:p>
            <a:pPr lvl="1">
              <a:lnSpc>
                <a:spcPct val="150000"/>
              </a:lnSpc>
              <a:spcBef>
                <a:spcPts val="900"/>
              </a:spcBef>
              <a:buClr>
                <a:srgbClr val="000000"/>
              </a:buClr>
              <a:buSzPct val="60000"/>
              <a:buFont typeface="Wingdings" panose="05000000000000000000" pitchFamily="2" charset="2"/>
              <a:buChar char="l"/>
              <a:defRPr/>
            </a:pPr>
            <a:r>
              <a:rPr lang="zh-CN" altLang="en-US" sz="2400" dirty="0">
                <a:solidFill>
                  <a:schemeClr val="tx1"/>
                </a:solidFill>
              </a:rPr>
              <a:t>对</a:t>
            </a:r>
            <a:r>
              <a:rPr lang="zh-CN" altLang="en-US" sz="2400" dirty="0" smtClean="0">
                <a:solidFill>
                  <a:schemeClr val="tx1"/>
                </a:solidFill>
              </a:rPr>
              <a:t>于给定的</a:t>
            </a:r>
            <a:r>
              <a:rPr lang="en-US" altLang="zh-CN" sz="2400" dirty="0">
                <a:solidFill>
                  <a:schemeClr val="tx1"/>
                </a:solidFill>
              </a:rPr>
              <a:t>g(n</a:t>
            </a:r>
            <a:r>
              <a:rPr lang="en-US" altLang="zh-CN" sz="2400" dirty="0" smtClean="0">
                <a:solidFill>
                  <a:schemeClr val="tx1"/>
                </a:solidFill>
              </a:rPr>
              <a:t>)</a:t>
            </a:r>
            <a:r>
              <a:rPr lang="zh-CN" altLang="en-US" sz="2400" dirty="0" smtClean="0">
                <a:solidFill>
                  <a:schemeClr val="tx1"/>
                </a:solidFill>
              </a:rPr>
              <a:t>和</a:t>
            </a:r>
            <a:r>
              <a:rPr lang="zh-CN" altLang="en-US" sz="2400" dirty="0">
                <a:solidFill>
                  <a:schemeClr val="tx1"/>
                </a:solidFill>
              </a:rPr>
              <a:t>任意函数 </a:t>
            </a:r>
            <a:r>
              <a:rPr lang="en-US" altLang="zh-CN" sz="2400" dirty="0">
                <a:solidFill>
                  <a:schemeClr val="tx1"/>
                </a:solidFill>
              </a:rPr>
              <a:t>f(n) </a:t>
            </a:r>
            <a:r>
              <a:rPr lang="zh-CN" altLang="en-US" sz="2400" dirty="0" smtClean="0">
                <a:solidFill>
                  <a:schemeClr val="tx1"/>
                </a:solidFill>
              </a:rPr>
              <a:t>，若</a:t>
            </a:r>
            <a:r>
              <a:rPr lang="zh-CN" altLang="en-US" sz="2400" dirty="0">
                <a:solidFill>
                  <a:schemeClr val="tx1"/>
                </a:solidFill>
              </a:rPr>
              <a:t>存在正常数</a:t>
            </a:r>
            <a:r>
              <a:rPr lang="en-US" altLang="zh-CN" sz="2400" dirty="0">
                <a:solidFill>
                  <a:schemeClr val="tx1"/>
                </a:solidFill>
              </a:rPr>
              <a:t>c</a:t>
            </a:r>
            <a:r>
              <a:rPr lang="en-US" altLang="zh-CN" sz="2400" baseline="-25000" dirty="0">
                <a:solidFill>
                  <a:schemeClr val="tx1"/>
                </a:solidFill>
              </a:rPr>
              <a:t>1</a:t>
            </a:r>
            <a:r>
              <a:rPr lang="zh-CN" altLang="en-US" sz="2400" dirty="0">
                <a:solidFill>
                  <a:schemeClr val="tx1"/>
                </a:solidFill>
              </a:rPr>
              <a:t>，</a:t>
            </a:r>
            <a:r>
              <a:rPr lang="en-US" altLang="zh-CN" sz="2400" dirty="0">
                <a:solidFill>
                  <a:schemeClr val="tx1"/>
                </a:solidFill>
              </a:rPr>
              <a:t>c</a:t>
            </a:r>
            <a:r>
              <a:rPr lang="en-US" altLang="zh-CN" sz="2400" baseline="-25000" dirty="0">
                <a:solidFill>
                  <a:schemeClr val="tx1"/>
                </a:solidFill>
              </a:rPr>
              <a:t>2</a:t>
            </a:r>
            <a:r>
              <a:rPr lang="zh-CN" altLang="en-US" sz="2400" dirty="0">
                <a:solidFill>
                  <a:schemeClr val="tx1"/>
                </a:solidFill>
              </a:rPr>
              <a:t>和</a:t>
            </a:r>
            <a:r>
              <a:rPr lang="en-US" altLang="zh-CN" sz="2400" dirty="0" smtClean="0">
                <a:solidFill>
                  <a:schemeClr val="tx1"/>
                </a:solidFill>
              </a:rPr>
              <a:t>n</a:t>
            </a:r>
            <a:r>
              <a:rPr lang="en-US" altLang="zh-CN" sz="2400" baseline="-25000" dirty="0" smtClean="0">
                <a:solidFill>
                  <a:schemeClr val="tx1"/>
                </a:solidFill>
              </a:rPr>
              <a:t>0</a:t>
            </a:r>
            <a:endParaRPr lang="en-US" altLang="zh-CN" sz="2400" baseline="-25000" dirty="0" smtClean="0">
              <a:solidFill>
                <a:schemeClr val="tx1"/>
              </a:solidFill>
            </a:endParaRPr>
          </a:p>
          <a:p>
            <a:pPr lvl="1">
              <a:lnSpc>
                <a:spcPct val="150000"/>
              </a:lnSpc>
              <a:spcBef>
                <a:spcPts val="900"/>
              </a:spcBef>
              <a:buClr>
                <a:srgbClr val="000000"/>
              </a:buClr>
              <a:buSzPct val="60000"/>
              <a:buFont typeface="Wingdings" panose="05000000000000000000" pitchFamily="2" charset="2"/>
              <a:buChar char="l"/>
              <a:defRPr/>
            </a:pPr>
            <a:r>
              <a:rPr lang="zh-CN" altLang="en-US" sz="2400" dirty="0" smtClean="0">
                <a:solidFill>
                  <a:schemeClr val="tx1"/>
                </a:solidFill>
              </a:rPr>
              <a:t>使得：当</a:t>
            </a:r>
            <a:r>
              <a:rPr lang="en-US" altLang="zh-CN" sz="2400" dirty="0">
                <a:solidFill>
                  <a:schemeClr val="tx1"/>
                </a:solidFill>
              </a:rPr>
              <a:t>n</a:t>
            </a:r>
            <a:r>
              <a:rPr lang="zh-CN" altLang="en-US" sz="2400" dirty="0">
                <a:solidFill>
                  <a:schemeClr val="tx1"/>
                </a:solidFill>
              </a:rPr>
              <a:t>充分大时，</a:t>
            </a:r>
            <a:r>
              <a:rPr lang="en-US" altLang="zh-CN" sz="2400" dirty="0">
                <a:solidFill>
                  <a:schemeClr val="tx1"/>
                </a:solidFill>
              </a:rPr>
              <a:t> f(n)</a:t>
            </a:r>
            <a:r>
              <a:rPr lang="zh-CN" altLang="en-US" sz="2400" dirty="0">
                <a:solidFill>
                  <a:schemeClr val="tx1"/>
                </a:solidFill>
              </a:rPr>
              <a:t>的值落在</a:t>
            </a:r>
            <a:r>
              <a:rPr lang="en-US" altLang="zh-CN" sz="2400" dirty="0">
                <a:solidFill>
                  <a:schemeClr val="tx1"/>
                </a:solidFill>
              </a:rPr>
              <a:t>c</a:t>
            </a:r>
            <a:r>
              <a:rPr lang="en-US" altLang="zh-CN" sz="2400" baseline="-25000" dirty="0">
                <a:solidFill>
                  <a:schemeClr val="tx1"/>
                </a:solidFill>
              </a:rPr>
              <a:t>1</a:t>
            </a:r>
            <a:r>
              <a:rPr lang="en-US" altLang="zh-CN" sz="2400" dirty="0">
                <a:solidFill>
                  <a:schemeClr val="tx1"/>
                </a:solidFill>
              </a:rPr>
              <a:t>g(n)</a:t>
            </a:r>
            <a:r>
              <a:rPr lang="zh-CN" altLang="en-US" sz="2400" dirty="0">
                <a:solidFill>
                  <a:schemeClr val="tx1"/>
                </a:solidFill>
              </a:rPr>
              <a:t>和</a:t>
            </a:r>
            <a:r>
              <a:rPr lang="en-US" altLang="zh-CN" sz="2400" dirty="0">
                <a:solidFill>
                  <a:schemeClr val="tx1"/>
                </a:solidFill>
              </a:rPr>
              <a:t>c</a:t>
            </a:r>
            <a:r>
              <a:rPr lang="en-US" altLang="zh-CN" sz="2400" baseline="-25000" dirty="0">
                <a:solidFill>
                  <a:schemeClr val="tx1"/>
                </a:solidFill>
              </a:rPr>
              <a:t>2</a:t>
            </a:r>
            <a:r>
              <a:rPr lang="en-US" altLang="zh-CN" sz="2400" dirty="0">
                <a:solidFill>
                  <a:schemeClr val="tx1"/>
                </a:solidFill>
              </a:rPr>
              <a:t>g(n)</a:t>
            </a:r>
            <a:r>
              <a:rPr lang="zh-CN" altLang="en-US" sz="2400" dirty="0">
                <a:solidFill>
                  <a:schemeClr val="tx1"/>
                </a:solidFill>
              </a:rPr>
              <a:t>之</a:t>
            </a:r>
            <a:r>
              <a:rPr lang="zh-CN" altLang="en-US" sz="2400" dirty="0" smtClean="0">
                <a:solidFill>
                  <a:schemeClr val="tx1"/>
                </a:solidFill>
              </a:rPr>
              <a:t>间</a:t>
            </a:r>
            <a:endParaRPr lang="en-US" altLang="zh-CN" sz="2400" dirty="0" smtClean="0">
              <a:solidFill>
                <a:schemeClr val="tx1"/>
              </a:solidFill>
            </a:endParaRPr>
          </a:p>
          <a:p>
            <a:pPr lvl="1">
              <a:lnSpc>
                <a:spcPct val="150000"/>
              </a:lnSpc>
              <a:spcBef>
                <a:spcPts val="900"/>
              </a:spcBef>
              <a:buClr>
                <a:srgbClr val="000000"/>
              </a:buClr>
              <a:buSzPct val="60000"/>
              <a:buFont typeface="Wingdings" panose="05000000000000000000" pitchFamily="2" charset="2"/>
              <a:buChar char="l"/>
              <a:defRPr/>
            </a:pPr>
            <a:r>
              <a:rPr lang="zh-CN" altLang="en-US" sz="2400" dirty="0" smtClean="0">
                <a:solidFill>
                  <a:schemeClr val="tx1"/>
                </a:solidFill>
              </a:rPr>
              <a:t>则有：</a:t>
            </a:r>
            <a:r>
              <a:rPr lang="en-US" altLang="zh-CN" sz="2400" dirty="0">
                <a:solidFill>
                  <a:schemeClr val="tx1"/>
                </a:solidFill>
              </a:rPr>
              <a:t>f(n)</a:t>
            </a:r>
            <a:r>
              <a:rPr lang="zh-CN" altLang="en-US" sz="2400" dirty="0">
                <a:solidFill>
                  <a:schemeClr val="tx1"/>
                </a:solidFill>
              </a:rPr>
              <a:t>∈ </a:t>
            </a:r>
            <a:r>
              <a:rPr lang="en-US" altLang="zh-CN" sz="2400" dirty="0">
                <a:solidFill>
                  <a:schemeClr val="tx1"/>
                </a:solidFill>
              </a:rPr>
              <a:t>Θ(g(n</a:t>
            </a:r>
            <a:r>
              <a:rPr lang="en-US" altLang="zh-CN" sz="2400" dirty="0" smtClean="0">
                <a:solidFill>
                  <a:schemeClr val="tx1"/>
                </a:solidFill>
              </a:rPr>
              <a:t>))  </a:t>
            </a:r>
            <a:r>
              <a:rPr lang="zh-CN" altLang="en-US" sz="2400" b="1" dirty="0" smtClean="0">
                <a:solidFill>
                  <a:schemeClr val="tx1"/>
                </a:solidFill>
              </a:rPr>
              <a:t>→</a:t>
            </a:r>
            <a:r>
              <a:rPr lang="zh-CN" altLang="en-US" sz="2400" dirty="0" smtClean="0">
                <a:solidFill>
                  <a:schemeClr val="tx1"/>
                </a:solidFill>
              </a:rPr>
              <a:t>  通常记</a:t>
            </a:r>
            <a:r>
              <a:rPr lang="zh-CN" altLang="en-US" sz="2400" dirty="0">
                <a:solidFill>
                  <a:schemeClr val="tx1"/>
                </a:solidFill>
              </a:rPr>
              <a:t>为：</a:t>
            </a:r>
            <a:r>
              <a:rPr lang="en-US" altLang="zh-CN" sz="2400" dirty="0">
                <a:solidFill>
                  <a:schemeClr val="tx1"/>
                </a:solidFill>
              </a:rPr>
              <a:t> f(n)=</a:t>
            </a:r>
            <a:r>
              <a:rPr lang="zh-CN" altLang="en-US" sz="2400" dirty="0">
                <a:solidFill>
                  <a:schemeClr val="tx1"/>
                </a:solidFill>
              </a:rPr>
              <a:t> </a:t>
            </a:r>
            <a:r>
              <a:rPr lang="en-US" altLang="zh-CN" sz="2400" dirty="0">
                <a:solidFill>
                  <a:schemeClr val="tx1"/>
                </a:solidFill>
              </a:rPr>
              <a:t>Θ(g(n)) </a:t>
            </a:r>
            <a:endParaRPr lang="en-US" altLang="zh-CN" sz="2400" dirty="0">
              <a:solidFill>
                <a:schemeClr val="tx1"/>
              </a:solidFill>
            </a:endParaRPr>
          </a:p>
          <a:p>
            <a:pPr lvl="1">
              <a:lnSpc>
                <a:spcPct val="150000"/>
              </a:lnSpc>
              <a:spcBef>
                <a:spcPts val="900"/>
              </a:spcBef>
              <a:buClr>
                <a:srgbClr val="000000"/>
              </a:buClr>
              <a:buSzPct val="60000"/>
              <a:buFont typeface="Wingdings" panose="05000000000000000000" pitchFamily="2" charset="2"/>
              <a:buChar char="l"/>
              <a:defRPr/>
            </a:pPr>
            <a:r>
              <a:rPr lang="en-US" altLang="zh-CN" sz="2400" dirty="0" smtClean="0">
                <a:solidFill>
                  <a:schemeClr val="tx1"/>
                </a:solidFill>
              </a:rPr>
              <a:t>f(n</a:t>
            </a:r>
            <a:r>
              <a:rPr lang="en-US" altLang="zh-CN" sz="2400" dirty="0">
                <a:solidFill>
                  <a:schemeClr val="tx1"/>
                </a:solidFill>
              </a:rPr>
              <a:t>)=</a:t>
            </a:r>
            <a:r>
              <a:rPr lang="zh-CN" altLang="en-US" sz="2400" dirty="0">
                <a:solidFill>
                  <a:schemeClr val="tx1"/>
                </a:solidFill>
              </a:rPr>
              <a:t> </a:t>
            </a:r>
            <a:r>
              <a:rPr lang="en-US" altLang="zh-CN" sz="2400" dirty="0">
                <a:solidFill>
                  <a:schemeClr val="tx1"/>
                </a:solidFill>
              </a:rPr>
              <a:t>Θ(g(n</a:t>
            </a:r>
            <a:r>
              <a:rPr lang="en-US" altLang="zh-CN" sz="2400" dirty="0" smtClean="0">
                <a:solidFill>
                  <a:schemeClr val="tx1"/>
                </a:solidFill>
              </a:rPr>
              <a:t>))</a:t>
            </a:r>
            <a:r>
              <a:rPr lang="zh-CN" altLang="en-US" sz="2400" dirty="0" smtClean="0">
                <a:solidFill>
                  <a:schemeClr val="tx1"/>
                </a:solidFill>
              </a:rPr>
              <a:t>表示：对</a:t>
            </a:r>
            <a:r>
              <a:rPr lang="zh-CN" altLang="en-US" sz="2400" dirty="0">
                <a:solidFill>
                  <a:schemeClr val="tx1"/>
                </a:solidFill>
              </a:rPr>
              <a:t>所有的</a:t>
            </a:r>
            <a:r>
              <a:rPr lang="en-US" altLang="zh-CN" sz="2400" dirty="0">
                <a:solidFill>
                  <a:schemeClr val="tx1"/>
                </a:solidFill>
              </a:rPr>
              <a:t>n </a:t>
            </a:r>
            <a:r>
              <a:rPr lang="zh-CN" altLang="en-US" sz="2400" dirty="0">
                <a:solidFill>
                  <a:schemeClr val="tx1"/>
                </a:solidFill>
              </a:rPr>
              <a:t>≥ </a:t>
            </a:r>
            <a:r>
              <a:rPr lang="en-US" altLang="zh-CN" sz="2400" dirty="0" smtClean="0">
                <a:solidFill>
                  <a:schemeClr val="tx1"/>
                </a:solidFill>
              </a:rPr>
              <a:t>n</a:t>
            </a:r>
            <a:r>
              <a:rPr lang="en-US" altLang="zh-CN" sz="2400" baseline="-25000" dirty="0" smtClean="0">
                <a:solidFill>
                  <a:schemeClr val="tx1"/>
                </a:solidFill>
              </a:rPr>
              <a:t>0</a:t>
            </a:r>
            <a:endParaRPr lang="en-US" altLang="zh-CN" sz="2400" dirty="0" smtClean="0">
              <a:solidFill>
                <a:schemeClr val="tx1"/>
              </a:solidFill>
            </a:endParaRPr>
          </a:p>
          <a:p>
            <a:pPr marL="1548130" lvl="2" indent="-539750">
              <a:lnSpc>
                <a:spcPct val="150000"/>
              </a:lnSpc>
              <a:spcBef>
                <a:spcPts val="900"/>
              </a:spcBef>
              <a:buClr>
                <a:srgbClr val="000000"/>
              </a:buClr>
              <a:buSzPct val="60000"/>
              <a:buFont typeface="Wingdings" panose="05000000000000000000" pitchFamily="2" charset="2"/>
              <a:buChar char="£"/>
              <a:defRPr/>
            </a:pPr>
            <a:r>
              <a:rPr lang="en-US" altLang="zh-CN" dirty="0">
                <a:solidFill>
                  <a:schemeClr val="tx1"/>
                </a:solidFill>
                <a:cs typeface="Verdana" panose="020B0604030504040204" pitchFamily="34" charset="0"/>
              </a:rPr>
              <a:t>f(n)</a:t>
            </a:r>
            <a:r>
              <a:rPr lang="zh-CN" altLang="en-US" dirty="0">
                <a:solidFill>
                  <a:schemeClr val="tx1"/>
                </a:solidFill>
                <a:cs typeface="Verdana" panose="020B0604030504040204" pitchFamily="34" charset="0"/>
              </a:rPr>
              <a:t>在一个常数因子范围内与</a:t>
            </a:r>
            <a:r>
              <a:rPr lang="en-US" altLang="zh-CN" dirty="0">
                <a:solidFill>
                  <a:schemeClr val="tx1"/>
                </a:solidFill>
                <a:cs typeface="Verdana" panose="020B0604030504040204" pitchFamily="34" charset="0"/>
              </a:rPr>
              <a:t>g(n</a:t>
            </a:r>
            <a:r>
              <a:rPr lang="en-US" altLang="zh-CN" dirty="0" smtClean="0">
                <a:solidFill>
                  <a:schemeClr val="tx1"/>
                </a:solidFill>
                <a:cs typeface="Verdana" panose="020B0604030504040204" pitchFamily="34" charset="0"/>
              </a:rPr>
              <a:t>) </a:t>
            </a:r>
            <a:r>
              <a:rPr lang="zh-CN" altLang="en-US" b="1" dirty="0">
                <a:solidFill>
                  <a:schemeClr val="tx1"/>
                </a:solidFill>
                <a:cs typeface="Verdana" panose="020B0604030504040204" pitchFamily="34" charset="0"/>
              </a:rPr>
              <a:t>近似</a:t>
            </a:r>
            <a:r>
              <a:rPr lang="zh-CN" altLang="en-US" b="1" dirty="0" smtClean="0">
                <a:solidFill>
                  <a:schemeClr val="tx1"/>
                </a:solidFill>
                <a:cs typeface="Verdana" panose="020B0604030504040204" pitchFamily="34" charset="0"/>
              </a:rPr>
              <a:t>相</a:t>
            </a:r>
            <a:r>
              <a:rPr lang="zh-CN" altLang="en-US" b="1" dirty="0">
                <a:solidFill>
                  <a:schemeClr val="tx1"/>
                </a:solidFill>
                <a:cs typeface="Verdana" panose="020B0604030504040204" pitchFamily="34" charset="0"/>
              </a:rPr>
              <a:t>等</a:t>
            </a:r>
            <a:endParaRPr lang="en-US" altLang="zh-CN" b="1" dirty="0">
              <a:solidFill>
                <a:schemeClr val="tx1"/>
              </a:solidFill>
              <a:cs typeface="Verdana" panose="020B0604030504040204" pitchFamily="34" charset="0"/>
            </a:endParaRPr>
          </a:p>
          <a:p>
            <a:pPr marL="1548130" lvl="2" indent="-539750">
              <a:lnSpc>
                <a:spcPct val="150000"/>
              </a:lnSpc>
              <a:spcBef>
                <a:spcPts val="900"/>
              </a:spcBef>
              <a:buClr>
                <a:srgbClr val="000000"/>
              </a:buClr>
              <a:buSzPct val="60000"/>
              <a:buFont typeface="Wingdings" panose="05000000000000000000" pitchFamily="2" charset="2"/>
              <a:buChar char="£"/>
              <a:defRPr/>
            </a:pPr>
            <a:r>
              <a:rPr lang="zh-CN" altLang="en-US" dirty="0" smtClean="0">
                <a:solidFill>
                  <a:schemeClr val="tx1"/>
                </a:solidFill>
                <a:cs typeface="Verdana" panose="020B0604030504040204" pitchFamily="34" charset="0"/>
              </a:rPr>
              <a:t>称</a:t>
            </a:r>
            <a:r>
              <a:rPr lang="zh-CN" altLang="en-US" dirty="0">
                <a:solidFill>
                  <a:schemeClr val="tx1"/>
                </a:solidFill>
                <a:cs typeface="Verdana" panose="020B0604030504040204" pitchFamily="34" charset="0"/>
              </a:rPr>
              <a:t>：</a:t>
            </a:r>
            <a:r>
              <a:rPr lang="en-US" altLang="zh-CN" dirty="0" smtClean="0">
                <a:solidFill>
                  <a:schemeClr val="tx1"/>
                </a:solidFill>
                <a:cs typeface="Verdana" panose="020B0604030504040204" pitchFamily="34" charset="0"/>
              </a:rPr>
              <a:t>g(n</a:t>
            </a:r>
            <a:r>
              <a:rPr lang="en-US" altLang="zh-CN" dirty="0">
                <a:solidFill>
                  <a:schemeClr val="tx1"/>
                </a:solidFill>
                <a:cs typeface="Verdana" panose="020B0604030504040204" pitchFamily="34" charset="0"/>
              </a:rPr>
              <a:t>)</a:t>
            </a:r>
            <a:r>
              <a:rPr lang="zh-CN" altLang="en-US" dirty="0">
                <a:solidFill>
                  <a:schemeClr val="tx1"/>
                </a:solidFill>
                <a:cs typeface="Verdana" panose="020B0604030504040204" pitchFamily="34" charset="0"/>
              </a:rPr>
              <a:t>是</a:t>
            </a:r>
            <a:r>
              <a:rPr lang="en-US" altLang="zh-CN" dirty="0">
                <a:solidFill>
                  <a:schemeClr val="tx1"/>
                </a:solidFill>
                <a:cs typeface="Verdana" panose="020B0604030504040204" pitchFamily="34" charset="0"/>
              </a:rPr>
              <a:t>f(n)</a:t>
            </a:r>
            <a:r>
              <a:rPr lang="zh-CN" altLang="en-US" dirty="0">
                <a:solidFill>
                  <a:schemeClr val="tx1"/>
                </a:solidFill>
                <a:cs typeface="Verdana" panose="020B0604030504040204" pitchFamily="34" charset="0"/>
              </a:rPr>
              <a:t>的一个渐进确界</a:t>
            </a:r>
            <a:endParaRPr lang="zh-CN" altLang="en-US" dirty="0">
              <a:solidFill>
                <a:schemeClr val="tx1"/>
              </a:solidFill>
              <a:cs typeface="Verdana" panose="020B0604030504040204" pitchFamily="34" charset="0"/>
            </a:endParaRPr>
          </a:p>
        </p:txBody>
      </p:sp>
      <p:sp>
        <p:nvSpPr>
          <p:cNvPr id="6" name="标题 5"/>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Θ </a:t>
            </a:r>
            <a:r>
              <a:rPr lang="zh-CN" altLang="en-US" dirty="0">
                <a:sym typeface="+mn-ea"/>
              </a:rPr>
              <a:t>符号：渐进确界</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23528" y="1628800"/>
            <a:ext cx="8568952" cy="648072"/>
          </a:xfrm>
          <a:prstGeom prst="rect">
            <a:avLst/>
          </a:prstGeom>
        </p:spPr>
        <p:txBody>
          <a:bodyPr wrap="square">
            <a:normAutofit/>
          </a:bodyPr>
          <a:lstStyle/>
          <a:p>
            <a:r>
              <a:rPr lang="zh-CN" altLang="en-US" sz="2400" dirty="0">
                <a:solidFill>
                  <a:schemeClr val="tx1"/>
                </a:solidFill>
                <a:latin typeface="+mn-lt"/>
                <a:ea typeface="+mn-ea"/>
              </a:rPr>
              <a:t>首先要确定</a:t>
            </a:r>
            <a:r>
              <a:rPr lang="zh-CN" altLang="en-US" sz="2400" dirty="0" smtClean="0">
                <a:solidFill>
                  <a:schemeClr val="tx1"/>
                </a:solidFill>
                <a:latin typeface="+mn-lt"/>
                <a:ea typeface="+mn-ea"/>
              </a:rPr>
              <a:t>常数</a:t>
            </a:r>
            <a:r>
              <a:rPr lang="en-US" altLang="zh-CN" sz="2400" dirty="0">
                <a:solidFill>
                  <a:schemeClr val="tx1"/>
                </a:solidFill>
                <a:latin typeface="+mn-lt"/>
                <a:ea typeface="+mn-ea"/>
              </a:rPr>
              <a:t>c</a:t>
            </a:r>
            <a:r>
              <a:rPr lang="en-US" altLang="zh-CN" sz="2400" baseline="-25000" dirty="0">
                <a:solidFill>
                  <a:schemeClr val="tx1"/>
                </a:solidFill>
                <a:latin typeface="+mn-lt"/>
                <a:ea typeface="+mn-ea"/>
              </a:rPr>
              <a:t>1</a:t>
            </a:r>
            <a:r>
              <a:rPr lang="zh-CN" altLang="en-US" sz="2400" dirty="0">
                <a:solidFill>
                  <a:schemeClr val="tx1"/>
                </a:solidFill>
                <a:latin typeface="+mn-lt"/>
                <a:ea typeface="+mn-ea"/>
              </a:rPr>
              <a:t>，</a:t>
            </a:r>
            <a:r>
              <a:rPr lang="en-US" altLang="zh-CN" sz="2400" dirty="0">
                <a:solidFill>
                  <a:schemeClr val="tx1"/>
                </a:solidFill>
                <a:latin typeface="+mn-lt"/>
                <a:ea typeface="+mn-ea"/>
              </a:rPr>
              <a:t>c</a:t>
            </a:r>
            <a:r>
              <a:rPr lang="en-US" altLang="zh-CN" sz="2400" baseline="-25000" dirty="0">
                <a:solidFill>
                  <a:schemeClr val="tx1"/>
                </a:solidFill>
                <a:latin typeface="+mn-lt"/>
                <a:ea typeface="+mn-ea"/>
              </a:rPr>
              <a:t>2</a:t>
            </a:r>
            <a:r>
              <a:rPr lang="zh-CN" altLang="en-US" sz="2400" dirty="0">
                <a:solidFill>
                  <a:schemeClr val="tx1"/>
                </a:solidFill>
                <a:latin typeface="+mn-lt"/>
                <a:ea typeface="+mn-ea"/>
              </a:rPr>
              <a:t>和</a:t>
            </a:r>
            <a:r>
              <a:rPr lang="en-US" altLang="zh-CN" sz="2400" dirty="0">
                <a:solidFill>
                  <a:schemeClr val="tx1"/>
                </a:solidFill>
                <a:latin typeface="+mn-lt"/>
                <a:ea typeface="+mn-ea"/>
              </a:rPr>
              <a:t>n</a:t>
            </a:r>
            <a:r>
              <a:rPr lang="en-US" altLang="zh-CN" sz="2400" baseline="-25000" dirty="0">
                <a:solidFill>
                  <a:schemeClr val="tx1"/>
                </a:solidFill>
                <a:latin typeface="+mn-lt"/>
                <a:ea typeface="+mn-ea"/>
              </a:rPr>
              <a:t>0 </a:t>
            </a:r>
            <a:r>
              <a:rPr lang="zh-CN" altLang="en-US" sz="2400" dirty="0">
                <a:solidFill>
                  <a:schemeClr val="tx1"/>
                </a:solidFill>
                <a:latin typeface="+mn-lt"/>
                <a:ea typeface="+mn-ea"/>
              </a:rPr>
              <a:t>，使得对所有</a:t>
            </a:r>
            <a:r>
              <a:rPr lang="zh-CN" altLang="en-US" sz="2400" dirty="0" smtClean="0">
                <a:solidFill>
                  <a:schemeClr val="tx1"/>
                </a:solidFill>
                <a:latin typeface="+mn-lt"/>
                <a:ea typeface="+mn-ea"/>
              </a:rPr>
              <a:t>的 </a:t>
            </a:r>
            <a:r>
              <a:rPr lang="en-US" altLang="zh-CN" sz="2400" dirty="0" smtClean="0">
                <a:solidFill>
                  <a:schemeClr val="tx1"/>
                </a:solidFill>
                <a:latin typeface="+mn-lt"/>
                <a:ea typeface="+mn-ea"/>
              </a:rPr>
              <a:t>n </a:t>
            </a:r>
            <a:r>
              <a:rPr lang="zh-CN" altLang="en-US" sz="2400" dirty="0">
                <a:solidFill>
                  <a:schemeClr val="tx1"/>
                </a:solidFill>
                <a:latin typeface="+mn-lt"/>
                <a:ea typeface="+mn-ea"/>
              </a:rPr>
              <a:t>≥ </a:t>
            </a:r>
            <a:r>
              <a:rPr lang="en-US" altLang="zh-CN" sz="2400" dirty="0">
                <a:solidFill>
                  <a:schemeClr val="tx1"/>
                </a:solidFill>
                <a:latin typeface="+mn-lt"/>
                <a:ea typeface="+mn-ea"/>
              </a:rPr>
              <a:t>n</a:t>
            </a:r>
            <a:r>
              <a:rPr lang="en-US" altLang="zh-CN" sz="2400" baseline="-25000" dirty="0">
                <a:solidFill>
                  <a:schemeClr val="tx1"/>
                </a:solidFill>
                <a:latin typeface="+mn-lt"/>
                <a:ea typeface="+mn-ea"/>
              </a:rPr>
              <a:t>0 </a:t>
            </a:r>
            <a:r>
              <a:rPr lang="zh-CN" altLang="en-US" sz="2400" dirty="0" smtClean="0">
                <a:solidFill>
                  <a:schemeClr val="tx1"/>
                </a:solidFill>
                <a:latin typeface="+mn-lt"/>
                <a:ea typeface="+mn-ea"/>
              </a:rPr>
              <a:t>，有：</a:t>
            </a:r>
            <a:endParaRPr lang="zh-CN" altLang="en-US" sz="2400" dirty="0" smtClean="0">
              <a:solidFill>
                <a:schemeClr val="tx1"/>
              </a:solidFill>
              <a:latin typeface="+mn-lt"/>
              <a:ea typeface="+mn-ea"/>
            </a:endParaRPr>
          </a:p>
        </p:txBody>
      </p:sp>
      <p:sp>
        <p:nvSpPr>
          <p:cNvPr id="24" name="内容占位符 23"/>
          <p:cNvSpPr>
            <a:spLocks noGrp="1"/>
          </p:cNvSpPr>
          <p:nvPr>
            <p:ph idx="1"/>
            <p:custDataLst>
              <p:tags r:id="rId2"/>
            </p:custDataLst>
          </p:nvPr>
        </p:nvSpPr>
        <p:spPr/>
        <p:txBody>
          <a:bodyPr/>
          <a:p>
            <a:endParaRPr lang="zh-CN" altLang="en-US"/>
          </a:p>
        </p:txBody>
      </p:sp>
      <p:grpSp>
        <p:nvGrpSpPr>
          <p:cNvPr id="7" name="组合 6"/>
          <p:cNvGrpSpPr/>
          <p:nvPr/>
        </p:nvGrpSpPr>
        <p:grpSpPr>
          <a:xfrm>
            <a:off x="323528" y="764704"/>
            <a:ext cx="8568952" cy="792088"/>
            <a:chOff x="323528" y="764704"/>
            <a:chExt cx="8568952" cy="792088"/>
          </a:xfrm>
        </p:grpSpPr>
        <mc:AlternateContent xmlns:mc="http://schemas.openxmlformats.org/markup-compatibility/2006">
          <mc:Choice xmlns:a14="http://schemas.microsoft.com/office/drawing/2010/main" Requires="a14">
            <p:sp>
              <p:nvSpPr>
                <p:cNvPr id="5" name="矩形 4"/>
                <p:cNvSpPr/>
                <p:nvPr/>
              </p:nvSpPr>
              <p:spPr>
                <a:xfrm>
                  <a:off x="1475656" y="764704"/>
                  <a:ext cx="7416824" cy="792088"/>
                </a:xfrm>
                <a:prstGeom prst="rect">
                  <a:avLst/>
                </a:prstGeom>
              </p:spPr>
              <p:txBody>
                <a:bodyPr wrap="none">
                  <a:noAutofit/>
                </a:bodyPr>
                <a:lstStyle/>
                <a:p>
                  <a14:m>
                    <m:oMath xmlns:m="http://schemas.openxmlformats.org/officeDocument/2006/math">
                      <m:r>
                        <a:rPr lang="en-US" altLang="zh-CN" sz="2800" b="1"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e>
                      </m:d>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f>
                        <m:f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fPr>
                        <m:num>
                          <m:r>
                            <a:rPr lang="en-US" altLang="zh-CN" sz="2800" b="1" i="1" smtClean="0">
                              <a:solidFill>
                                <a:schemeClr val="tx1"/>
                              </a:solidFill>
                              <a:latin typeface="Cambria Math" panose="02040503050406030204" pitchFamily="18" charset="0"/>
                              <a:ea typeface="+mn-ea"/>
                              <a:cs typeface="Cambria Math" panose="02040503050406030204" pitchFamily="18" charset="0"/>
                            </a:rPr>
                            <m:t>𝟑</m:t>
                          </m:r>
                        </m:num>
                        <m:den>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den>
                      </m:f>
                      <m:sSup>
                        <m:sSup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sSupPr>
                        <m:e>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e>
                        <m:sup>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sup>
                      </m:sSup>
                    </m:oMath>
                  </a14:m>
                  <a:r>
                    <a:rPr lang="en-US" altLang="zh-CN" sz="2800" dirty="0">
                      <a:solidFill>
                        <a:schemeClr val="tx1"/>
                      </a:solidFill>
                      <a:latin typeface="+mn-lt"/>
                      <a:ea typeface="+mn-ea"/>
                    </a:rPr>
                    <a:t> </a:t>
                  </a:r>
                  <a:r>
                    <a:rPr lang="en-US" altLang="zh-CN" sz="2800" dirty="0" smtClean="0">
                      <a:solidFill>
                        <a:schemeClr val="tx1"/>
                      </a:solidFill>
                      <a:latin typeface="+mn-lt"/>
                      <a:ea typeface="+mn-ea"/>
                    </a:rPr>
                    <a:t>+ </a:t>
                  </a:r>
                  <a14:m>
                    <m:oMath xmlns:m="http://schemas.openxmlformats.org/officeDocument/2006/math">
                      <m:f>
                        <m:fPr>
                          <m:ctrlPr>
                            <a:rPr lang="en-US" altLang="zh-CN" sz="2800" i="1" smtClean="0">
                              <a:solidFill>
                                <a:schemeClr val="tx1"/>
                              </a:solidFill>
                              <a:latin typeface="Cambria Math" panose="02040503050406030204" pitchFamily="18" charset="0"/>
                              <a:ea typeface="+mn-ea"/>
                              <a:cs typeface="Cambria Math" panose="02040503050406030204" pitchFamily="18" charset="0"/>
                            </a:rPr>
                          </m:ctrlPr>
                        </m:fPr>
                        <m:num>
                          <m:r>
                            <a:rPr lang="en-US" altLang="zh-CN" sz="2800" b="1" i="1" smtClean="0">
                              <a:solidFill>
                                <a:schemeClr val="tx1"/>
                              </a:solidFill>
                              <a:latin typeface="Cambria Math" panose="02040503050406030204" pitchFamily="18" charset="0"/>
                              <a:ea typeface="+mn-ea"/>
                              <a:cs typeface="Cambria Math" panose="02040503050406030204" pitchFamily="18" charset="0"/>
                            </a:rPr>
                            <m:t>𝟏𝟏</m:t>
                          </m:r>
                        </m:num>
                        <m:den>
                          <m:r>
                            <a:rPr lang="en-US" altLang="zh-CN" sz="2800" i="1">
                              <a:solidFill>
                                <a:schemeClr val="tx1"/>
                              </a:solidFill>
                              <a:latin typeface="Cambria Math" panose="02040503050406030204" pitchFamily="18" charset="0"/>
                              <a:ea typeface="+mn-ea"/>
                              <a:cs typeface="Cambria Math" panose="02040503050406030204" pitchFamily="18" charset="0"/>
                            </a:rPr>
                            <m:t>𝟐</m:t>
                          </m:r>
                        </m:den>
                      </m:f>
                      <m:r>
                        <a:rPr lang="en-US" altLang="zh-CN" sz="2800" i="1">
                          <a:solidFill>
                            <a:schemeClr val="tx1"/>
                          </a:solidFill>
                          <a:latin typeface="Cambria Math" panose="02040503050406030204" pitchFamily="18" charset="0"/>
                          <a:ea typeface="+mn-ea"/>
                          <a:cs typeface="Cambria Math" panose="02040503050406030204" pitchFamily="18" charset="0"/>
                        </a:rPr>
                        <m:t>𝒏</m:t>
                      </m:r>
                      <m:r>
                        <m:rPr>
                          <m:nor/>
                        </m:rPr>
                        <a:rPr lang="en-US" altLang="zh-CN" sz="2800" b="1" i="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m:rPr>
                          <m:nor/>
                        </m:rP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6</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𝚯</m:t>
                      </m:r>
                      <m:d>
                        <m:d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dPr>
                        <m:e>
                          <m:sSup>
                            <m:sSup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sSupPr>
                            <m:e>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𝒏</m:t>
                              </m:r>
                            </m:e>
                            <m:sup>
                              <m:r>
                                <a:rPr lang="en-US" altLang="zh-CN" sz="2800" b="1" i="1" dirty="0" smtClean="0">
                                  <a:solidFill>
                                    <a:schemeClr val="tx1"/>
                                  </a:solidFill>
                                  <a:latin typeface="Cambria Math" panose="02040503050406030204" pitchFamily="18" charset="0"/>
                                  <a:ea typeface="+mn-ea"/>
                                  <a:cs typeface="Cambria Math" panose="02040503050406030204" pitchFamily="18" charset="0"/>
                                </a:rPr>
                                <m:t>𝟐</m:t>
                              </m:r>
                            </m:sup>
                          </m:sSup>
                        </m:e>
                      </m:d>
                    </m:oMath>
                  </a14:m>
                  <a:endParaRPr lang="en-US" altLang="zh-CN" sz="2800" b="1" i="1" dirty="0" smtClean="0">
                    <a:solidFill>
                      <a:schemeClr val="tx1"/>
                    </a:solidFill>
                    <a:latin typeface="+mn-lt"/>
                    <a:ea typeface="+mn-ea"/>
                    <a:cs typeface="Cambria Math" panose="020405030504060302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1475656" y="764704"/>
                  <a:ext cx="7416824" cy="792088"/>
                </a:xfrm>
                <a:prstGeom prst="rect">
                  <a:avLst/>
                </a:prstGeom>
                <a:blipFill rotWithShape="1">
                  <a:blip r:embed="rId3"/>
                </a:blipFill>
              </p:spPr>
              <p:txBody>
                <a:bodyPr/>
                <a:lstStyle/>
                <a:p>
                  <a:r>
                    <a:rPr lang="zh-CN" altLang="en-US">
                      <a:noFill/>
                    </a:rPr>
                    <a:t> </a:t>
                  </a:r>
                </a:p>
              </p:txBody>
            </p:sp>
          </mc:Fallback>
        </mc:AlternateContent>
        <p:sp>
          <p:nvSpPr>
            <p:cNvPr id="6" name="矩形 5"/>
            <p:cNvSpPr/>
            <p:nvPr>
              <p:custDataLst>
                <p:tags r:id="rId4"/>
              </p:custDataLst>
            </p:nvPr>
          </p:nvSpPr>
          <p:spPr>
            <a:xfrm>
              <a:off x="323528" y="836712"/>
              <a:ext cx="1557174" cy="523220"/>
            </a:xfrm>
            <a:prstGeom prst="rect">
              <a:avLst/>
            </a:prstGeom>
          </p:spPr>
          <p:txBody>
            <a:bodyPr wrap="square">
              <a:normAutofit/>
            </a:bodyPr>
            <a:lstStyle/>
            <a:p>
              <a:r>
                <a:rPr lang="zh-CN" altLang="en-US" sz="2800" dirty="0" smtClean="0">
                  <a:solidFill>
                    <a:schemeClr val="tx1"/>
                  </a:solidFill>
                  <a:latin typeface="+mn-lt"/>
                  <a:ea typeface="+mn-ea"/>
                </a:rPr>
                <a:t>证明：</a:t>
              </a:r>
              <a:endParaRPr lang="zh-CN" altLang="en-US" sz="2800" dirty="0" smtClean="0">
                <a:solidFill>
                  <a:schemeClr val="tx1"/>
                </a:solidFill>
                <a:latin typeface="+mn-lt"/>
                <a:ea typeface="+mn-ea"/>
              </a:endParaRPr>
            </a:p>
          </p:txBody>
        </p:sp>
      </p:grpSp>
      <mc:AlternateContent xmlns:mc="http://schemas.openxmlformats.org/markup-compatibility/2006">
        <mc:Choice xmlns:a14="http://schemas.microsoft.com/office/drawing/2010/main" Requires="a14">
          <p:sp>
            <p:nvSpPr>
              <p:cNvPr id="8" name="矩形 7"/>
              <p:cNvSpPr/>
              <p:nvPr/>
            </p:nvSpPr>
            <p:spPr>
              <a:xfrm>
                <a:off x="2450939" y="2420888"/>
                <a:ext cx="4291330" cy="617855"/>
              </a:xfrm>
              <a:prstGeom prst="rect">
                <a:avLst/>
              </a:prstGeom>
            </p:spPr>
            <p:txBody>
              <a:bodyPr wrap="none">
                <a:spAutoFit/>
              </a:bodyPr>
              <a:lstStyle/>
              <a:p>
                <a14:m>
                  <m:oMath xmlns:m="http://schemas.openxmlformats.org/officeDocument/2006/math">
                    <m:sSub>
                      <m:sSubPr>
                        <m:ctrlPr>
                          <a:rPr lang="en-US" altLang="zh-CN" sz="2400" i="1" smtClean="0">
                            <a:solidFill>
                              <a:schemeClr val="tx1"/>
                            </a:solidFill>
                            <a:latin typeface="Cambria Math" panose="02040503050406030204" pitchFamily="18" charset="0"/>
                            <a:ea typeface="+mn-ea"/>
                            <a:cs typeface="Cambria Math" panose="02040503050406030204" pitchFamily="18" charset="0"/>
                          </a:rPr>
                        </m:ctrlPr>
                      </m:sSubPr>
                      <m:e>
                        <m:r>
                          <a:rPr lang="en-US" altLang="zh-CN" sz="2400" b="1" i="1" smtClean="0">
                            <a:solidFill>
                              <a:schemeClr val="tx1"/>
                            </a:solidFill>
                            <a:latin typeface="Cambria Math" panose="02040503050406030204" pitchFamily="18" charset="0"/>
                            <a:ea typeface="+mn-ea"/>
                            <a:cs typeface="Cambria Math" panose="02040503050406030204" pitchFamily="18" charset="0"/>
                          </a:rPr>
                          <m:t>𝒄</m:t>
                        </m:r>
                      </m:e>
                      <m:sub>
                        <m:r>
                          <a:rPr lang="en-US" altLang="zh-CN" sz="2400" b="1" i="1" smtClean="0">
                            <a:solidFill>
                              <a:schemeClr val="tx1"/>
                            </a:solidFill>
                            <a:latin typeface="Cambria Math" panose="02040503050406030204" pitchFamily="18" charset="0"/>
                            <a:ea typeface="+mn-ea"/>
                            <a:cs typeface="Cambria Math" panose="02040503050406030204" pitchFamily="18" charset="0"/>
                          </a:rPr>
                          <m:t>𝟏</m:t>
                        </m:r>
                      </m:sub>
                    </m:sSub>
                    <m:sSup>
                      <m:sSupPr>
                        <m:ctrlPr>
                          <a:rPr lang="en-US" altLang="zh-CN" sz="2400" i="1">
                            <a:solidFill>
                              <a:schemeClr val="tx1"/>
                            </a:solidFill>
                            <a:latin typeface="Cambria Math" panose="02040503050406030204" pitchFamily="18" charset="0"/>
                            <a:ea typeface="+mn-ea"/>
                            <a:cs typeface="Cambria Math" panose="02040503050406030204" pitchFamily="18" charset="0"/>
                          </a:rPr>
                        </m:ctrlPr>
                      </m:sSupPr>
                      <m:e>
                        <m:r>
                          <a:rPr lang="en-US" altLang="zh-CN" sz="2400" i="1">
                            <a:solidFill>
                              <a:schemeClr val="tx1"/>
                            </a:solidFill>
                            <a:latin typeface="Cambria Math" panose="02040503050406030204" pitchFamily="18" charset="0"/>
                            <a:ea typeface="+mn-ea"/>
                            <a:cs typeface="Cambria Math" panose="02040503050406030204" pitchFamily="18" charset="0"/>
                          </a:rPr>
                          <m:t>𝒏</m:t>
                        </m:r>
                      </m:e>
                      <m:sup>
                        <m:r>
                          <a:rPr lang="en-US" altLang="zh-CN" sz="2400" i="1">
                            <a:solidFill>
                              <a:schemeClr val="tx1"/>
                            </a:solidFill>
                            <a:latin typeface="Cambria Math" panose="02040503050406030204" pitchFamily="18" charset="0"/>
                            <a:ea typeface="+mn-ea"/>
                            <a:cs typeface="Cambria Math" panose="02040503050406030204" pitchFamily="18" charset="0"/>
                          </a:rPr>
                          <m:t>𝟐</m:t>
                        </m:r>
                      </m:sup>
                    </m:sSup>
                    <m:r>
                      <a:rPr lang="en-US" altLang="zh-CN" sz="2400"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400" b="1" i="1" smtClean="0">
                        <a:solidFill>
                          <a:schemeClr val="tx1"/>
                        </a:solidFill>
                        <a:latin typeface="Cambria Math" panose="02040503050406030204" pitchFamily="18" charset="0"/>
                        <a:ea typeface="MS Mincho" charset="0"/>
                        <a:cs typeface="Cambria Math" panose="02040503050406030204" pitchFamily="18" charset="0"/>
                      </a:rPr>
                      <m:t> </m:t>
                    </m:r>
                    <m:f>
                      <m:fPr>
                        <m:ctrlPr>
                          <a:rPr lang="en-US" altLang="zh-CN" sz="2400" i="1" smtClean="0">
                            <a:solidFill>
                              <a:schemeClr val="tx1"/>
                            </a:solidFill>
                            <a:latin typeface="Cambria Math" panose="02040503050406030204" pitchFamily="18" charset="0"/>
                            <a:ea typeface="+mn-ea"/>
                            <a:cs typeface="Cambria Math" panose="02040503050406030204" pitchFamily="18" charset="0"/>
                          </a:rPr>
                        </m:ctrlPr>
                      </m:fPr>
                      <m:num>
                        <m:r>
                          <a:rPr lang="en-US" altLang="zh-CN" sz="2400" i="1">
                            <a:solidFill>
                              <a:schemeClr val="tx1"/>
                            </a:solidFill>
                            <a:latin typeface="Cambria Math" panose="02040503050406030204" pitchFamily="18" charset="0"/>
                            <a:ea typeface="+mn-ea"/>
                            <a:cs typeface="Cambria Math" panose="02040503050406030204" pitchFamily="18" charset="0"/>
                          </a:rPr>
                          <m:t>𝟑</m:t>
                        </m:r>
                      </m:num>
                      <m:den>
                        <m:r>
                          <a:rPr lang="en-US" altLang="zh-CN" sz="2400" i="1">
                            <a:solidFill>
                              <a:schemeClr val="tx1"/>
                            </a:solidFill>
                            <a:latin typeface="Cambria Math" panose="02040503050406030204" pitchFamily="18" charset="0"/>
                            <a:ea typeface="+mn-ea"/>
                            <a:cs typeface="Cambria Math" panose="02040503050406030204" pitchFamily="18" charset="0"/>
                          </a:rPr>
                          <m:t>𝟐</m:t>
                        </m:r>
                      </m:den>
                    </m:f>
                    <m:sSup>
                      <m:sSupPr>
                        <m:ctrlPr>
                          <a:rPr lang="en-US" altLang="zh-CN" sz="2400" i="1" smtClean="0">
                            <a:solidFill>
                              <a:schemeClr val="tx1"/>
                            </a:solidFill>
                            <a:latin typeface="Cambria Math" panose="02040503050406030204" pitchFamily="18" charset="0"/>
                            <a:ea typeface="+mn-ea"/>
                            <a:cs typeface="Cambria Math" panose="02040503050406030204" pitchFamily="18" charset="0"/>
                          </a:rPr>
                        </m:ctrlPr>
                      </m:sSupPr>
                      <m:e>
                        <m:r>
                          <a:rPr lang="en-US" altLang="zh-CN" sz="2400" i="1">
                            <a:solidFill>
                              <a:schemeClr val="tx1"/>
                            </a:solidFill>
                            <a:latin typeface="Cambria Math" panose="02040503050406030204" pitchFamily="18" charset="0"/>
                            <a:ea typeface="+mn-ea"/>
                            <a:cs typeface="Cambria Math" panose="02040503050406030204" pitchFamily="18" charset="0"/>
                          </a:rPr>
                          <m:t>𝒏</m:t>
                        </m:r>
                      </m:e>
                      <m:sup>
                        <m:r>
                          <a:rPr lang="en-US" altLang="zh-CN" sz="2400" i="1">
                            <a:solidFill>
                              <a:schemeClr val="tx1"/>
                            </a:solidFill>
                            <a:latin typeface="Cambria Math" panose="02040503050406030204" pitchFamily="18" charset="0"/>
                            <a:ea typeface="+mn-ea"/>
                            <a:cs typeface="Cambria Math" panose="02040503050406030204" pitchFamily="18" charset="0"/>
                          </a:rPr>
                          <m:t>𝟐</m:t>
                        </m:r>
                      </m:sup>
                    </m:sSup>
                  </m:oMath>
                </a14:m>
                <a:r>
                  <a:rPr lang="en-US" altLang="zh-CN" sz="2400" dirty="0">
                    <a:solidFill>
                      <a:schemeClr val="tx1"/>
                    </a:solidFill>
                    <a:latin typeface="+mn-lt"/>
                    <a:ea typeface="+mn-ea"/>
                  </a:rPr>
                  <a:t> + </a:t>
                </a:r>
                <a14:m>
                  <m:oMath xmlns:m="http://schemas.openxmlformats.org/officeDocument/2006/math">
                    <m:f>
                      <m:fPr>
                        <m:ctrlPr>
                          <a:rPr lang="en-US" altLang="zh-CN" sz="2400" i="1" smtClean="0">
                            <a:solidFill>
                              <a:schemeClr val="tx1"/>
                            </a:solidFill>
                            <a:latin typeface="Cambria Math" panose="02040503050406030204" pitchFamily="18" charset="0"/>
                            <a:ea typeface="+mn-ea"/>
                            <a:cs typeface="Cambria Math" panose="02040503050406030204" pitchFamily="18" charset="0"/>
                          </a:rPr>
                        </m:ctrlPr>
                      </m:fPr>
                      <m:num>
                        <m:r>
                          <a:rPr lang="en-US" altLang="zh-CN" sz="2400" i="1">
                            <a:solidFill>
                              <a:schemeClr val="tx1"/>
                            </a:solidFill>
                            <a:latin typeface="Cambria Math" panose="02040503050406030204" pitchFamily="18" charset="0"/>
                            <a:ea typeface="+mn-ea"/>
                            <a:cs typeface="Cambria Math" panose="02040503050406030204" pitchFamily="18" charset="0"/>
                          </a:rPr>
                          <m:t>𝟏𝟏</m:t>
                        </m:r>
                      </m:num>
                      <m:den>
                        <m:r>
                          <a:rPr lang="en-US" altLang="zh-CN" sz="2400" i="1">
                            <a:solidFill>
                              <a:schemeClr val="tx1"/>
                            </a:solidFill>
                            <a:latin typeface="Cambria Math" panose="02040503050406030204" pitchFamily="18" charset="0"/>
                            <a:ea typeface="+mn-ea"/>
                            <a:cs typeface="Cambria Math" panose="02040503050406030204" pitchFamily="18" charset="0"/>
                          </a:rPr>
                          <m:t>𝟐</m:t>
                        </m:r>
                      </m:den>
                    </m:f>
                    <m:r>
                      <a:rPr lang="en-US" altLang="zh-CN" sz="2400" i="1" smtClean="0">
                        <a:solidFill>
                          <a:schemeClr val="tx1"/>
                        </a:solidFill>
                        <a:latin typeface="Cambria Math" panose="02040503050406030204" pitchFamily="18" charset="0"/>
                        <a:ea typeface="+mn-ea"/>
                        <a:cs typeface="Cambria Math" panose="02040503050406030204" pitchFamily="18" charset="0"/>
                      </a:rPr>
                      <m:t>𝒏</m:t>
                    </m:r>
                    <m:r>
                      <m:rPr>
                        <m:nor/>
                      </m:rPr>
                      <a:rPr lang="en-US" altLang="zh-CN" sz="240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400" i="1" smtClean="0">
                        <a:solidFill>
                          <a:schemeClr val="tx1"/>
                        </a:solidFill>
                        <a:latin typeface="Cambria Math" panose="02040503050406030204" pitchFamily="18" charset="0"/>
                        <a:ea typeface="MS Mincho" charset="0"/>
                        <a:cs typeface="Cambria Math" panose="02040503050406030204" pitchFamily="18" charset="0"/>
                      </a:rPr>
                      <m:t>–</m:t>
                    </m:r>
                    <m:r>
                      <m:rPr>
                        <m:nor/>
                      </m:rPr>
                      <a:rPr lang="en-US" altLang="zh-CN" sz="2400" dirty="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400" dirty="0" smtClean="0">
                        <a:solidFill>
                          <a:schemeClr val="tx1"/>
                        </a:solidFill>
                        <a:latin typeface="Cambria Math" panose="02040503050406030204" pitchFamily="18" charset="0"/>
                        <a:ea typeface="MS Mincho" charset="0"/>
                        <a:cs typeface="Cambria Math" panose="02040503050406030204" pitchFamily="18" charset="0"/>
                      </a:rPr>
                      <m:t>6</m:t>
                    </m:r>
                    <m:r>
                      <m:rPr>
                        <m:nor/>
                      </m:rPr>
                      <a:rPr lang="en-US" altLang="zh-CN" sz="2400" b="1" i="0"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400" i="1">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2400" i="1">
                            <a:solidFill>
                              <a:schemeClr val="tx1"/>
                            </a:solidFill>
                            <a:latin typeface="Cambria Math" panose="02040503050406030204" pitchFamily="18" charset="0"/>
                            <a:ea typeface="+mn-ea"/>
                            <a:cs typeface="Cambria Math" panose="02040503050406030204" pitchFamily="18" charset="0"/>
                          </a:rPr>
                        </m:ctrlPr>
                      </m:sSubPr>
                      <m:e>
                        <m:r>
                          <a:rPr lang="en-US" altLang="zh-CN" sz="2400" i="1">
                            <a:solidFill>
                              <a:schemeClr val="tx1"/>
                            </a:solidFill>
                            <a:latin typeface="Cambria Math" panose="02040503050406030204" pitchFamily="18" charset="0"/>
                            <a:ea typeface="+mn-ea"/>
                            <a:cs typeface="Cambria Math" panose="02040503050406030204" pitchFamily="18" charset="0"/>
                          </a:rPr>
                          <m:t>𝒄</m:t>
                        </m:r>
                      </m:e>
                      <m:sub>
                        <m:r>
                          <a:rPr lang="en-US" altLang="zh-CN" sz="2400" b="1" i="1" smtClean="0">
                            <a:solidFill>
                              <a:schemeClr val="tx1"/>
                            </a:solidFill>
                            <a:latin typeface="Cambria Math" panose="02040503050406030204" pitchFamily="18" charset="0"/>
                            <a:ea typeface="+mn-ea"/>
                            <a:cs typeface="Cambria Math" panose="02040503050406030204" pitchFamily="18" charset="0"/>
                          </a:rPr>
                          <m:t>𝟐</m:t>
                        </m:r>
                      </m:sub>
                    </m:sSub>
                    <m:sSup>
                      <m:sSupPr>
                        <m:ctrlPr>
                          <a:rPr lang="en-US" altLang="zh-CN" sz="2400" i="1">
                            <a:solidFill>
                              <a:schemeClr val="tx1"/>
                            </a:solidFill>
                            <a:latin typeface="Cambria Math" panose="02040503050406030204" pitchFamily="18" charset="0"/>
                            <a:ea typeface="+mn-ea"/>
                            <a:cs typeface="Cambria Math" panose="02040503050406030204" pitchFamily="18" charset="0"/>
                          </a:rPr>
                        </m:ctrlPr>
                      </m:sSupPr>
                      <m:e>
                        <m:r>
                          <a:rPr lang="en-US" altLang="zh-CN" sz="2400" i="1">
                            <a:solidFill>
                              <a:schemeClr val="tx1"/>
                            </a:solidFill>
                            <a:latin typeface="Cambria Math" panose="02040503050406030204" pitchFamily="18" charset="0"/>
                            <a:ea typeface="+mn-ea"/>
                            <a:cs typeface="Cambria Math" panose="02040503050406030204" pitchFamily="18" charset="0"/>
                          </a:rPr>
                          <m:t>𝒏</m:t>
                        </m:r>
                      </m:e>
                      <m:sup>
                        <m:r>
                          <a:rPr lang="en-US" altLang="zh-CN" sz="2400" i="1">
                            <a:solidFill>
                              <a:schemeClr val="tx1"/>
                            </a:solidFill>
                            <a:latin typeface="Cambria Math" panose="02040503050406030204" pitchFamily="18" charset="0"/>
                            <a:ea typeface="+mn-ea"/>
                            <a:cs typeface="Cambria Math" panose="02040503050406030204" pitchFamily="18" charset="0"/>
                          </a:rPr>
                          <m:t>𝟐</m:t>
                        </m:r>
                      </m:sup>
                    </m:sSup>
                  </m:oMath>
                </a14:m>
                <a:endParaRPr lang="en-US" altLang="zh-CN" sz="2400" i="1" dirty="0">
                  <a:solidFill>
                    <a:schemeClr val="tx1"/>
                  </a:solidFill>
                  <a:latin typeface="+mn-lt"/>
                  <a:ea typeface="+mn-ea"/>
                  <a:cs typeface="Cambria Math" panose="020405030504060302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2450939" y="2420888"/>
                <a:ext cx="4291330" cy="617855"/>
              </a:xfrm>
              <a:prstGeom prst="rect">
                <a:avLst/>
              </a:prstGeom>
              <a:blipFill rotWithShape="1">
                <a:blip r:embed="rId5"/>
                <a:stretch>
                  <a:fillRect l="-11" t="-43" r="11" b="43"/>
                </a:stretch>
              </a:blipFill>
            </p:spPr>
            <p:txBody>
              <a:bodyPr/>
              <a:lstStyle/>
              <a:p>
                <a:r>
                  <a:rPr lang="zh-CN" altLang="en-US">
                    <a:noFill/>
                  </a:rPr>
                  <a:t> </a:t>
                </a:r>
              </a:p>
            </p:txBody>
          </p:sp>
        </mc:Fallback>
      </mc:AlternateContent>
      <p:sp>
        <p:nvSpPr>
          <p:cNvPr id="12" name="矩形 11"/>
          <p:cNvSpPr/>
          <p:nvPr>
            <p:custDataLst>
              <p:tags r:id="rId6"/>
            </p:custDataLst>
          </p:nvPr>
        </p:nvSpPr>
        <p:spPr>
          <a:xfrm>
            <a:off x="323528" y="3212976"/>
            <a:ext cx="8568952" cy="648072"/>
          </a:xfrm>
          <a:prstGeom prst="rect">
            <a:avLst/>
          </a:prstGeom>
        </p:spPr>
        <p:txBody>
          <a:bodyPr wrap="square">
            <a:normAutofit/>
          </a:bodyPr>
          <a:lstStyle/>
          <a:p>
            <a:r>
              <a:rPr lang="zh-CN" altLang="en-US" sz="2400" dirty="0" smtClean="0">
                <a:solidFill>
                  <a:schemeClr val="tx1"/>
                </a:solidFill>
                <a:latin typeface="+mn-lt"/>
                <a:ea typeface="+mn-ea"/>
              </a:rPr>
              <a:t>对不等式除以</a:t>
            </a:r>
            <a:r>
              <a:rPr lang="en-US" altLang="zh-CN" sz="2400" dirty="0" smtClean="0">
                <a:solidFill>
                  <a:schemeClr val="tx1"/>
                </a:solidFill>
                <a:latin typeface="+mn-lt"/>
                <a:ea typeface="+mn-ea"/>
              </a:rPr>
              <a:t>n</a:t>
            </a:r>
            <a:r>
              <a:rPr lang="en-US" altLang="zh-CN" sz="2400" baseline="30000" dirty="0" smtClean="0">
                <a:solidFill>
                  <a:schemeClr val="tx1"/>
                </a:solidFill>
                <a:latin typeface="+mn-lt"/>
                <a:ea typeface="+mn-ea"/>
              </a:rPr>
              <a:t>2</a:t>
            </a:r>
            <a:r>
              <a:rPr lang="zh-CN" altLang="en-US" sz="2400" dirty="0" smtClean="0">
                <a:solidFill>
                  <a:schemeClr val="tx1"/>
                </a:solidFill>
                <a:latin typeface="+mn-lt"/>
                <a:ea typeface="+mn-ea"/>
              </a:rPr>
              <a:t>，得到：</a:t>
            </a:r>
            <a:endParaRPr lang="zh-CN" altLang="en-US" sz="2400" dirty="0" smtClean="0">
              <a:solidFill>
                <a:schemeClr val="tx1"/>
              </a:solidFill>
              <a:latin typeface="+mn-lt"/>
              <a:ea typeface="+mn-ea"/>
            </a:endParaRPr>
          </a:p>
        </p:txBody>
      </p:sp>
      <mc:AlternateContent xmlns:mc="http://schemas.openxmlformats.org/markup-compatibility/2006">
        <mc:Choice xmlns:a14="http://schemas.microsoft.com/office/drawing/2010/main" Requires="a14">
          <p:sp>
            <p:nvSpPr>
              <p:cNvPr id="13" name="矩形 12"/>
              <p:cNvSpPr/>
              <p:nvPr/>
            </p:nvSpPr>
            <p:spPr>
              <a:xfrm>
                <a:off x="3012856" y="3813030"/>
                <a:ext cx="3218180" cy="675005"/>
              </a:xfrm>
              <a:prstGeom prst="rect">
                <a:avLst/>
              </a:prstGeom>
            </p:spPr>
            <p:txBody>
              <a:bodyPr wrap="none">
                <a:spAutoFit/>
              </a:bodyPr>
              <a:lstStyle/>
              <a:p>
                <a14:m>
                  <m:oMath xmlns:m="http://schemas.openxmlformats.org/officeDocument/2006/math">
                    <m:sSub>
                      <m:sSubPr>
                        <m:ctrlPr>
                          <a:rPr lang="en-US" altLang="zh-CN" sz="2400" i="1" smtClean="0">
                            <a:solidFill>
                              <a:schemeClr val="tx1"/>
                            </a:solidFill>
                            <a:latin typeface="Cambria Math" panose="02040503050406030204" pitchFamily="18" charset="0"/>
                            <a:ea typeface="+mn-ea"/>
                            <a:cs typeface="Cambria Math" panose="02040503050406030204" pitchFamily="18" charset="0"/>
                          </a:rPr>
                        </m:ctrlPr>
                      </m:sSubPr>
                      <m:e>
                        <m:r>
                          <a:rPr lang="en-US" altLang="zh-CN" sz="2400" b="1" i="1" smtClean="0">
                            <a:solidFill>
                              <a:schemeClr val="tx1"/>
                            </a:solidFill>
                            <a:latin typeface="Cambria Math" panose="02040503050406030204" pitchFamily="18" charset="0"/>
                            <a:ea typeface="+mn-ea"/>
                            <a:cs typeface="Cambria Math" panose="02040503050406030204" pitchFamily="18" charset="0"/>
                          </a:rPr>
                          <m:t>𝒄</m:t>
                        </m:r>
                      </m:e>
                      <m:sub>
                        <m:r>
                          <a:rPr lang="en-US" altLang="zh-CN" sz="2400" b="1" i="1" smtClean="0">
                            <a:solidFill>
                              <a:schemeClr val="tx1"/>
                            </a:solidFill>
                            <a:latin typeface="Cambria Math" panose="02040503050406030204" pitchFamily="18" charset="0"/>
                            <a:ea typeface="+mn-ea"/>
                            <a:cs typeface="Cambria Math" panose="02040503050406030204" pitchFamily="18" charset="0"/>
                          </a:rPr>
                          <m:t>𝟏</m:t>
                        </m:r>
                      </m:sub>
                    </m:sSub>
                    <m:r>
                      <a:rPr lang="en-US" altLang="zh-CN" sz="2400"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400" b="1" i="1" smtClean="0">
                        <a:solidFill>
                          <a:schemeClr val="tx1"/>
                        </a:solidFill>
                        <a:latin typeface="Cambria Math" panose="02040503050406030204" pitchFamily="18" charset="0"/>
                        <a:ea typeface="MS Mincho" charset="0"/>
                        <a:cs typeface="Cambria Math" panose="02040503050406030204" pitchFamily="18" charset="0"/>
                      </a:rPr>
                      <m:t> </m:t>
                    </m:r>
                    <m:f>
                      <m:fPr>
                        <m:ctrlPr>
                          <a:rPr lang="en-US" altLang="zh-CN" sz="2400" i="1" smtClean="0">
                            <a:solidFill>
                              <a:schemeClr val="tx1"/>
                            </a:solidFill>
                            <a:latin typeface="Cambria Math" panose="02040503050406030204" pitchFamily="18" charset="0"/>
                            <a:ea typeface="+mn-ea"/>
                            <a:cs typeface="Cambria Math" panose="02040503050406030204" pitchFamily="18" charset="0"/>
                          </a:rPr>
                        </m:ctrlPr>
                      </m:fPr>
                      <m:num>
                        <m:r>
                          <a:rPr lang="en-US" altLang="zh-CN" sz="2400" i="1">
                            <a:solidFill>
                              <a:schemeClr val="tx1"/>
                            </a:solidFill>
                            <a:latin typeface="Cambria Math" panose="02040503050406030204" pitchFamily="18" charset="0"/>
                            <a:ea typeface="+mn-ea"/>
                            <a:cs typeface="Cambria Math" panose="02040503050406030204" pitchFamily="18" charset="0"/>
                          </a:rPr>
                          <m:t>𝟑</m:t>
                        </m:r>
                      </m:num>
                      <m:den>
                        <m:r>
                          <a:rPr lang="en-US" altLang="zh-CN" sz="2400" i="1">
                            <a:solidFill>
                              <a:schemeClr val="tx1"/>
                            </a:solidFill>
                            <a:latin typeface="Cambria Math" panose="02040503050406030204" pitchFamily="18" charset="0"/>
                            <a:ea typeface="+mn-ea"/>
                            <a:cs typeface="Cambria Math" panose="02040503050406030204" pitchFamily="18" charset="0"/>
                          </a:rPr>
                          <m:t>𝟐</m:t>
                        </m:r>
                      </m:den>
                    </m:f>
                  </m:oMath>
                </a14:m>
                <a:r>
                  <a:rPr lang="en-US" altLang="zh-CN" sz="2400" dirty="0">
                    <a:solidFill>
                      <a:schemeClr val="tx1"/>
                    </a:solidFill>
                    <a:latin typeface="+mn-lt"/>
                    <a:ea typeface="+mn-ea"/>
                  </a:rPr>
                  <a:t> + </a:t>
                </a:r>
                <a14:m>
                  <m:oMath xmlns:m="http://schemas.openxmlformats.org/officeDocument/2006/math">
                    <m:f>
                      <m:fPr>
                        <m:ctrlPr>
                          <a:rPr lang="en-US" altLang="zh-CN" sz="2400" i="1" smtClean="0">
                            <a:solidFill>
                              <a:schemeClr val="tx1"/>
                            </a:solidFill>
                            <a:latin typeface="Cambria Math" panose="02040503050406030204" pitchFamily="18" charset="0"/>
                            <a:ea typeface="+mn-ea"/>
                            <a:cs typeface="Cambria Math" panose="02040503050406030204" pitchFamily="18" charset="0"/>
                          </a:rPr>
                        </m:ctrlPr>
                      </m:fPr>
                      <m:num>
                        <m:r>
                          <a:rPr lang="en-US" altLang="zh-CN" sz="2400" i="1">
                            <a:solidFill>
                              <a:schemeClr val="tx1"/>
                            </a:solidFill>
                            <a:latin typeface="Cambria Math" panose="02040503050406030204" pitchFamily="18" charset="0"/>
                            <a:ea typeface="+mn-ea"/>
                            <a:cs typeface="Cambria Math" panose="02040503050406030204" pitchFamily="18" charset="0"/>
                          </a:rPr>
                          <m:t>𝟏𝟏</m:t>
                        </m:r>
                      </m:num>
                      <m:den>
                        <m:r>
                          <a:rPr lang="en-US" altLang="zh-CN" sz="2400" i="1">
                            <a:solidFill>
                              <a:schemeClr val="tx1"/>
                            </a:solidFill>
                            <a:latin typeface="Cambria Math" panose="02040503050406030204" pitchFamily="18" charset="0"/>
                            <a:ea typeface="+mn-ea"/>
                            <a:cs typeface="Cambria Math" panose="02040503050406030204" pitchFamily="18" charset="0"/>
                          </a:rPr>
                          <m:t>𝟐</m:t>
                        </m:r>
                        <m:r>
                          <a:rPr lang="en-US" altLang="zh-CN" sz="2400" b="1" i="1" smtClean="0">
                            <a:solidFill>
                              <a:schemeClr val="tx1"/>
                            </a:solidFill>
                            <a:latin typeface="Cambria Math" panose="02040503050406030204" pitchFamily="18" charset="0"/>
                            <a:ea typeface="+mn-ea"/>
                            <a:cs typeface="Cambria Math" panose="02040503050406030204" pitchFamily="18" charset="0"/>
                          </a:rPr>
                          <m:t>𝒏</m:t>
                        </m:r>
                      </m:den>
                    </m:f>
                    <m:r>
                      <m:rPr>
                        <m:nor/>
                      </m:rPr>
                      <a:rPr lang="en-US" altLang="zh-CN" sz="240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400" i="1" smtClean="0">
                        <a:solidFill>
                          <a:schemeClr val="tx1"/>
                        </a:solidFill>
                        <a:latin typeface="Cambria Math" panose="02040503050406030204" pitchFamily="18" charset="0"/>
                        <a:ea typeface="MS Mincho" charset="0"/>
                        <a:cs typeface="Cambria Math" panose="02040503050406030204" pitchFamily="18" charset="0"/>
                      </a:rPr>
                      <m:t>–</m:t>
                    </m:r>
                    <m:f>
                      <m:fPr>
                        <m:ctrlPr>
                          <a:rPr lang="en-US" altLang="zh-CN" sz="2400" i="1" smtClean="0">
                            <a:solidFill>
                              <a:schemeClr val="tx1"/>
                            </a:solidFill>
                            <a:latin typeface="Cambria Math" panose="02040503050406030204" pitchFamily="18" charset="0"/>
                            <a:ea typeface="+mn-ea"/>
                            <a:cs typeface="Cambria Math" panose="02040503050406030204" pitchFamily="18" charset="0"/>
                          </a:rPr>
                        </m:ctrlPr>
                      </m:fPr>
                      <m:num>
                        <m:r>
                          <m:rPr>
                            <m:nor/>
                          </m:rPr>
                          <a:rPr lang="en-US" altLang="zh-CN" sz="2400" dirty="0">
                            <a:solidFill>
                              <a:schemeClr val="tx1"/>
                            </a:solidFill>
                            <a:latin typeface="Cambria Math" panose="02040503050406030204" pitchFamily="18" charset="0"/>
                            <a:ea typeface="MS Mincho" charset="0"/>
                            <a:cs typeface="Cambria Math" panose="02040503050406030204" pitchFamily="18" charset="0"/>
                          </a:rPr>
                          <m:t>6</m:t>
                        </m:r>
                      </m:num>
                      <m:den>
                        <m:sSup>
                          <m:sSupPr>
                            <m:ctrlPr>
                              <a:rPr lang="en-US" altLang="zh-CN" sz="2400" i="1">
                                <a:solidFill>
                                  <a:schemeClr val="tx1"/>
                                </a:solidFill>
                                <a:latin typeface="Cambria Math" panose="02040503050406030204" pitchFamily="18" charset="0"/>
                                <a:ea typeface="+mn-ea"/>
                                <a:cs typeface="Cambria Math" panose="02040503050406030204" pitchFamily="18" charset="0"/>
                              </a:rPr>
                            </m:ctrlPr>
                          </m:sSupPr>
                          <m:e>
                            <m:r>
                              <a:rPr lang="en-US" altLang="zh-CN" sz="2400" i="1">
                                <a:solidFill>
                                  <a:schemeClr val="tx1"/>
                                </a:solidFill>
                                <a:latin typeface="Cambria Math" panose="02040503050406030204" pitchFamily="18" charset="0"/>
                                <a:ea typeface="+mn-ea"/>
                                <a:cs typeface="Cambria Math" panose="02040503050406030204" pitchFamily="18" charset="0"/>
                              </a:rPr>
                              <m:t>𝒏</m:t>
                            </m:r>
                          </m:e>
                          <m:sup>
                            <m:r>
                              <a:rPr lang="en-US" altLang="zh-CN" sz="2400" i="1">
                                <a:solidFill>
                                  <a:schemeClr val="tx1"/>
                                </a:solidFill>
                                <a:latin typeface="Cambria Math" panose="02040503050406030204" pitchFamily="18" charset="0"/>
                                <a:ea typeface="+mn-ea"/>
                                <a:cs typeface="Cambria Math" panose="02040503050406030204" pitchFamily="18" charset="0"/>
                              </a:rPr>
                              <m:t>𝟐</m:t>
                            </m:r>
                          </m:sup>
                        </m:sSup>
                      </m:den>
                    </m:f>
                    <m:r>
                      <m:rPr>
                        <m:nor/>
                      </m:rPr>
                      <a:rPr lang="en-US" altLang="zh-CN" sz="2400"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400" i="1">
                        <a:solidFill>
                          <a:schemeClr val="tx1"/>
                        </a:solidFill>
                        <a:latin typeface="Cambria Math" panose="02040503050406030204" pitchFamily="18" charset="0"/>
                        <a:ea typeface="MS Mincho" charset="0"/>
                        <a:cs typeface="Cambria Math" panose="02040503050406030204" pitchFamily="18" charset="0"/>
                      </a:rPr>
                      <m:t>≤</m:t>
                    </m:r>
                    <m:r>
                      <a:rPr lang="en-US" altLang="zh-CN" sz="2400" b="1" i="1" smtClean="0">
                        <a:solidFill>
                          <a:schemeClr val="tx1"/>
                        </a:solidFill>
                        <a:latin typeface="Cambria Math" panose="02040503050406030204" pitchFamily="18" charset="0"/>
                        <a:ea typeface="MS Mincho" charset="0"/>
                        <a:cs typeface="Cambria Math" panose="02040503050406030204" pitchFamily="18" charset="0"/>
                      </a:rPr>
                      <m:t> </m:t>
                    </m:r>
                    <m:sSub>
                      <m:sSubPr>
                        <m:ctrlPr>
                          <a:rPr lang="en-US" altLang="zh-CN" sz="2400" i="1">
                            <a:solidFill>
                              <a:schemeClr val="tx1"/>
                            </a:solidFill>
                            <a:latin typeface="Cambria Math" panose="02040503050406030204" pitchFamily="18" charset="0"/>
                            <a:ea typeface="+mn-ea"/>
                            <a:cs typeface="Cambria Math" panose="02040503050406030204" pitchFamily="18" charset="0"/>
                          </a:rPr>
                        </m:ctrlPr>
                      </m:sSubPr>
                      <m:e>
                        <m:r>
                          <a:rPr lang="en-US" altLang="zh-CN" sz="2400" i="1">
                            <a:solidFill>
                              <a:schemeClr val="tx1"/>
                            </a:solidFill>
                            <a:latin typeface="Cambria Math" panose="02040503050406030204" pitchFamily="18" charset="0"/>
                            <a:ea typeface="+mn-ea"/>
                            <a:cs typeface="Cambria Math" panose="02040503050406030204" pitchFamily="18" charset="0"/>
                          </a:rPr>
                          <m:t>𝒄</m:t>
                        </m:r>
                      </m:e>
                      <m:sub>
                        <m:r>
                          <a:rPr lang="en-US" altLang="zh-CN" sz="2400" b="1" i="1" smtClean="0">
                            <a:solidFill>
                              <a:schemeClr val="tx1"/>
                            </a:solidFill>
                            <a:latin typeface="Cambria Math" panose="02040503050406030204" pitchFamily="18" charset="0"/>
                            <a:ea typeface="+mn-ea"/>
                            <a:cs typeface="Cambria Math" panose="02040503050406030204" pitchFamily="18" charset="0"/>
                          </a:rPr>
                          <m:t>𝟐</m:t>
                        </m:r>
                      </m:sub>
                    </m:sSub>
                  </m:oMath>
                </a14:m>
                <a:endParaRPr lang="en-US" altLang="zh-CN" sz="2400" b="1" i="1" dirty="0" smtClean="0">
                  <a:solidFill>
                    <a:schemeClr val="tx1"/>
                  </a:solidFill>
                  <a:latin typeface="+mn-lt"/>
                  <a:ea typeface="+mn-ea"/>
                  <a:cs typeface="Cambria Math" panose="02040503050406030204" pitchFamily="18" charset="0"/>
                </a:endParaRPr>
              </a:p>
            </p:txBody>
          </p:sp>
        </mc:Choice>
        <mc:Fallback>
          <p:sp>
            <p:nvSpPr>
              <p:cNvPr id="13" name="矩形 12"/>
              <p:cNvSpPr>
                <a:spLocks noRot="1" noChangeAspect="1" noMove="1" noResize="1" noEditPoints="1" noAdjustHandles="1" noChangeArrowheads="1" noChangeShapeType="1" noTextEdit="1"/>
              </p:cNvSpPr>
              <p:nvPr/>
            </p:nvSpPr>
            <p:spPr>
              <a:xfrm>
                <a:off x="3012856" y="3813030"/>
                <a:ext cx="3218180" cy="675005"/>
              </a:xfrm>
              <a:prstGeom prst="rect">
                <a:avLst/>
              </a:prstGeom>
              <a:blipFill rotWithShape="1">
                <a:blip r:embed="rId7"/>
                <a:stretch>
                  <a:fillRect l="-13" t="-73" r="13" b="73"/>
                </a:stretch>
              </a:blipFill>
            </p:spPr>
            <p:txBody>
              <a:bodyPr/>
              <a:lstStyle/>
              <a:p>
                <a:r>
                  <a:rPr lang="zh-CN" altLang="en-US">
                    <a:noFill/>
                  </a:rPr>
                  <a:t> </a:t>
                </a:r>
              </a:p>
            </p:txBody>
          </p:sp>
        </mc:Fallback>
      </mc:AlternateContent>
      <p:sp>
        <p:nvSpPr>
          <p:cNvPr id="14" name="矩形 13"/>
          <p:cNvSpPr/>
          <p:nvPr>
            <p:custDataLst>
              <p:tags r:id="rId8"/>
            </p:custDataLst>
          </p:nvPr>
        </p:nvSpPr>
        <p:spPr>
          <a:xfrm>
            <a:off x="323528" y="4797152"/>
            <a:ext cx="8568952" cy="648072"/>
          </a:xfrm>
          <a:prstGeom prst="rect">
            <a:avLst/>
          </a:prstGeom>
        </p:spPr>
        <p:txBody>
          <a:bodyPr wrap="square">
            <a:normAutofit/>
          </a:bodyPr>
          <a:lstStyle/>
          <a:p>
            <a:r>
              <a:rPr lang="zh-CN" altLang="en-US" sz="2400" dirty="0" smtClean="0">
                <a:solidFill>
                  <a:schemeClr val="tx1"/>
                </a:solidFill>
                <a:latin typeface="+mn-lt"/>
                <a:ea typeface="+mn-ea"/>
              </a:rPr>
              <a:t>显然，当</a:t>
            </a:r>
            <a:r>
              <a:rPr lang="en-US" altLang="zh-CN" sz="2400" dirty="0" smtClean="0">
                <a:solidFill>
                  <a:schemeClr val="tx1"/>
                </a:solidFill>
                <a:latin typeface="+mn-lt"/>
                <a:ea typeface="+mn-ea"/>
              </a:rPr>
              <a:t>n</a:t>
            </a:r>
            <a:r>
              <a:rPr lang="zh-CN" altLang="en-US" sz="2400" dirty="0">
                <a:solidFill>
                  <a:schemeClr val="tx1"/>
                </a:solidFill>
                <a:latin typeface="+mn-lt"/>
                <a:ea typeface="+mn-ea"/>
              </a:rPr>
              <a:t> ≥ </a:t>
            </a:r>
            <a:r>
              <a:rPr lang="en-US" altLang="zh-CN" sz="2400" dirty="0" smtClean="0">
                <a:solidFill>
                  <a:schemeClr val="tx1"/>
                </a:solidFill>
                <a:latin typeface="+mn-lt"/>
                <a:ea typeface="+mn-ea"/>
              </a:rPr>
              <a:t>4 </a:t>
            </a:r>
            <a:r>
              <a:rPr lang="zh-CN" altLang="en-US" sz="2400" dirty="0" smtClean="0">
                <a:solidFill>
                  <a:schemeClr val="tx1"/>
                </a:solidFill>
                <a:latin typeface="+mn-lt"/>
                <a:ea typeface="+mn-ea"/>
              </a:rPr>
              <a:t>时</a:t>
            </a:r>
            <a:r>
              <a:rPr lang="zh-CN" altLang="en-US" sz="2400" dirty="0">
                <a:solidFill>
                  <a:schemeClr val="tx1"/>
                </a:solidFill>
                <a:latin typeface="+mn-lt"/>
                <a:ea typeface="+mn-ea"/>
              </a:rPr>
              <a:t>，取</a:t>
            </a:r>
            <a:r>
              <a:rPr lang="en-US" altLang="zh-CN" sz="2400" dirty="0">
                <a:solidFill>
                  <a:schemeClr val="tx1"/>
                </a:solidFill>
                <a:latin typeface="+mn-lt"/>
                <a:ea typeface="+mn-ea"/>
              </a:rPr>
              <a:t> </a:t>
            </a:r>
            <a:r>
              <a:rPr lang="en-US" altLang="zh-CN" sz="2400" dirty="0" smtClean="0">
                <a:solidFill>
                  <a:schemeClr val="tx1"/>
                </a:solidFill>
                <a:latin typeface="+mn-lt"/>
                <a:ea typeface="+mn-ea"/>
              </a:rPr>
              <a:t>c</a:t>
            </a:r>
            <a:r>
              <a:rPr lang="en-US" altLang="zh-CN" sz="2400" baseline="-25000" dirty="0" smtClean="0">
                <a:solidFill>
                  <a:schemeClr val="tx1"/>
                </a:solidFill>
                <a:latin typeface="+mn-lt"/>
                <a:ea typeface="+mn-ea"/>
              </a:rPr>
              <a:t>1 </a:t>
            </a:r>
            <a:r>
              <a:rPr lang="en-US" altLang="zh-CN" sz="2400" dirty="0">
                <a:solidFill>
                  <a:schemeClr val="tx1"/>
                </a:solidFill>
                <a:latin typeface="+mn-lt"/>
                <a:ea typeface="+mn-ea"/>
              </a:rPr>
              <a:t>=</a:t>
            </a:r>
            <a:r>
              <a:rPr lang="en-US" altLang="zh-CN" sz="2400" dirty="0" smtClean="0">
                <a:solidFill>
                  <a:schemeClr val="tx1"/>
                </a:solidFill>
                <a:latin typeface="+mn-lt"/>
                <a:ea typeface="+mn-ea"/>
              </a:rPr>
              <a:t>1.5</a:t>
            </a:r>
            <a:r>
              <a:rPr lang="zh-CN" altLang="en-US" sz="2400" dirty="0" smtClean="0">
                <a:solidFill>
                  <a:schemeClr val="tx1"/>
                </a:solidFill>
                <a:latin typeface="+mn-lt"/>
                <a:ea typeface="+mn-ea"/>
              </a:rPr>
              <a:t>，</a:t>
            </a:r>
            <a:r>
              <a:rPr lang="en-US" altLang="zh-CN" sz="2400" dirty="0" smtClean="0">
                <a:solidFill>
                  <a:schemeClr val="tx1"/>
                </a:solidFill>
                <a:latin typeface="+mn-lt"/>
                <a:ea typeface="+mn-ea"/>
              </a:rPr>
              <a:t>c</a:t>
            </a:r>
            <a:r>
              <a:rPr lang="en-US" altLang="zh-CN" sz="2400" baseline="-25000" dirty="0" smtClean="0">
                <a:solidFill>
                  <a:schemeClr val="tx1"/>
                </a:solidFill>
                <a:latin typeface="+mn-lt"/>
                <a:ea typeface="+mn-ea"/>
              </a:rPr>
              <a:t>2 </a:t>
            </a:r>
            <a:r>
              <a:rPr lang="en-US" altLang="zh-CN" sz="2400" dirty="0" smtClean="0">
                <a:solidFill>
                  <a:schemeClr val="tx1"/>
                </a:solidFill>
                <a:latin typeface="+mn-lt"/>
                <a:ea typeface="+mn-ea"/>
              </a:rPr>
              <a:t>=2.5</a:t>
            </a:r>
            <a:r>
              <a:rPr lang="zh-CN" altLang="en-US" sz="2400" dirty="0" smtClean="0">
                <a:solidFill>
                  <a:schemeClr val="tx1"/>
                </a:solidFill>
                <a:latin typeface="+mn-lt"/>
                <a:ea typeface="+mn-ea"/>
              </a:rPr>
              <a:t>，上式恒成立</a:t>
            </a:r>
            <a:endParaRPr lang="zh-CN" altLang="en-US" sz="2400" dirty="0" smtClean="0">
              <a:solidFill>
                <a:schemeClr val="tx1"/>
              </a:solidFill>
              <a:latin typeface="+mn-lt"/>
              <a:ea typeface="+mn-ea"/>
            </a:endParaRPr>
          </a:p>
        </p:txBody>
      </p:sp>
      <p:sp>
        <p:nvSpPr>
          <p:cNvPr id="15" name="矩形 14"/>
          <p:cNvSpPr/>
          <p:nvPr>
            <p:custDataLst>
              <p:tags r:id="rId9"/>
            </p:custDataLst>
          </p:nvPr>
        </p:nvSpPr>
        <p:spPr>
          <a:xfrm>
            <a:off x="323528" y="5373216"/>
            <a:ext cx="8568952" cy="504056"/>
          </a:xfrm>
          <a:prstGeom prst="rect">
            <a:avLst/>
          </a:prstGeom>
        </p:spPr>
        <p:txBody>
          <a:bodyPr wrap="square">
            <a:normAutofit/>
          </a:bodyPr>
          <a:lstStyle/>
          <a:p>
            <a:r>
              <a:rPr lang="zh-CN" altLang="en-US" sz="2400" dirty="0" smtClean="0">
                <a:solidFill>
                  <a:schemeClr val="accent1">
                    <a:lumMod val="50000"/>
                  </a:schemeClr>
                </a:solidFill>
                <a:latin typeface="+mn-lt"/>
                <a:ea typeface="+mn-ea"/>
              </a:rPr>
              <a:t>结论</a:t>
            </a:r>
            <a:r>
              <a:rPr lang="en-US" altLang="zh-CN" sz="2400" dirty="0" smtClean="0">
                <a:solidFill>
                  <a:schemeClr val="accent1">
                    <a:lumMod val="50000"/>
                  </a:schemeClr>
                </a:solidFill>
                <a:latin typeface="+mn-lt"/>
                <a:ea typeface="+mn-ea"/>
              </a:rPr>
              <a:t>1</a:t>
            </a:r>
            <a:r>
              <a:rPr lang="zh-CN" altLang="en-US" sz="2400" dirty="0" smtClean="0">
                <a:solidFill>
                  <a:schemeClr val="accent1">
                    <a:lumMod val="50000"/>
                  </a:schemeClr>
                </a:solidFill>
                <a:latin typeface="+mn-lt"/>
                <a:ea typeface="+mn-ea"/>
              </a:rPr>
              <a:t>：渐进正函数中的低阶项在决定渐进确界时可以被忽略</a:t>
            </a:r>
            <a:endParaRPr lang="zh-CN" altLang="en-US" sz="2400" dirty="0" smtClean="0">
              <a:solidFill>
                <a:schemeClr val="accent1">
                  <a:lumMod val="50000"/>
                </a:schemeClr>
              </a:solidFill>
              <a:latin typeface="+mn-lt"/>
              <a:ea typeface="+mn-ea"/>
            </a:endParaRPr>
          </a:p>
        </p:txBody>
      </p:sp>
      <p:sp>
        <p:nvSpPr>
          <p:cNvPr id="17" name="矩形 16"/>
          <p:cNvSpPr/>
          <p:nvPr>
            <p:custDataLst>
              <p:tags r:id="rId10"/>
            </p:custDataLst>
          </p:nvPr>
        </p:nvSpPr>
        <p:spPr>
          <a:xfrm>
            <a:off x="323528" y="5805264"/>
            <a:ext cx="8568952" cy="504056"/>
          </a:xfrm>
          <a:prstGeom prst="rect">
            <a:avLst/>
          </a:prstGeom>
        </p:spPr>
        <p:txBody>
          <a:bodyPr wrap="square">
            <a:normAutofit/>
          </a:bodyPr>
          <a:lstStyle/>
          <a:p>
            <a:r>
              <a:rPr lang="zh-CN" altLang="en-US" sz="2400" dirty="0" smtClean="0">
                <a:solidFill>
                  <a:schemeClr val="accent1">
                    <a:lumMod val="50000"/>
                  </a:schemeClr>
                </a:solidFill>
                <a:latin typeface="+mn-lt"/>
                <a:ea typeface="+mn-ea"/>
              </a:rPr>
              <a:t>结论</a:t>
            </a:r>
            <a:r>
              <a:rPr lang="en-US" altLang="zh-CN" sz="2400" dirty="0" smtClean="0">
                <a:solidFill>
                  <a:schemeClr val="accent1">
                    <a:lumMod val="50000"/>
                  </a:schemeClr>
                </a:solidFill>
                <a:latin typeface="+mn-lt"/>
                <a:ea typeface="+mn-ea"/>
              </a:rPr>
              <a:t>2</a:t>
            </a:r>
            <a:r>
              <a:rPr lang="zh-CN" altLang="en-US" sz="2400" dirty="0" smtClean="0">
                <a:solidFill>
                  <a:schemeClr val="accent1">
                    <a:lumMod val="50000"/>
                  </a:schemeClr>
                </a:solidFill>
                <a:latin typeface="+mn-lt"/>
                <a:ea typeface="+mn-ea"/>
              </a:rPr>
              <a:t>：最高阶项的系数在决定渐进确界时也可以被忽略</a:t>
            </a:r>
            <a:endParaRPr lang="zh-CN" altLang="en-US" sz="2400" dirty="0" smtClean="0">
              <a:solidFill>
                <a:schemeClr val="accent1">
                  <a:lumMod val="50000"/>
                </a:schemeClr>
              </a:solidFill>
              <a:latin typeface="+mn-lt"/>
              <a:ea typeface="+mn-ea"/>
            </a:endParaRPr>
          </a:p>
        </p:txBody>
      </p:sp>
      <p:sp>
        <p:nvSpPr>
          <p:cNvPr id="18" name="矩形 17"/>
          <p:cNvSpPr/>
          <p:nvPr>
            <p:custDataLst>
              <p:tags r:id="rId11"/>
            </p:custDataLst>
          </p:nvPr>
        </p:nvSpPr>
        <p:spPr>
          <a:xfrm>
            <a:off x="323528" y="6237312"/>
            <a:ext cx="8568952" cy="504056"/>
          </a:xfrm>
          <a:prstGeom prst="rect">
            <a:avLst/>
          </a:prstGeom>
        </p:spPr>
        <p:txBody>
          <a:bodyPr wrap="square">
            <a:normAutofit/>
          </a:bodyPr>
          <a:lstStyle/>
          <a:p>
            <a:pPr algn="ctr"/>
            <a:r>
              <a:rPr lang="zh-CN" altLang="en-US" sz="2400" dirty="0" smtClean="0">
                <a:solidFill>
                  <a:schemeClr val="accent1">
                    <a:lumMod val="50000"/>
                  </a:schemeClr>
                </a:solidFill>
                <a:latin typeface="+mn-lt"/>
                <a:ea typeface="+mn-ea"/>
              </a:rPr>
              <a:t>任意常数可以表示为：</a:t>
            </a:r>
            <a:r>
              <a:rPr lang="en-US" altLang="zh-CN" sz="2400" dirty="0" smtClean="0">
                <a:solidFill>
                  <a:schemeClr val="tx1"/>
                </a:solidFill>
                <a:latin typeface="+mn-lt"/>
                <a:ea typeface="+mn-ea"/>
                <a:cs typeface="Arial Unicode MS" panose="020B0604020202020204" pitchFamily="34" charset="-122"/>
              </a:rPr>
              <a:t>Θ</a:t>
            </a:r>
            <a:r>
              <a:rPr lang="en-US" altLang="zh-CN" sz="2400" dirty="0" smtClean="0">
                <a:solidFill>
                  <a:schemeClr val="tx1"/>
                </a:solidFill>
                <a:latin typeface="+mn-lt"/>
                <a:ea typeface="+mn-ea"/>
              </a:rPr>
              <a:t>(1) </a:t>
            </a:r>
            <a:endParaRPr lang="en-US" altLang="zh-CN" sz="2400" dirty="0" smtClean="0">
              <a:solidFill>
                <a:schemeClr val="tx1"/>
              </a:solidFill>
              <a:latin typeface="+mn-lt"/>
              <a:ea typeface="+mn-ea"/>
            </a:endParaRPr>
          </a:p>
        </p:txBody>
      </p:sp>
      <p:pic>
        <p:nvPicPr>
          <p:cNvPr id="19" name="Picture 2" descr="F:\★文档资料★\本科教学\数据结构\2013备课\CH01-绪论\图\渐进确界.png"/>
          <p:cNvPicPr>
            <a:picLocks noChangeAspect="1" noChangeArrowheads="1"/>
          </p:cNvPicPr>
          <p:nvPr>
            <p:custDataLst>
              <p:tags r:id="rId12"/>
            </p:custDataLst>
          </p:nvPr>
        </p:nvPicPr>
        <p:blipFill>
          <a:blip r:embed="rId13">
            <a:extLst>
              <a:ext uri="{28A0092B-C50C-407E-A947-70E740481C1C}">
                <a14:useLocalDpi xmlns:a14="http://schemas.microsoft.com/office/drawing/2010/main" val="0"/>
              </a:ext>
            </a:extLst>
          </a:blip>
          <a:srcRect/>
          <a:stretch>
            <a:fillRect/>
          </a:stretch>
        </p:blipFill>
        <p:spPr bwMode="auto">
          <a:xfrm>
            <a:off x="287524" y="783307"/>
            <a:ext cx="8568952" cy="4733925"/>
          </a:xfrm>
          <a:prstGeom prst="rect">
            <a:avLst/>
          </a:prstGeom>
          <a:noFill/>
          <a:extLst>
            <a:ext uri="{909E8E84-426E-40DD-AFC4-6F175D3DCCD1}">
              <a14:hiddenFill xmlns:a14="http://schemas.microsoft.com/office/drawing/2010/main">
                <a:solidFill>
                  <a:srgbClr val="FFFFFF"/>
                </a:solidFill>
              </a14:hiddenFill>
            </a:ext>
          </a:extLst>
        </p:spPr>
      </p:pic>
      <p:sp>
        <p:nvSpPr>
          <p:cNvPr id="9" name="椭圆 8"/>
          <p:cNvSpPr/>
          <p:nvPr>
            <p:custDataLst>
              <p:tags r:id="rId14"/>
            </p:custDataLst>
          </p:nvPr>
        </p:nvSpPr>
        <p:spPr bwMode="auto">
          <a:xfrm>
            <a:off x="1397000" y="2108200"/>
            <a:ext cx="366688" cy="240680"/>
          </a:xfrm>
          <a:prstGeom prst="ellipse">
            <a:avLst/>
          </a:prstGeom>
          <a:noFill/>
          <a:ln w="38100" cap="flat" cmpd="sng" algn="ctr">
            <a:solidFill>
              <a:schemeClr val="accent1"/>
            </a:solidFill>
            <a:prstDash val="solid"/>
            <a:round/>
            <a:headEnd type="none" w="med" len="med"/>
            <a:tailEnd type="none" w="med" len="med"/>
          </a:ln>
          <a:effectLst/>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p:txBody>
      </p:sp>
      <p:sp>
        <p:nvSpPr>
          <p:cNvPr id="10" name="矩形 9"/>
          <p:cNvSpPr/>
          <p:nvPr>
            <p:custDataLst>
              <p:tags r:id="rId15"/>
            </p:custDataLst>
          </p:nvPr>
        </p:nvSpPr>
        <p:spPr>
          <a:xfrm>
            <a:off x="1619672" y="1876762"/>
            <a:ext cx="989072" cy="368300"/>
          </a:xfrm>
          <a:prstGeom prst="rect">
            <a:avLst/>
          </a:prstGeom>
        </p:spPr>
        <p:txBody>
          <a:bodyPr wrap="square">
            <a:normAutofit/>
          </a:bodyPr>
          <a:lstStyle/>
          <a:p>
            <a:pPr algn="ctr"/>
            <a:r>
              <a:rPr lang="en-US" altLang="zh-CN" i="1" dirty="0" smtClean="0">
                <a:solidFill>
                  <a:schemeClr val="tx1"/>
                </a:solidFill>
                <a:latin typeface="+mn-lt"/>
                <a:ea typeface="+mn-ea"/>
              </a:rPr>
              <a:t>n=4</a:t>
            </a:r>
            <a:endParaRPr lang="en-US" altLang="zh-CN" i="1" dirty="0" smtClean="0">
              <a:solidFill>
                <a:schemeClr val="tx1"/>
              </a:solidFill>
              <a:latin typeface="+mn-lt"/>
              <a:ea typeface="+mn-ea"/>
            </a:endParaRPr>
          </a:p>
        </p:txBody>
      </p:sp>
      <p:sp>
        <p:nvSpPr>
          <p:cNvPr id="22" name="标题 21"/>
          <p:cNvSpPr>
            <a:spLocks noGrp="1"/>
          </p:cNvSpPr>
          <p:nvPr>
            <p:ph type="title"/>
            <p:custDataLst>
              <p:tags r:id="rId16"/>
            </p:custDataLst>
          </p:nvPr>
        </p:nvSpPr>
        <p:spPr/>
        <p:txBody>
          <a:bodyPr vert="horz" wrap="square" lIns="0" tIns="0" rIns="0" bIns="0" rtlCol="0" anchor="ctr">
            <a:normAutofit/>
          </a:bodyPr>
          <a:lstStyle/>
          <a:p>
            <a:pPr lvl="0" algn="l">
              <a:buClrTx/>
              <a:buSzTx/>
              <a:buFontTx/>
            </a:pPr>
            <a:r>
              <a:rPr lang="zh-CN" altLang="en-US" dirty="0">
                <a:sym typeface="+mn-ea"/>
              </a:rPr>
              <a:t>Θ </a:t>
            </a:r>
            <a:r>
              <a:rPr lang="zh-CN" altLang="en-US" dirty="0">
                <a:sym typeface="+mn-ea"/>
              </a:rPr>
              <a:t>符号：渐进确界</a:t>
            </a:r>
            <a:endParaRPr lang="zh-CN" altLang="en-US" dirty="0">
              <a:sym typeface="+mn-ea"/>
            </a:endParaRPr>
          </a:p>
        </p:txBody>
      </p:sp>
    </p:spTree>
    <p:custDataLst>
      <p:tags r:id="rId1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arn(outVertic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heel(1)">
                                      <p:cBhvr>
                                        <p:cTn id="42" dur="500"/>
                                        <p:tgtEl>
                                          <p:spTgt spid="9"/>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xit" presetSubtype="21" fill="hold" nodeType="clickEffect">
                                  <p:stCondLst>
                                    <p:cond delay="0"/>
                                  </p:stCondLst>
                                  <p:childTnLst>
                                    <p:animEffect transition="out" filter="barn(inVertical)">
                                      <p:cBhvr>
                                        <p:cTn id="50" dur="500"/>
                                        <p:tgtEl>
                                          <p:spTgt spid="19"/>
                                        </p:tgtEl>
                                      </p:cBhvr>
                                    </p:animEffect>
                                    <p:set>
                                      <p:cBhvr>
                                        <p:cTn id="51" dur="1" fill="hold">
                                          <p:stCondLst>
                                            <p:cond delay="499"/>
                                          </p:stCondLst>
                                        </p:cTn>
                                        <p:tgtEl>
                                          <p:spTgt spid="19"/>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9"/>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1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wipe(left)">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ipe(left)">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wipe(left)">
                                      <p:cBhvr>
                                        <p:cTn id="7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2" grpId="0"/>
      <p:bldP spid="13" grpId="0"/>
      <p:bldP spid="14" grpId="0"/>
      <p:bldP spid="15" grpId="0"/>
      <p:bldP spid="17" grpId="0"/>
      <p:bldP spid="18" grpId="0"/>
      <p:bldP spid="9" grpId="0" bldLvl="0" animBg="1"/>
      <p:bldP spid="9" grpId="1" bldLvl="0" animBg="1"/>
      <p:bldP spid="10" grpId="0"/>
      <p:bldP spid="10"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Content Placeholder 2"/>
          <p:cNvSpPr>
            <a:spLocks noGrp="1"/>
          </p:cNvSpPr>
          <p:nvPr>
            <p:custDataLst>
              <p:tags r:id="rId2"/>
            </p:custDataLst>
          </p:nvPr>
        </p:nvSpPr>
        <p:spPr>
          <a:xfrm>
            <a:off x="456300" y="1490400"/>
            <a:ext cx="8226900" cy="4759200"/>
          </a:xfrm>
          <a:prstGeom prst="rect">
            <a:avLst/>
          </a:prstGeom>
        </p:spPr>
        <p:txBody>
          <a:bodyPr vert="horz" lIns="92075" tIns="46038" rIns="92075" bIns="46038"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467995" lvl="1" indent="-467995">
              <a:lnSpc>
                <a:spcPct val="150000"/>
              </a:lnSpc>
              <a:spcBef>
                <a:spcPts val="900"/>
              </a:spcBef>
              <a:buClr>
                <a:srgbClr val="000000"/>
              </a:buClr>
              <a:buSzPct val="100000"/>
              <a:buFont typeface="Wingdings" panose="05000000000000000000" pitchFamily="2" charset="2"/>
              <a:buChar char=""/>
              <a:defRPr/>
            </a:pPr>
            <a:r>
              <a:rPr lang="en-US" altLang="zh-CN" sz="2400" b="1" i="1" dirty="0" smtClean="0">
                <a:solidFill>
                  <a:schemeClr val="tx1"/>
                </a:solidFill>
                <a:cs typeface="Verdana" panose="020B0604030504040204" pitchFamily="34" charset="0"/>
              </a:rPr>
              <a:t>Θ</a:t>
            </a:r>
            <a:r>
              <a:rPr lang="en-US" altLang="zh-CN" sz="2400" dirty="0" smtClean="0">
                <a:solidFill>
                  <a:schemeClr val="tx1"/>
                </a:solidFill>
                <a:cs typeface="Verdana" panose="020B0604030504040204" pitchFamily="34" charset="0"/>
              </a:rPr>
              <a:t> </a:t>
            </a:r>
            <a:r>
              <a:rPr lang="zh-CN" altLang="en-US" sz="2400" dirty="0" smtClean="0">
                <a:solidFill>
                  <a:schemeClr val="tx1"/>
                </a:solidFill>
                <a:cs typeface="Verdana" panose="020B0604030504040204" pitchFamily="34" charset="0"/>
              </a:rPr>
              <a:t>符</a:t>
            </a:r>
            <a:r>
              <a:rPr lang="zh-CN" altLang="en-US" sz="2400" dirty="0">
                <a:solidFill>
                  <a:schemeClr val="tx1"/>
                </a:solidFill>
                <a:cs typeface="Verdana" panose="020B0604030504040204" pitchFamily="34" charset="0"/>
              </a:rPr>
              <a:t>号渐进地给出一个函数的上界和下界</a:t>
            </a:r>
            <a:endParaRPr lang="en-US" altLang="zh-CN" sz="2400" dirty="0">
              <a:solidFill>
                <a:schemeClr val="tx1"/>
              </a:solidFill>
              <a:cs typeface="Verdana" panose="020B0604030504040204" pitchFamily="34" charset="0"/>
            </a:endParaRPr>
          </a:p>
          <a:p>
            <a:pPr marL="467995" lvl="1" indent="-467995">
              <a:lnSpc>
                <a:spcPct val="150000"/>
              </a:lnSpc>
              <a:spcBef>
                <a:spcPts val="900"/>
              </a:spcBef>
              <a:buClr>
                <a:srgbClr val="000000"/>
              </a:buClr>
              <a:buSzPct val="100000"/>
              <a:buFont typeface="Wingdings" panose="05000000000000000000" pitchFamily="2" charset="2"/>
              <a:buChar char=""/>
              <a:defRPr/>
            </a:pPr>
            <a:r>
              <a:rPr lang="zh-CN" altLang="en-US" sz="2400" dirty="0">
                <a:solidFill>
                  <a:schemeClr val="tx1"/>
                </a:solidFill>
                <a:cs typeface="Verdana" panose="020B0604030504040204" pitchFamily="34" charset="0"/>
              </a:rPr>
              <a:t>当只有渐进上界时，使</a:t>
            </a:r>
            <a:r>
              <a:rPr lang="zh-CN" altLang="en-US" sz="2400" dirty="0" smtClean="0">
                <a:solidFill>
                  <a:schemeClr val="tx1"/>
                </a:solidFill>
                <a:cs typeface="Verdana" panose="020B0604030504040204" pitchFamily="34" charset="0"/>
              </a:rPr>
              <a:t>用 </a:t>
            </a:r>
            <a:r>
              <a:rPr lang="en-US" altLang="zh-CN" sz="2400" b="1" i="1" dirty="0" smtClean="0">
                <a:solidFill>
                  <a:schemeClr val="tx1"/>
                </a:solidFill>
                <a:cs typeface="Verdana" panose="020B0604030504040204" pitchFamily="34" charset="0"/>
              </a:rPr>
              <a:t>O</a:t>
            </a:r>
            <a:r>
              <a:rPr lang="en-US" altLang="zh-CN" sz="2400" dirty="0" smtClean="0">
                <a:solidFill>
                  <a:schemeClr val="tx1"/>
                </a:solidFill>
                <a:cs typeface="Verdana" panose="020B0604030504040204" pitchFamily="34" charset="0"/>
              </a:rPr>
              <a:t> </a:t>
            </a:r>
            <a:r>
              <a:rPr lang="zh-CN" altLang="en-US" sz="2400" dirty="0">
                <a:solidFill>
                  <a:schemeClr val="tx1"/>
                </a:solidFill>
                <a:cs typeface="Verdana" panose="020B0604030504040204" pitchFamily="34" charset="0"/>
              </a:rPr>
              <a:t>符号</a:t>
            </a:r>
            <a:endParaRPr lang="en-US" altLang="zh-CN" sz="2400" dirty="0">
              <a:solidFill>
                <a:schemeClr val="tx1"/>
              </a:solidFill>
              <a:cs typeface="Verdana" panose="020B0604030504040204" pitchFamily="34" charset="0"/>
            </a:endParaRPr>
          </a:p>
          <a:p>
            <a:pPr lvl="1">
              <a:lnSpc>
                <a:spcPct val="150000"/>
              </a:lnSpc>
              <a:spcBef>
                <a:spcPts val="900"/>
              </a:spcBef>
              <a:buClr>
                <a:srgbClr val="000000"/>
              </a:buClr>
              <a:buSzPct val="60000"/>
              <a:buFont typeface="Wingdings" panose="05000000000000000000" pitchFamily="2" charset="2"/>
              <a:buChar char="l"/>
              <a:defRPr/>
            </a:pPr>
            <a:r>
              <a:rPr lang="en-US" altLang="zh-CN" sz="2400" b="1" i="1" dirty="0">
                <a:solidFill>
                  <a:schemeClr val="tx1"/>
                </a:solidFill>
              </a:rPr>
              <a:t>O</a:t>
            </a:r>
            <a:r>
              <a:rPr lang="en-US" altLang="zh-CN" sz="2400" i="1" dirty="0">
                <a:solidFill>
                  <a:schemeClr val="tx1"/>
                </a:solidFill>
              </a:rPr>
              <a:t> </a:t>
            </a:r>
            <a:r>
              <a:rPr lang="en-US" altLang="zh-CN" sz="2400" dirty="0">
                <a:solidFill>
                  <a:schemeClr val="tx1"/>
                </a:solidFill>
              </a:rPr>
              <a:t>(g(n)) </a:t>
            </a:r>
            <a:r>
              <a:rPr lang="zh-CN" altLang="en-US" sz="2400" dirty="0">
                <a:solidFill>
                  <a:schemeClr val="tx1"/>
                </a:solidFill>
              </a:rPr>
              <a:t>表示函数集合：｛</a:t>
            </a:r>
            <a:r>
              <a:rPr lang="en-US" altLang="zh-CN" sz="2400" dirty="0">
                <a:solidFill>
                  <a:schemeClr val="tx1"/>
                </a:solidFill>
              </a:rPr>
              <a:t>f(n)</a:t>
            </a:r>
            <a:r>
              <a:rPr lang="zh-CN" altLang="en-US" sz="2400" dirty="0">
                <a:solidFill>
                  <a:schemeClr val="tx1"/>
                </a:solidFill>
              </a:rPr>
              <a:t>：存在正常数</a:t>
            </a:r>
            <a:r>
              <a:rPr lang="en-US" altLang="zh-CN" sz="2400" dirty="0">
                <a:solidFill>
                  <a:schemeClr val="tx1"/>
                </a:solidFill>
              </a:rPr>
              <a:t>c</a:t>
            </a:r>
            <a:r>
              <a:rPr lang="zh-CN" altLang="en-US" sz="2400" dirty="0">
                <a:solidFill>
                  <a:schemeClr val="tx1"/>
                </a:solidFill>
              </a:rPr>
              <a:t>和</a:t>
            </a:r>
            <a:r>
              <a:rPr lang="en-US" altLang="zh-CN" sz="2400" dirty="0">
                <a:solidFill>
                  <a:schemeClr val="tx1"/>
                </a:solidFill>
              </a:rPr>
              <a:t>n</a:t>
            </a:r>
            <a:r>
              <a:rPr lang="en-US" altLang="zh-CN" sz="2400" baseline="-25000" dirty="0">
                <a:solidFill>
                  <a:schemeClr val="tx1"/>
                </a:solidFill>
              </a:rPr>
              <a:t>0</a:t>
            </a:r>
            <a:r>
              <a:rPr lang="zh-CN" altLang="en-US" sz="2400" dirty="0">
                <a:solidFill>
                  <a:schemeClr val="tx1"/>
                </a:solidFill>
              </a:rPr>
              <a:t>，使对所有的</a:t>
            </a:r>
            <a:r>
              <a:rPr lang="en-US" altLang="zh-CN" sz="2400" dirty="0">
                <a:solidFill>
                  <a:schemeClr val="tx1"/>
                </a:solidFill>
              </a:rPr>
              <a:t>n</a:t>
            </a:r>
            <a:r>
              <a:rPr lang="zh-CN" altLang="en-US" sz="2400" dirty="0">
                <a:solidFill>
                  <a:schemeClr val="tx1"/>
                </a:solidFill>
              </a:rPr>
              <a:t>≥</a:t>
            </a:r>
            <a:r>
              <a:rPr lang="en-US" altLang="zh-CN" sz="2400" dirty="0">
                <a:solidFill>
                  <a:schemeClr val="tx1"/>
                </a:solidFill>
              </a:rPr>
              <a:t>n</a:t>
            </a:r>
            <a:r>
              <a:rPr lang="en-US" altLang="zh-CN" sz="2400" baseline="-25000" dirty="0">
                <a:solidFill>
                  <a:schemeClr val="tx1"/>
                </a:solidFill>
              </a:rPr>
              <a:t>0</a:t>
            </a:r>
            <a:r>
              <a:rPr lang="zh-CN" altLang="en-US" sz="2400" dirty="0">
                <a:solidFill>
                  <a:schemeClr val="tx1"/>
                </a:solidFill>
              </a:rPr>
              <a:t>，有：</a:t>
            </a:r>
            <a:r>
              <a:rPr lang="en-US" altLang="zh-CN" sz="2400" b="1" dirty="0" smtClean="0">
                <a:solidFill>
                  <a:schemeClr val="tx1"/>
                </a:solidFill>
              </a:rPr>
              <a:t>0 </a:t>
            </a:r>
            <a:r>
              <a:rPr lang="zh-CN" altLang="en-US" sz="2400" b="1" dirty="0" smtClean="0">
                <a:solidFill>
                  <a:schemeClr val="tx1"/>
                </a:solidFill>
              </a:rPr>
              <a:t>≤ </a:t>
            </a:r>
            <a:r>
              <a:rPr lang="en-US" altLang="zh-CN" sz="2400" b="1" dirty="0" smtClean="0">
                <a:solidFill>
                  <a:schemeClr val="tx1"/>
                </a:solidFill>
              </a:rPr>
              <a:t>f(n) </a:t>
            </a:r>
            <a:r>
              <a:rPr lang="zh-CN" altLang="en-US" sz="2400" b="1" dirty="0" smtClean="0">
                <a:solidFill>
                  <a:schemeClr val="tx1"/>
                </a:solidFill>
              </a:rPr>
              <a:t>≤ </a:t>
            </a:r>
            <a:r>
              <a:rPr lang="en-US" altLang="zh-CN" sz="2400" b="1" dirty="0" smtClean="0">
                <a:solidFill>
                  <a:schemeClr val="tx1"/>
                </a:solidFill>
              </a:rPr>
              <a:t>cg(n</a:t>
            </a:r>
            <a:r>
              <a:rPr lang="en-US" altLang="zh-CN" sz="2400" b="1" dirty="0">
                <a:solidFill>
                  <a:schemeClr val="tx1"/>
                </a:solidFill>
              </a:rPr>
              <a:t>)</a:t>
            </a:r>
            <a:r>
              <a:rPr lang="zh-CN" altLang="en-US" sz="2400" dirty="0">
                <a:solidFill>
                  <a:schemeClr val="tx1"/>
                </a:solidFill>
              </a:rPr>
              <a:t>｝</a:t>
            </a:r>
            <a:endParaRPr lang="en-US" altLang="zh-CN" sz="2400" dirty="0">
              <a:solidFill>
                <a:schemeClr val="tx1"/>
              </a:solidFill>
            </a:endParaRPr>
          </a:p>
          <a:p>
            <a:pPr lvl="1">
              <a:lnSpc>
                <a:spcPct val="150000"/>
              </a:lnSpc>
              <a:spcBef>
                <a:spcPts val="900"/>
              </a:spcBef>
              <a:buClr>
                <a:srgbClr val="000000"/>
              </a:buClr>
              <a:buSzPct val="60000"/>
              <a:buFont typeface="Wingdings" panose="05000000000000000000" pitchFamily="2" charset="2"/>
              <a:buChar char="l"/>
              <a:defRPr/>
            </a:pPr>
            <a:r>
              <a:rPr lang="en-US" altLang="zh-CN" sz="2400" dirty="0">
                <a:solidFill>
                  <a:schemeClr val="tx1"/>
                </a:solidFill>
              </a:rPr>
              <a:t>f(n)=</a:t>
            </a:r>
            <a:r>
              <a:rPr lang="zh-CN" altLang="en-US" sz="2400" dirty="0">
                <a:solidFill>
                  <a:schemeClr val="tx1"/>
                </a:solidFill>
              </a:rPr>
              <a:t> </a:t>
            </a:r>
            <a:r>
              <a:rPr lang="en-US" altLang="zh-CN" sz="2400" b="1" i="1" dirty="0">
                <a:solidFill>
                  <a:schemeClr val="tx1"/>
                </a:solidFill>
              </a:rPr>
              <a:t>O</a:t>
            </a:r>
            <a:r>
              <a:rPr lang="en-US" altLang="zh-CN" sz="2400" dirty="0">
                <a:solidFill>
                  <a:schemeClr val="tx1"/>
                </a:solidFill>
              </a:rPr>
              <a:t> (g(n)) </a:t>
            </a:r>
            <a:r>
              <a:rPr lang="zh-CN" altLang="en-US" sz="2400" dirty="0">
                <a:solidFill>
                  <a:schemeClr val="tx1"/>
                </a:solidFill>
              </a:rPr>
              <a:t>表</a:t>
            </a:r>
            <a:r>
              <a:rPr lang="zh-CN" altLang="en-US" sz="2400" dirty="0" smtClean="0">
                <a:solidFill>
                  <a:schemeClr val="tx1"/>
                </a:solidFill>
              </a:rPr>
              <a:t>示：</a:t>
            </a:r>
            <a:r>
              <a:rPr lang="en-US" altLang="zh-CN" sz="2400" dirty="0" smtClean="0">
                <a:solidFill>
                  <a:schemeClr val="tx1"/>
                </a:solidFill>
              </a:rPr>
              <a:t>f(n</a:t>
            </a:r>
            <a:r>
              <a:rPr lang="en-US" altLang="zh-CN" sz="2400" dirty="0">
                <a:solidFill>
                  <a:schemeClr val="tx1"/>
                </a:solidFill>
              </a:rPr>
              <a:t>)</a:t>
            </a:r>
            <a:r>
              <a:rPr lang="zh-CN" altLang="en-US" sz="2400" dirty="0">
                <a:solidFill>
                  <a:schemeClr val="tx1"/>
                </a:solidFill>
              </a:rPr>
              <a:t>是集合</a:t>
            </a:r>
            <a:r>
              <a:rPr lang="en-US" altLang="zh-CN" sz="2400" b="1" i="1" dirty="0">
                <a:solidFill>
                  <a:schemeClr val="tx1"/>
                </a:solidFill>
              </a:rPr>
              <a:t>O</a:t>
            </a:r>
            <a:r>
              <a:rPr lang="en-US" altLang="zh-CN" sz="2400" dirty="0">
                <a:solidFill>
                  <a:schemeClr val="tx1"/>
                </a:solidFill>
              </a:rPr>
              <a:t> (g(n))</a:t>
            </a:r>
            <a:r>
              <a:rPr lang="zh-CN" altLang="en-US" sz="2400" dirty="0">
                <a:solidFill>
                  <a:schemeClr val="tx1"/>
                </a:solidFill>
              </a:rPr>
              <a:t>的一个元素</a:t>
            </a:r>
            <a:endParaRPr lang="en-US" altLang="zh-CN" sz="2400" dirty="0">
              <a:solidFill>
                <a:schemeClr val="tx1"/>
              </a:solidFill>
            </a:endParaRPr>
          </a:p>
          <a:p>
            <a:pPr marL="467995" lvl="1" indent="-467995">
              <a:lnSpc>
                <a:spcPct val="150000"/>
              </a:lnSpc>
              <a:spcBef>
                <a:spcPts val="900"/>
              </a:spcBef>
              <a:buClr>
                <a:srgbClr val="000000"/>
              </a:buClr>
              <a:buSzPct val="100000"/>
              <a:buFont typeface="Wingdings" panose="05000000000000000000" pitchFamily="2" charset="2"/>
              <a:buChar char=""/>
              <a:defRPr/>
            </a:pPr>
            <a:r>
              <a:rPr lang="zh-CN" altLang="en-US" sz="2400" dirty="0" smtClean="0">
                <a:solidFill>
                  <a:schemeClr val="tx1"/>
                </a:solidFill>
                <a:cs typeface="Verdana" panose="020B0604030504040204" pitchFamily="34" charset="0"/>
              </a:rPr>
              <a:t>思考：已知 </a:t>
            </a:r>
            <a:r>
              <a:rPr lang="en-US" altLang="zh-CN" sz="2400" dirty="0" smtClean="0">
                <a:solidFill>
                  <a:schemeClr val="tx1"/>
                </a:solidFill>
                <a:cs typeface="Verdana" panose="020B0604030504040204" pitchFamily="34" charset="0"/>
              </a:rPr>
              <a:t>f(n</a:t>
            </a:r>
            <a:r>
              <a:rPr lang="en-US" altLang="zh-CN" sz="2400" dirty="0">
                <a:solidFill>
                  <a:schemeClr val="tx1"/>
                </a:solidFill>
                <a:cs typeface="Verdana" panose="020B0604030504040204" pitchFamily="34" charset="0"/>
              </a:rPr>
              <a:t>)=</a:t>
            </a:r>
            <a:r>
              <a:rPr lang="zh-CN" altLang="en-US" sz="2400" dirty="0">
                <a:solidFill>
                  <a:schemeClr val="tx1"/>
                </a:solidFill>
                <a:cs typeface="Verdana" panose="020B0604030504040204" pitchFamily="34" charset="0"/>
              </a:rPr>
              <a:t> </a:t>
            </a:r>
            <a:r>
              <a:rPr lang="en-US" altLang="zh-CN" sz="2400" b="1" i="1" dirty="0" smtClean="0">
                <a:solidFill>
                  <a:schemeClr val="tx1"/>
                </a:solidFill>
                <a:cs typeface="Verdana" panose="020B0604030504040204" pitchFamily="34" charset="0"/>
              </a:rPr>
              <a:t>Θ</a:t>
            </a:r>
            <a:r>
              <a:rPr lang="en-US" altLang="zh-CN" sz="2400" dirty="0" smtClean="0">
                <a:solidFill>
                  <a:schemeClr val="tx1"/>
                </a:solidFill>
                <a:cs typeface="Verdana" panose="020B0604030504040204" pitchFamily="34" charset="0"/>
              </a:rPr>
              <a:t> (</a:t>
            </a:r>
            <a:r>
              <a:rPr lang="en-US" altLang="zh-CN" sz="2400" dirty="0">
                <a:solidFill>
                  <a:schemeClr val="tx1"/>
                </a:solidFill>
                <a:cs typeface="Verdana" panose="020B0604030504040204" pitchFamily="34" charset="0"/>
              </a:rPr>
              <a:t>g(n</a:t>
            </a:r>
            <a:r>
              <a:rPr lang="en-US" altLang="zh-CN" sz="2400" dirty="0" smtClean="0">
                <a:solidFill>
                  <a:schemeClr val="tx1"/>
                </a:solidFill>
                <a:cs typeface="Verdana" panose="020B0604030504040204" pitchFamily="34" charset="0"/>
              </a:rPr>
              <a:t>))</a:t>
            </a:r>
            <a:r>
              <a:rPr lang="zh-CN" altLang="en-US" sz="2400" dirty="0" smtClean="0">
                <a:solidFill>
                  <a:schemeClr val="tx1"/>
                </a:solidFill>
                <a:cs typeface="Verdana" panose="020B0604030504040204" pitchFamily="34" charset="0"/>
              </a:rPr>
              <a:t>，能否推断</a:t>
            </a:r>
            <a:r>
              <a:rPr lang="en-US" altLang="zh-CN" sz="2400" dirty="0" smtClean="0">
                <a:solidFill>
                  <a:schemeClr val="tx1"/>
                </a:solidFill>
                <a:cs typeface="Verdana" panose="020B0604030504040204" pitchFamily="34" charset="0"/>
              </a:rPr>
              <a:t> </a:t>
            </a:r>
            <a:r>
              <a:rPr lang="en-US" altLang="zh-CN" sz="2400" dirty="0">
                <a:solidFill>
                  <a:schemeClr val="tx1"/>
                </a:solidFill>
                <a:cs typeface="Verdana" panose="020B0604030504040204" pitchFamily="34" charset="0"/>
              </a:rPr>
              <a:t>f(n) =</a:t>
            </a:r>
            <a:r>
              <a:rPr lang="zh-CN" altLang="en-US" sz="2400" dirty="0">
                <a:solidFill>
                  <a:schemeClr val="tx1"/>
                </a:solidFill>
                <a:cs typeface="Verdana" panose="020B0604030504040204" pitchFamily="34" charset="0"/>
              </a:rPr>
              <a:t> </a:t>
            </a:r>
            <a:r>
              <a:rPr lang="en-US" altLang="zh-CN" sz="2400" b="1" i="1" dirty="0">
                <a:solidFill>
                  <a:schemeClr val="tx1"/>
                </a:solidFill>
                <a:cs typeface="Verdana" panose="020B0604030504040204" pitchFamily="34" charset="0"/>
              </a:rPr>
              <a:t>O</a:t>
            </a:r>
            <a:r>
              <a:rPr lang="en-US" altLang="zh-CN" sz="2400" dirty="0">
                <a:solidFill>
                  <a:schemeClr val="tx1"/>
                </a:solidFill>
                <a:cs typeface="Verdana" panose="020B0604030504040204" pitchFamily="34" charset="0"/>
              </a:rPr>
              <a:t> (g(n)) </a:t>
            </a:r>
            <a:r>
              <a:rPr lang="en-US" altLang="zh-CN" sz="2400" dirty="0" smtClean="0">
                <a:solidFill>
                  <a:schemeClr val="tx1"/>
                </a:solidFill>
                <a:cs typeface="Verdana" panose="020B0604030504040204" pitchFamily="34" charset="0"/>
              </a:rPr>
              <a:t> </a:t>
            </a:r>
            <a:r>
              <a:rPr lang="zh-CN" altLang="en-US" sz="2400" dirty="0" smtClean="0">
                <a:solidFill>
                  <a:schemeClr val="tx1"/>
                </a:solidFill>
                <a:cs typeface="Verdana" panose="020B0604030504040204" pitchFamily="34" charset="0"/>
              </a:rPr>
              <a:t>？</a:t>
            </a:r>
            <a:endParaRPr lang="en-US" altLang="zh-CN" sz="2400" dirty="0">
              <a:solidFill>
                <a:schemeClr val="tx1"/>
              </a:solidFill>
              <a:cs typeface="Verdana" panose="020B0604030504040204" pitchFamily="34" charset="0"/>
            </a:endParaRPr>
          </a:p>
          <a:p>
            <a:pPr lvl="1">
              <a:lnSpc>
                <a:spcPct val="150000"/>
              </a:lnSpc>
              <a:spcBef>
                <a:spcPts val="900"/>
              </a:spcBef>
              <a:buClr>
                <a:srgbClr val="000000"/>
              </a:buClr>
              <a:buSzPct val="60000"/>
              <a:buFont typeface="Wingdings" panose="05000000000000000000" pitchFamily="2" charset="2"/>
              <a:buChar char="l"/>
              <a:defRPr/>
            </a:pPr>
            <a:r>
              <a:rPr lang="zh-CN" altLang="en-US" sz="2400" dirty="0" smtClean="0">
                <a:solidFill>
                  <a:schemeClr val="tx1"/>
                </a:solidFill>
              </a:rPr>
              <a:t>答案：可以，因为 </a:t>
            </a:r>
            <a:r>
              <a:rPr lang="en-US" altLang="zh-CN" sz="2400" b="1" i="1" dirty="0" smtClean="0">
                <a:solidFill>
                  <a:schemeClr val="tx1"/>
                </a:solidFill>
                <a:cs typeface="Verdana" panose="020B0604030504040204" pitchFamily="34" charset="0"/>
              </a:rPr>
              <a:t>Θ</a:t>
            </a:r>
            <a:r>
              <a:rPr lang="en-US" altLang="zh-CN" sz="2400" dirty="0" smtClean="0">
                <a:solidFill>
                  <a:schemeClr val="tx1"/>
                </a:solidFill>
                <a:cs typeface="Verdana" panose="020B0604030504040204" pitchFamily="34" charset="0"/>
              </a:rPr>
              <a:t> </a:t>
            </a:r>
            <a:r>
              <a:rPr lang="zh-CN" altLang="en-US" sz="2400" dirty="0">
                <a:solidFill>
                  <a:schemeClr val="tx1"/>
                </a:solidFill>
                <a:cs typeface="Verdana" panose="020B0604030504040204" pitchFamily="34" charset="0"/>
              </a:rPr>
              <a:t>符</a:t>
            </a:r>
            <a:r>
              <a:rPr lang="zh-CN" altLang="en-US" sz="2400" dirty="0" smtClean="0">
                <a:solidFill>
                  <a:schemeClr val="tx1"/>
                </a:solidFill>
                <a:cs typeface="Verdana" panose="020B0604030504040204" pitchFamily="34" charset="0"/>
              </a:rPr>
              <a:t>号给出了函数</a:t>
            </a:r>
            <a:r>
              <a:rPr lang="en-US" altLang="zh-CN" sz="2400" dirty="0">
                <a:solidFill>
                  <a:schemeClr val="tx1"/>
                </a:solidFill>
                <a:cs typeface="Verdana" panose="020B0604030504040204" pitchFamily="34" charset="0"/>
              </a:rPr>
              <a:t>f(n)</a:t>
            </a:r>
            <a:r>
              <a:rPr lang="zh-CN" altLang="en-US" sz="2400" dirty="0" smtClean="0">
                <a:solidFill>
                  <a:schemeClr val="tx1"/>
                </a:solidFill>
                <a:cs typeface="Verdana" panose="020B0604030504040204" pitchFamily="34" charset="0"/>
              </a:rPr>
              <a:t>的渐进上界</a:t>
            </a:r>
            <a:endParaRPr lang="en-US" altLang="zh-CN" sz="2400" dirty="0" smtClean="0">
              <a:solidFill>
                <a:schemeClr val="tx1"/>
              </a:solidFill>
            </a:endParaRPr>
          </a:p>
          <a:p>
            <a:pPr marL="467995" lvl="1" indent="-467995">
              <a:lnSpc>
                <a:spcPct val="150000"/>
              </a:lnSpc>
              <a:spcBef>
                <a:spcPts val="900"/>
              </a:spcBef>
              <a:buClr>
                <a:srgbClr val="000000"/>
              </a:buClr>
              <a:buSzPct val="100000"/>
              <a:buFont typeface="Wingdings" panose="05000000000000000000" pitchFamily="2" charset="2"/>
              <a:buChar char=""/>
              <a:defRPr/>
            </a:pPr>
            <a:r>
              <a:rPr lang="zh-CN" altLang="en-US" sz="2400" dirty="0" smtClean="0">
                <a:solidFill>
                  <a:schemeClr val="tx1"/>
                </a:solidFill>
                <a:cs typeface="Verdana" panose="020B0604030504040204" pitchFamily="34" charset="0"/>
              </a:rPr>
              <a:t>思考：下面的断言是否正确？</a:t>
            </a:r>
            <a:endParaRPr lang="en-US" altLang="zh-CN" sz="2400" dirty="0" smtClean="0">
              <a:solidFill>
                <a:schemeClr val="tx1"/>
              </a:solidFill>
              <a:cs typeface="Verdana" panose="020B0604030504040204" pitchFamily="34" charset="0"/>
            </a:endParaRPr>
          </a:p>
          <a:p>
            <a:pPr lvl="1">
              <a:lnSpc>
                <a:spcPct val="150000"/>
              </a:lnSpc>
              <a:spcBef>
                <a:spcPts val="900"/>
              </a:spcBef>
              <a:buClr>
                <a:srgbClr val="000000"/>
              </a:buClr>
              <a:buSzPct val="60000"/>
              <a:buFont typeface="Wingdings" panose="05000000000000000000" pitchFamily="2" charset="2"/>
              <a:buChar char="l"/>
              <a:defRPr/>
            </a:pPr>
            <a:r>
              <a:rPr lang="zh-CN" altLang="en-US" sz="2400" dirty="0">
                <a:solidFill>
                  <a:schemeClr val="tx1"/>
                </a:solidFill>
              </a:rPr>
              <a:t>任意线性函数 </a:t>
            </a:r>
            <a:r>
              <a:rPr lang="en-US" altLang="zh-CN" sz="2400" dirty="0" err="1">
                <a:solidFill>
                  <a:schemeClr val="tx1"/>
                </a:solidFill>
              </a:rPr>
              <a:t>an+b</a:t>
            </a:r>
            <a:r>
              <a:rPr lang="en-US" altLang="zh-CN" sz="2400" dirty="0">
                <a:solidFill>
                  <a:schemeClr val="tx1"/>
                </a:solidFill>
              </a:rPr>
              <a:t> = </a:t>
            </a:r>
            <a:r>
              <a:rPr lang="en-US" altLang="zh-CN" sz="2400" b="1" i="1" dirty="0">
                <a:solidFill>
                  <a:schemeClr val="tx1"/>
                </a:solidFill>
              </a:rPr>
              <a:t>O</a:t>
            </a:r>
            <a:r>
              <a:rPr lang="en-US" altLang="zh-CN" sz="2400" dirty="0">
                <a:solidFill>
                  <a:schemeClr val="tx1"/>
                </a:solidFill>
              </a:rPr>
              <a:t> (</a:t>
            </a:r>
            <a:r>
              <a:rPr lang="en-US" altLang="zh-CN" sz="2400" b="1" i="1" dirty="0">
                <a:solidFill>
                  <a:schemeClr val="tx1"/>
                </a:solidFill>
              </a:rPr>
              <a:t>n</a:t>
            </a:r>
            <a:r>
              <a:rPr lang="en-US" altLang="zh-CN" sz="2400" b="1" i="1" baseline="30000" dirty="0">
                <a:solidFill>
                  <a:schemeClr val="tx1"/>
                </a:solidFill>
              </a:rPr>
              <a:t>2</a:t>
            </a:r>
            <a:r>
              <a:rPr lang="en-US" altLang="zh-CN" sz="2400" dirty="0">
                <a:solidFill>
                  <a:schemeClr val="tx1"/>
                </a:solidFill>
              </a:rPr>
              <a:t>)</a:t>
            </a:r>
            <a:endParaRPr lang="en-US" altLang="zh-CN" sz="2400" dirty="0">
              <a:solidFill>
                <a:schemeClr val="tx1"/>
              </a:solidFill>
            </a:endParaRPr>
          </a:p>
        </p:txBody>
      </p:sp>
      <p:sp>
        <p:nvSpPr>
          <p:cNvPr id="6" name="标题 5"/>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O </a:t>
            </a:r>
            <a:r>
              <a:rPr lang="zh-CN" altLang="en-US" dirty="0">
                <a:sym typeface="+mn-ea"/>
              </a:rPr>
              <a:t>符号：渐进上界</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up)">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bwMode="auto">
          <a:xfrm>
            <a:off x="4526208" y="4106100"/>
            <a:ext cx="1152128" cy="576064"/>
          </a:xfrm>
          <a:prstGeom prst="ellipse">
            <a:avLst/>
          </a:prstGeom>
          <a:noFill/>
          <a:ln w="57150" cap="flat" cmpd="sng" algn="ctr">
            <a:solidFill>
              <a:schemeClr val="accent1"/>
            </a:solidFill>
            <a:prstDash val="solid"/>
            <a:round/>
            <a:headEnd type="none" w="med" len="med"/>
            <a:tailEnd type="none" w="med" len="med"/>
          </a:ln>
          <a:effectLst/>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smtClean="0">
              <a:ln>
                <a:noFill/>
              </a:ln>
              <a:solidFill>
                <a:schemeClr val="accent1">
                  <a:lumMod val="50000"/>
                </a:schemeClr>
              </a:solidFill>
              <a:effectLst/>
              <a:latin typeface="+mn-lt"/>
              <a:ea typeface="+mn-ea"/>
            </a:endParaRPr>
          </a:p>
        </p:txBody>
      </p:sp>
      <p:sp>
        <p:nvSpPr>
          <p:cNvPr id="4" name="标题 3"/>
          <p:cNvSpPr>
            <a:spLocks noGrp="1"/>
          </p:cNvSpPr>
          <p:nvPr>
            <p:ph type="title"/>
            <p:custDataLst>
              <p:tags r:id="rId1"/>
            </p:custDataLst>
          </p:nvPr>
        </p:nvSpPr>
        <p:spPr/>
        <p:txBody>
          <a:bodyPr vert="horz" wrap="square" lIns="0" tIns="0" rIns="0" bIns="0" rtlCol="0" anchor="ctr">
            <a:normAutofit/>
          </a:bodyPr>
          <a:lstStyle/>
          <a:p>
            <a:pPr lvl="0" algn="l">
              <a:buClrTx/>
              <a:buSzTx/>
              <a:buFontTx/>
            </a:pPr>
            <a:r>
              <a:rPr lang="zh-CN" altLang="en-US" dirty="0">
                <a:sym typeface="+mn-ea"/>
              </a:rPr>
              <a:t>Ω </a:t>
            </a:r>
            <a:r>
              <a:rPr lang="zh-CN" altLang="en-US" dirty="0">
                <a:sym typeface="+mn-ea"/>
              </a:rPr>
              <a:t>符号：渐进下界</a:t>
            </a:r>
            <a:endParaRPr lang="zh-CN" altLang="en-US" dirty="0">
              <a:sym typeface="+mn-ea"/>
            </a:endParaRPr>
          </a:p>
        </p:txBody>
      </p:sp>
      <p:sp>
        <p:nvSpPr>
          <p:cNvPr id="2214915" name="Content Placeholder 2"/>
          <p:cNvSpPr>
            <a:spLocks noGrp="1"/>
          </p:cNvSpPr>
          <p:nvPr>
            <p:ph idx="1"/>
            <p:custDataLst>
              <p:tags r:id="rId2"/>
            </p:custDataLst>
          </p:nvPr>
        </p:nvSpPr>
        <p:spPr>
          <a:xfrm>
            <a:off x="521970" y="1301749"/>
            <a:ext cx="8100000" cy="4873625"/>
          </a:xfrm>
          <a:prstGeom prst="rect">
            <a:avLst/>
          </a:prstGeom>
        </p:spPr>
        <p:txBody>
          <a:bodyPr wrap="square" lIns="92075" tIns="46038" rIns="92075" bIns="46038">
            <a:normAutofit fontScale="80000"/>
          </a:bodyPr>
          <a:lstStyle/>
          <a:p>
            <a:pPr marL="467995" lvl="1" indent="-467995">
              <a:lnSpc>
                <a:spcPct val="150000"/>
              </a:lnSpc>
              <a:spcBef>
                <a:spcPts val="1200"/>
              </a:spcBef>
              <a:buClr>
                <a:schemeClr val="tx1"/>
              </a:buClr>
              <a:buSzPct val="100000"/>
              <a:buFont typeface="Wingdings" panose="05000000000000000000" pitchFamily="2" charset="2"/>
              <a:buChar char=""/>
              <a:defRPr/>
            </a:pPr>
            <a:r>
              <a:rPr lang="en-US" altLang="zh-CN" sz="2400" b="1" dirty="0" smtClean="0">
                <a:cs typeface="Verdana" panose="020B0604030504040204" pitchFamily="34" charset="0"/>
              </a:rPr>
              <a:t>Ω</a:t>
            </a:r>
            <a:r>
              <a:rPr lang="en-US" altLang="zh-CN" sz="2400" dirty="0" smtClean="0">
                <a:cs typeface="Verdana" panose="020B0604030504040204" pitchFamily="34" charset="0"/>
              </a:rPr>
              <a:t> </a:t>
            </a:r>
            <a:r>
              <a:rPr lang="zh-CN" altLang="en-US" sz="2400" dirty="0">
                <a:cs typeface="Verdana" panose="020B0604030504040204" pitchFamily="34" charset="0"/>
              </a:rPr>
              <a:t>符号给出一个函数的渐进下界</a:t>
            </a:r>
            <a:endParaRPr lang="en-US" altLang="zh-CN" sz="2400" dirty="0">
              <a:cs typeface="Verdana" panose="020B0604030504040204" pitchFamily="34" charset="0"/>
            </a:endParaRPr>
          </a:p>
          <a:p>
            <a:pPr lvl="1">
              <a:lnSpc>
                <a:spcPct val="150000"/>
              </a:lnSpc>
              <a:spcBef>
                <a:spcPts val="1200"/>
              </a:spcBef>
              <a:buClr>
                <a:schemeClr val="tx1"/>
              </a:buClr>
              <a:buSzPct val="60000"/>
              <a:buFont typeface="Wingdings" panose="05000000000000000000" pitchFamily="2" charset="2"/>
              <a:buChar char="l"/>
              <a:defRPr/>
            </a:pPr>
            <a:r>
              <a:rPr lang="en-US" altLang="zh-CN" sz="2400" b="1" i="1" dirty="0"/>
              <a:t>Ω</a:t>
            </a:r>
            <a:r>
              <a:rPr lang="en-US" altLang="zh-CN" sz="2400" dirty="0"/>
              <a:t>(g(n)) </a:t>
            </a:r>
            <a:r>
              <a:rPr lang="zh-CN" altLang="en-US" sz="2400" dirty="0"/>
              <a:t>表示函数集合：｛</a:t>
            </a:r>
            <a:r>
              <a:rPr lang="en-US" altLang="zh-CN" sz="2400" dirty="0"/>
              <a:t>f(n)</a:t>
            </a:r>
            <a:r>
              <a:rPr lang="zh-CN" altLang="en-US" sz="2400" dirty="0"/>
              <a:t>：存在正常数</a:t>
            </a:r>
            <a:r>
              <a:rPr lang="en-US" altLang="zh-CN" sz="2400" dirty="0"/>
              <a:t>c</a:t>
            </a:r>
            <a:r>
              <a:rPr lang="zh-CN" altLang="en-US" sz="2400" dirty="0"/>
              <a:t>和</a:t>
            </a:r>
            <a:r>
              <a:rPr lang="en-US" altLang="zh-CN" sz="2400" dirty="0"/>
              <a:t>n0</a:t>
            </a:r>
            <a:r>
              <a:rPr lang="zh-CN" altLang="en-US" sz="2400" dirty="0"/>
              <a:t>，使对所有的</a:t>
            </a:r>
            <a:r>
              <a:rPr lang="en-US" altLang="zh-CN" sz="2400" dirty="0"/>
              <a:t>n</a:t>
            </a:r>
            <a:r>
              <a:rPr lang="zh-CN" altLang="en-US" sz="2400" dirty="0"/>
              <a:t>≥</a:t>
            </a:r>
            <a:r>
              <a:rPr lang="en-US" altLang="zh-CN" sz="2400" dirty="0"/>
              <a:t>n0</a:t>
            </a:r>
            <a:r>
              <a:rPr lang="zh-CN" altLang="en-US" sz="2400" dirty="0"/>
              <a:t>，有：</a:t>
            </a:r>
            <a:r>
              <a:rPr lang="en-US" altLang="zh-CN" sz="2400" b="1" dirty="0"/>
              <a:t>0 </a:t>
            </a:r>
            <a:r>
              <a:rPr lang="zh-CN" altLang="en-US" sz="2400" b="1" dirty="0"/>
              <a:t>≤ </a:t>
            </a:r>
            <a:r>
              <a:rPr lang="en-US" altLang="zh-CN" sz="2400" b="1" dirty="0"/>
              <a:t>cg(n)</a:t>
            </a:r>
            <a:r>
              <a:rPr lang="zh-CN" altLang="en-US" sz="2400" b="1" dirty="0"/>
              <a:t> ≤ </a:t>
            </a:r>
            <a:r>
              <a:rPr lang="en-US" altLang="zh-CN" sz="2400" b="1" dirty="0"/>
              <a:t>f(n) </a:t>
            </a:r>
            <a:r>
              <a:rPr lang="zh-CN" altLang="en-US" sz="2400" dirty="0"/>
              <a:t>｝</a:t>
            </a:r>
            <a:endParaRPr lang="en-US" altLang="zh-CN" sz="2400" dirty="0"/>
          </a:p>
          <a:p>
            <a:pPr lvl="1">
              <a:lnSpc>
                <a:spcPct val="150000"/>
              </a:lnSpc>
              <a:spcBef>
                <a:spcPts val="1200"/>
              </a:spcBef>
              <a:buClr>
                <a:schemeClr val="tx1"/>
              </a:buClr>
              <a:buSzPct val="60000"/>
              <a:buFont typeface="Wingdings" panose="05000000000000000000" pitchFamily="2" charset="2"/>
              <a:buChar char="l"/>
              <a:defRPr/>
            </a:pPr>
            <a:r>
              <a:rPr lang="zh-CN" altLang="en-US" sz="2400" dirty="0"/>
              <a:t>通常用来与渐进上界一起来证明渐进确</a:t>
            </a:r>
            <a:r>
              <a:rPr lang="zh-CN" altLang="en-US" sz="2400" dirty="0" smtClean="0"/>
              <a:t>界</a:t>
            </a:r>
            <a:endParaRPr lang="en-US" altLang="zh-CN" sz="2400" dirty="0"/>
          </a:p>
          <a:p>
            <a:pPr marL="467995" lvl="1" indent="-467995">
              <a:lnSpc>
                <a:spcPct val="150000"/>
              </a:lnSpc>
              <a:spcBef>
                <a:spcPts val="1200"/>
              </a:spcBef>
              <a:buClr>
                <a:schemeClr val="tx1"/>
              </a:buClr>
              <a:buSzPct val="100000"/>
              <a:buFont typeface="Wingdings" panose="05000000000000000000" pitchFamily="2" charset="2"/>
              <a:buChar char=""/>
              <a:defRPr/>
            </a:pPr>
            <a:r>
              <a:rPr lang="zh-CN" altLang="en-US" sz="2400" dirty="0">
                <a:cs typeface="Verdana" panose="020B0604030504040204" pitchFamily="34" charset="0"/>
              </a:rPr>
              <a:t>当渐进符号用于表达式中</a:t>
            </a:r>
            <a:r>
              <a:rPr lang="zh-CN" altLang="en-US" sz="2400" dirty="0" smtClean="0">
                <a:cs typeface="Verdana" panose="020B0604030504040204" pitchFamily="34" charset="0"/>
              </a:rPr>
              <a:t>时，</a:t>
            </a:r>
            <a:r>
              <a:rPr lang="zh-CN" altLang="en-US" sz="2400" dirty="0"/>
              <a:t>可以将其解释为一个函数</a:t>
            </a:r>
            <a:endParaRPr lang="en-US" altLang="zh-CN" sz="2400" dirty="0">
              <a:cs typeface="Verdana" panose="020B0604030504040204" pitchFamily="34" charset="0"/>
            </a:endParaRPr>
          </a:p>
          <a:p>
            <a:pPr lvl="1">
              <a:lnSpc>
                <a:spcPct val="150000"/>
              </a:lnSpc>
              <a:spcBef>
                <a:spcPts val="1200"/>
              </a:spcBef>
              <a:buClr>
                <a:schemeClr val="tx1"/>
              </a:buClr>
              <a:buSzPct val="60000"/>
              <a:buFont typeface="Wingdings" panose="05000000000000000000" pitchFamily="2" charset="2"/>
              <a:buChar char="l"/>
              <a:defRPr/>
            </a:pPr>
            <a:r>
              <a:rPr lang="zh-CN" altLang="en-US" sz="2400" dirty="0">
                <a:cs typeface="Verdana" panose="020B0604030504040204" pitchFamily="34" charset="0"/>
              </a:rPr>
              <a:t>例如： </a:t>
            </a:r>
            <a:r>
              <a:rPr lang="en-US" altLang="zh-CN" sz="2400" dirty="0" smtClean="0"/>
              <a:t>2n</a:t>
            </a:r>
            <a:r>
              <a:rPr lang="en-US" altLang="zh-CN" sz="2400" baseline="30000" dirty="0" smtClean="0"/>
              <a:t>2</a:t>
            </a:r>
            <a:r>
              <a:rPr lang="en-US" altLang="zh-CN" sz="2400" dirty="0" smtClean="0"/>
              <a:t>+3</a:t>
            </a:r>
            <a:r>
              <a:rPr lang="en-US" altLang="zh-CN" sz="2400" dirty="0"/>
              <a:t>n</a:t>
            </a:r>
            <a:r>
              <a:rPr lang="en-US" altLang="zh-CN" sz="2400" dirty="0" smtClean="0"/>
              <a:t>+1 </a:t>
            </a:r>
            <a:r>
              <a:rPr lang="en-US" altLang="zh-CN" sz="2400" dirty="0"/>
              <a:t>= 2n</a:t>
            </a:r>
            <a:r>
              <a:rPr lang="en-US" altLang="zh-CN" sz="2400" baseline="30000" dirty="0"/>
              <a:t>2</a:t>
            </a:r>
            <a:r>
              <a:rPr lang="en-US" altLang="zh-CN" sz="2400" dirty="0"/>
              <a:t>+ Θ(n)</a:t>
            </a:r>
            <a:endParaRPr lang="en-US" altLang="zh-CN" sz="2400" dirty="0"/>
          </a:p>
          <a:p>
            <a:pPr lvl="1">
              <a:lnSpc>
                <a:spcPct val="150000"/>
              </a:lnSpc>
              <a:spcBef>
                <a:spcPts val="1200"/>
              </a:spcBef>
              <a:buClr>
                <a:schemeClr val="tx1"/>
              </a:buClr>
              <a:buSzPct val="60000"/>
              <a:buFont typeface="Wingdings" panose="05000000000000000000" pitchFamily="2" charset="2"/>
              <a:buChar char="l"/>
              <a:defRPr/>
            </a:pPr>
            <a:r>
              <a:rPr lang="zh-CN" altLang="en-US" sz="2400" dirty="0"/>
              <a:t>可以</a:t>
            </a:r>
            <a:r>
              <a:rPr lang="zh-CN" altLang="en-US" sz="2400" dirty="0" smtClean="0"/>
              <a:t>将</a:t>
            </a:r>
            <a:r>
              <a:rPr lang="en-US" altLang="zh-CN" sz="2400" dirty="0"/>
              <a:t>Θ(n)</a:t>
            </a:r>
            <a:r>
              <a:rPr lang="zh-CN" altLang="en-US" sz="2400" dirty="0" smtClean="0"/>
              <a:t>解</a:t>
            </a:r>
            <a:r>
              <a:rPr lang="zh-CN" altLang="en-US" sz="2400" dirty="0"/>
              <a:t>释</a:t>
            </a:r>
            <a:r>
              <a:rPr lang="zh-CN" altLang="en-US" sz="2400" dirty="0" smtClean="0"/>
              <a:t>为函</a:t>
            </a:r>
            <a:r>
              <a:rPr lang="zh-CN" altLang="en-US" sz="2400" dirty="0"/>
              <a:t>数：</a:t>
            </a:r>
            <a:r>
              <a:rPr lang="en-US" altLang="zh-CN" sz="2400" dirty="0"/>
              <a:t>f(n)=3n+1</a:t>
            </a:r>
            <a:endParaRPr lang="en-US" altLang="zh-CN" sz="2400" dirty="0"/>
          </a:p>
          <a:p>
            <a:pPr lvl="1">
              <a:lnSpc>
                <a:spcPct val="150000"/>
              </a:lnSpc>
              <a:spcBef>
                <a:spcPts val="1200"/>
              </a:spcBef>
              <a:buClr>
                <a:schemeClr val="tx1"/>
              </a:buClr>
              <a:buSzPct val="60000"/>
              <a:buFont typeface="Wingdings" panose="05000000000000000000" pitchFamily="2" charset="2"/>
              <a:buChar char="l"/>
              <a:defRPr/>
            </a:pPr>
            <a:r>
              <a:rPr lang="zh-CN" altLang="en-US" sz="2400" dirty="0" smtClean="0"/>
              <a:t>按照定义：</a:t>
            </a:r>
            <a:r>
              <a:rPr lang="en-US" altLang="zh-CN" sz="2400" dirty="0" smtClean="0"/>
              <a:t>f(n</a:t>
            </a:r>
            <a:r>
              <a:rPr lang="en-US" altLang="zh-CN" sz="2400" dirty="0"/>
              <a:t>)</a:t>
            </a:r>
            <a:r>
              <a:rPr lang="zh-CN" altLang="en-US" sz="2400" dirty="0"/>
              <a:t>是属于集合</a:t>
            </a:r>
            <a:r>
              <a:rPr lang="en-US" altLang="zh-CN" sz="2400" dirty="0"/>
              <a:t>Θ(n)</a:t>
            </a:r>
            <a:r>
              <a:rPr lang="zh-CN" altLang="en-US" sz="2400" dirty="0"/>
              <a:t>的函数</a:t>
            </a:r>
            <a:endParaRPr lang="en-US" altLang="zh-CN" sz="2400"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14915">
                                            <p:txEl>
                                              <p:pRg st="0" end="0"/>
                                            </p:txEl>
                                          </p:spTgt>
                                        </p:tgtEl>
                                        <p:attrNameLst>
                                          <p:attrName>style.visibility</p:attrName>
                                        </p:attrNameLst>
                                      </p:cBhvr>
                                      <p:to>
                                        <p:strVal val="visible"/>
                                      </p:to>
                                    </p:set>
                                    <p:animEffect transition="in" filter="wipe(left)">
                                      <p:cBhvr>
                                        <p:cTn id="7" dur="500"/>
                                        <p:tgtEl>
                                          <p:spTgt spid="22149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214915">
                                            <p:txEl>
                                              <p:pRg st="1" end="1"/>
                                            </p:txEl>
                                          </p:spTgt>
                                        </p:tgtEl>
                                        <p:attrNameLst>
                                          <p:attrName>style.visibility</p:attrName>
                                        </p:attrNameLst>
                                      </p:cBhvr>
                                      <p:to>
                                        <p:strVal val="visible"/>
                                      </p:to>
                                    </p:set>
                                    <p:animEffect transition="in" filter="wipe(up)">
                                      <p:cBhvr>
                                        <p:cTn id="12" dur="500"/>
                                        <p:tgtEl>
                                          <p:spTgt spid="22149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14915">
                                            <p:txEl>
                                              <p:pRg st="2" end="2"/>
                                            </p:txEl>
                                          </p:spTgt>
                                        </p:tgtEl>
                                        <p:attrNameLst>
                                          <p:attrName>style.visibility</p:attrName>
                                        </p:attrNameLst>
                                      </p:cBhvr>
                                      <p:to>
                                        <p:strVal val="visible"/>
                                      </p:to>
                                    </p:set>
                                    <p:animEffect transition="in" filter="wipe(left)">
                                      <p:cBhvr>
                                        <p:cTn id="17" dur="500"/>
                                        <p:tgtEl>
                                          <p:spTgt spid="22149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14915">
                                            <p:txEl>
                                              <p:pRg st="3" end="3"/>
                                            </p:txEl>
                                          </p:spTgt>
                                        </p:tgtEl>
                                        <p:attrNameLst>
                                          <p:attrName>style.visibility</p:attrName>
                                        </p:attrNameLst>
                                      </p:cBhvr>
                                      <p:to>
                                        <p:strVal val="visible"/>
                                      </p:to>
                                    </p:set>
                                    <p:animEffect transition="in" filter="wipe(left)">
                                      <p:cBhvr>
                                        <p:cTn id="22" dur="500"/>
                                        <p:tgtEl>
                                          <p:spTgt spid="22149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14915">
                                            <p:txEl>
                                              <p:pRg st="4" end="4"/>
                                            </p:txEl>
                                          </p:spTgt>
                                        </p:tgtEl>
                                        <p:attrNameLst>
                                          <p:attrName>style.visibility</p:attrName>
                                        </p:attrNameLst>
                                      </p:cBhvr>
                                      <p:to>
                                        <p:strVal val="visible"/>
                                      </p:to>
                                    </p:set>
                                    <p:animEffect transition="in" filter="wipe(left)">
                                      <p:cBhvr>
                                        <p:cTn id="27" dur="500"/>
                                        <p:tgtEl>
                                          <p:spTgt spid="22149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heel(1)">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14915">
                                            <p:txEl>
                                              <p:pRg st="5" end="5"/>
                                            </p:txEl>
                                          </p:spTgt>
                                        </p:tgtEl>
                                        <p:attrNameLst>
                                          <p:attrName>style.visibility</p:attrName>
                                        </p:attrNameLst>
                                      </p:cBhvr>
                                      <p:to>
                                        <p:strVal val="visible"/>
                                      </p:to>
                                    </p:set>
                                    <p:animEffect transition="in" filter="wipe(left)">
                                      <p:cBhvr>
                                        <p:cTn id="37" dur="500"/>
                                        <p:tgtEl>
                                          <p:spTgt spid="221491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14915">
                                            <p:txEl>
                                              <p:pRg st="6" end="6"/>
                                            </p:txEl>
                                          </p:spTgt>
                                        </p:tgtEl>
                                        <p:attrNameLst>
                                          <p:attrName>style.visibility</p:attrName>
                                        </p:attrNameLst>
                                      </p:cBhvr>
                                      <p:to>
                                        <p:strVal val="visible"/>
                                      </p:to>
                                    </p:set>
                                    <p:animEffect transition="in" filter="wipe(left)">
                                      <p:cBhvr>
                                        <p:cTn id="42" dur="500"/>
                                        <p:tgtEl>
                                          <p:spTgt spid="22149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7" name="内容占位符 6"/>
          <p:cNvSpPr>
            <a:spLocks noGrp="1"/>
          </p:cNvSpPr>
          <p:nvPr>
            <p:ph idx="1"/>
            <p:custDataLst>
              <p:tags r:id="rId2"/>
            </p:custDataLst>
          </p:nvPr>
        </p:nvSpPr>
        <p:spPr/>
        <p:txBody>
          <a:bodyPr/>
          <a:p>
            <a:endParaRPr lang="zh-CN" altLang="en-US"/>
          </a:p>
        </p:txBody>
      </p:sp>
      <p:sp>
        <p:nvSpPr>
          <p:cNvPr id="5" name="Content Placeholder 2"/>
          <p:cNvSpPr>
            <a:spLocks noGrp="1"/>
          </p:cNvSpPr>
          <p:nvPr>
            <p:custDataLst>
              <p:tags r:id="rId3"/>
            </p:custDataLst>
          </p:nvPr>
        </p:nvSpPr>
        <p:spPr>
          <a:xfrm>
            <a:off x="456300" y="1490400"/>
            <a:ext cx="8226900" cy="4759200"/>
          </a:xfrm>
          <a:prstGeom prst="rect">
            <a:avLst/>
          </a:prstGeom>
        </p:spPr>
        <p:txBody>
          <a:bodyPr vert="horz" lIns="92075" tIns="46038" rIns="92075" bIns="46038" rtlCol="0">
            <a:normAutofit lnSpcReduction="1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742950" lvl="0" indent="-742950">
              <a:lnSpc>
                <a:spcPct val="200000"/>
              </a:lnSpc>
              <a:buFont typeface="+mj-lt"/>
              <a:buAutoNum type="arabicPeriod"/>
            </a:pPr>
            <a:r>
              <a:rPr lang="en-US" altLang="zh-CN" sz="3600" i="1" dirty="0">
                <a:solidFill>
                  <a:schemeClr val="bg1">
                    <a:lumMod val="10000"/>
                  </a:schemeClr>
                </a:solidFill>
                <a:cs typeface="Verdana" panose="020B0604030504040204" pitchFamily="34" charset="0"/>
              </a:rPr>
              <a:t>O</a:t>
            </a:r>
            <a:r>
              <a:rPr lang="en-US" altLang="zh-CN" sz="3600" dirty="0">
                <a:solidFill>
                  <a:schemeClr val="bg1">
                    <a:lumMod val="10000"/>
                  </a:schemeClr>
                </a:solidFill>
                <a:cs typeface="Verdana" panose="020B0604030504040204" pitchFamily="34" charset="0"/>
              </a:rPr>
              <a:t>(</a:t>
            </a:r>
            <a:r>
              <a:rPr lang="en-US" altLang="zh-CN" sz="3600" i="1" dirty="0">
                <a:solidFill>
                  <a:schemeClr val="bg1">
                    <a:lumMod val="10000"/>
                  </a:schemeClr>
                </a:solidFill>
                <a:cs typeface="Verdana" panose="020B0604030504040204" pitchFamily="34" charset="0"/>
              </a:rPr>
              <a:t>f</a:t>
            </a:r>
            <a:r>
              <a:rPr lang="en-US" altLang="zh-CN" sz="3600" dirty="0">
                <a:solidFill>
                  <a:schemeClr val="bg1">
                    <a:lumMod val="10000"/>
                  </a:schemeClr>
                </a:solidFill>
                <a:cs typeface="Verdana" panose="020B0604030504040204" pitchFamily="34" charset="0"/>
              </a:rPr>
              <a:t>)+</a:t>
            </a:r>
            <a:r>
              <a:rPr lang="en-US" altLang="zh-CN" sz="3600" i="1" dirty="0">
                <a:solidFill>
                  <a:schemeClr val="bg1">
                    <a:lumMod val="10000"/>
                  </a:schemeClr>
                </a:solidFill>
                <a:cs typeface="Verdana" panose="020B0604030504040204" pitchFamily="34" charset="0"/>
              </a:rPr>
              <a:t>O</a:t>
            </a:r>
            <a:r>
              <a:rPr lang="en-US" altLang="zh-CN" sz="3600" dirty="0">
                <a:solidFill>
                  <a:schemeClr val="bg1">
                    <a:lumMod val="10000"/>
                  </a:schemeClr>
                </a:solidFill>
                <a:cs typeface="Verdana" panose="020B0604030504040204" pitchFamily="34" charset="0"/>
              </a:rPr>
              <a:t>(</a:t>
            </a:r>
            <a:r>
              <a:rPr lang="en-US" altLang="zh-CN" sz="3600" i="1" dirty="0">
                <a:solidFill>
                  <a:schemeClr val="bg1">
                    <a:lumMod val="10000"/>
                  </a:schemeClr>
                </a:solidFill>
                <a:cs typeface="Verdana" panose="020B0604030504040204" pitchFamily="34" charset="0"/>
              </a:rPr>
              <a:t>g</a:t>
            </a:r>
            <a:r>
              <a:rPr lang="en-US" altLang="zh-CN" sz="3600" dirty="0" smtClean="0">
                <a:solidFill>
                  <a:schemeClr val="bg1">
                    <a:lumMod val="10000"/>
                  </a:schemeClr>
                </a:solidFill>
                <a:cs typeface="Verdana" panose="020B0604030504040204" pitchFamily="34" charset="0"/>
              </a:rPr>
              <a:t>) = </a:t>
            </a:r>
            <a:r>
              <a:rPr lang="en-US" altLang="zh-CN" sz="3600" i="1" dirty="0" smtClean="0">
                <a:solidFill>
                  <a:schemeClr val="bg1">
                    <a:lumMod val="10000"/>
                  </a:schemeClr>
                </a:solidFill>
                <a:cs typeface="Verdana" panose="020B0604030504040204" pitchFamily="34" charset="0"/>
              </a:rPr>
              <a:t>O</a:t>
            </a:r>
            <a:r>
              <a:rPr lang="en-US" altLang="zh-CN" sz="3600" dirty="0" smtClean="0">
                <a:solidFill>
                  <a:schemeClr val="bg1">
                    <a:lumMod val="10000"/>
                  </a:schemeClr>
                </a:solidFill>
                <a:cs typeface="Verdana" panose="020B0604030504040204" pitchFamily="34" charset="0"/>
              </a:rPr>
              <a:t>(max(</a:t>
            </a:r>
            <a:r>
              <a:rPr lang="en-US" altLang="zh-CN" sz="3600" i="1" dirty="0" smtClean="0">
                <a:solidFill>
                  <a:schemeClr val="bg1">
                    <a:lumMod val="10000"/>
                  </a:schemeClr>
                </a:solidFill>
                <a:cs typeface="Verdana" panose="020B0604030504040204" pitchFamily="34" charset="0"/>
              </a:rPr>
              <a:t>f</a:t>
            </a:r>
            <a:r>
              <a:rPr lang="en-US" altLang="zh-CN" sz="3600" i="1" dirty="0">
                <a:solidFill>
                  <a:schemeClr val="bg1">
                    <a:lumMod val="10000"/>
                  </a:schemeClr>
                </a:solidFill>
                <a:cs typeface="Verdana" panose="020B0604030504040204" pitchFamily="34" charset="0"/>
              </a:rPr>
              <a:t>, g</a:t>
            </a:r>
            <a:r>
              <a:rPr lang="en-US" altLang="zh-CN" sz="3600" dirty="0">
                <a:solidFill>
                  <a:schemeClr val="bg1">
                    <a:lumMod val="10000"/>
                  </a:schemeClr>
                </a:solidFill>
                <a:cs typeface="Verdana" panose="020B0604030504040204" pitchFamily="34" charset="0"/>
              </a:rPr>
              <a:t>))   </a:t>
            </a:r>
            <a:endParaRPr lang="en-US" altLang="zh-CN" sz="3600" dirty="0">
              <a:solidFill>
                <a:schemeClr val="bg1">
                  <a:lumMod val="10000"/>
                </a:schemeClr>
              </a:solidFill>
              <a:cs typeface="Verdana" panose="020B0604030504040204" pitchFamily="34" charset="0"/>
            </a:endParaRPr>
          </a:p>
          <a:p>
            <a:pPr marL="742950" lvl="0" indent="-742950">
              <a:lnSpc>
                <a:spcPct val="200000"/>
              </a:lnSpc>
              <a:buFont typeface="+mj-lt"/>
              <a:buAutoNum type="arabicPeriod"/>
            </a:pPr>
            <a:r>
              <a:rPr lang="en-US" altLang="zh-CN" sz="3600" i="1" dirty="0">
                <a:solidFill>
                  <a:schemeClr val="bg1">
                    <a:lumMod val="10000"/>
                  </a:schemeClr>
                </a:solidFill>
                <a:cs typeface="Verdana" panose="020B0604030504040204" pitchFamily="34" charset="0"/>
              </a:rPr>
              <a:t>O</a:t>
            </a:r>
            <a:r>
              <a:rPr lang="en-US" altLang="zh-CN" sz="3600" dirty="0">
                <a:solidFill>
                  <a:schemeClr val="bg1">
                    <a:lumMod val="10000"/>
                  </a:schemeClr>
                </a:solidFill>
                <a:cs typeface="Verdana" panose="020B0604030504040204" pitchFamily="34" charset="0"/>
              </a:rPr>
              <a:t>(</a:t>
            </a:r>
            <a:r>
              <a:rPr lang="en-US" altLang="zh-CN" sz="3600" i="1" dirty="0">
                <a:solidFill>
                  <a:schemeClr val="bg1">
                    <a:lumMod val="10000"/>
                  </a:schemeClr>
                </a:solidFill>
                <a:cs typeface="Verdana" panose="020B0604030504040204" pitchFamily="34" charset="0"/>
              </a:rPr>
              <a:t>f</a:t>
            </a:r>
            <a:r>
              <a:rPr lang="en-US" altLang="zh-CN" sz="3600" dirty="0">
                <a:solidFill>
                  <a:schemeClr val="bg1">
                    <a:lumMod val="10000"/>
                  </a:schemeClr>
                </a:solidFill>
                <a:cs typeface="Verdana" panose="020B0604030504040204" pitchFamily="34" charset="0"/>
              </a:rPr>
              <a:t>) +</a:t>
            </a:r>
            <a:r>
              <a:rPr lang="en-US" altLang="zh-CN" sz="3600" i="1" dirty="0">
                <a:solidFill>
                  <a:schemeClr val="bg1">
                    <a:lumMod val="10000"/>
                  </a:schemeClr>
                </a:solidFill>
                <a:cs typeface="Verdana" panose="020B0604030504040204" pitchFamily="34" charset="0"/>
              </a:rPr>
              <a:t>O</a:t>
            </a:r>
            <a:r>
              <a:rPr lang="en-US" altLang="zh-CN" sz="3600" dirty="0">
                <a:solidFill>
                  <a:schemeClr val="bg1">
                    <a:lumMod val="10000"/>
                  </a:schemeClr>
                </a:solidFill>
                <a:cs typeface="Verdana" panose="020B0604030504040204" pitchFamily="34" charset="0"/>
              </a:rPr>
              <a:t>(</a:t>
            </a:r>
            <a:r>
              <a:rPr lang="en-US" altLang="zh-CN" sz="3600" i="1" dirty="0">
                <a:solidFill>
                  <a:schemeClr val="bg1">
                    <a:lumMod val="10000"/>
                  </a:schemeClr>
                </a:solidFill>
                <a:cs typeface="Verdana" panose="020B0604030504040204" pitchFamily="34" charset="0"/>
              </a:rPr>
              <a:t>g</a:t>
            </a:r>
            <a:r>
              <a:rPr lang="en-US" altLang="zh-CN" sz="3600" dirty="0" smtClean="0">
                <a:solidFill>
                  <a:schemeClr val="bg1">
                    <a:lumMod val="10000"/>
                  </a:schemeClr>
                </a:solidFill>
                <a:cs typeface="Verdana" panose="020B0604030504040204" pitchFamily="34" charset="0"/>
              </a:rPr>
              <a:t>) = </a:t>
            </a:r>
            <a:r>
              <a:rPr lang="en-US" altLang="zh-CN" sz="3600" i="1" dirty="0" smtClean="0">
                <a:solidFill>
                  <a:schemeClr val="bg1">
                    <a:lumMod val="10000"/>
                  </a:schemeClr>
                </a:solidFill>
                <a:cs typeface="Verdana" panose="020B0604030504040204" pitchFamily="34" charset="0"/>
              </a:rPr>
              <a:t>O</a:t>
            </a:r>
            <a:r>
              <a:rPr lang="en-US" altLang="zh-CN" sz="3600" dirty="0" smtClean="0">
                <a:solidFill>
                  <a:schemeClr val="bg1">
                    <a:lumMod val="10000"/>
                  </a:schemeClr>
                </a:solidFill>
                <a:cs typeface="Verdana" panose="020B0604030504040204" pitchFamily="34" charset="0"/>
              </a:rPr>
              <a:t>(</a:t>
            </a:r>
            <a:r>
              <a:rPr lang="en-US" altLang="zh-CN" sz="3600" i="1" dirty="0" smtClean="0">
                <a:solidFill>
                  <a:schemeClr val="bg1">
                    <a:lumMod val="10000"/>
                  </a:schemeClr>
                </a:solidFill>
                <a:cs typeface="Verdana" panose="020B0604030504040204" pitchFamily="34" charset="0"/>
              </a:rPr>
              <a:t>f</a:t>
            </a:r>
            <a:r>
              <a:rPr lang="en-US" altLang="zh-CN" sz="3600" dirty="0" smtClean="0">
                <a:solidFill>
                  <a:schemeClr val="bg1">
                    <a:lumMod val="10000"/>
                  </a:schemeClr>
                </a:solidFill>
                <a:cs typeface="Verdana" panose="020B0604030504040204" pitchFamily="34" charset="0"/>
              </a:rPr>
              <a:t> </a:t>
            </a:r>
            <a:r>
              <a:rPr lang="en-US" altLang="zh-CN" sz="3600" dirty="0">
                <a:solidFill>
                  <a:schemeClr val="bg1">
                    <a:lumMod val="10000"/>
                  </a:schemeClr>
                </a:solidFill>
                <a:cs typeface="Verdana" panose="020B0604030504040204" pitchFamily="34" charset="0"/>
              </a:rPr>
              <a:t>+ </a:t>
            </a:r>
            <a:r>
              <a:rPr lang="en-US" altLang="zh-CN" sz="3600" i="1" dirty="0">
                <a:solidFill>
                  <a:schemeClr val="bg1">
                    <a:lumMod val="10000"/>
                  </a:schemeClr>
                </a:solidFill>
                <a:cs typeface="Verdana" panose="020B0604030504040204" pitchFamily="34" charset="0"/>
              </a:rPr>
              <a:t>g</a:t>
            </a:r>
            <a:r>
              <a:rPr lang="en-US" altLang="zh-CN" sz="3600" dirty="0">
                <a:solidFill>
                  <a:schemeClr val="bg1">
                    <a:lumMod val="10000"/>
                  </a:schemeClr>
                </a:solidFill>
                <a:cs typeface="Verdana" panose="020B0604030504040204" pitchFamily="34" charset="0"/>
              </a:rPr>
              <a:t>)</a:t>
            </a:r>
            <a:endParaRPr lang="en-US" altLang="zh-CN" sz="3600" dirty="0">
              <a:solidFill>
                <a:schemeClr val="bg1">
                  <a:lumMod val="10000"/>
                </a:schemeClr>
              </a:solidFill>
              <a:cs typeface="Verdana" panose="020B0604030504040204" pitchFamily="34" charset="0"/>
            </a:endParaRPr>
          </a:p>
          <a:p>
            <a:pPr marL="742950" lvl="0" indent="-742950">
              <a:lnSpc>
                <a:spcPct val="200000"/>
              </a:lnSpc>
              <a:buFont typeface="+mj-lt"/>
              <a:buAutoNum type="arabicPeriod"/>
            </a:pPr>
            <a:r>
              <a:rPr lang="en-US" altLang="zh-CN" sz="3600" i="1" dirty="0">
                <a:solidFill>
                  <a:schemeClr val="bg1">
                    <a:lumMod val="10000"/>
                  </a:schemeClr>
                </a:solidFill>
                <a:cs typeface="Verdana" panose="020B0604030504040204" pitchFamily="34" charset="0"/>
              </a:rPr>
              <a:t>O</a:t>
            </a:r>
            <a:r>
              <a:rPr lang="en-US" altLang="zh-CN" sz="3600" dirty="0">
                <a:solidFill>
                  <a:schemeClr val="bg1">
                    <a:lumMod val="10000"/>
                  </a:schemeClr>
                </a:solidFill>
                <a:cs typeface="Verdana" panose="020B0604030504040204" pitchFamily="34" charset="0"/>
              </a:rPr>
              <a:t>(</a:t>
            </a:r>
            <a:r>
              <a:rPr lang="en-US" altLang="zh-CN" sz="3600" i="1" dirty="0">
                <a:solidFill>
                  <a:schemeClr val="bg1">
                    <a:lumMod val="10000"/>
                  </a:schemeClr>
                </a:solidFill>
                <a:cs typeface="Verdana" panose="020B0604030504040204" pitchFamily="34" charset="0"/>
              </a:rPr>
              <a:t>f</a:t>
            </a:r>
            <a:r>
              <a:rPr lang="en-US" altLang="zh-CN" sz="3600" dirty="0">
                <a:solidFill>
                  <a:schemeClr val="bg1">
                    <a:lumMod val="10000"/>
                  </a:schemeClr>
                </a:solidFill>
                <a:cs typeface="Verdana" panose="020B0604030504040204" pitchFamily="34" charset="0"/>
              </a:rPr>
              <a:t>)</a:t>
            </a:r>
            <a:r>
              <a:rPr lang="en-US" altLang="zh-CN" sz="3600" i="1" dirty="0">
                <a:solidFill>
                  <a:schemeClr val="bg1">
                    <a:lumMod val="10000"/>
                  </a:schemeClr>
                </a:solidFill>
                <a:cs typeface="Verdana" panose="020B0604030504040204" pitchFamily="34" charset="0"/>
              </a:rPr>
              <a:t>O</a:t>
            </a:r>
            <a:r>
              <a:rPr lang="en-US" altLang="zh-CN" sz="3600" dirty="0">
                <a:solidFill>
                  <a:schemeClr val="bg1">
                    <a:lumMod val="10000"/>
                  </a:schemeClr>
                </a:solidFill>
                <a:cs typeface="Verdana" panose="020B0604030504040204" pitchFamily="34" charset="0"/>
              </a:rPr>
              <a:t>(</a:t>
            </a:r>
            <a:r>
              <a:rPr lang="en-US" altLang="zh-CN" sz="3600" i="1" dirty="0">
                <a:solidFill>
                  <a:schemeClr val="bg1">
                    <a:lumMod val="10000"/>
                  </a:schemeClr>
                </a:solidFill>
                <a:cs typeface="Verdana" panose="020B0604030504040204" pitchFamily="34" charset="0"/>
              </a:rPr>
              <a:t>g</a:t>
            </a:r>
            <a:r>
              <a:rPr lang="en-US" altLang="zh-CN" sz="3600" dirty="0" smtClean="0">
                <a:solidFill>
                  <a:schemeClr val="bg1">
                    <a:lumMod val="10000"/>
                  </a:schemeClr>
                </a:solidFill>
                <a:cs typeface="Verdana" panose="020B0604030504040204" pitchFamily="34" charset="0"/>
              </a:rPr>
              <a:t>) = </a:t>
            </a:r>
            <a:r>
              <a:rPr lang="en-US" altLang="zh-CN" sz="3600" i="1" dirty="0" smtClean="0">
                <a:solidFill>
                  <a:schemeClr val="bg1">
                    <a:lumMod val="10000"/>
                  </a:schemeClr>
                </a:solidFill>
                <a:cs typeface="Verdana" panose="020B0604030504040204" pitchFamily="34" charset="0"/>
              </a:rPr>
              <a:t>O</a:t>
            </a:r>
            <a:r>
              <a:rPr lang="en-US" altLang="zh-CN" sz="3600" dirty="0" smtClean="0">
                <a:solidFill>
                  <a:schemeClr val="bg1">
                    <a:lumMod val="10000"/>
                  </a:schemeClr>
                </a:solidFill>
                <a:cs typeface="Verdana" panose="020B0604030504040204" pitchFamily="34" charset="0"/>
              </a:rPr>
              <a:t>(</a:t>
            </a:r>
            <a:r>
              <a:rPr lang="en-US" altLang="zh-CN" sz="3600" i="1" dirty="0" err="1" smtClean="0">
                <a:solidFill>
                  <a:schemeClr val="bg1">
                    <a:lumMod val="10000"/>
                  </a:schemeClr>
                </a:solidFill>
                <a:cs typeface="Verdana" panose="020B0604030504040204" pitchFamily="34" charset="0"/>
              </a:rPr>
              <a:t>fg</a:t>
            </a:r>
            <a:r>
              <a:rPr lang="en-US" altLang="zh-CN" sz="3600" dirty="0">
                <a:solidFill>
                  <a:schemeClr val="bg1">
                    <a:lumMod val="10000"/>
                  </a:schemeClr>
                </a:solidFill>
                <a:cs typeface="Verdana" panose="020B0604030504040204" pitchFamily="34" charset="0"/>
              </a:rPr>
              <a:t>)</a:t>
            </a:r>
            <a:endParaRPr lang="en-US" altLang="zh-CN" sz="3600" dirty="0">
              <a:solidFill>
                <a:schemeClr val="bg1">
                  <a:lumMod val="10000"/>
                </a:schemeClr>
              </a:solidFill>
              <a:cs typeface="Verdana" panose="020B0604030504040204" pitchFamily="34" charset="0"/>
            </a:endParaRPr>
          </a:p>
          <a:p>
            <a:pPr marL="742950" lvl="0" indent="-742950">
              <a:lnSpc>
                <a:spcPct val="200000"/>
              </a:lnSpc>
              <a:buFont typeface="+mj-lt"/>
              <a:buAutoNum type="arabicPeriod"/>
            </a:pPr>
            <a:r>
              <a:rPr lang="en-US" altLang="zh-CN" sz="3600" i="1" dirty="0">
                <a:solidFill>
                  <a:schemeClr val="bg1">
                    <a:lumMod val="10000"/>
                  </a:schemeClr>
                </a:solidFill>
                <a:cs typeface="Verdana" panose="020B0604030504040204" pitchFamily="34" charset="0"/>
              </a:rPr>
              <a:t>O</a:t>
            </a:r>
            <a:r>
              <a:rPr lang="en-US" altLang="zh-CN" sz="3600" dirty="0">
                <a:solidFill>
                  <a:schemeClr val="bg1">
                    <a:lumMod val="10000"/>
                  </a:schemeClr>
                </a:solidFill>
                <a:cs typeface="Verdana" panose="020B0604030504040204" pitchFamily="34" charset="0"/>
              </a:rPr>
              <a:t>(</a:t>
            </a:r>
            <a:r>
              <a:rPr lang="en-US" altLang="zh-CN" sz="3600" i="1" dirty="0" err="1">
                <a:solidFill>
                  <a:schemeClr val="bg1">
                    <a:lumMod val="10000"/>
                  </a:schemeClr>
                </a:solidFill>
                <a:cs typeface="Verdana" panose="020B0604030504040204" pitchFamily="34" charset="0"/>
              </a:rPr>
              <a:t>cf</a:t>
            </a:r>
            <a:r>
              <a:rPr lang="en-US" altLang="zh-CN" sz="3600" dirty="0">
                <a:solidFill>
                  <a:schemeClr val="bg1">
                    <a:lumMod val="10000"/>
                  </a:schemeClr>
                </a:solidFill>
                <a:cs typeface="Verdana" panose="020B0604030504040204" pitchFamily="34" charset="0"/>
              </a:rPr>
              <a:t>) = </a:t>
            </a:r>
            <a:r>
              <a:rPr lang="en-US" altLang="zh-CN" sz="3600" i="1" dirty="0" smtClean="0">
                <a:solidFill>
                  <a:schemeClr val="bg1">
                    <a:lumMod val="10000"/>
                  </a:schemeClr>
                </a:solidFill>
                <a:cs typeface="Verdana" panose="020B0604030504040204" pitchFamily="34" charset="0"/>
              </a:rPr>
              <a:t>O</a:t>
            </a:r>
            <a:r>
              <a:rPr lang="en-US" altLang="zh-CN" sz="3600" dirty="0" smtClean="0">
                <a:solidFill>
                  <a:schemeClr val="bg1">
                    <a:lumMod val="10000"/>
                  </a:schemeClr>
                </a:solidFill>
                <a:cs typeface="Verdana" panose="020B0604030504040204" pitchFamily="34" charset="0"/>
              </a:rPr>
              <a:t>(</a:t>
            </a:r>
            <a:r>
              <a:rPr lang="en-US" altLang="zh-CN" sz="3600" i="1" dirty="0" smtClean="0">
                <a:solidFill>
                  <a:schemeClr val="bg1">
                    <a:lumMod val="10000"/>
                  </a:schemeClr>
                </a:solidFill>
                <a:cs typeface="Verdana" panose="020B0604030504040204" pitchFamily="34" charset="0"/>
              </a:rPr>
              <a:t>f</a:t>
            </a:r>
            <a:r>
              <a:rPr lang="en-US" altLang="zh-CN" sz="3600" dirty="0" smtClean="0">
                <a:solidFill>
                  <a:schemeClr val="bg1">
                    <a:lumMod val="10000"/>
                  </a:schemeClr>
                </a:solidFill>
                <a:cs typeface="Verdana" panose="020B0604030504040204" pitchFamily="34" charset="0"/>
              </a:rPr>
              <a:t>)    (c</a:t>
            </a:r>
            <a:r>
              <a:rPr lang="zh-CN" altLang="en-US" sz="3600" dirty="0" smtClean="0">
                <a:solidFill>
                  <a:schemeClr val="bg1">
                    <a:lumMod val="10000"/>
                  </a:schemeClr>
                </a:solidFill>
                <a:cs typeface="Verdana" panose="020B0604030504040204" pitchFamily="34" charset="0"/>
              </a:rPr>
              <a:t>为常数</a:t>
            </a:r>
            <a:r>
              <a:rPr lang="en-US" altLang="zh-CN" sz="3600" dirty="0" smtClean="0">
                <a:solidFill>
                  <a:schemeClr val="bg1">
                    <a:lumMod val="10000"/>
                  </a:schemeClr>
                </a:solidFill>
                <a:cs typeface="Verdana" panose="020B0604030504040204" pitchFamily="34" charset="0"/>
              </a:rPr>
              <a:t>)</a:t>
            </a:r>
            <a:endParaRPr lang="en-US" altLang="zh-CN" sz="3600" dirty="0" smtClean="0">
              <a:solidFill>
                <a:schemeClr val="bg1">
                  <a:lumMod val="10000"/>
                </a:schemeClr>
              </a:solidFill>
              <a:cs typeface="Verdana" panose="020B0604030504040204" pitchFamily="34" charset="0"/>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3" name="Picture 3"/>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569796" y="1628800"/>
            <a:ext cx="6004408"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标题 2"/>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常见的算法时间复杂度</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02403"/>
                                        </p:tgtEl>
                                        <p:attrNameLst>
                                          <p:attrName>style.visibility</p:attrName>
                                        </p:attrNameLst>
                                      </p:cBhvr>
                                      <p:to>
                                        <p:strVal val="visible"/>
                                      </p:to>
                                    </p:set>
                                    <p:animEffect transition="in" filter="wipe(up)">
                                      <p:cBhvr>
                                        <p:cTn id="7" dur="500"/>
                                        <p:tgtEl>
                                          <p:spTgt spid="102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idx="1"/>
            <p:custDataLst>
              <p:tags r:id="rId1"/>
            </p:custDataLst>
          </p:nvPr>
        </p:nvSpPr>
        <p:spPr/>
        <p:txBody>
          <a:bodyPr/>
          <a:p>
            <a:endParaRPr lang="zh-CN" altLang="en-US"/>
          </a:p>
        </p:txBody>
      </p:sp>
      <p:pic>
        <p:nvPicPr>
          <p:cNvPr id="101379" name="Picture 7" descr="对数复杂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1711225"/>
            <a:ext cx="6929438" cy="431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0" name="Rectangle 8"/>
          <p:cNvSpPr>
            <a:spLocks noChangeArrowheads="1"/>
          </p:cNvSpPr>
          <p:nvPr>
            <p:custDataLst>
              <p:tags r:id="rId3"/>
            </p:custDataLst>
          </p:nvPr>
        </p:nvSpPr>
        <p:spPr bwMode="auto">
          <a:xfrm>
            <a:off x="323850" y="2790725"/>
            <a:ext cx="98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r" eaLnBrk="1" hangingPunct="1"/>
            <a:r>
              <a:rPr lang="en-US" altLang="zh-CN" sz="2800">
                <a:solidFill>
                  <a:schemeClr val="accent1">
                    <a:lumMod val="50000"/>
                  </a:schemeClr>
                </a:solidFill>
                <a:latin typeface="+mn-lt"/>
                <a:ea typeface="+mn-ea"/>
              </a:rPr>
              <a:t>KB</a:t>
            </a:r>
            <a:endParaRPr lang="en-US" altLang="zh-CN" sz="2800">
              <a:solidFill>
                <a:schemeClr val="accent1">
                  <a:lumMod val="50000"/>
                </a:schemeClr>
              </a:solidFill>
              <a:latin typeface="+mn-lt"/>
              <a:ea typeface="+mn-ea"/>
            </a:endParaRPr>
          </a:p>
        </p:txBody>
      </p:sp>
      <p:sp>
        <p:nvSpPr>
          <p:cNvPr id="101381" name="Rectangle 9"/>
          <p:cNvSpPr>
            <a:spLocks noChangeArrowheads="1"/>
          </p:cNvSpPr>
          <p:nvPr>
            <p:custDataLst>
              <p:tags r:id="rId4"/>
            </p:custDataLst>
          </p:nvPr>
        </p:nvSpPr>
        <p:spPr bwMode="auto">
          <a:xfrm>
            <a:off x="323850" y="3655913"/>
            <a:ext cx="98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r" eaLnBrk="1" hangingPunct="1"/>
            <a:r>
              <a:rPr lang="en-US" altLang="zh-CN" sz="2800">
                <a:solidFill>
                  <a:schemeClr val="accent1">
                    <a:lumMod val="50000"/>
                  </a:schemeClr>
                </a:solidFill>
                <a:latin typeface="+mn-lt"/>
                <a:ea typeface="+mn-ea"/>
              </a:rPr>
              <a:t>MB</a:t>
            </a:r>
            <a:endParaRPr lang="en-US" altLang="zh-CN" sz="2800">
              <a:solidFill>
                <a:schemeClr val="accent1">
                  <a:lumMod val="50000"/>
                </a:schemeClr>
              </a:solidFill>
              <a:latin typeface="+mn-lt"/>
              <a:ea typeface="+mn-ea"/>
            </a:endParaRPr>
          </a:p>
        </p:txBody>
      </p:sp>
      <p:sp>
        <p:nvSpPr>
          <p:cNvPr id="101382" name="Rectangle 10"/>
          <p:cNvSpPr>
            <a:spLocks noChangeArrowheads="1"/>
          </p:cNvSpPr>
          <p:nvPr>
            <p:custDataLst>
              <p:tags r:id="rId5"/>
            </p:custDataLst>
          </p:nvPr>
        </p:nvSpPr>
        <p:spPr bwMode="auto">
          <a:xfrm>
            <a:off x="323850" y="4448075"/>
            <a:ext cx="98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r" eaLnBrk="1" hangingPunct="1"/>
            <a:r>
              <a:rPr lang="en-US" altLang="zh-CN" sz="2800">
                <a:solidFill>
                  <a:schemeClr val="accent1">
                    <a:lumMod val="50000"/>
                  </a:schemeClr>
                </a:solidFill>
                <a:latin typeface="+mn-lt"/>
                <a:ea typeface="+mn-ea"/>
              </a:rPr>
              <a:t>GB</a:t>
            </a:r>
            <a:endParaRPr lang="en-US" altLang="zh-CN" sz="2800">
              <a:solidFill>
                <a:schemeClr val="accent1">
                  <a:lumMod val="50000"/>
                </a:schemeClr>
              </a:solidFill>
              <a:latin typeface="+mn-lt"/>
              <a:ea typeface="+mn-ea"/>
            </a:endParaRPr>
          </a:p>
        </p:txBody>
      </p:sp>
      <p:sp>
        <p:nvSpPr>
          <p:cNvPr id="101383" name="Rectangle 11"/>
          <p:cNvSpPr>
            <a:spLocks noChangeArrowheads="1"/>
          </p:cNvSpPr>
          <p:nvPr>
            <p:custDataLst>
              <p:tags r:id="rId6"/>
            </p:custDataLst>
          </p:nvPr>
        </p:nvSpPr>
        <p:spPr bwMode="auto">
          <a:xfrm>
            <a:off x="323850" y="5311675"/>
            <a:ext cx="98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r" eaLnBrk="1" hangingPunct="1"/>
            <a:r>
              <a:rPr lang="en-US" altLang="zh-CN" sz="2800" dirty="0">
                <a:solidFill>
                  <a:schemeClr val="accent1">
                    <a:lumMod val="50000"/>
                  </a:schemeClr>
                </a:solidFill>
                <a:latin typeface="+mn-lt"/>
                <a:ea typeface="+mn-ea"/>
              </a:rPr>
              <a:t>TB</a:t>
            </a:r>
            <a:endParaRPr lang="en-US" altLang="zh-CN" sz="2800" dirty="0">
              <a:solidFill>
                <a:schemeClr val="accent1">
                  <a:lumMod val="50000"/>
                </a:schemeClr>
              </a:solidFill>
              <a:latin typeface="+mn-lt"/>
              <a:ea typeface="+mn-ea"/>
            </a:endParaRPr>
          </a:p>
        </p:txBody>
      </p:sp>
      <p:sp>
        <p:nvSpPr>
          <p:cNvPr id="8" name="Rectangle 5"/>
          <p:cNvSpPr>
            <a:spLocks noChangeArrowheads="1"/>
          </p:cNvSpPr>
          <p:nvPr>
            <p:custDataLst>
              <p:tags r:id="rId7"/>
            </p:custDataLst>
          </p:nvPr>
        </p:nvSpPr>
        <p:spPr bwMode="auto">
          <a:xfrm>
            <a:off x="107504" y="864096"/>
            <a:ext cx="8928992" cy="6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marL="609600" indent="-609600" algn="ctr" eaLnBrk="1" hangingPunct="1">
              <a:defRPr/>
            </a:pPr>
            <a:r>
              <a:rPr lang="zh-CN" altLang="en-US" sz="2800" dirty="0">
                <a:solidFill>
                  <a:schemeClr val="bg1">
                    <a:lumMod val="10000"/>
                  </a:schemeClr>
                </a:solidFill>
                <a:latin typeface="+mn-lt"/>
                <a:ea typeface="+mn-ea"/>
                <a:cs typeface="+mj-cs"/>
              </a:rPr>
              <a:t>经验：现实生活中对数复杂度通常不超过 </a:t>
            </a:r>
            <a:r>
              <a:rPr lang="en-US" altLang="zh-CN" sz="2800" dirty="0">
                <a:solidFill>
                  <a:schemeClr val="bg1">
                    <a:lumMod val="10000"/>
                  </a:schemeClr>
                </a:solidFill>
                <a:latin typeface="+mn-lt"/>
                <a:ea typeface="+mn-ea"/>
                <a:cs typeface="+mj-cs"/>
              </a:rPr>
              <a:t>50 </a:t>
            </a:r>
            <a:endParaRPr lang="en-US" altLang="zh-CN" sz="2800" dirty="0">
              <a:solidFill>
                <a:schemeClr val="bg1">
                  <a:lumMod val="10000"/>
                </a:schemeClr>
              </a:solidFill>
              <a:latin typeface="+mn-lt"/>
              <a:ea typeface="+mn-ea"/>
              <a:cs typeface="+mj-cs"/>
            </a:endParaRPr>
          </a:p>
        </p:txBody>
      </p:sp>
      <p:sp>
        <p:nvSpPr>
          <p:cNvPr id="7" name="标题 6"/>
          <p:cNvSpPr>
            <a:spLocks noGrp="1"/>
          </p:cNvSpPr>
          <p:nvPr>
            <p:ph type="title"/>
            <p:custDataLst>
              <p:tags r:id="rId8"/>
            </p:custDataLst>
          </p:nvPr>
        </p:nvSpPr>
        <p:spPr/>
        <p:txBody>
          <a:bodyPr vert="horz" wrap="square" lIns="0" tIns="0" rIns="0" bIns="0" rtlCol="0" anchor="ctr">
            <a:normAutofit/>
          </a:bodyPr>
          <a:lstStyle/>
          <a:p>
            <a:pPr lvl="0" algn="l">
              <a:buClrTx/>
              <a:buSzTx/>
              <a:buFontTx/>
            </a:pPr>
            <a:r>
              <a:rPr lang="zh-CN" altLang="en-US" dirty="0">
                <a:sym typeface="+mn-ea"/>
              </a:rPr>
              <a:t>算法复杂度分析</a:t>
            </a:r>
            <a:endParaRPr lang="zh-CN" altLang="en-US" dirty="0">
              <a:sym typeface="+mn-ea"/>
            </a:endParaRPr>
          </a:p>
        </p:txBody>
      </p: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1379"/>
                                        </p:tgtEl>
                                        <p:attrNameLst>
                                          <p:attrName>style.visibility</p:attrName>
                                        </p:attrNameLst>
                                      </p:cBhvr>
                                      <p:to>
                                        <p:strVal val="visible"/>
                                      </p:to>
                                    </p:set>
                                    <p:animEffect transition="in" filter="wipe(up)">
                                      <p:cBhvr>
                                        <p:cTn id="12" dur="500"/>
                                        <p:tgtEl>
                                          <p:spTgt spid="1013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1380"/>
                                        </p:tgtEl>
                                        <p:attrNameLst>
                                          <p:attrName>style.visibility</p:attrName>
                                        </p:attrNameLst>
                                      </p:cBhvr>
                                      <p:to>
                                        <p:strVal val="visible"/>
                                      </p:to>
                                    </p:set>
                                    <p:animEffect transition="in" filter="wipe(left)">
                                      <p:cBhvr>
                                        <p:cTn id="17" dur="500"/>
                                        <p:tgtEl>
                                          <p:spTgt spid="101380"/>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01381"/>
                                        </p:tgtEl>
                                        <p:attrNameLst>
                                          <p:attrName>style.visibility</p:attrName>
                                        </p:attrNameLst>
                                      </p:cBhvr>
                                      <p:to>
                                        <p:strVal val="visible"/>
                                      </p:to>
                                    </p:set>
                                    <p:animEffect transition="in" filter="wipe(left)">
                                      <p:cBhvr>
                                        <p:cTn id="20" dur="500"/>
                                        <p:tgtEl>
                                          <p:spTgt spid="101381"/>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01382"/>
                                        </p:tgtEl>
                                        <p:attrNameLst>
                                          <p:attrName>style.visibility</p:attrName>
                                        </p:attrNameLst>
                                      </p:cBhvr>
                                      <p:to>
                                        <p:strVal val="visible"/>
                                      </p:to>
                                    </p:set>
                                    <p:animEffect transition="in" filter="wipe(left)">
                                      <p:cBhvr>
                                        <p:cTn id="23" dur="500"/>
                                        <p:tgtEl>
                                          <p:spTgt spid="101382"/>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1383"/>
                                        </p:tgtEl>
                                        <p:attrNameLst>
                                          <p:attrName>style.visibility</p:attrName>
                                        </p:attrNameLst>
                                      </p:cBhvr>
                                      <p:to>
                                        <p:strVal val="visible"/>
                                      </p:to>
                                    </p:set>
                                    <p:animEffect transition="in" filter="wipe(left)">
                                      <p:cBhvr>
                                        <p:cTn id="26" dur="500"/>
                                        <p:tgtEl>
                                          <p:spTgt spid="101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p:bldP spid="101381" grpId="0"/>
      <p:bldP spid="101382" grpId="0"/>
      <p:bldP spid="101383"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8" name="内容占位符 7"/>
          <p:cNvSpPr>
            <a:spLocks noGrp="1"/>
          </p:cNvSpPr>
          <p:nvPr>
            <p:ph idx="1"/>
            <p:custDataLst>
              <p:tags r:id="rId2"/>
            </p:custDataLst>
          </p:nvPr>
        </p:nvSpPr>
        <p:spPr/>
        <p:txBody>
          <a:bodyPr/>
          <a:p>
            <a:endParaRPr lang="zh-CN" altLang="en-US"/>
          </a:p>
        </p:txBody>
      </p:sp>
      <p:sp>
        <p:nvSpPr>
          <p:cNvPr id="6" name="Rectangle 2"/>
          <p:cNvSpPr>
            <a:spLocks noGrp="1" noChangeArrowheads="1"/>
          </p:cNvSpPr>
          <p:nvPr>
            <p:custDataLst>
              <p:tags r:id="rId3"/>
            </p:custDataLst>
          </p:nvPr>
        </p:nvSpPr>
        <p:spPr>
          <a:xfrm>
            <a:off x="456300" y="1490400"/>
            <a:ext cx="8226900" cy="4759200"/>
          </a:xfrm>
          <a:prstGeom prst="rect">
            <a:avLst/>
          </a:prstGeom>
        </p:spPr>
        <p:txBody>
          <a:bodyPr vert="horz" lIns="91440" tIns="45720" rIns="91440" bIns="45720"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467995" lvl="1" indent="-467995">
              <a:lnSpc>
                <a:spcPct val="150000"/>
              </a:lnSpc>
              <a:spcBef>
                <a:spcPts val="400"/>
              </a:spcBef>
              <a:buClr>
                <a:srgbClr val="000000"/>
              </a:buClr>
              <a:buSzPct val="100000"/>
              <a:buFont typeface="Wingdings" panose="05000000000000000000" pitchFamily="2" charset="2"/>
              <a:buChar char=""/>
              <a:defRPr/>
            </a:pPr>
            <a:r>
              <a:rPr lang="zh-CN" altLang="en-US" sz="2400" b="1" dirty="0" smtClean="0">
                <a:solidFill>
                  <a:schemeClr val="tx1"/>
                </a:solidFill>
                <a:cs typeface="Verdana" panose="020B0604030504040204" pitchFamily="34" charset="0"/>
              </a:rPr>
              <a:t>算法基</a:t>
            </a:r>
            <a:r>
              <a:rPr lang="zh-CN" altLang="en-US" sz="2400" b="1" dirty="0">
                <a:solidFill>
                  <a:schemeClr val="tx1"/>
                </a:solidFill>
                <a:cs typeface="Verdana" panose="020B0604030504040204" pitchFamily="34" charset="0"/>
              </a:rPr>
              <a:t>本思想：</a:t>
            </a:r>
            <a:endParaRPr lang="zh-CN" altLang="en-US" sz="2400" b="1" dirty="0">
              <a:solidFill>
                <a:schemeClr val="tx1"/>
              </a:solidFill>
              <a:cs typeface="Verdana" panose="020B0604030504040204" pitchFamily="34" charset="0"/>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从无序子序列中选出关键字最小（或最大）的记录</a:t>
            </a:r>
            <a:endParaRPr lang="zh-CN" altLang="en-US" sz="2400" dirty="0">
              <a:solidFill>
                <a:schemeClr val="tx1"/>
              </a:solidFill>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将选出的记录按选出顺序加入到有序子序列中</a:t>
            </a:r>
            <a:endParaRPr lang="zh-CN" altLang="en-US" sz="2400" dirty="0">
              <a:solidFill>
                <a:schemeClr val="tx1"/>
              </a:solidFill>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逐步增加有序子序列的长度直至长度等于原始序列</a:t>
            </a:r>
            <a:endParaRPr lang="zh-CN" altLang="en-US" sz="2400" dirty="0">
              <a:solidFill>
                <a:schemeClr val="tx1"/>
              </a:solidFill>
            </a:endParaRPr>
          </a:p>
          <a:p>
            <a:pPr marL="467995" lvl="1" indent="-467995">
              <a:lnSpc>
                <a:spcPct val="150000"/>
              </a:lnSpc>
              <a:spcBef>
                <a:spcPts val="400"/>
              </a:spcBef>
              <a:buClr>
                <a:srgbClr val="000000"/>
              </a:buClr>
              <a:buSzPct val="100000"/>
              <a:buFont typeface="Wingdings" panose="05000000000000000000" pitchFamily="2" charset="2"/>
              <a:buChar char=""/>
              <a:defRPr/>
            </a:pPr>
            <a:r>
              <a:rPr lang="zh-CN" altLang="en-US" sz="2400" b="1" dirty="0">
                <a:solidFill>
                  <a:schemeClr val="tx1"/>
                </a:solidFill>
                <a:cs typeface="Verdana" panose="020B0604030504040204" pitchFamily="34" charset="0"/>
              </a:rPr>
              <a:t>排序过程</a:t>
            </a:r>
            <a:endParaRPr lang="zh-CN" altLang="en-US" sz="2400" b="1" dirty="0">
              <a:solidFill>
                <a:schemeClr val="tx1"/>
              </a:solidFill>
              <a:cs typeface="Verdana" panose="020B0604030504040204" pitchFamily="34" charset="0"/>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首先通过</a:t>
            </a:r>
            <a:r>
              <a:rPr lang="en-US" altLang="zh-CN" sz="2400" dirty="0">
                <a:solidFill>
                  <a:schemeClr val="tx1"/>
                </a:solidFill>
              </a:rPr>
              <a:t>n-1</a:t>
            </a:r>
            <a:r>
              <a:rPr lang="zh-CN" altLang="en-US" sz="2400" dirty="0">
                <a:solidFill>
                  <a:schemeClr val="tx1"/>
                </a:solidFill>
              </a:rPr>
              <a:t>次关键字比较，从</a:t>
            </a:r>
            <a:r>
              <a:rPr lang="en-US" altLang="zh-CN" sz="2400" dirty="0">
                <a:solidFill>
                  <a:schemeClr val="tx1"/>
                </a:solidFill>
              </a:rPr>
              <a:t>n</a:t>
            </a:r>
            <a:r>
              <a:rPr lang="zh-CN" altLang="en-US" sz="2400" dirty="0">
                <a:solidFill>
                  <a:schemeClr val="tx1"/>
                </a:solidFill>
              </a:rPr>
              <a:t>个记录中找出关键字最小的记录，将它与第一个记录交换</a:t>
            </a:r>
            <a:endParaRPr lang="zh-CN" altLang="en-US" sz="2400" dirty="0">
              <a:solidFill>
                <a:schemeClr val="tx1"/>
              </a:solidFill>
            </a:endParaRPr>
          </a:p>
          <a:p>
            <a:pPr lvl="1">
              <a:lnSpc>
                <a:spcPct val="150000"/>
              </a:lnSpc>
              <a:spcBef>
                <a:spcPts val="400"/>
              </a:spcBef>
              <a:buClr>
                <a:srgbClr val="000000"/>
              </a:buClr>
              <a:buSzPct val="60000"/>
              <a:buFont typeface="Wingdings" panose="05000000000000000000" pitchFamily="2" charset="2"/>
              <a:buChar char="l"/>
              <a:defRPr/>
            </a:pPr>
            <a:r>
              <a:rPr lang="zh-CN" altLang="zh-CN" sz="2400" dirty="0">
                <a:solidFill>
                  <a:schemeClr val="tx1"/>
                </a:solidFill>
              </a:rPr>
              <a:t>再通过n-2次比较，从剩余的n-1个记录中找出关键字次小的记录，将它与第二个记录交换</a:t>
            </a:r>
            <a:endParaRPr lang="zh-CN" altLang="zh-CN" sz="2400" dirty="0">
              <a:solidFill>
                <a:schemeClr val="tx1"/>
              </a:solidFill>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重复上述操作，共进行</a:t>
            </a:r>
            <a:r>
              <a:rPr lang="en-US" altLang="zh-CN" sz="2400" dirty="0">
                <a:solidFill>
                  <a:schemeClr val="tx1"/>
                </a:solidFill>
              </a:rPr>
              <a:t>n-1</a:t>
            </a:r>
            <a:r>
              <a:rPr lang="zh-CN" altLang="en-US" sz="2400" dirty="0">
                <a:solidFill>
                  <a:schemeClr val="tx1"/>
                </a:solidFill>
              </a:rPr>
              <a:t>趟排序后，排序结束</a:t>
            </a:r>
            <a:endParaRPr lang="zh-CN" altLang="en-US" sz="2400" dirty="0">
              <a:solidFill>
                <a:schemeClr val="tx1"/>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left)">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up)">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up)">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up)">
                                      <p:cBhvr>
                                        <p:cTn id="4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5" autoUpdateAnimBg="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2" name="图片 81"/>
          <p:cNvPicPr/>
          <p:nvPr>
            <p:custDataLst>
              <p:tags r:id="rId1"/>
            </p:custDataLst>
          </p:nvPr>
        </p:nvPicPr>
        <p:blipFill>
          <a:blip r:embed="rId2"/>
          <a:stretch>
            <a:fillRect/>
          </a:stretch>
        </p:blipFill>
        <p:spPr>
          <a:xfrm>
            <a:off x="2574826" y="1412776"/>
            <a:ext cx="691297" cy="648072"/>
          </a:xfrm>
          <a:prstGeom prst="rect">
            <a:avLst/>
          </a:prstGeom>
        </p:spPr>
      </p:pic>
      <p:pic>
        <p:nvPicPr>
          <p:cNvPr id="89" name="图片 88"/>
          <p:cNvPicPr/>
          <p:nvPr>
            <p:custDataLst>
              <p:tags r:id="rId3"/>
            </p:custDataLst>
          </p:nvPr>
        </p:nvPicPr>
        <p:blipFill>
          <a:blip r:embed="rId4"/>
          <a:stretch>
            <a:fillRect/>
          </a:stretch>
        </p:blipFill>
        <p:spPr>
          <a:xfrm>
            <a:off x="3266253" y="1412776"/>
            <a:ext cx="691297" cy="648072"/>
          </a:xfrm>
          <a:prstGeom prst="rect">
            <a:avLst/>
          </a:prstGeom>
        </p:spPr>
      </p:pic>
      <p:pic>
        <p:nvPicPr>
          <p:cNvPr id="96" name="图片 95"/>
          <p:cNvPicPr/>
          <p:nvPr>
            <p:custDataLst>
              <p:tags r:id="rId5"/>
            </p:custDataLst>
          </p:nvPr>
        </p:nvPicPr>
        <p:blipFill>
          <a:blip r:embed="rId6"/>
          <a:stretch>
            <a:fillRect/>
          </a:stretch>
        </p:blipFill>
        <p:spPr>
          <a:xfrm>
            <a:off x="3976730" y="1412776"/>
            <a:ext cx="691297" cy="648072"/>
          </a:xfrm>
          <a:prstGeom prst="rect">
            <a:avLst/>
          </a:prstGeom>
        </p:spPr>
      </p:pic>
      <p:pic>
        <p:nvPicPr>
          <p:cNvPr id="103" name="图片 102"/>
          <p:cNvPicPr/>
          <p:nvPr>
            <p:custDataLst>
              <p:tags r:id="rId7"/>
            </p:custDataLst>
          </p:nvPr>
        </p:nvPicPr>
        <p:blipFill>
          <a:blip r:embed="rId8"/>
          <a:stretch>
            <a:fillRect/>
          </a:stretch>
        </p:blipFill>
        <p:spPr>
          <a:xfrm>
            <a:off x="4687207" y="1412776"/>
            <a:ext cx="691297" cy="648072"/>
          </a:xfrm>
          <a:prstGeom prst="rect">
            <a:avLst/>
          </a:prstGeom>
        </p:spPr>
      </p:pic>
      <p:pic>
        <p:nvPicPr>
          <p:cNvPr id="2" name="图片 1"/>
          <p:cNvPicPr/>
          <p:nvPr>
            <p:custDataLst>
              <p:tags r:id="rId9"/>
            </p:custDataLst>
          </p:nvPr>
        </p:nvPicPr>
        <p:blipFill>
          <a:blip r:embed="rId10"/>
          <a:stretch>
            <a:fillRect/>
          </a:stretch>
        </p:blipFill>
        <p:spPr>
          <a:xfrm>
            <a:off x="5397684" y="1412776"/>
            <a:ext cx="691297" cy="648072"/>
          </a:xfrm>
          <a:prstGeom prst="rect">
            <a:avLst/>
          </a:prstGeom>
        </p:spPr>
      </p:pic>
      <p:pic>
        <p:nvPicPr>
          <p:cNvPr id="24" name="图片 23"/>
          <p:cNvPicPr/>
          <p:nvPr>
            <p:custDataLst>
              <p:tags r:id="rId11"/>
            </p:custDataLst>
          </p:nvPr>
        </p:nvPicPr>
        <p:blipFill>
          <a:blip r:embed="rId12"/>
          <a:stretch>
            <a:fillRect/>
          </a:stretch>
        </p:blipFill>
        <p:spPr>
          <a:xfrm>
            <a:off x="6108161" y="1412776"/>
            <a:ext cx="691297" cy="648072"/>
          </a:xfrm>
          <a:prstGeom prst="rect">
            <a:avLst/>
          </a:prstGeom>
        </p:spPr>
      </p:pic>
      <p:pic>
        <p:nvPicPr>
          <p:cNvPr id="68" name="图片 67"/>
          <p:cNvPicPr/>
          <p:nvPr>
            <p:custDataLst>
              <p:tags r:id="rId13"/>
            </p:custDataLst>
          </p:nvPr>
        </p:nvPicPr>
        <p:blipFill>
          <a:blip r:embed="rId14"/>
          <a:stretch>
            <a:fillRect/>
          </a:stretch>
        </p:blipFill>
        <p:spPr>
          <a:xfrm>
            <a:off x="6818639" y="1412776"/>
            <a:ext cx="691297" cy="648072"/>
          </a:xfrm>
          <a:prstGeom prst="rect">
            <a:avLst/>
          </a:prstGeom>
        </p:spPr>
      </p:pic>
      <p:sp>
        <p:nvSpPr>
          <p:cNvPr id="13" name="Text Box 32"/>
          <p:cNvSpPr txBox="1">
            <a:spLocks noChangeArrowheads="1"/>
          </p:cNvSpPr>
          <p:nvPr>
            <p:custDataLst>
              <p:tags r:id="rId15"/>
            </p:custDataLst>
          </p:nvPr>
        </p:nvSpPr>
        <p:spPr bwMode="auto">
          <a:xfrm>
            <a:off x="755576" y="1505980"/>
            <a:ext cx="1584176"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buFontTx/>
              <a:buNone/>
            </a:pPr>
            <a:r>
              <a:rPr lang="en-US" altLang="zh-CN" sz="2400" dirty="0" err="1" smtClean="0">
                <a:solidFill>
                  <a:schemeClr val="bg1">
                    <a:lumMod val="10000"/>
                  </a:schemeClr>
                </a:solidFill>
                <a:latin typeface="+mn-lt"/>
                <a:ea typeface="+mn-ea"/>
                <a:cs typeface="Consolas" panose="020B0609020204030204" pitchFamily="49" charset="0"/>
              </a:rPr>
              <a:t>i</a:t>
            </a:r>
            <a:r>
              <a:rPr lang="en-US" altLang="zh-CN" sz="2400" dirty="0" smtClean="0">
                <a:solidFill>
                  <a:schemeClr val="bg1">
                    <a:lumMod val="10000"/>
                  </a:schemeClr>
                </a:solidFill>
                <a:latin typeface="+mn-lt"/>
                <a:ea typeface="+mn-ea"/>
                <a:cs typeface="Consolas" panose="020B0609020204030204" pitchFamily="49" charset="0"/>
              </a:rPr>
              <a:t> = 0</a:t>
            </a:r>
            <a:endParaRPr lang="en-US" altLang="zh-CN" sz="2400" dirty="0" smtClean="0">
              <a:solidFill>
                <a:schemeClr val="bg1">
                  <a:lumMod val="10000"/>
                </a:schemeClr>
              </a:solidFill>
              <a:latin typeface="+mn-lt"/>
              <a:ea typeface="+mn-ea"/>
              <a:cs typeface="Consolas" panose="020B0609020204030204" pitchFamily="49" charset="0"/>
            </a:endParaRPr>
          </a:p>
        </p:txBody>
      </p:sp>
      <p:grpSp>
        <p:nvGrpSpPr>
          <p:cNvPr id="12" name="组合 11"/>
          <p:cNvGrpSpPr/>
          <p:nvPr/>
        </p:nvGrpSpPr>
        <p:grpSpPr>
          <a:xfrm>
            <a:off x="2685400" y="2132856"/>
            <a:ext cx="432048" cy="646782"/>
            <a:chOff x="3779912" y="1700808"/>
            <a:chExt cx="432048" cy="646782"/>
          </a:xfrm>
        </p:grpSpPr>
        <p:sp>
          <p:nvSpPr>
            <p:cNvPr id="15" name="Line 92"/>
            <p:cNvSpPr>
              <a:spLocks noChangeShapeType="1"/>
            </p:cNvSpPr>
            <p:nvPr>
              <p:custDataLst>
                <p:tags r:id="rId16"/>
              </p:custDataLst>
            </p:nvPr>
          </p:nvSpPr>
          <p:spPr bwMode="auto">
            <a:xfrm flipV="1">
              <a:off x="3995936" y="1700808"/>
              <a:ext cx="0" cy="263525"/>
            </a:xfrm>
            <a:prstGeom prst="line">
              <a:avLst/>
            </a:prstGeom>
            <a:noFill/>
            <a:ln w="38100">
              <a:solidFill>
                <a:schemeClr val="accent2"/>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16" name="Text Box 93"/>
            <p:cNvSpPr txBox="1">
              <a:spLocks noChangeArrowheads="1"/>
            </p:cNvSpPr>
            <p:nvPr>
              <p:custDataLst>
                <p:tags r:id="rId17"/>
              </p:custDataLst>
            </p:nvPr>
          </p:nvSpPr>
          <p:spPr bwMode="auto">
            <a:xfrm>
              <a:off x="3779912" y="1887215"/>
              <a:ext cx="432048"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8000">
              <a:normAutofit/>
            </a:bodyPr>
            <a:lstStyle/>
            <a:p>
              <a:pPr>
                <a:buFontTx/>
                <a:buNone/>
              </a:pPr>
              <a:r>
                <a:rPr lang="en-US" altLang="zh-CN" sz="2400" dirty="0">
                  <a:solidFill>
                    <a:schemeClr val="tx1"/>
                  </a:solidFill>
                  <a:latin typeface="+mn-lt"/>
                  <a:ea typeface="+mn-ea"/>
                  <a:cs typeface="Consolas" panose="020B0609020204030204" pitchFamily="49" charset="0"/>
                </a:rPr>
                <a:t>j</a:t>
              </a:r>
              <a:endParaRPr lang="en-US" altLang="zh-CN" sz="2400" dirty="0">
                <a:solidFill>
                  <a:schemeClr val="tx1"/>
                </a:solidFill>
                <a:latin typeface="+mn-lt"/>
                <a:ea typeface="+mn-ea"/>
                <a:cs typeface="Consolas" panose="020B0609020204030204" pitchFamily="49" charset="0"/>
              </a:endParaRPr>
            </a:p>
          </p:txBody>
        </p:sp>
      </p:grpSp>
      <p:grpSp>
        <p:nvGrpSpPr>
          <p:cNvPr id="17" name="组合 16"/>
          <p:cNvGrpSpPr/>
          <p:nvPr/>
        </p:nvGrpSpPr>
        <p:grpSpPr>
          <a:xfrm>
            <a:off x="3417160" y="692696"/>
            <a:ext cx="397510" cy="684212"/>
            <a:chOff x="5220072" y="2636912"/>
            <a:chExt cx="397510" cy="684212"/>
          </a:xfrm>
        </p:grpSpPr>
        <p:sp>
          <p:nvSpPr>
            <p:cNvPr id="20" name="Line 83"/>
            <p:cNvSpPr>
              <a:spLocks noChangeShapeType="1"/>
            </p:cNvSpPr>
            <p:nvPr/>
          </p:nvSpPr>
          <p:spPr bwMode="auto">
            <a:xfrm>
              <a:off x="5419080" y="3038549"/>
              <a:ext cx="0" cy="282575"/>
            </a:xfrm>
            <a:prstGeom prst="line">
              <a:avLst/>
            </a:prstGeom>
            <a:noFill/>
            <a:ln w="38100">
              <a:solidFill>
                <a:schemeClr val="accent2"/>
              </a:solidFill>
              <a:round/>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dirty="0" smtClean="0">
                  <a:solidFill>
                    <a:schemeClr val="tx1"/>
                  </a:solidFill>
                  <a:latin typeface="+mn-lt"/>
                  <a:ea typeface="+mn-ea"/>
                </a:rPr>
                <a:t> </a:t>
              </a:r>
              <a:endParaRPr lang="en-US" altLang="zh-CN" dirty="0" smtClean="0">
                <a:solidFill>
                  <a:schemeClr val="tx1"/>
                </a:solidFill>
                <a:latin typeface="+mn-lt"/>
                <a:ea typeface="+mn-ea"/>
              </a:endParaRPr>
            </a:p>
          </p:txBody>
        </p:sp>
        <p:sp>
          <p:nvSpPr>
            <p:cNvPr id="21" name="Text Box 84"/>
            <p:cNvSpPr txBox="1">
              <a:spLocks noChangeArrowheads="1"/>
            </p:cNvSpPr>
            <p:nvPr>
              <p:custDataLst>
                <p:tags r:id="rId18"/>
              </p:custDataLst>
            </p:nvPr>
          </p:nvSpPr>
          <p:spPr bwMode="auto">
            <a:xfrm>
              <a:off x="5220072" y="2636912"/>
              <a:ext cx="3975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6000">
              <a:normAutofit/>
            </a:bodyPr>
            <a:lstStyle/>
            <a:p>
              <a:r>
                <a:rPr lang="en-US" altLang="zh-CN" sz="2400" dirty="0">
                  <a:solidFill>
                    <a:schemeClr val="tx1"/>
                  </a:solidFill>
                  <a:latin typeface="+mn-lt"/>
                  <a:ea typeface="+mn-ea"/>
                  <a:cs typeface="Consolas" panose="020B0609020204030204" pitchFamily="49" charset="0"/>
                </a:rPr>
                <a:t>k</a:t>
              </a:r>
              <a:endParaRPr lang="en-US" altLang="zh-CN" sz="2400" dirty="0">
                <a:solidFill>
                  <a:schemeClr val="tx1"/>
                </a:solidFill>
                <a:latin typeface="+mn-lt"/>
                <a:ea typeface="+mn-ea"/>
                <a:cs typeface="Consolas" panose="020B0609020204030204" pitchFamily="49" charset="0"/>
              </a:endParaRPr>
            </a:p>
          </p:txBody>
        </p:sp>
      </p:grpSp>
      <p:grpSp>
        <p:nvGrpSpPr>
          <p:cNvPr id="55" name="组合 54"/>
          <p:cNvGrpSpPr/>
          <p:nvPr/>
        </p:nvGrpSpPr>
        <p:grpSpPr>
          <a:xfrm>
            <a:off x="2555776" y="2276996"/>
            <a:ext cx="4968875" cy="647700"/>
            <a:chOff x="2555776" y="2925192"/>
            <a:chExt cx="4968875" cy="647700"/>
          </a:xfrm>
        </p:grpSpPr>
        <p:pic>
          <p:nvPicPr>
            <p:cNvPr id="84" name="图片 83"/>
            <p:cNvPicPr>
              <a:picLocks noChangeAspect="1" noChangeArrowheads="1"/>
            </p:cNvPicPr>
            <p:nvPr>
              <p:custDataLst>
                <p:tags r:id="rId19"/>
              </p:custDataLst>
            </p:nvPr>
          </p:nvPicPr>
          <p:blipFill>
            <a:blip r:embed="rId2">
              <a:extLst>
                <a:ext uri="{28A0092B-C50C-407E-A947-70E740481C1C}">
                  <a14:useLocalDpi xmlns:a14="http://schemas.microsoft.com/office/drawing/2010/main" val="0"/>
                </a:ext>
              </a:extLst>
            </a:blip>
            <a:srcRect/>
            <a:stretch>
              <a:fillRect/>
            </a:stretch>
          </p:blipFill>
          <p:spPr bwMode="auto">
            <a:xfrm>
              <a:off x="6119714" y="2925192"/>
              <a:ext cx="690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图片 90"/>
            <p:cNvPicPr>
              <a:picLocks noChangeAspect="1" noChangeArrowheads="1"/>
            </p:cNvPicPr>
            <p:nvPr>
              <p:custDataLst>
                <p:tags r:id="rId20"/>
              </p:custDataLst>
            </p:nvPr>
          </p:nvPicPr>
          <p:blipFill>
            <a:blip r:embed="rId4">
              <a:extLst>
                <a:ext uri="{28A0092B-C50C-407E-A947-70E740481C1C}">
                  <a14:useLocalDpi xmlns:a14="http://schemas.microsoft.com/office/drawing/2010/main" val="0"/>
                </a:ext>
              </a:extLst>
            </a:blip>
            <a:srcRect/>
            <a:stretch>
              <a:fillRect/>
            </a:stretch>
          </p:blipFill>
          <p:spPr bwMode="auto">
            <a:xfrm>
              <a:off x="6832501" y="2925192"/>
              <a:ext cx="692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图片 97"/>
            <p:cNvPicPr>
              <a:picLocks noChangeAspect="1" noChangeArrowheads="1"/>
            </p:cNvPicPr>
            <p:nvPr>
              <p:custDataLst>
                <p:tags r:id="rId21"/>
              </p:custDataLst>
            </p:nvPr>
          </p:nvPicPr>
          <p:blipFill>
            <a:blip r:embed="rId6">
              <a:extLst>
                <a:ext uri="{28A0092B-C50C-407E-A947-70E740481C1C}">
                  <a14:useLocalDpi xmlns:a14="http://schemas.microsoft.com/office/drawing/2010/main" val="0"/>
                </a:ext>
              </a:extLst>
            </a:blip>
            <a:srcRect/>
            <a:stretch>
              <a:fillRect/>
            </a:stretch>
          </p:blipFill>
          <p:spPr bwMode="auto">
            <a:xfrm>
              <a:off x="3981351" y="2925192"/>
              <a:ext cx="6905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 name="图片 104"/>
            <p:cNvPicPr>
              <a:picLocks noChangeAspect="1" noChangeArrowheads="1"/>
            </p:cNvPicPr>
            <p:nvPr>
              <p:custDataLst>
                <p:tags r:id="rId22"/>
              </p:custDataLst>
            </p:nvPr>
          </p:nvPicPr>
          <p:blipFill>
            <a:blip r:embed="rId8">
              <a:extLst>
                <a:ext uri="{28A0092B-C50C-407E-A947-70E740481C1C}">
                  <a14:useLocalDpi xmlns:a14="http://schemas.microsoft.com/office/drawing/2010/main" val="0"/>
                </a:ext>
              </a:extLst>
            </a:blip>
            <a:srcRect/>
            <a:stretch>
              <a:fillRect/>
            </a:stretch>
          </p:blipFill>
          <p:spPr bwMode="auto">
            <a:xfrm>
              <a:off x="4694139" y="2925192"/>
              <a:ext cx="690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noChangeArrowheads="1"/>
            </p:cNvPicPr>
            <p:nvPr>
              <p:custDataLst>
                <p:tags r:id="rId23"/>
              </p:custDataLst>
            </p:nvPr>
          </p:nvPicPr>
          <p:blipFill>
            <a:blip r:embed="rId10">
              <a:extLst>
                <a:ext uri="{28A0092B-C50C-407E-A947-70E740481C1C}">
                  <a14:useLocalDpi xmlns:a14="http://schemas.microsoft.com/office/drawing/2010/main" val="0"/>
                </a:ext>
              </a:extLst>
            </a:blip>
            <a:srcRect/>
            <a:stretch>
              <a:fillRect/>
            </a:stretch>
          </p:blipFill>
          <p:spPr bwMode="auto">
            <a:xfrm>
              <a:off x="5405339" y="2925192"/>
              <a:ext cx="692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图片 52"/>
            <p:cNvPicPr>
              <a:picLocks noChangeAspect="1" noChangeArrowheads="1"/>
            </p:cNvPicPr>
            <p:nvPr>
              <p:custDataLst>
                <p:tags r:id="rId24"/>
              </p:custDataLst>
            </p:nvPr>
          </p:nvPicPr>
          <p:blipFill>
            <a:blip r:embed="rId12">
              <a:extLst>
                <a:ext uri="{28A0092B-C50C-407E-A947-70E740481C1C}">
                  <a14:useLocalDpi xmlns:a14="http://schemas.microsoft.com/office/drawing/2010/main" val="0"/>
                </a:ext>
              </a:extLst>
            </a:blip>
            <a:srcRect/>
            <a:stretch>
              <a:fillRect/>
            </a:stretch>
          </p:blipFill>
          <p:spPr bwMode="auto">
            <a:xfrm>
              <a:off x="2555776" y="2925192"/>
              <a:ext cx="690563" cy="647700"/>
            </a:xfrm>
            <a:prstGeom prst="rect">
              <a:avLst/>
            </a:prstGeom>
            <a:solidFill>
              <a:schemeClr val="accent1"/>
            </a:solidFill>
            <a:ln>
              <a:noFill/>
            </a:ln>
          </p:spPr>
        </p:pic>
        <p:pic>
          <p:nvPicPr>
            <p:cNvPr id="70" name="图片 69"/>
            <p:cNvPicPr>
              <a:picLocks noChangeAspect="1" noChangeArrowheads="1"/>
            </p:cNvPicPr>
            <p:nvPr>
              <p:custDataLst>
                <p:tags r:id="rId25"/>
              </p:custDataLst>
            </p:nvPr>
          </p:nvPicPr>
          <p:blipFill>
            <a:blip r:embed="rId14">
              <a:extLst>
                <a:ext uri="{28A0092B-C50C-407E-A947-70E740481C1C}">
                  <a14:useLocalDpi xmlns:a14="http://schemas.microsoft.com/office/drawing/2010/main" val="0"/>
                </a:ext>
              </a:extLst>
            </a:blip>
            <a:srcRect/>
            <a:stretch>
              <a:fillRect/>
            </a:stretch>
          </p:blipFill>
          <p:spPr bwMode="auto">
            <a:xfrm>
              <a:off x="3267981" y="2925192"/>
              <a:ext cx="692150" cy="647700"/>
            </a:xfrm>
            <a:prstGeom prst="rect">
              <a:avLst/>
            </a:prstGeom>
            <a:solidFill>
              <a:schemeClr val="accent1"/>
            </a:solidFill>
            <a:ln>
              <a:noFill/>
            </a:ln>
          </p:spPr>
        </p:pic>
      </p:grpSp>
      <p:grpSp>
        <p:nvGrpSpPr>
          <p:cNvPr id="56" name="组合 55"/>
          <p:cNvGrpSpPr/>
          <p:nvPr/>
        </p:nvGrpSpPr>
        <p:grpSpPr>
          <a:xfrm>
            <a:off x="2555776" y="2924944"/>
            <a:ext cx="4968875" cy="647700"/>
            <a:chOff x="2555776" y="3681214"/>
            <a:chExt cx="4968875" cy="647700"/>
          </a:xfrm>
        </p:grpSpPr>
        <p:pic>
          <p:nvPicPr>
            <p:cNvPr id="85" name="图片 84"/>
            <p:cNvPicPr>
              <a:picLocks noChangeAspect="1" noChangeArrowheads="1"/>
            </p:cNvPicPr>
            <p:nvPr>
              <p:custDataLst>
                <p:tags r:id="rId26"/>
              </p:custDataLst>
            </p:nvPr>
          </p:nvPicPr>
          <p:blipFill>
            <a:blip r:embed="rId2">
              <a:extLst>
                <a:ext uri="{28A0092B-C50C-407E-A947-70E740481C1C}">
                  <a14:useLocalDpi xmlns:a14="http://schemas.microsoft.com/office/drawing/2010/main" val="0"/>
                </a:ext>
              </a:extLst>
            </a:blip>
            <a:srcRect/>
            <a:stretch>
              <a:fillRect/>
            </a:stretch>
          </p:blipFill>
          <p:spPr bwMode="auto">
            <a:xfrm>
              <a:off x="6119714" y="3681214"/>
              <a:ext cx="690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图片 91"/>
            <p:cNvPicPr>
              <a:picLocks noChangeAspect="1" noChangeArrowheads="1"/>
            </p:cNvPicPr>
            <p:nvPr>
              <p:custDataLst>
                <p:tags r:id="rId27"/>
              </p:custDataLst>
            </p:nvPr>
          </p:nvPicPr>
          <p:blipFill>
            <a:blip r:embed="rId4">
              <a:extLst>
                <a:ext uri="{28A0092B-C50C-407E-A947-70E740481C1C}">
                  <a14:useLocalDpi xmlns:a14="http://schemas.microsoft.com/office/drawing/2010/main" val="0"/>
                </a:ext>
              </a:extLst>
            </a:blip>
            <a:srcRect/>
            <a:stretch>
              <a:fillRect/>
            </a:stretch>
          </p:blipFill>
          <p:spPr bwMode="auto">
            <a:xfrm>
              <a:off x="3981351" y="3681214"/>
              <a:ext cx="692150" cy="647700"/>
            </a:xfrm>
            <a:prstGeom prst="rect">
              <a:avLst/>
            </a:prstGeom>
            <a:solidFill>
              <a:schemeClr val="accent1"/>
            </a:solidFill>
            <a:ln>
              <a:noFill/>
            </a:ln>
          </p:spPr>
        </p:pic>
        <p:pic>
          <p:nvPicPr>
            <p:cNvPr id="99" name="图片 98"/>
            <p:cNvPicPr>
              <a:picLocks noChangeAspect="1" noChangeArrowheads="1"/>
            </p:cNvPicPr>
            <p:nvPr>
              <p:custDataLst>
                <p:tags r:id="rId28"/>
              </p:custDataLst>
            </p:nvPr>
          </p:nvPicPr>
          <p:blipFill>
            <a:blip r:embed="rId6">
              <a:extLst>
                <a:ext uri="{28A0092B-C50C-407E-A947-70E740481C1C}">
                  <a14:useLocalDpi xmlns:a14="http://schemas.microsoft.com/office/drawing/2010/main" val="0"/>
                </a:ext>
              </a:extLst>
            </a:blip>
            <a:srcRect/>
            <a:stretch>
              <a:fillRect/>
            </a:stretch>
          </p:blipFill>
          <p:spPr bwMode="auto">
            <a:xfrm>
              <a:off x="6834088" y="3681214"/>
              <a:ext cx="6905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 name="图片 105"/>
            <p:cNvPicPr>
              <a:picLocks noChangeAspect="1" noChangeArrowheads="1"/>
            </p:cNvPicPr>
            <p:nvPr>
              <p:custDataLst>
                <p:tags r:id="rId29"/>
              </p:custDataLst>
            </p:nvPr>
          </p:nvPicPr>
          <p:blipFill>
            <a:blip r:embed="rId8">
              <a:extLst>
                <a:ext uri="{28A0092B-C50C-407E-A947-70E740481C1C}">
                  <a14:useLocalDpi xmlns:a14="http://schemas.microsoft.com/office/drawing/2010/main" val="0"/>
                </a:ext>
              </a:extLst>
            </a:blip>
            <a:srcRect/>
            <a:stretch>
              <a:fillRect/>
            </a:stretch>
          </p:blipFill>
          <p:spPr bwMode="auto">
            <a:xfrm>
              <a:off x="4694139" y="3681214"/>
              <a:ext cx="690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3"/>
            <p:cNvPicPr>
              <a:picLocks noChangeAspect="1" noChangeArrowheads="1"/>
            </p:cNvPicPr>
            <p:nvPr>
              <p:custDataLst>
                <p:tags r:id="rId30"/>
              </p:custDataLst>
            </p:nvPr>
          </p:nvPicPr>
          <p:blipFill>
            <a:blip r:embed="rId10">
              <a:extLst>
                <a:ext uri="{28A0092B-C50C-407E-A947-70E740481C1C}">
                  <a14:useLocalDpi xmlns:a14="http://schemas.microsoft.com/office/drawing/2010/main" val="0"/>
                </a:ext>
              </a:extLst>
            </a:blip>
            <a:srcRect/>
            <a:stretch>
              <a:fillRect/>
            </a:stretch>
          </p:blipFill>
          <p:spPr bwMode="auto">
            <a:xfrm>
              <a:off x="5405339" y="3681214"/>
              <a:ext cx="692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 name="图片 63"/>
            <p:cNvPicPr>
              <a:picLocks noChangeAspect="1" noChangeArrowheads="1"/>
            </p:cNvPicPr>
            <p:nvPr>
              <p:custDataLst>
                <p:tags r:id="rId31"/>
              </p:custDataLst>
            </p:nvPr>
          </p:nvPicPr>
          <p:blipFill>
            <a:blip r:embed="rId12">
              <a:extLst>
                <a:ext uri="{28A0092B-C50C-407E-A947-70E740481C1C}">
                  <a14:useLocalDpi xmlns:a14="http://schemas.microsoft.com/office/drawing/2010/main" val="0"/>
                </a:ext>
              </a:extLst>
            </a:blip>
            <a:srcRect/>
            <a:stretch>
              <a:fillRect/>
            </a:stretch>
          </p:blipFill>
          <p:spPr bwMode="auto">
            <a:xfrm>
              <a:off x="2555776" y="3681214"/>
              <a:ext cx="690563"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72" name="图片 71"/>
            <p:cNvPicPr>
              <a:picLocks noChangeAspect="1" noChangeArrowheads="1"/>
            </p:cNvPicPr>
            <p:nvPr>
              <p:custDataLst>
                <p:tags r:id="rId32"/>
              </p:custDataLst>
            </p:nvPr>
          </p:nvPicPr>
          <p:blipFill>
            <a:blip r:embed="rId14">
              <a:extLst>
                <a:ext uri="{28A0092B-C50C-407E-A947-70E740481C1C}">
                  <a14:useLocalDpi xmlns:a14="http://schemas.microsoft.com/office/drawing/2010/main" val="0"/>
                </a:ext>
              </a:extLst>
            </a:blip>
            <a:srcRect/>
            <a:stretch>
              <a:fillRect/>
            </a:stretch>
          </p:blipFill>
          <p:spPr bwMode="auto">
            <a:xfrm>
              <a:off x="3268564" y="3681214"/>
              <a:ext cx="692150"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805899" name="组合 805898"/>
          <p:cNvGrpSpPr/>
          <p:nvPr/>
        </p:nvGrpSpPr>
        <p:grpSpPr>
          <a:xfrm>
            <a:off x="2555776" y="5012928"/>
            <a:ext cx="4968875" cy="647700"/>
            <a:chOff x="2555776" y="5193258"/>
            <a:chExt cx="4968875" cy="647700"/>
          </a:xfrm>
        </p:grpSpPr>
        <p:pic>
          <p:nvPicPr>
            <p:cNvPr id="86" name="图片 85"/>
            <p:cNvPicPr>
              <a:picLocks noChangeAspect="1" noChangeArrowheads="1"/>
            </p:cNvPicPr>
            <p:nvPr>
              <p:custDataLst>
                <p:tags r:id="rId33"/>
              </p:custDataLst>
            </p:nvPr>
          </p:nvPicPr>
          <p:blipFill>
            <a:blip r:embed="rId2">
              <a:extLst>
                <a:ext uri="{28A0092B-C50C-407E-A947-70E740481C1C}">
                  <a14:useLocalDpi xmlns:a14="http://schemas.microsoft.com/office/drawing/2010/main" val="0"/>
                </a:ext>
              </a:extLst>
            </a:blip>
            <a:srcRect/>
            <a:stretch>
              <a:fillRect/>
            </a:stretch>
          </p:blipFill>
          <p:spPr bwMode="auto">
            <a:xfrm>
              <a:off x="4694139" y="5193258"/>
              <a:ext cx="690562" cy="647700"/>
            </a:xfrm>
            <a:prstGeom prst="rect">
              <a:avLst/>
            </a:prstGeom>
            <a:solidFill>
              <a:schemeClr val="accent1"/>
            </a:solidFill>
            <a:ln>
              <a:noFill/>
            </a:ln>
          </p:spPr>
        </p:pic>
        <p:pic>
          <p:nvPicPr>
            <p:cNvPr id="93" name="图片 92"/>
            <p:cNvPicPr>
              <a:picLocks noChangeAspect="1" noChangeArrowheads="1"/>
            </p:cNvPicPr>
            <p:nvPr>
              <p:custDataLst>
                <p:tags r:id="rId34"/>
              </p:custDataLst>
            </p:nvPr>
          </p:nvPicPr>
          <p:blipFill>
            <a:blip r:embed="rId4">
              <a:extLst>
                <a:ext uri="{28A0092B-C50C-407E-A947-70E740481C1C}">
                  <a14:useLocalDpi xmlns:a14="http://schemas.microsoft.com/office/drawing/2010/main" val="0"/>
                </a:ext>
              </a:extLst>
            </a:blip>
            <a:srcRect/>
            <a:stretch>
              <a:fillRect/>
            </a:stretch>
          </p:blipFill>
          <p:spPr bwMode="auto">
            <a:xfrm>
              <a:off x="3981351" y="5193258"/>
              <a:ext cx="692150"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7" name="图片 106"/>
            <p:cNvPicPr>
              <a:picLocks noChangeAspect="1" noChangeArrowheads="1"/>
            </p:cNvPicPr>
            <p:nvPr>
              <p:custDataLst>
                <p:tags r:id="rId35"/>
              </p:custDataLst>
            </p:nvPr>
          </p:nvPicPr>
          <p:blipFill>
            <a:blip r:embed="rId8">
              <a:extLst>
                <a:ext uri="{28A0092B-C50C-407E-A947-70E740481C1C}">
                  <a14:useLocalDpi xmlns:a14="http://schemas.microsoft.com/office/drawing/2010/main" val="0"/>
                </a:ext>
              </a:extLst>
            </a:blip>
            <a:srcRect/>
            <a:stretch>
              <a:fillRect/>
            </a:stretch>
          </p:blipFill>
          <p:spPr bwMode="auto">
            <a:xfrm>
              <a:off x="6834089" y="5193258"/>
              <a:ext cx="690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图片 99"/>
            <p:cNvPicPr>
              <a:picLocks noChangeAspect="1" noChangeArrowheads="1"/>
            </p:cNvPicPr>
            <p:nvPr>
              <p:custDataLst>
                <p:tags r:id="rId36"/>
              </p:custDataLst>
            </p:nvPr>
          </p:nvPicPr>
          <p:blipFill>
            <a:blip r:embed="rId6">
              <a:extLst>
                <a:ext uri="{28A0092B-C50C-407E-A947-70E740481C1C}">
                  <a14:useLocalDpi xmlns:a14="http://schemas.microsoft.com/office/drawing/2010/main" val="0"/>
                </a:ext>
              </a:extLst>
            </a:blip>
            <a:srcRect/>
            <a:stretch>
              <a:fillRect/>
            </a:stretch>
          </p:blipFill>
          <p:spPr bwMode="auto">
            <a:xfrm>
              <a:off x="5406926" y="5193258"/>
              <a:ext cx="690562" cy="647700"/>
            </a:xfrm>
            <a:prstGeom prst="rect">
              <a:avLst/>
            </a:prstGeom>
            <a:solidFill>
              <a:schemeClr val="accent1"/>
            </a:solidFill>
            <a:ln>
              <a:noFill/>
            </a:ln>
          </p:spPr>
        </p:pic>
        <p:pic>
          <p:nvPicPr>
            <p:cNvPr id="18" name="图片 17"/>
            <p:cNvPicPr>
              <a:picLocks noChangeAspect="1" noChangeArrowheads="1"/>
            </p:cNvPicPr>
            <p:nvPr>
              <p:custDataLst>
                <p:tags r:id="rId37"/>
              </p:custDataLst>
            </p:nvPr>
          </p:nvPicPr>
          <p:blipFill>
            <a:blip r:embed="rId10">
              <a:extLst>
                <a:ext uri="{28A0092B-C50C-407E-A947-70E740481C1C}">
                  <a14:useLocalDpi xmlns:a14="http://schemas.microsoft.com/office/drawing/2010/main" val="0"/>
                </a:ext>
              </a:extLst>
            </a:blip>
            <a:srcRect/>
            <a:stretch>
              <a:fillRect/>
            </a:stretch>
          </p:blipFill>
          <p:spPr bwMode="auto">
            <a:xfrm>
              <a:off x="6118126" y="5193258"/>
              <a:ext cx="692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图片 64"/>
            <p:cNvPicPr>
              <a:picLocks noChangeAspect="1" noChangeArrowheads="1"/>
            </p:cNvPicPr>
            <p:nvPr>
              <p:custDataLst>
                <p:tags r:id="rId38"/>
              </p:custDataLst>
            </p:nvPr>
          </p:nvPicPr>
          <p:blipFill>
            <a:blip r:embed="rId12">
              <a:extLst>
                <a:ext uri="{28A0092B-C50C-407E-A947-70E740481C1C}">
                  <a14:useLocalDpi xmlns:a14="http://schemas.microsoft.com/office/drawing/2010/main" val="0"/>
                </a:ext>
              </a:extLst>
            </a:blip>
            <a:srcRect/>
            <a:stretch>
              <a:fillRect/>
            </a:stretch>
          </p:blipFill>
          <p:spPr bwMode="auto">
            <a:xfrm>
              <a:off x="2555776" y="5193258"/>
              <a:ext cx="690563"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73" name="图片 72"/>
            <p:cNvPicPr>
              <a:picLocks noChangeAspect="1" noChangeArrowheads="1"/>
            </p:cNvPicPr>
            <p:nvPr>
              <p:custDataLst>
                <p:tags r:id="rId39"/>
              </p:custDataLst>
            </p:nvPr>
          </p:nvPicPr>
          <p:blipFill>
            <a:blip r:embed="rId14">
              <a:extLst>
                <a:ext uri="{28A0092B-C50C-407E-A947-70E740481C1C}">
                  <a14:useLocalDpi xmlns:a14="http://schemas.microsoft.com/office/drawing/2010/main" val="0"/>
                </a:ext>
              </a:extLst>
            </a:blip>
            <a:srcRect/>
            <a:stretch>
              <a:fillRect/>
            </a:stretch>
          </p:blipFill>
          <p:spPr bwMode="auto">
            <a:xfrm>
              <a:off x="3268564" y="5193258"/>
              <a:ext cx="692150"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805889" name="组合 805888"/>
          <p:cNvGrpSpPr/>
          <p:nvPr/>
        </p:nvGrpSpPr>
        <p:grpSpPr>
          <a:xfrm>
            <a:off x="2555776" y="4148956"/>
            <a:ext cx="4968875" cy="647700"/>
            <a:chOff x="2555776" y="4437236"/>
            <a:chExt cx="4968875" cy="647700"/>
          </a:xfrm>
        </p:grpSpPr>
        <p:pic>
          <p:nvPicPr>
            <p:cNvPr id="87" name="图片 86"/>
            <p:cNvPicPr>
              <a:picLocks noChangeAspect="1" noChangeArrowheads="1"/>
            </p:cNvPicPr>
            <p:nvPr>
              <p:custDataLst>
                <p:tags r:id="rId40"/>
              </p:custDataLst>
            </p:nvPr>
          </p:nvPicPr>
          <p:blipFill>
            <a:blip r:embed="rId2">
              <a:extLst>
                <a:ext uri="{28A0092B-C50C-407E-A947-70E740481C1C}">
                  <a14:useLocalDpi xmlns:a14="http://schemas.microsoft.com/office/drawing/2010/main" val="0"/>
                </a:ext>
              </a:extLst>
            </a:blip>
            <a:srcRect/>
            <a:stretch>
              <a:fillRect/>
            </a:stretch>
          </p:blipFill>
          <p:spPr bwMode="auto">
            <a:xfrm>
              <a:off x="4694139" y="4437236"/>
              <a:ext cx="690562" cy="647700"/>
            </a:xfrm>
            <a:prstGeom prst="rect">
              <a:avLst/>
            </a:prstGeom>
            <a:solidFill>
              <a:schemeClr val="accent1"/>
            </a:solidFill>
            <a:ln>
              <a:noFill/>
            </a:ln>
          </p:spPr>
        </p:pic>
        <p:pic>
          <p:nvPicPr>
            <p:cNvPr id="94" name="图片 93"/>
            <p:cNvPicPr>
              <a:picLocks noChangeAspect="1" noChangeArrowheads="1"/>
            </p:cNvPicPr>
            <p:nvPr>
              <p:custDataLst>
                <p:tags r:id="rId41"/>
              </p:custDataLst>
            </p:nvPr>
          </p:nvPicPr>
          <p:blipFill>
            <a:blip r:embed="rId4">
              <a:extLst>
                <a:ext uri="{28A0092B-C50C-407E-A947-70E740481C1C}">
                  <a14:useLocalDpi xmlns:a14="http://schemas.microsoft.com/office/drawing/2010/main" val="0"/>
                </a:ext>
              </a:extLst>
            </a:blip>
            <a:srcRect/>
            <a:stretch>
              <a:fillRect/>
            </a:stretch>
          </p:blipFill>
          <p:spPr bwMode="auto">
            <a:xfrm>
              <a:off x="3981351" y="4437236"/>
              <a:ext cx="692150"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1" name="图片 100"/>
            <p:cNvPicPr>
              <a:picLocks noChangeAspect="1" noChangeArrowheads="1"/>
            </p:cNvPicPr>
            <p:nvPr>
              <p:custDataLst>
                <p:tags r:id="rId42"/>
              </p:custDataLst>
            </p:nvPr>
          </p:nvPicPr>
          <p:blipFill>
            <a:blip r:embed="rId6">
              <a:extLst>
                <a:ext uri="{28A0092B-C50C-407E-A947-70E740481C1C}">
                  <a14:useLocalDpi xmlns:a14="http://schemas.microsoft.com/office/drawing/2010/main" val="0"/>
                </a:ext>
              </a:extLst>
            </a:blip>
            <a:srcRect/>
            <a:stretch>
              <a:fillRect/>
            </a:stretch>
          </p:blipFill>
          <p:spPr bwMode="auto">
            <a:xfrm>
              <a:off x="6834089" y="4437236"/>
              <a:ext cx="690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 name="图片 107"/>
            <p:cNvPicPr>
              <a:picLocks noChangeAspect="1" noChangeArrowheads="1"/>
            </p:cNvPicPr>
            <p:nvPr>
              <p:custDataLst>
                <p:tags r:id="rId43"/>
              </p:custDataLst>
            </p:nvPr>
          </p:nvPicPr>
          <p:blipFill>
            <a:blip r:embed="rId8">
              <a:extLst>
                <a:ext uri="{28A0092B-C50C-407E-A947-70E740481C1C}">
                  <a14:useLocalDpi xmlns:a14="http://schemas.microsoft.com/office/drawing/2010/main" val="0"/>
                </a:ext>
              </a:extLst>
            </a:blip>
            <a:srcRect/>
            <a:stretch>
              <a:fillRect/>
            </a:stretch>
          </p:blipFill>
          <p:spPr bwMode="auto">
            <a:xfrm>
              <a:off x="6119714" y="4437236"/>
              <a:ext cx="690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图片 18"/>
            <p:cNvPicPr>
              <a:picLocks noChangeAspect="1" noChangeArrowheads="1"/>
            </p:cNvPicPr>
            <p:nvPr>
              <p:custDataLst>
                <p:tags r:id="rId44"/>
              </p:custDataLst>
            </p:nvPr>
          </p:nvPicPr>
          <p:blipFill>
            <a:blip r:embed="rId10">
              <a:extLst>
                <a:ext uri="{28A0092B-C50C-407E-A947-70E740481C1C}">
                  <a14:useLocalDpi xmlns:a14="http://schemas.microsoft.com/office/drawing/2010/main" val="0"/>
                </a:ext>
              </a:extLst>
            </a:blip>
            <a:srcRect/>
            <a:stretch>
              <a:fillRect/>
            </a:stretch>
          </p:blipFill>
          <p:spPr bwMode="auto">
            <a:xfrm>
              <a:off x="5405339" y="4437236"/>
              <a:ext cx="692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图片 65"/>
            <p:cNvPicPr>
              <a:picLocks noChangeAspect="1" noChangeArrowheads="1"/>
            </p:cNvPicPr>
            <p:nvPr>
              <p:custDataLst>
                <p:tags r:id="rId45"/>
              </p:custDataLst>
            </p:nvPr>
          </p:nvPicPr>
          <p:blipFill>
            <a:blip r:embed="rId12">
              <a:extLst>
                <a:ext uri="{28A0092B-C50C-407E-A947-70E740481C1C}">
                  <a14:useLocalDpi xmlns:a14="http://schemas.microsoft.com/office/drawing/2010/main" val="0"/>
                </a:ext>
              </a:extLst>
            </a:blip>
            <a:srcRect/>
            <a:stretch>
              <a:fillRect/>
            </a:stretch>
          </p:blipFill>
          <p:spPr bwMode="auto">
            <a:xfrm>
              <a:off x="2555776" y="4437236"/>
              <a:ext cx="690563"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74" name="图片 73"/>
            <p:cNvPicPr>
              <a:picLocks noChangeAspect="1" noChangeArrowheads="1"/>
            </p:cNvPicPr>
            <p:nvPr>
              <p:custDataLst>
                <p:tags r:id="rId46"/>
              </p:custDataLst>
            </p:nvPr>
          </p:nvPicPr>
          <p:blipFill>
            <a:blip r:embed="rId14">
              <a:extLst>
                <a:ext uri="{28A0092B-C50C-407E-A947-70E740481C1C}">
                  <a14:useLocalDpi xmlns:a14="http://schemas.microsoft.com/office/drawing/2010/main" val="0"/>
                </a:ext>
              </a:extLst>
            </a:blip>
            <a:srcRect/>
            <a:stretch>
              <a:fillRect/>
            </a:stretch>
          </p:blipFill>
          <p:spPr bwMode="auto">
            <a:xfrm>
              <a:off x="3268564" y="4437236"/>
              <a:ext cx="692150"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805898" name="组合 805897"/>
          <p:cNvGrpSpPr/>
          <p:nvPr/>
        </p:nvGrpSpPr>
        <p:grpSpPr>
          <a:xfrm>
            <a:off x="2555776" y="5804892"/>
            <a:ext cx="4968875" cy="647700"/>
            <a:chOff x="2555776" y="5949280"/>
            <a:chExt cx="4968875" cy="647700"/>
          </a:xfrm>
        </p:grpSpPr>
        <p:pic>
          <p:nvPicPr>
            <p:cNvPr id="88" name="图片 87"/>
            <p:cNvPicPr>
              <a:picLocks noChangeAspect="1" noChangeArrowheads="1"/>
            </p:cNvPicPr>
            <p:nvPr>
              <p:custDataLst>
                <p:tags r:id="rId47"/>
              </p:custDataLst>
            </p:nvPr>
          </p:nvPicPr>
          <p:blipFill>
            <a:blip r:embed="rId2">
              <a:extLst>
                <a:ext uri="{28A0092B-C50C-407E-A947-70E740481C1C}">
                  <a14:useLocalDpi xmlns:a14="http://schemas.microsoft.com/office/drawing/2010/main" val="0"/>
                </a:ext>
              </a:extLst>
            </a:blip>
            <a:srcRect/>
            <a:stretch>
              <a:fillRect/>
            </a:stretch>
          </p:blipFill>
          <p:spPr bwMode="auto">
            <a:xfrm>
              <a:off x="4694139" y="5949280"/>
              <a:ext cx="690562"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5" name="图片 94"/>
            <p:cNvPicPr>
              <a:picLocks noChangeAspect="1" noChangeArrowheads="1"/>
            </p:cNvPicPr>
            <p:nvPr>
              <p:custDataLst>
                <p:tags r:id="rId48"/>
              </p:custDataLst>
            </p:nvPr>
          </p:nvPicPr>
          <p:blipFill>
            <a:blip r:embed="rId4">
              <a:extLst>
                <a:ext uri="{28A0092B-C50C-407E-A947-70E740481C1C}">
                  <a14:useLocalDpi xmlns:a14="http://schemas.microsoft.com/office/drawing/2010/main" val="0"/>
                </a:ext>
              </a:extLst>
            </a:blip>
            <a:srcRect/>
            <a:stretch>
              <a:fillRect/>
            </a:stretch>
          </p:blipFill>
          <p:spPr bwMode="auto">
            <a:xfrm>
              <a:off x="3981351" y="5949280"/>
              <a:ext cx="692150"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9" name="图片 108"/>
            <p:cNvPicPr>
              <a:picLocks noChangeAspect="1" noChangeArrowheads="1"/>
            </p:cNvPicPr>
            <p:nvPr>
              <p:custDataLst>
                <p:tags r:id="rId49"/>
              </p:custDataLst>
            </p:nvPr>
          </p:nvPicPr>
          <p:blipFill>
            <a:blip r:embed="rId8">
              <a:extLst>
                <a:ext uri="{28A0092B-C50C-407E-A947-70E740481C1C}">
                  <a14:useLocalDpi xmlns:a14="http://schemas.microsoft.com/office/drawing/2010/main" val="0"/>
                </a:ext>
              </a:extLst>
            </a:blip>
            <a:srcRect/>
            <a:stretch>
              <a:fillRect/>
            </a:stretch>
          </p:blipFill>
          <p:spPr bwMode="auto">
            <a:xfrm>
              <a:off x="6834089" y="5949280"/>
              <a:ext cx="6905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 name="图片 101"/>
            <p:cNvPicPr>
              <a:picLocks noChangeAspect="1" noChangeArrowheads="1"/>
            </p:cNvPicPr>
            <p:nvPr>
              <p:custDataLst>
                <p:tags r:id="rId50"/>
              </p:custDataLst>
            </p:nvPr>
          </p:nvPicPr>
          <p:blipFill>
            <a:blip r:embed="rId6">
              <a:extLst>
                <a:ext uri="{28A0092B-C50C-407E-A947-70E740481C1C}">
                  <a14:useLocalDpi xmlns:a14="http://schemas.microsoft.com/office/drawing/2010/main" val="0"/>
                </a:ext>
              </a:extLst>
            </a:blip>
            <a:srcRect/>
            <a:stretch>
              <a:fillRect/>
            </a:stretch>
          </p:blipFill>
          <p:spPr bwMode="auto">
            <a:xfrm>
              <a:off x="5406926" y="5949280"/>
              <a:ext cx="690563"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3" name="图片 22"/>
            <p:cNvPicPr>
              <a:picLocks noChangeAspect="1" noChangeArrowheads="1"/>
            </p:cNvPicPr>
            <p:nvPr>
              <p:custDataLst>
                <p:tags r:id="rId51"/>
              </p:custDataLst>
            </p:nvPr>
          </p:nvPicPr>
          <p:blipFill>
            <a:blip r:embed="rId10">
              <a:extLst>
                <a:ext uri="{28A0092B-C50C-407E-A947-70E740481C1C}">
                  <a14:useLocalDpi xmlns:a14="http://schemas.microsoft.com/office/drawing/2010/main" val="0"/>
                </a:ext>
              </a:extLst>
            </a:blip>
            <a:srcRect/>
            <a:stretch>
              <a:fillRect/>
            </a:stretch>
          </p:blipFill>
          <p:spPr bwMode="auto">
            <a:xfrm>
              <a:off x="6118126" y="5949280"/>
              <a:ext cx="692150" cy="647700"/>
            </a:xfrm>
            <a:prstGeom prst="rect">
              <a:avLst/>
            </a:prstGeom>
            <a:solidFill>
              <a:schemeClr val="accent1"/>
            </a:solidFill>
            <a:ln>
              <a:noFill/>
            </a:ln>
          </p:spPr>
        </p:pic>
        <p:pic>
          <p:nvPicPr>
            <p:cNvPr id="67" name="图片 66"/>
            <p:cNvPicPr>
              <a:picLocks noChangeAspect="1" noChangeArrowheads="1"/>
            </p:cNvPicPr>
            <p:nvPr>
              <p:custDataLst>
                <p:tags r:id="rId52"/>
              </p:custDataLst>
            </p:nvPr>
          </p:nvPicPr>
          <p:blipFill>
            <a:blip r:embed="rId12">
              <a:extLst>
                <a:ext uri="{28A0092B-C50C-407E-A947-70E740481C1C}">
                  <a14:useLocalDpi xmlns:a14="http://schemas.microsoft.com/office/drawing/2010/main" val="0"/>
                </a:ext>
              </a:extLst>
            </a:blip>
            <a:srcRect/>
            <a:stretch>
              <a:fillRect/>
            </a:stretch>
          </p:blipFill>
          <p:spPr bwMode="auto">
            <a:xfrm>
              <a:off x="2555776" y="5949280"/>
              <a:ext cx="690563"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75" name="图片 74"/>
            <p:cNvPicPr>
              <a:picLocks noChangeAspect="1" noChangeArrowheads="1"/>
            </p:cNvPicPr>
            <p:nvPr>
              <p:custDataLst>
                <p:tags r:id="rId53"/>
              </p:custDataLst>
            </p:nvPr>
          </p:nvPicPr>
          <p:blipFill>
            <a:blip r:embed="rId14">
              <a:extLst>
                <a:ext uri="{28A0092B-C50C-407E-A947-70E740481C1C}">
                  <a14:useLocalDpi xmlns:a14="http://schemas.microsoft.com/office/drawing/2010/main" val="0"/>
                </a:ext>
              </a:extLst>
            </a:blip>
            <a:srcRect/>
            <a:stretch>
              <a:fillRect/>
            </a:stretch>
          </p:blipFill>
          <p:spPr bwMode="auto">
            <a:xfrm>
              <a:off x="3268564" y="5949280"/>
              <a:ext cx="692150" cy="6477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76" name="Text Box 32"/>
          <p:cNvSpPr txBox="1">
            <a:spLocks noChangeArrowheads="1"/>
          </p:cNvSpPr>
          <p:nvPr>
            <p:custDataLst>
              <p:tags r:id="rId54"/>
            </p:custDataLst>
          </p:nvPr>
        </p:nvSpPr>
        <p:spPr bwMode="auto">
          <a:xfrm>
            <a:off x="755576" y="2258531"/>
            <a:ext cx="1584176"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buFontTx/>
              <a:buNone/>
            </a:pPr>
            <a:r>
              <a:rPr lang="en-US" altLang="zh-CN" sz="2400" dirty="0" err="1" smtClean="0">
                <a:solidFill>
                  <a:schemeClr val="bg1">
                    <a:lumMod val="10000"/>
                  </a:schemeClr>
                </a:solidFill>
                <a:latin typeface="+mn-lt"/>
                <a:ea typeface="+mn-ea"/>
                <a:cs typeface="Consolas" panose="020B0609020204030204" pitchFamily="49" charset="0"/>
              </a:rPr>
              <a:t>i</a:t>
            </a:r>
            <a:r>
              <a:rPr lang="en-US" altLang="zh-CN" sz="2400" dirty="0" smtClean="0">
                <a:solidFill>
                  <a:schemeClr val="bg1">
                    <a:lumMod val="10000"/>
                  </a:schemeClr>
                </a:solidFill>
                <a:latin typeface="+mn-lt"/>
                <a:ea typeface="+mn-ea"/>
                <a:cs typeface="Consolas" panose="020B0609020204030204" pitchFamily="49" charset="0"/>
              </a:rPr>
              <a:t> = 1</a:t>
            </a:r>
            <a:endParaRPr lang="en-US" altLang="zh-CN" sz="2400" dirty="0" smtClean="0">
              <a:solidFill>
                <a:schemeClr val="bg1">
                  <a:lumMod val="10000"/>
                </a:schemeClr>
              </a:solidFill>
              <a:latin typeface="+mn-lt"/>
              <a:ea typeface="+mn-ea"/>
              <a:cs typeface="Consolas" panose="020B0609020204030204" pitchFamily="49" charset="0"/>
            </a:endParaRPr>
          </a:p>
        </p:txBody>
      </p:sp>
      <p:sp>
        <p:nvSpPr>
          <p:cNvPr id="77" name="Text Box 32"/>
          <p:cNvSpPr txBox="1">
            <a:spLocks noChangeArrowheads="1"/>
          </p:cNvSpPr>
          <p:nvPr>
            <p:custDataLst>
              <p:tags r:id="rId55"/>
            </p:custDataLst>
          </p:nvPr>
        </p:nvSpPr>
        <p:spPr bwMode="auto">
          <a:xfrm>
            <a:off x="755576" y="3011082"/>
            <a:ext cx="1584176"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buFontTx/>
              <a:buNone/>
            </a:pPr>
            <a:r>
              <a:rPr lang="en-US" altLang="zh-CN" sz="2400" dirty="0" err="1" smtClean="0">
                <a:solidFill>
                  <a:schemeClr val="bg1">
                    <a:lumMod val="10000"/>
                  </a:schemeClr>
                </a:solidFill>
                <a:latin typeface="+mn-lt"/>
                <a:ea typeface="+mn-ea"/>
                <a:cs typeface="Consolas" panose="020B0609020204030204" pitchFamily="49" charset="0"/>
              </a:rPr>
              <a:t>i</a:t>
            </a:r>
            <a:r>
              <a:rPr lang="en-US" altLang="zh-CN" sz="2400" dirty="0" smtClean="0">
                <a:solidFill>
                  <a:schemeClr val="bg1">
                    <a:lumMod val="10000"/>
                  </a:schemeClr>
                </a:solidFill>
                <a:latin typeface="+mn-lt"/>
                <a:ea typeface="+mn-ea"/>
                <a:cs typeface="Consolas" panose="020B0609020204030204" pitchFamily="49" charset="0"/>
              </a:rPr>
              <a:t> = 2</a:t>
            </a:r>
            <a:endParaRPr lang="en-US" altLang="zh-CN" sz="2400" dirty="0" smtClean="0">
              <a:solidFill>
                <a:schemeClr val="bg1">
                  <a:lumMod val="10000"/>
                </a:schemeClr>
              </a:solidFill>
              <a:latin typeface="+mn-lt"/>
              <a:ea typeface="+mn-ea"/>
              <a:cs typeface="Consolas" panose="020B0609020204030204" pitchFamily="49" charset="0"/>
            </a:endParaRPr>
          </a:p>
        </p:txBody>
      </p:sp>
      <p:sp>
        <p:nvSpPr>
          <p:cNvPr id="78" name="Text Box 32"/>
          <p:cNvSpPr txBox="1">
            <a:spLocks noChangeArrowheads="1"/>
          </p:cNvSpPr>
          <p:nvPr>
            <p:custDataLst>
              <p:tags r:id="rId56"/>
            </p:custDataLst>
          </p:nvPr>
        </p:nvSpPr>
        <p:spPr bwMode="auto">
          <a:xfrm>
            <a:off x="755576" y="3763633"/>
            <a:ext cx="1584176"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buFontTx/>
              <a:buNone/>
            </a:pPr>
            <a:r>
              <a:rPr lang="en-US" altLang="zh-CN" sz="2400" dirty="0" err="1" smtClean="0">
                <a:solidFill>
                  <a:schemeClr val="bg1">
                    <a:lumMod val="10000"/>
                  </a:schemeClr>
                </a:solidFill>
                <a:latin typeface="+mn-lt"/>
                <a:ea typeface="+mn-ea"/>
                <a:cs typeface="Consolas" panose="020B0609020204030204" pitchFamily="49" charset="0"/>
              </a:rPr>
              <a:t>i</a:t>
            </a:r>
            <a:r>
              <a:rPr lang="en-US" altLang="zh-CN" sz="2400" dirty="0" smtClean="0">
                <a:solidFill>
                  <a:schemeClr val="bg1">
                    <a:lumMod val="10000"/>
                  </a:schemeClr>
                </a:solidFill>
                <a:latin typeface="+mn-lt"/>
                <a:ea typeface="+mn-ea"/>
                <a:cs typeface="Consolas" panose="020B0609020204030204" pitchFamily="49" charset="0"/>
              </a:rPr>
              <a:t> = 3</a:t>
            </a:r>
            <a:endParaRPr lang="en-US" altLang="zh-CN" sz="2400" dirty="0" smtClean="0">
              <a:solidFill>
                <a:schemeClr val="bg1">
                  <a:lumMod val="10000"/>
                </a:schemeClr>
              </a:solidFill>
              <a:latin typeface="+mn-lt"/>
              <a:ea typeface="+mn-ea"/>
              <a:cs typeface="Consolas" panose="020B0609020204030204" pitchFamily="49" charset="0"/>
            </a:endParaRPr>
          </a:p>
        </p:txBody>
      </p:sp>
      <p:sp>
        <p:nvSpPr>
          <p:cNvPr id="79" name="Text Box 32"/>
          <p:cNvSpPr txBox="1">
            <a:spLocks noChangeArrowheads="1"/>
          </p:cNvSpPr>
          <p:nvPr>
            <p:custDataLst>
              <p:tags r:id="rId57"/>
            </p:custDataLst>
          </p:nvPr>
        </p:nvSpPr>
        <p:spPr bwMode="auto">
          <a:xfrm>
            <a:off x="755576" y="4516184"/>
            <a:ext cx="1584176"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buFontTx/>
              <a:buNone/>
            </a:pPr>
            <a:r>
              <a:rPr lang="en-US" altLang="zh-CN" sz="2400" dirty="0" err="1" smtClean="0">
                <a:solidFill>
                  <a:schemeClr val="bg1">
                    <a:lumMod val="10000"/>
                  </a:schemeClr>
                </a:solidFill>
                <a:latin typeface="+mn-lt"/>
                <a:ea typeface="+mn-ea"/>
                <a:cs typeface="Consolas" panose="020B0609020204030204" pitchFamily="49" charset="0"/>
              </a:rPr>
              <a:t>i</a:t>
            </a:r>
            <a:r>
              <a:rPr lang="en-US" altLang="zh-CN" sz="2400" dirty="0" smtClean="0">
                <a:solidFill>
                  <a:schemeClr val="bg1">
                    <a:lumMod val="10000"/>
                  </a:schemeClr>
                </a:solidFill>
                <a:latin typeface="+mn-lt"/>
                <a:ea typeface="+mn-ea"/>
                <a:cs typeface="Consolas" panose="020B0609020204030204" pitchFamily="49" charset="0"/>
              </a:rPr>
              <a:t> = 4</a:t>
            </a:r>
            <a:endParaRPr lang="en-US" altLang="zh-CN" sz="2400" dirty="0" smtClean="0">
              <a:solidFill>
                <a:schemeClr val="bg1">
                  <a:lumMod val="10000"/>
                </a:schemeClr>
              </a:solidFill>
              <a:latin typeface="+mn-lt"/>
              <a:ea typeface="+mn-ea"/>
              <a:cs typeface="Consolas" panose="020B0609020204030204" pitchFamily="49" charset="0"/>
            </a:endParaRPr>
          </a:p>
        </p:txBody>
      </p:sp>
      <p:sp>
        <p:nvSpPr>
          <p:cNvPr id="80" name="Text Box 32"/>
          <p:cNvSpPr txBox="1">
            <a:spLocks noChangeArrowheads="1"/>
          </p:cNvSpPr>
          <p:nvPr>
            <p:custDataLst>
              <p:tags r:id="rId58"/>
            </p:custDataLst>
          </p:nvPr>
        </p:nvSpPr>
        <p:spPr bwMode="auto">
          <a:xfrm>
            <a:off x="755576" y="5268735"/>
            <a:ext cx="1584176"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buFontTx/>
              <a:buNone/>
            </a:pPr>
            <a:r>
              <a:rPr lang="en-US" altLang="zh-CN" sz="2400" dirty="0" err="1" smtClean="0">
                <a:solidFill>
                  <a:schemeClr val="bg1">
                    <a:lumMod val="10000"/>
                  </a:schemeClr>
                </a:solidFill>
                <a:latin typeface="+mn-lt"/>
                <a:ea typeface="+mn-ea"/>
                <a:cs typeface="Consolas" panose="020B0609020204030204" pitchFamily="49" charset="0"/>
              </a:rPr>
              <a:t>i</a:t>
            </a:r>
            <a:r>
              <a:rPr lang="en-US" altLang="zh-CN" sz="2400" dirty="0" smtClean="0">
                <a:solidFill>
                  <a:schemeClr val="bg1">
                    <a:lumMod val="10000"/>
                  </a:schemeClr>
                </a:solidFill>
                <a:latin typeface="+mn-lt"/>
                <a:ea typeface="+mn-ea"/>
                <a:cs typeface="Consolas" panose="020B0609020204030204" pitchFamily="49" charset="0"/>
              </a:rPr>
              <a:t> = 5</a:t>
            </a:r>
            <a:endParaRPr lang="en-US" altLang="zh-CN" sz="2400" dirty="0" smtClean="0">
              <a:solidFill>
                <a:schemeClr val="bg1">
                  <a:lumMod val="10000"/>
                </a:schemeClr>
              </a:solidFill>
              <a:latin typeface="+mn-lt"/>
              <a:ea typeface="+mn-ea"/>
              <a:cs typeface="Consolas" panose="020B0609020204030204" pitchFamily="49" charset="0"/>
            </a:endParaRPr>
          </a:p>
        </p:txBody>
      </p:sp>
      <p:sp>
        <p:nvSpPr>
          <p:cNvPr id="81" name="Text Box 32"/>
          <p:cNvSpPr txBox="1">
            <a:spLocks noChangeArrowheads="1"/>
          </p:cNvSpPr>
          <p:nvPr>
            <p:custDataLst>
              <p:tags r:id="rId59"/>
            </p:custDataLst>
          </p:nvPr>
        </p:nvSpPr>
        <p:spPr bwMode="auto">
          <a:xfrm>
            <a:off x="107504" y="6021288"/>
            <a:ext cx="2577896"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90000"/>
          </a:bodyPr>
          <a:lstStyle/>
          <a:p>
            <a:pPr algn="ctr">
              <a:buFontTx/>
              <a:buNone/>
            </a:pPr>
            <a:r>
              <a:rPr lang="zh-CN" altLang="en-US" sz="2400" dirty="0" smtClean="0">
                <a:solidFill>
                  <a:schemeClr val="bg1">
                    <a:lumMod val="10000"/>
                  </a:schemeClr>
                </a:solidFill>
                <a:latin typeface="+mn-lt"/>
                <a:ea typeface="+mn-ea"/>
                <a:cs typeface="Consolas" panose="020B0609020204030204" pitchFamily="49" charset="0"/>
              </a:rPr>
              <a:t>外层循环结束时</a:t>
            </a:r>
            <a:endParaRPr lang="zh-CN" altLang="en-US" sz="2400" dirty="0" smtClean="0">
              <a:solidFill>
                <a:schemeClr val="bg1">
                  <a:lumMod val="10000"/>
                </a:schemeClr>
              </a:solidFill>
              <a:latin typeface="+mn-lt"/>
              <a:ea typeface="+mn-ea"/>
              <a:cs typeface="Consolas" panose="020B0609020204030204" pitchFamily="49" charset="0"/>
            </a:endParaRPr>
          </a:p>
        </p:txBody>
      </p:sp>
      <p:sp>
        <p:nvSpPr>
          <p:cNvPr id="6" name="标题 5"/>
          <p:cNvSpPr>
            <a:spLocks noGrp="1"/>
          </p:cNvSpPr>
          <p:nvPr>
            <p:ph type="title"/>
            <p:custDataLst>
              <p:tags r:id="rId60"/>
            </p:custDataLst>
          </p:nvPr>
        </p:nvSpPr>
        <p:spPr/>
        <p:txBody>
          <a:bodyPr vert="horz" wrap="square" lIns="0" tIns="0" rIns="0" bIns="0" rtlCol="0" anchor="ctr">
            <a:normAutofit/>
          </a:bodyPr>
          <a:lstStyle/>
          <a:p>
            <a:pPr lvl="0" algn="l">
              <a:buClrTx/>
              <a:buSzTx/>
              <a:buFontTx/>
            </a:pPr>
            <a:r>
              <a:rPr lang="zh-CN" altLang="en-US" dirty="0">
                <a:sym typeface="+mn-ea"/>
              </a:rPr>
              <a:t>算法复杂度分析示例</a:t>
            </a:r>
            <a:r>
              <a:rPr lang="zh-CN" altLang="en-US" dirty="0">
                <a:sym typeface="+mn-ea"/>
              </a:rPr>
              <a:t>1</a:t>
            </a:r>
            <a:r>
              <a:rPr lang="zh-CN" altLang="en-US" dirty="0">
                <a:sym typeface="+mn-ea"/>
              </a:rPr>
              <a:t>：选择排序</a:t>
            </a:r>
            <a:endParaRPr lang="zh-CN" altLang="en-US" dirty="0">
              <a:sym typeface="+mn-ea"/>
            </a:endParaRPr>
          </a:p>
        </p:txBody>
      </p:sp>
    </p:spTree>
    <p:custDataLst>
      <p:tags r:id="rId6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4294967295" end="4294967295"/>
                                            </p:txEl>
                                          </p:spTgt>
                                        </p:tgtEl>
                                        <p:attrNameLst>
                                          <p:attrName>style.visibility</p:attrName>
                                        </p:attrNameLst>
                                      </p:cBhvr>
                                      <p:to>
                                        <p:strVal val="visible"/>
                                      </p:to>
                                    </p:set>
                                    <p:animEffect transition="in" filter="wipe(left)">
                                      <p:cBhvr>
                                        <p:cTn id="7" dur="500"/>
                                        <p:tgtEl>
                                          <p:spTgt spid="13">
                                            <p:txEl>
                                              <p:pRg st="4294967295" end="4294967295"/>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62" name="CAMERA.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wipe(left)">
                                      <p:cBhvr>
                                        <p:cTn id="12" dur="500"/>
                                        <p:tgtEl>
                                          <p:spTgt spid="13">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6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up)">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3.33333E-6 -3.33333E-6 L 0.08021 -3.33333E-6 " pathEditMode="relative" rAng="0" ptsTypes="AA">
                                      <p:cBhvr>
                                        <p:cTn id="26" dur="500" fill="hold"/>
                                        <p:tgtEl>
                                          <p:spTgt spid="12"/>
                                        </p:tgtEl>
                                        <p:attrNameLst>
                                          <p:attrName>ppt_x</p:attrName>
                                          <p:attrName>ppt_y</p:attrName>
                                        </p:attrNameLst>
                                      </p:cBhvr>
                                      <p:rCtr x="4010" y="0"/>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2.5E-6 -4.44444E-6 L 0.07361 -4.44444E-6 " pathEditMode="relative" rAng="0" ptsTypes="AA">
                                      <p:cBhvr>
                                        <p:cTn id="30" dur="500" fill="hold"/>
                                        <p:tgtEl>
                                          <p:spTgt spid="17"/>
                                        </p:tgtEl>
                                        <p:attrNameLst>
                                          <p:attrName>ppt_x</p:attrName>
                                          <p:attrName>ppt_y</p:attrName>
                                        </p:attrNameLst>
                                      </p:cBhvr>
                                      <p:rCtr x="3681" y="0"/>
                                    </p:animMotion>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07361 -4.44444E-6 L 0.15225 -4.44444E-6 " pathEditMode="relative" rAng="0" ptsTypes="AA">
                                      <p:cBhvr>
                                        <p:cTn id="34" dur="500" fill="hold"/>
                                        <p:tgtEl>
                                          <p:spTgt spid="17"/>
                                        </p:tgtEl>
                                        <p:attrNameLst>
                                          <p:attrName>ppt_x</p:attrName>
                                          <p:attrName>ppt_y</p:attrName>
                                        </p:attrNameLst>
                                      </p:cBhvr>
                                      <p:rCtr x="3924" y="0"/>
                                    </p:animMotion>
                                  </p:childTnLst>
                                </p:cTn>
                              </p:par>
                            </p:childTnLst>
                          </p:cTn>
                        </p:par>
                      </p:childTnLst>
                    </p:cTn>
                  </p:par>
                  <p:par>
                    <p:cTn id="35" fill="hold">
                      <p:stCondLst>
                        <p:cond delay="indefinite"/>
                      </p:stCondLst>
                      <p:childTnLst>
                        <p:par>
                          <p:cTn id="36" fill="hold">
                            <p:stCondLst>
                              <p:cond delay="0"/>
                            </p:stCondLst>
                            <p:childTnLst>
                              <p:par>
                                <p:cTn id="37" presetID="63" presetClass="path" presetSubtype="0" accel="50000" decel="50000" fill="hold" nodeType="clickEffect">
                                  <p:stCondLst>
                                    <p:cond delay="0"/>
                                  </p:stCondLst>
                                  <p:childTnLst>
                                    <p:animMotion origin="layout" path="M 0.15225 -4.44444E-6 L 0.23107 -4.44444E-6 " pathEditMode="relative" rAng="0" ptsTypes="AA">
                                      <p:cBhvr>
                                        <p:cTn id="38" dur="500" fill="hold"/>
                                        <p:tgtEl>
                                          <p:spTgt spid="17"/>
                                        </p:tgtEl>
                                        <p:attrNameLst>
                                          <p:attrName>ppt_x</p:attrName>
                                          <p:attrName>ppt_y</p:attrName>
                                        </p:attrNameLst>
                                      </p:cBhvr>
                                      <p:rCtr x="3941" y="0"/>
                                    </p:animMotion>
                                  </p:childTnLst>
                                </p:cTn>
                              </p:par>
                            </p:childTnLst>
                          </p:cTn>
                        </p:par>
                      </p:childTnLst>
                    </p:cTn>
                  </p:par>
                  <p:par>
                    <p:cTn id="39" fill="hold">
                      <p:stCondLst>
                        <p:cond delay="indefinite"/>
                      </p:stCondLst>
                      <p:childTnLst>
                        <p:par>
                          <p:cTn id="40" fill="hold">
                            <p:stCondLst>
                              <p:cond delay="0"/>
                            </p:stCondLst>
                            <p:childTnLst>
                              <p:par>
                                <p:cTn id="41" presetID="63" presetClass="path" presetSubtype="0" accel="50000" decel="50000" fill="hold" nodeType="clickEffect">
                                  <p:stCondLst>
                                    <p:cond delay="0"/>
                                  </p:stCondLst>
                                  <p:childTnLst>
                                    <p:animMotion origin="layout" path="M 0.23107 -4.44444E-6 L 0.30989 -4.44444E-6 " pathEditMode="relative" rAng="0" ptsTypes="AA">
                                      <p:cBhvr>
                                        <p:cTn id="42" dur="500" fill="hold"/>
                                        <p:tgtEl>
                                          <p:spTgt spid="17"/>
                                        </p:tgtEl>
                                        <p:attrNameLst>
                                          <p:attrName>ppt_x</p:attrName>
                                          <p:attrName>ppt_y</p:attrName>
                                        </p:attrNameLst>
                                      </p:cBhvr>
                                      <p:rCtr x="3941" y="0"/>
                                    </p:animMotion>
                                  </p:childTnLst>
                                </p:cTn>
                              </p:par>
                            </p:childTnLst>
                          </p:cTn>
                        </p:par>
                      </p:childTnLst>
                    </p:cTn>
                  </p:par>
                  <p:par>
                    <p:cTn id="43" fill="hold">
                      <p:stCondLst>
                        <p:cond delay="indefinite"/>
                      </p:stCondLst>
                      <p:childTnLst>
                        <p:par>
                          <p:cTn id="44" fill="hold">
                            <p:stCondLst>
                              <p:cond delay="0"/>
                            </p:stCondLst>
                            <p:childTnLst>
                              <p:par>
                                <p:cTn id="45" presetID="63" presetClass="path" presetSubtype="0" accel="50000" decel="50000" fill="hold" nodeType="clickEffect">
                                  <p:stCondLst>
                                    <p:cond delay="0"/>
                                  </p:stCondLst>
                                  <p:childTnLst>
                                    <p:animMotion origin="layout" path="M 0.08021 -3.33333E-6 L 0.3875 -3.33333E-6 " pathEditMode="relative" rAng="0" ptsTypes="AA">
                                      <p:cBhvr>
                                        <p:cTn id="46" dur="500" fill="hold"/>
                                        <p:tgtEl>
                                          <p:spTgt spid="12"/>
                                        </p:tgtEl>
                                        <p:attrNameLst>
                                          <p:attrName>ppt_x</p:attrName>
                                          <p:attrName>ppt_y</p:attrName>
                                        </p:attrNameLst>
                                      </p:cBhvr>
                                      <p:rCtr x="15365" y="0"/>
                                    </p:animMotion>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nodeType="clickEffect">
                                  <p:stCondLst>
                                    <p:cond delay="0"/>
                                  </p:stCondLst>
                                  <p:childTnLst>
                                    <p:animMotion origin="layout" path="M 0.30989 -4.44444E-6 L 0.38854 -4.44444E-6 " pathEditMode="relative" rAng="0" ptsTypes="AA">
                                      <p:cBhvr>
                                        <p:cTn id="50" dur="500" fill="hold"/>
                                        <p:tgtEl>
                                          <p:spTgt spid="17"/>
                                        </p:tgtEl>
                                        <p:attrNameLst>
                                          <p:attrName>ppt_x</p:attrName>
                                          <p:attrName>ppt_y</p:attrName>
                                        </p:attrNameLst>
                                      </p:cBhvr>
                                      <p:rCtr x="3924" y="0"/>
                                    </p:animMotion>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76">
                                            <p:txEl>
                                              <p:pRg st="4294967295" end="4294967295"/>
                                            </p:txEl>
                                          </p:spTgt>
                                        </p:tgtEl>
                                        <p:attrNameLst>
                                          <p:attrName>style.visibility</p:attrName>
                                        </p:attrNameLst>
                                      </p:cBhvr>
                                      <p:to>
                                        <p:strVal val="visible"/>
                                      </p:to>
                                    </p:set>
                                    <p:animEffect transition="in" filter="wipe(left)">
                                      <p:cBhvr>
                                        <p:cTn id="55" dur="500"/>
                                        <p:tgtEl>
                                          <p:spTgt spid="76">
                                            <p:txEl>
                                              <p:pRg st="4294967295" end="4294967295"/>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6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6">
                                            <p:txEl>
                                              <p:pRg st="0" end="0"/>
                                            </p:txEl>
                                          </p:spTgt>
                                        </p:tgtEl>
                                        <p:attrNameLst>
                                          <p:attrName>style.visibility</p:attrName>
                                        </p:attrNameLst>
                                      </p:cBhvr>
                                      <p:to>
                                        <p:strVal val="visible"/>
                                      </p:to>
                                    </p:set>
                                    <p:animEffect transition="in" filter="wipe(left)">
                                      <p:cBhvr>
                                        <p:cTn id="60" dur="500"/>
                                        <p:tgtEl>
                                          <p:spTgt spid="76">
                                            <p:txEl>
                                              <p:pRg st="0" end="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62" name="CAMERA.WAV"/>
                                        </p:tgtEl>
                                      </p:cMediaNode>
                                    </p:audio>
                                  </p:subTnLst>
                                </p:cTn>
                              </p:par>
                              <p:par>
                                <p:cTn id="61" presetID="1" presetClass="exit" presetSubtype="0" fill="hold" nodeType="withEffect">
                                  <p:stCondLst>
                                    <p:cond delay="0"/>
                                  </p:stCondLst>
                                  <p:childTnLst>
                                    <p:set>
                                      <p:cBhvr>
                                        <p:cTn id="62" dur="1" fill="hold">
                                          <p:stCondLst>
                                            <p:cond delay="0"/>
                                          </p:stCondLst>
                                        </p:cTn>
                                        <p:tgtEl>
                                          <p:spTgt spid="12"/>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7"/>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77">
                                            <p:txEl>
                                              <p:pRg st="4294967295" end="4294967295"/>
                                            </p:txEl>
                                          </p:spTgt>
                                        </p:tgtEl>
                                        <p:attrNameLst>
                                          <p:attrName>style.visibility</p:attrName>
                                        </p:attrNameLst>
                                      </p:cBhvr>
                                      <p:to>
                                        <p:strVal val="visible"/>
                                      </p:to>
                                    </p:set>
                                    <p:animEffect transition="in" filter="wipe(left)">
                                      <p:cBhvr>
                                        <p:cTn id="69" dur="500"/>
                                        <p:tgtEl>
                                          <p:spTgt spid="77">
                                            <p:txEl>
                                              <p:pRg st="4294967295" end="4294967295"/>
                                            </p:txEl>
                                          </p:spTgt>
                                        </p:tgtEl>
                                      </p:cBhvr>
                                    </p:animEffect>
                                  </p:childTnLst>
                                  <p:subTnLst>
                                    <p:audio>
                                      <p:cMediaNode>
                                        <p:cTn display="0" masterRel="sameClick">
                                          <p:stCondLst>
                                            <p:cond evt="begin" delay="0">
                                              <p:tn val="67"/>
                                            </p:cond>
                                          </p:stCondLst>
                                          <p:endCondLst>
                                            <p:cond evt="onStopAudio" delay="0">
                                              <p:tgtEl>
                                                <p:sldTgt/>
                                              </p:tgtEl>
                                            </p:cond>
                                          </p:endCondLst>
                                        </p:cTn>
                                        <p:tgtEl>
                                          <p:sndTgt r:embed="rId62" name="CAMERA.WAV"/>
                                        </p:tgtEl>
                                      </p:cMediaNode>
                                    </p:audio>
                                  </p:sub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77">
                                            <p:txEl>
                                              <p:pRg st="0" end="0"/>
                                            </p:txEl>
                                          </p:spTgt>
                                        </p:tgtEl>
                                        <p:attrNameLst>
                                          <p:attrName>style.visibility</p:attrName>
                                        </p:attrNameLst>
                                      </p:cBhvr>
                                      <p:to>
                                        <p:strVal val="visible"/>
                                      </p:to>
                                    </p:set>
                                    <p:animEffect transition="in" filter="wipe(left)">
                                      <p:cBhvr>
                                        <p:cTn id="74" dur="500"/>
                                        <p:tgtEl>
                                          <p:spTgt spid="77">
                                            <p:txEl>
                                              <p:pRg st="0" end="0"/>
                                            </p:txEl>
                                          </p:spTgt>
                                        </p:tgtEl>
                                      </p:cBhvr>
                                    </p:animEffect>
                                  </p:childTnLst>
                                  <p:subTnLst>
                                    <p:audio>
                                      <p:cMediaNode>
                                        <p:cTn display="0" masterRel="sameClick">
                                          <p:stCondLst>
                                            <p:cond evt="begin" delay="0">
                                              <p:tn val="72"/>
                                            </p:cond>
                                          </p:stCondLst>
                                          <p:endCondLst>
                                            <p:cond evt="onStopAudio" delay="0">
                                              <p:tgtEl>
                                                <p:sldTgt/>
                                              </p:tgtEl>
                                            </p:cond>
                                          </p:endCondLst>
                                        </p:cTn>
                                        <p:tgtEl>
                                          <p:sndTgt r:embed="rId62" name="CAMERA.WAV"/>
                                        </p:tgtEl>
                                      </p:cMediaNode>
                                    </p:audio>
                                  </p:subTnLst>
                                </p:cTn>
                              </p:par>
                            </p:childTnLst>
                          </p:cTn>
                        </p:par>
                        <p:par>
                          <p:cTn id="75" fill="hold">
                            <p:stCondLst>
                              <p:cond delay="500"/>
                            </p:stCondLst>
                            <p:childTnLst>
                              <p:par>
                                <p:cTn id="76" presetID="22" presetClass="entr" presetSubtype="8" fill="hold" nodeType="after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wipe(left)">
                                      <p:cBhvr>
                                        <p:cTn id="78" dur="500"/>
                                        <p:tgtEl>
                                          <p:spTgt spid="5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78">
                                            <p:txEl>
                                              <p:pRg st="4294967295" end="4294967295"/>
                                            </p:txEl>
                                          </p:spTgt>
                                        </p:tgtEl>
                                        <p:attrNameLst>
                                          <p:attrName>style.visibility</p:attrName>
                                        </p:attrNameLst>
                                      </p:cBhvr>
                                      <p:to>
                                        <p:strVal val="visible"/>
                                      </p:to>
                                    </p:set>
                                    <p:animEffect transition="in" filter="wipe(left)">
                                      <p:cBhvr>
                                        <p:cTn id="83" dur="500"/>
                                        <p:tgtEl>
                                          <p:spTgt spid="78">
                                            <p:txEl>
                                              <p:pRg st="4294967295" end="4294967295"/>
                                            </p:txEl>
                                          </p:spTgt>
                                        </p:tgtEl>
                                      </p:cBhvr>
                                    </p:animEffect>
                                  </p:childTnLst>
                                  <p:subTnLst>
                                    <p:audio>
                                      <p:cMediaNode>
                                        <p:cTn display="0" masterRel="sameClick">
                                          <p:stCondLst>
                                            <p:cond evt="begin" delay="0">
                                              <p:tn val="81"/>
                                            </p:cond>
                                          </p:stCondLst>
                                          <p:endCondLst>
                                            <p:cond evt="onStopAudio" delay="0">
                                              <p:tgtEl>
                                                <p:sldTgt/>
                                              </p:tgtEl>
                                            </p:cond>
                                          </p:endCondLst>
                                        </p:cTn>
                                        <p:tgtEl>
                                          <p:sndTgt r:embed="rId62" name="CAMERA.WAV"/>
                                        </p:tgtEl>
                                      </p:cMediaNode>
                                    </p:audio>
                                  </p:sub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78">
                                            <p:txEl>
                                              <p:pRg st="0" end="0"/>
                                            </p:txEl>
                                          </p:spTgt>
                                        </p:tgtEl>
                                        <p:attrNameLst>
                                          <p:attrName>style.visibility</p:attrName>
                                        </p:attrNameLst>
                                      </p:cBhvr>
                                      <p:to>
                                        <p:strVal val="visible"/>
                                      </p:to>
                                    </p:set>
                                    <p:animEffect transition="in" filter="wipe(left)">
                                      <p:cBhvr>
                                        <p:cTn id="88" dur="500"/>
                                        <p:tgtEl>
                                          <p:spTgt spid="78">
                                            <p:txEl>
                                              <p:pRg st="0" end="0"/>
                                            </p:txEl>
                                          </p:spTgt>
                                        </p:tgtEl>
                                      </p:cBhvr>
                                    </p:animEffect>
                                  </p:childTnLst>
                                  <p:subTnLst>
                                    <p:audio>
                                      <p:cMediaNode>
                                        <p:cTn display="0" masterRel="sameClick">
                                          <p:stCondLst>
                                            <p:cond evt="begin" delay="0">
                                              <p:tn val="86"/>
                                            </p:cond>
                                          </p:stCondLst>
                                          <p:endCondLst>
                                            <p:cond evt="onStopAudio" delay="0">
                                              <p:tgtEl>
                                                <p:sldTgt/>
                                              </p:tgtEl>
                                            </p:cond>
                                          </p:endCondLst>
                                        </p:cTn>
                                        <p:tgtEl>
                                          <p:sndTgt r:embed="rId62" name="CAMERA.WAV"/>
                                        </p:tgtEl>
                                      </p:cMediaNode>
                                    </p:audio>
                                  </p:subTnLst>
                                </p:cTn>
                              </p:par>
                            </p:childTnLst>
                          </p:cTn>
                        </p:par>
                        <p:par>
                          <p:cTn id="89" fill="hold">
                            <p:stCondLst>
                              <p:cond delay="500"/>
                            </p:stCondLst>
                            <p:childTnLst>
                              <p:par>
                                <p:cTn id="90" presetID="22" presetClass="entr" presetSubtype="8" fill="hold" nodeType="after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wipe(left)">
                                      <p:cBhvr>
                                        <p:cTn id="92" dur="500"/>
                                        <p:tgtEl>
                                          <p:spTgt spid="5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79">
                                            <p:txEl>
                                              <p:pRg st="4294967295" end="4294967295"/>
                                            </p:txEl>
                                          </p:spTgt>
                                        </p:tgtEl>
                                        <p:attrNameLst>
                                          <p:attrName>style.visibility</p:attrName>
                                        </p:attrNameLst>
                                      </p:cBhvr>
                                      <p:to>
                                        <p:strVal val="visible"/>
                                      </p:to>
                                    </p:set>
                                    <p:animEffect transition="in" filter="wipe(left)">
                                      <p:cBhvr>
                                        <p:cTn id="97" dur="500"/>
                                        <p:tgtEl>
                                          <p:spTgt spid="79">
                                            <p:txEl>
                                              <p:pRg st="4294967295" end="4294967295"/>
                                            </p:txEl>
                                          </p:spTgt>
                                        </p:tgtEl>
                                      </p:cBhvr>
                                    </p:animEffect>
                                  </p:childTnLst>
                                  <p:subTnLst>
                                    <p:audio>
                                      <p:cMediaNode>
                                        <p:cTn display="0" masterRel="sameClick">
                                          <p:stCondLst>
                                            <p:cond evt="begin" delay="0">
                                              <p:tn val="95"/>
                                            </p:cond>
                                          </p:stCondLst>
                                          <p:endCondLst>
                                            <p:cond evt="onStopAudio" delay="0">
                                              <p:tgtEl>
                                                <p:sldTgt/>
                                              </p:tgtEl>
                                            </p:cond>
                                          </p:endCondLst>
                                        </p:cTn>
                                        <p:tgtEl>
                                          <p:sndTgt r:embed="rId62"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79">
                                            <p:txEl>
                                              <p:pRg st="0" end="0"/>
                                            </p:txEl>
                                          </p:spTgt>
                                        </p:tgtEl>
                                        <p:attrNameLst>
                                          <p:attrName>style.visibility</p:attrName>
                                        </p:attrNameLst>
                                      </p:cBhvr>
                                      <p:to>
                                        <p:strVal val="visible"/>
                                      </p:to>
                                    </p:set>
                                    <p:animEffect transition="in" filter="wipe(left)">
                                      <p:cBhvr>
                                        <p:cTn id="102" dur="500"/>
                                        <p:tgtEl>
                                          <p:spTgt spid="79">
                                            <p:txEl>
                                              <p:pRg st="0" end="0"/>
                                            </p:txEl>
                                          </p:spTgt>
                                        </p:tgtEl>
                                      </p:cBhvr>
                                    </p:animEffect>
                                  </p:childTnLst>
                                  <p:subTnLst>
                                    <p:audio>
                                      <p:cMediaNode>
                                        <p:cTn display="0" masterRel="sameClick">
                                          <p:stCondLst>
                                            <p:cond evt="begin" delay="0">
                                              <p:tn val="100"/>
                                            </p:cond>
                                          </p:stCondLst>
                                          <p:endCondLst>
                                            <p:cond evt="onStopAudio" delay="0">
                                              <p:tgtEl>
                                                <p:sldTgt/>
                                              </p:tgtEl>
                                            </p:cond>
                                          </p:endCondLst>
                                        </p:cTn>
                                        <p:tgtEl>
                                          <p:sndTgt r:embed="rId62" name="CAMERA.WAV"/>
                                        </p:tgtEl>
                                      </p:cMediaNode>
                                    </p:audio>
                                  </p:sub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805889"/>
                                        </p:tgtEl>
                                        <p:attrNameLst>
                                          <p:attrName>style.visibility</p:attrName>
                                        </p:attrNameLst>
                                      </p:cBhvr>
                                      <p:to>
                                        <p:strVal val="visible"/>
                                      </p:to>
                                    </p:set>
                                    <p:animEffect transition="in" filter="wipe(left)">
                                      <p:cBhvr>
                                        <p:cTn id="106" dur="500"/>
                                        <p:tgtEl>
                                          <p:spTgt spid="805889"/>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80">
                                            <p:txEl>
                                              <p:pRg st="4294967295" end="4294967295"/>
                                            </p:txEl>
                                          </p:spTgt>
                                        </p:tgtEl>
                                        <p:attrNameLst>
                                          <p:attrName>style.visibility</p:attrName>
                                        </p:attrNameLst>
                                      </p:cBhvr>
                                      <p:to>
                                        <p:strVal val="visible"/>
                                      </p:to>
                                    </p:set>
                                    <p:animEffect transition="in" filter="wipe(left)">
                                      <p:cBhvr>
                                        <p:cTn id="111" dur="500"/>
                                        <p:tgtEl>
                                          <p:spTgt spid="80">
                                            <p:txEl>
                                              <p:pRg st="4294967295" end="4294967295"/>
                                            </p:txEl>
                                          </p:spTgt>
                                        </p:tgtEl>
                                      </p:cBhvr>
                                    </p:animEffect>
                                  </p:childTnLst>
                                  <p:subTnLst>
                                    <p:audio>
                                      <p:cMediaNode>
                                        <p:cTn display="0" masterRel="sameClick">
                                          <p:stCondLst>
                                            <p:cond evt="begin" delay="0">
                                              <p:tn val="109"/>
                                            </p:cond>
                                          </p:stCondLst>
                                          <p:endCondLst>
                                            <p:cond evt="onStopAudio" delay="0">
                                              <p:tgtEl>
                                                <p:sldTgt/>
                                              </p:tgtEl>
                                            </p:cond>
                                          </p:endCondLst>
                                        </p:cTn>
                                        <p:tgtEl>
                                          <p:sndTgt r:embed="rId62" name="CAMERA.WAV"/>
                                        </p:tgtEl>
                                      </p:cMediaNode>
                                    </p:audio>
                                  </p:sub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80">
                                            <p:txEl>
                                              <p:pRg st="0" end="0"/>
                                            </p:txEl>
                                          </p:spTgt>
                                        </p:tgtEl>
                                        <p:attrNameLst>
                                          <p:attrName>style.visibility</p:attrName>
                                        </p:attrNameLst>
                                      </p:cBhvr>
                                      <p:to>
                                        <p:strVal val="visible"/>
                                      </p:to>
                                    </p:set>
                                    <p:animEffect transition="in" filter="wipe(left)">
                                      <p:cBhvr>
                                        <p:cTn id="116" dur="500"/>
                                        <p:tgtEl>
                                          <p:spTgt spid="80">
                                            <p:txEl>
                                              <p:pRg st="0" end="0"/>
                                            </p:txEl>
                                          </p:spTgt>
                                        </p:tgtEl>
                                      </p:cBhvr>
                                    </p:animEffect>
                                  </p:childTnLst>
                                  <p:subTnLst>
                                    <p:audio>
                                      <p:cMediaNode>
                                        <p:cTn display="0" masterRel="sameClick">
                                          <p:stCondLst>
                                            <p:cond evt="begin" delay="0">
                                              <p:tn val="114"/>
                                            </p:cond>
                                          </p:stCondLst>
                                          <p:endCondLst>
                                            <p:cond evt="onStopAudio" delay="0">
                                              <p:tgtEl>
                                                <p:sldTgt/>
                                              </p:tgtEl>
                                            </p:cond>
                                          </p:endCondLst>
                                        </p:cTn>
                                        <p:tgtEl>
                                          <p:sndTgt r:embed="rId62" name="CAMERA.WAV"/>
                                        </p:tgtEl>
                                      </p:cMediaNode>
                                    </p:audio>
                                  </p:sub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805899"/>
                                        </p:tgtEl>
                                        <p:attrNameLst>
                                          <p:attrName>style.visibility</p:attrName>
                                        </p:attrNameLst>
                                      </p:cBhvr>
                                      <p:to>
                                        <p:strVal val="visible"/>
                                      </p:to>
                                    </p:set>
                                    <p:animEffect transition="in" filter="wipe(left)">
                                      <p:cBhvr>
                                        <p:cTn id="120" dur="500"/>
                                        <p:tgtEl>
                                          <p:spTgt spid="805899"/>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81">
                                            <p:txEl>
                                              <p:pRg st="4294967295" end="4294967295"/>
                                            </p:txEl>
                                          </p:spTgt>
                                        </p:tgtEl>
                                        <p:attrNameLst>
                                          <p:attrName>style.visibility</p:attrName>
                                        </p:attrNameLst>
                                      </p:cBhvr>
                                      <p:to>
                                        <p:strVal val="visible"/>
                                      </p:to>
                                    </p:set>
                                    <p:animEffect transition="in" filter="wipe(left)">
                                      <p:cBhvr>
                                        <p:cTn id="125" dur="500"/>
                                        <p:tgtEl>
                                          <p:spTgt spid="81">
                                            <p:txEl>
                                              <p:pRg st="4294967295" end="4294967295"/>
                                            </p:txEl>
                                          </p:spTgt>
                                        </p:tgtEl>
                                      </p:cBhvr>
                                    </p:animEffect>
                                  </p:childTnLst>
                                  <p:subTnLst>
                                    <p:audio>
                                      <p:cMediaNode>
                                        <p:cTn display="0" masterRel="sameClick">
                                          <p:stCondLst>
                                            <p:cond evt="begin" delay="0">
                                              <p:tn val="123"/>
                                            </p:cond>
                                          </p:stCondLst>
                                          <p:endCondLst>
                                            <p:cond evt="onStopAudio" delay="0">
                                              <p:tgtEl>
                                                <p:sldTgt/>
                                              </p:tgtEl>
                                            </p:cond>
                                          </p:endCondLst>
                                        </p:cTn>
                                        <p:tgtEl>
                                          <p:sndTgt r:embed="rId62" name="CAMERA.WAV"/>
                                        </p:tgtEl>
                                      </p:cMediaNode>
                                    </p:audio>
                                  </p:sub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81">
                                            <p:txEl>
                                              <p:pRg st="0" end="0"/>
                                            </p:txEl>
                                          </p:spTgt>
                                        </p:tgtEl>
                                        <p:attrNameLst>
                                          <p:attrName>style.visibility</p:attrName>
                                        </p:attrNameLst>
                                      </p:cBhvr>
                                      <p:to>
                                        <p:strVal val="visible"/>
                                      </p:to>
                                    </p:set>
                                    <p:animEffect transition="in" filter="wipe(left)">
                                      <p:cBhvr>
                                        <p:cTn id="130" dur="500"/>
                                        <p:tgtEl>
                                          <p:spTgt spid="81">
                                            <p:txEl>
                                              <p:pRg st="0" end="0"/>
                                            </p:txEl>
                                          </p:spTgt>
                                        </p:tgtEl>
                                      </p:cBhvr>
                                    </p:animEffect>
                                  </p:childTnLst>
                                  <p:subTnLst>
                                    <p:audio>
                                      <p:cMediaNode>
                                        <p:cTn display="0" masterRel="sameClick">
                                          <p:stCondLst>
                                            <p:cond evt="begin" delay="0">
                                              <p:tn val="128"/>
                                            </p:cond>
                                          </p:stCondLst>
                                          <p:endCondLst>
                                            <p:cond evt="onStopAudio" delay="0">
                                              <p:tgtEl>
                                                <p:sldTgt/>
                                              </p:tgtEl>
                                            </p:cond>
                                          </p:endCondLst>
                                        </p:cTn>
                                        <p:tgtEl>
                                          <p:sndTgt r:embed="rId62" name="CAMERA.WAV"/>
                                        </p:tgtEl>
                                      </p:cMediaNode>
                                    </p:audio>
                                  </p:sub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805898"/>
                                        </p:tgtEl>
                                        <p:attrNameLst>
                                          <p:attrName>style.visibility</p:attrName>
                                        </p:attrNameLst>
                                      </p:cBhvr>
                                      <p:to>
                                        <p:strVal val="visible"/>
                                      </p:to>
                                    </p:set>
                                    <p:animEffect transition="in" filter="wipe(left)">
                                      <p:cBhvr>
                                        <p:cTn id="134" dur="500"/>
                                        <p:tgtEl>
                                          <p:spTgt spid="805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build="p"/>
      <p:bldP spid="76" grpId="0" autoUpdateAnimBg="0" build="p"/>
      <p:bldP spid="77" grpId="0" autoUpdateAnimBg="0" build="p"/>
      <p:bldP spid="78" grpId="0" autoUpdateAnimBg="0" build="p"/>
      <p:bldP spid="79" grpId="0" autoUpdateAnimBg="0" build="p"/>
      <p:bldP spid="80" grpId="0" autoUpdateAnimBg="0" build="p"/>
      <p:bldP spid="81" grpId="0" autoUpdateAnimBg="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Rectangle 3"/>
          <p:cNvSpPr>
            <a:spLocks noGrp="1" noChangeArrowheads="1"/>
          </p:cNvSpPr>
          <p:nvPr>
            <p:custDataLst>
              <p:tags r:id="rId2"/>
            </p:custDataLst>
          </p:nvPr>
        </p:nvSpPr>
        <p:spPr>
          <a:xfrm>
            <a:off x="456300" y="1490400"/>
            <a:ext cx="8226900" cy="4759200"/>
          </a:xfrm>
          <a:prstGeom prst="rect">
            <a:avLst/>
          </a:prstGeom>
        </p:spPr>
        <p:txBody>
          <a:bodyPr vert="horz" lIns="91440" tIns="45720" rIns="91440" bIns="45720" rtlCol="0">
            <a:normAutofit fontScale="4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spcBef>
                <a:spcPts val="1100"/>
              </a:spcBef>
              <a:spcAft>
                <a:spcPts val="0"/>
              </a:spcAft>
              <a:buNone/>
            </a:pPr>
            <a:r>
              <a:rPr lang="en-US" altLang="zh-CN" sz="2400" b="1" dirty="0" smtClean="0">
                <a:solidFill>
                  <a:schemeClr val="tx1"/>
                </a:solidFill>
                <a:cs typeface="Verdana" panose="020B0604030504040204" pitchFamily="34" charset="0"/>
              </a:rPr>
              <a:t>void </a:t>
            </a:r>
            <a:r>
              <a:rPr lang="en-US" altLang="zh-CN" sz="2400" b="1" dirty="0" err="1" smtClean="0">
                <a:solidFill>
                  <a:schemeClr val="tx1"/>
                </a:solidFill>
                <a:cs typeface="Verdana" panose="020B0604030504040204" pitchFamily="34" charset="0"/>
              </a:rPr>
              <a:t>select_sort</a:t>
            </a:r>
            <a:r>
              <a:rPr lang="en-US" altLang="zh-CN" sz="2400" b="1" dirty="0" smtClean="0">
                <a:solidFill>
                  <a:schemeClr val="tx1"/>
                </a:solidFill>
                <a:cs typeface="Verdana" panose="020B0604030504040204" pitchFamily="34" charset="0"/>
              </a:rPr>
              <a:t>(</a:t>
            </a:r>
            <a:r>
              <a:rPr lang="en-US" altLang="zh-CN" sz="2400" b="1" dirty="0" err="1" smtClean="0">
                <a:solidFill>
                  <a:schemeClr val="tx1"/>
                </a:solidFill>
                <a:cs typeface="Verdana" panose="020B0604030504040204" pitchFamily="34" charset="0"/>
              </a:rPr>
              <a:t>int</a:t>
            </a:r>
            <a:r>
              <a:rPr lang="en-US" altLang="zh-CN" sz="2400" b="1" dirty="0" smtClean="0">
                <a:solidFill>
                  <a:schemeClr val="tx1"/>
                </a:solidFill>
                <a:cs typeface="Verdana" panose="020B0604030504040204" pitchFamily="34" charset="0"/>
              </a:rPr>
              <a:t> </a:t>
            </a:r>
            <a:r>
              <a:rPr lang="en-US" altLang="zh-CN" sz="2400" b="1" dirty="0">
                <a:solidFill>
                  <a:schemeClr val="tx1"/>
                </a:solidFill>
                <a:cs typeface="Verdana" panose="020B0604030504040204" pitchFamily="34" charset="0"/>
              </a:rPr>
              <a:t>a[], </a:t>
            </a:r>
            <a:r>
              <a:rPr lang="en-US" altLang="zh-CN" sz="2400" b="1" dirty="0" err="1">
                <a:solidFill>
                  <a:schemeClr val="tx1"/>
                </a:solidFill>
                <a:cs typeface="Verdana" panose="020B0604030504040204" pitchFamily="34" charset="0"/>
              </a:rPr>
              <a:t>int</a:t>
            </a:r>
            <a:r>
              <a:rPr lang="en-US" altLang="zh-CN" sz="2400" b="1" dirty="0">
                <a:solidFill>
                  <a:schemeClr val="tx1"/>
                </a:solidFill>
                <a:cs typeface="Verdana" panose="020B0604030504040204" pitchFamily="34" charset="0"/>
              </a:rPr>
              <a:t> n)  </a:t>
            </a:r>
            <a:r>
              <a:rPr lang="en-US" altLang="zh-CN" sz="2400" b="1" dirty="0" smtClean="0">
                <a:solidFill>
                  <a:schemeClr val="tx1"/>
                </a:solidFill>
                <a:cs typeface="Verdana" panose="020B0604030504040204" pitchFamily="34" charset="0"/>
              </a:rPr>
              <a:t>{</a:t>
            </a:r>
            <a:endParaRPr lang="en-US" altLang="zh-CN" sz="2400" b="1" dirty="0" smtClean="0">
              <a:solidFill>
                <a:schemeClr val="tx1"/>
              </a:solidFill>
              <a:cs typeface="Verdana" panose="020B0604030504040204" pitchFamily="34" charset="0"/>
            </a:endParaRPr>
          </a:p>
          <a:p>
            <a:pPr eaLnBrk="1" hangingPunct="1">
              <a:spcBef>
                <a:spcPts val="1100"/>
              </a:spcBef>
              <a:spcAft>
                <a:spcPts val="0"/>
              </a:spcAft>
              <a:buNone/>
            </a:pPr>
            <a:r>
              <a:rPr lang="en-US" altLang="zh-CN" sz="2400" b="1" dirty="0" smtClean="0">
                <a:solidFill>
                  <a:schemeClr val="tx1"/>
                </a:solidFill>
                <a:cs typeface="Verdana" panose="020B0604030504040204" pitchFamily="34" charset="0"/>
              </a:rPr>
              <a:t>    </a:t>
            </a:r>
            <a:r>
              <a:rPr lang="en-US" altLang="zh-CN" sz="2400" b="1" dirty="0" err="1" smtClean="0">
                <a:solidFill>
                  <a:schemeClr val="tx1"/>
                </a:solidFill>
                <a:cs typeface="Verdana" panose="020B0604030504040204" pitchFamily="34" charset="0"/>
              </a:rPr>
              <a:t>int</a:t>
            </a:r>
            <a:r>
              <a:rPr lang="en-US" altLang="zh-CN" sz="2400" b="1" dirty="0" smtClean="0">
                <a:solidFill>
                  <a:schemeClr val="tx1"/>
                </a:solidFill>
                <a:cs typeface="Verdana" panose="020B0604030504040204" pitchFamily="34" charset="0"/>
              </a:rPr>
              <a:t> </a:t>
            </a:r>
            <a:r>
              <a:rPr lang="en-US" altLang="zh-CN" sz="2400" b="1" dirty="0" err="1" smtClean="0">
                <a:solidFill>
                  <a:schemeClr val="tx1"/>
                </a:solidFill>
                <a:cs typeface="Verdana" panose="020B0604030504040204" pitchFamily="34" charset="0"/>
              </a:rPr>
              <a:t>i</a:t>
            </a:r>
            <a:r>
              <a:rPr lang="en-US" altLang="zh-CN" sz="2400" b="1" dirty="0" smtClean="0">
                <a:solidFill>
                  <a:schemeClr val="tx1"/>
                </a:solidFill>
                <a:cs typeface="Verdana" panose="020B0604030504040204" pitchFamily="34" charset="0"/>
              </a:rPr>
              <a:t>, j, k, </a:t>
            </a:r>
            <a:r>
              <a:rPr lang="en-US" altLang="zh-CN" sz="2400" b="1" dirty="0" err="1" smtClean="0">
                <a:solidFill>
                  <a:schemeClr val="tx1"/>
                </a:solidFill>
                <a:cs typeface="Verdana" panose="020B0604030504040204" pitchFamily="34" charset="0"/>
              </a:rPr>
              <a:t>tmp</a:t>
            </a:r>
            <a:r>
              <a:rPr lang="en-US" altLang="zh-CN" sz="2400" b="1" dirty="0" smtClean="0">
                <a:solidFill>
                  <a:schemeClr val="tx1"/>
                </a:solidFill>
                <a:cs typeface="Verdana" panose="020B0604030504040204" pitchFamily="34" charset="0"/>
              </a:rPr>
              <a:t>; </a:t>
            </a:r>
            <a:r>
              <a:rPr lang="zh-CN" altLang="en-US" sz="2400" b="1" dirty="0" smtClean="0">
                <a:solidFill>
                  <a:schemeClr val="tx1"/>
                </a:solidFill>
                <a:cs typeface="Verdana" panose="020B0604030504040204" pitchFamily="34" charset="0"/>
              </a:rPr>
              <a:t>   </a:t>
            </a:r>
            <a:endParaRPr lang="zh-CN" altLang="en-US" sz="2400" b="1" dirty="0">
              <a:solidFill>
                <a:schemeClr val="tx1"/>
              </a:solidFill>
              <a:cs typeface="Verdana" panose="020B0604030504040204" pitchFamily="34" charset="0"/>
            </a:endParaRPr>
          </a:p>
          <a:p>
            <a:pPr marL="400050" lvl="1" indent="0" eaLnBrk="1" hangingPunct="1">
              <a:spcBef>
                <a:spcPts val="1100"/>
              </a:spcBef>
              <a:spcAft>
                <a:spcPts val="0"/>
              </a:spcAft>
              <a:buNone/>
            </a:pPr>
            <a:r>
              <a:rPr lang="en-US" altLang="zh-CN" sz="2400" b="1" dirty="0">
                <a:solidFill>
                  <a:schemeClr val="tx1"/>
                </a:solidFill>
                <a:cs typeface="Verdana" panose="020B0604030504040204" pitchFamily="34" charset="0"/>
              </a:rPr>
              <a:t>for ( </a:t>
            </a:r>
            <a:r>
              <a:rPr lang="en-US" altLang="zh-CN" sz="2400" b="1" dirty="0" err="1">
                <a:solidFill>
                  <a:schemeClr val="tx1"/>
                </a:solidFill>
                <a:cs typeface="Verdana" panose="020B0604030504040204" pitchFamily="34" charset="0"/>
              </a:rPr>
              <a:t>i</a:t>
            </a:r>
            <a:r>
              <a:rPr lang="en-US" altLang="zh-CN" sz="2400" b="1" dirty="0">
                <a:solidFill>
                  <a:schemeClr val="tx1"/>
                </a:solidFill>
                <a:cs typeface="Verdana" panose="020B0604030504040204" pitchFamily="34" charset="0"/>
              </a:rPr>
              <a:t> = 0;  </a:t>
            </a:r>
            <a:r>
              <a:rPr lang="en-US" altLang="zh-CN" sz="2400" b="1" dirty="0" err="1">
                <a:solidFill>
                  <a:schemeClr val="tx1"/>
                </a:solidFill>
                <a:cs typeface="Verdana" panose="020B0604030504040204" pitchFamily="34" charset="0"/>
              </a:rPr>
              <a:t>i</a:t>
            </a:r>
            <a:r>
              <a:rPr lang="en-US" altLang="zh-CN" sz="2400" b="1" dirty="0">
                <a:solidFill>
                  <a:schemeClr val="tx1"/>
                </a:solidFill>
                <a:cs typeface="Verdana" panose="020B0604030504040204" pitchFamily="34" charset="0"/>
              </a:rPr>
              <a:t>&lt; n-1;  ++</a:t>
            </a:r>
            <a:r>
              <a:rPr lang="en-US" altLang="zh-CN" sz="2400" b="1" dirty="0" err="1">
                <a:solidFill>
                  <a:schemeClr val="tx1"/>
                </a:solidFill>
                <a:cs typeface="Verdana" panose="020B0604030504040204" pitchFamily="34" charset="0"/>
              </a:rPr>
              <a:t>i</a:t>
            </a:r>
            <a:r>
              <a:rPr lang="en-US" altLang="zh-CN" sz="2400" b="1" dirty="0">
                <a:solidFill>
                  <a:schemeClr val="tx1"/>
                </a:solidFill>
                <a:cs typeface="Verdana" panose="020B0604030504040204" pitchFamily="34" charset="0"/>
              </a:rPr>
              <a:t> ) {</a:t>
            </a:r>
            <a:endParaRPr lang="en-US" altLang="zh-CN" sz="2400" b="1" dirty="0">
              <a:solidFill>
                <a:schemeClr val="tx1"/>
              </a:solidFill>
              <a:cs typeface="Verdana" panose="020B0604030504040204" pitchFamily="34" charset="0"/>
            </a:endParaRPr>
          </a:p>
          <a:p>
            <a:pPr marL="800100" lvl="2" indent="0" eaLnBrk="1" hangingPunct="1">
              <a:spcBef>
                <a:spcPts val="1100"/>
              </a:spcBef>
              <a:spcAft>
                <a:spcPts val="0"/>
              </a:spcAft>
              <a:buNone/>
            </a:pPr>
            <a:r>
              <a:rPr lang="en-US" altLang="zh-CN" b="1" dirty="0">
                <a:solidFill>
                  <a:schemeClr val="tx1"/>
                </a:solidFill>
                <a:cs typeface="Verdana" panose="020B0604030504040204" pitchFamily="34" charset="0"/>
              </a:rPr>
              <a:t>j = </a:t>
            </a:r>
            <a:r>
              <a:rPr lang="en-US" altLang="zh-CN" b="1" dirty="0" err="1">
                <a:solidFill>
                  <a:schemeClr val="tx1"/>
                </a:solidFill>
                <a:cs typeface="Verdana" panose="020B0604030504040204" pitchFamily="34" charset="0"/>
              </a:rPr>
              <a:t>i</a:t>
            </a:r>
            <a:r>
              <a:rPr lang="en-US" altLang="zh-CN" b="1" dirty="0">
                <a:solidFill>
                  <a:schemeClr val="tx1"/>
                </a:solidFill>
                <a:cs typeface="Verdana" panose="020B0604030504040204" pitchFamily="34" charset="0"/>
              </a:rPr>
              <a:t>;   </a:t>
            </a:r>
            <a:endParaRPr lang="zh-CN" altLang="en-US" b="1" dirty="0">
              <a:solidFill>
                <a:schemeClr val="tx1"/>
              </a:solidFill>
              <a:cs typeface="Verdana" panose="020B0604030504040204" pitchFamily="34" charset="0"/>
            </a:endParaRPr>
          </a:p>
          <a:p>
            <a:pPr marL="800100" lvl="2" indent="0" eaLnBrk="1" hangingPunct="1">
              <a:spcBef>
                <a:spcPts val="1100"/>
              </a:spcBef>
              <a:spcAft>
                <a:spcPts val="0"/>
              </a:spcAft>
              <a:buNone/>
            </a:pPr>
            <a:r>
              <a:rPr lang="en-US" altLang="zh-CN" b="1" dirty="0" smtClean="0">
                <a:solidFill>
                  <a:schemeClr val="tx1"/>
                </a:solidFill>
                <a:cs typeface="Verdana" panose="020B0604030504040204" pitchFamily="34" charset="0"/>
              </a:rPr>
              <a:t>for ( k = </a:t>
            </a:r>
            <a:r>
              <a:rPr lang="en-US" altLang="zh-CN" b="1" dirty="0">
                <a:solidFill>
                  <a:schemeClr val="tx1"/>
                </a:solidFill>
                <a:cs typeface="Verdana" panose="020B0604030504040204" pitchFamily="34" charset="0"/>
              </a:rPr>
              <a:t>i+1</a:t>
            </a:r>
            <a:r>
              <a:rPr lang="en-US" altLang="zh-CN" b="1" dirty="0" smtClean="0">
                <a:solidFill>
                  <a:schemeClr val="tx1"/>
                </a:solidFill>
                <a:cs typeface="Verdana" panose="020B0604030504040204" pitchFamily="34" charset="0"/>
              </a:rPr>
              <a:t>;  k &lt; </a:t>
            </a:r>
            <a:r>
              <a:rPr lang="en-US" altLang="zh-CN" b="1" dirty="0">
                <a:solidFill>
                  <a:schemeClr val="tx1"/>
                </a:solidFill>
                <a:cs typeface="Verdana" panose="020B0604030504040204" pitchFamily="34" charset="0"/>
              </a:rPr>
              <a:t>n</a:t>
            </a:r>
            <a:r>
              <a:rPr lang="en-US" altLang="zh-CN" b="1" dirty="0" smtClean="0">
                <a:solidFill>
                  <a:schemeClr val="tx1"/>
                </a:solidFill>
                <a:cs typeface="Verdana" panose="020B0604030504040204" pitchFamily="34" charset="0"/>
              </a:rPr>
              <a:t>;  ++k ) </a:t>
            </a:r>
            <a:r>
              <a:rPr lang="en-US" altLang="zh-CN" b="1" dirty="0">
                <a:solidFill>
                  <a:schemeClr val="tx1"/>
                </a:solidFill>
                <a:cs typeface="Verdana" panose="020B0604030504040204" pitchFamily="34" charset="0"/>
              </a:rPr>
              <a:t>{</a:t>
            </a:r>
            <a:endParaRPr lang="en-US" altLang="zh-CN" b="1" dirty="0" smtClean="0">
              <a:solidFill>
                <a:schemeClr val="tx1"/>
              </a:solidFill>
              <a:cs typeface="Verdana" panose="020B0604030504040204" pitchFamily="34" charset="0"/>
            </a:endParaRPr>
          </a:p>
          <a:p>
            <a:pPr marL="800100" lvl="2" indent="0" eaLnBrk="1" hangingPunct="1">
              <a:spcBef>
                <a:spcPts val="1100"/>
              </a:spcBef>
              <a:spcAft>
                <a:spcPts val="0"/>
              </a:spcAft>
              <a:buNone/>
            </a:pPr>
            <a:r>
              <a:rPr lang="en-US" altLang="zh-CN" b="1" dirty="0" smtClean="0">
                <a:solidFill>
                  <a:schemeClr val="tx1"/>
                </a:solidFill>
                <a:cs typeface="Verdana" panose="020B0604030504040204" pitchFamily="34" charset="0"/>
              </a:rPr>
              <a:t>     </a:t>
            </a:r>
            <a:r>
              <a:rPr lang="en-US" altLang="zh-CN" b="1" dirty="0">
                <a:solidFill>
                  <a:schemeClr val="tx1"/>
                </a:solidFill>
                <a:cs typeface="Verdana" panose="020B0604030504040204" pitchFamily="34" charset="0"/>
              </a:rPr>
              <a:t>if (a[k] &lt; a[j] )  </a:t>
            </a:r>
            <a:r>
              <a:rPr lang="en-US" altLang="zh-CN" b="1" dirty="0" smtClean="0">
                <a:solidFill>
                  <a:schemeClr val="tx1"/>
                </a:solidFill>
                <a:cs typeface="Verdana" panose="020B0604030504040204" pitchFamily="34" charset="0"/>
              </a:rPr>
              <a:t>j </a:t>
            </a:r>
            <a:r>
              <a:rPr lang="en-US" altLang="zh-CN" b="1" dirty="0">
                <a:solidFill>
                  <a:schemeClr val="tx1"/>
                </a:solidFill>
                <a:cs typeface="Verdana" panose="020B0604030504040204" pitchFamily="34" charset="0"/>
              </a:rPr>
              <a:t>= k</a:t>
            </a:r>
            <a:r>
              <a:rPr lang="en-US" altLang="zh-CN" b="1" dirty="0" smtClean="0">
                <a:solidFill>
                  <a:schemeClr val="tx1"/>
                </a:solidFill>
                <a:cs typeface="Verdana" panose="020B0604030504040204" pitchFamily="34" charset="0"/>
              </a:rPr>
              <a:t>;</a:t>
            </a:r>
            <a:endParaRPr lang="en-US" altLang="zh-CN" b="1" dirty="0" smtClean="0">
              <a:solidFill>
                <a:schemeClr val="tx1"/>
              </a:solidFill>
              <a:cs typeface="Verdana" panose="020B0604030504040204" pitchFamily="34" charset="0"/>
            </a:endParaRPr>
          </a:p>
          <a:p>
            <a:pPr marL="800100" lvl="2" indent="0" eaLnBrk="1" hangingPunct="1">
              <a:spcBef>
                <a:spcPts val="1100"/>
              </a:spcBef>
              <a:spcAft>
                <a:spcPts val="0"/>
              </a:spcAft>
              <a:buNone/>
            </a:pPr>
            <a:r>
              <a:rPr lang="en-US" altLang="zh-CN" b="1" dirty="0">
                <a:solidFill>
                  <a:schemeClr val="tx1"/>
                </a:solidFill>
                <a:cs typeface="Verdana" panose="020B0604030504040204" pitchFamily="34" charset="0"/>
              </a:rPr>
              <a:t>}</a:t>
            </a:r>
            <a:endParaRPr lang="en-US" altLang="zh-CN" b="1" dirty="0">
              <a:solidFill>
                <a:schemeClr val="tx1"/>
              </a:solidFill>
              <a:cs typeface="Verdana" panose="020B0604030504040204" pitchFamily="34" charset="0"/>
            </a:endParaRPr>
          </a:p>
          <a:p>
            <a:pPr marL="800100" lvl="2" indent="0" eaLnBrk="1" hangingPunct="1">
              <a:spcBef>
                <a:spcPts val="1100"/>
              </a:spcBef>
              <a:spcAft>
                <a:spcPts val="0"/>
              </a:spcAft>
              <a:buNone/>
            </a:pPr>
            <a:r>
              <a:rPr lang="en-US" altLang="zh-CN" b="1" dirty="0">
                <a:solidFill>
                  <a:schemeClr val="tx1"/>
                </a:solidFill>
                <a:cs typeface="Verdana" panose="020B0604030504040204" pitchFamily="34" charset="0"/>
              </a:rPr>
              <a:t>if ( j != </a:t>
            </a:r>
            <a:r>
              <a:rPr lang="en-US" altLang="zh-CN" b="1" dirty="0" err="1" smtClean="0">
                <a:solidFill>
                  <a:schemeClr val="tx1"/>
                </a:solidFill>
                <a:cs typeface="Verdana" panose="020B0604030504040204" pitchFamily="34" charset="0"/>
              </a:rPr>
              <a:t>i</a:t>
            </a:r>
            <a:r>
              <a:rPr lang="en-US" altLang="zh-CN" b="1" dirty="0" smtClean="0">
                <a:solidFill>
                  <a:schemeClr val="tx1"/>
                </a:solidFill>
                <a:cs typeface="Verdana" panose="020B0604030504040204" pitchFamily="34" charset="0"/>
              </a:rPr>
              <a:t> </a:t>
            </a:r>
            <a:r>
              <a:rPr lang="en-US" altLang="zh-CN" b="1" dirty="0">
                <a:solidFill>
                  <a:schemeClr val="tx1"/>
                </a:solidFill>
                <a:cs typeface="Verdana" panose="020B0604030504040204" pitchFamily="34" charset="0"/>
              </a:rPr>
              <a:t>) </a:t>
            </a:r>
            <a:r>
              <a:rPr lang="en-US" altLang="zh-CN" b="1" dirty="0" smtClean="0">
                <a:solidFill>
                  <a:schemeClr val="tx1"/>
                </a:solidFill>
                <a:cs typeface="Verdana" panose="020B0604030504040204" pitchFamily="34" charset="0"/>
              </a:rPr>
              <a:t>{ </a:t>
            </a:r>
            <a:endParaRPr lang="en-US" altLang="zh-CN" b="1" dirty="0" smtClean="0">
              <a:solidFill>
                <a:schemeClr val="tx1"/>
              </a:solidFill>
              <a:cs typeface="Verdana" panose="020B0604030504040204" pitchFamily="34" charset="0"/>
            </a:endParaRPr>
          </a:p>
          <a:p>
            <a:pPr marL="1257300" lvl="3" indent="0" eaLnBrk="1" hangingPunct="1">
              <a:spcBef>
                <a:spcPts val="1100"/>
              </a:spcBef>
              <a:spcAft>
                <a:spcPts val="0"/>
              </a:spcAft>
              <a:buNone/>
            </a:pPr>
            <a:r>
              <a:rPr lang="en-US" altLang="zh-CN" sz="2400" b="1" dirty="0" smtClean="0">
                <a:solidFill>
                  <a:schemeClr val="tx1"/>
                </a:solidFill>
                <a:cs typeface="Verdana" panose="020B0604030504040204" pitchFamily="34" charset="0"/>
              </a:rPr>
              <a:t> </a:t>
            </a:r>
            <a:r>
              <a:rPr lang="en-US" altLang="zh-CN" sz="2400" b="1" dirty="0" err="1">
                <a:solidFill>
                  <a:schemeClr val="tx1"/>
                </a:solidFill>
                <a:cs typeface="Verdana" panose="020B0604030504040204" pitchFamily="34" charset="0"/>
              </a:rPr>
              <a:t>tmp</a:t>
            </a:r>
            <a:r>
              <a:rPr lang="en-US" altLang="zh-CN" sz="2400" b="1" dirty="0" smtClean="0">
                <a:solidFill>
                  <a:schemeClr val="tx1"/>
                </a:solidFill>
                <a:cs typeface="Verdana" panose="020B0604030504040204" pitchFamily="34" charset="0"/>
              </a:rPr>
              <a:t> </a:t>
            </a:r>
            <a:r>
              <a:rPr lang="en-US" altLang="zh-CN" sz="2400" b="1" dirty="0">
                <a:solidFill>
                  <a:schemeClr val="tx1"/>
                </a:solidFill>
                <a:cs typeface="Verdana" panose="020B0604030504040204" pitchFamily="34" charset="0"/>
              </a:rPr>
              <a:t>= </a:t>
            </a:r>
            <a:r>
              <a:rPr lang="en-US" altLang="zh-CN" sz="2400" b="1" dirty="0" smtClean="0">
                <a:solidFill>
                  <a:schemeClr val="tx1"/>
                </a:solidFill>
                <a:cs typeface="Verdana" panose="020B0604030504040204" pitchFamily="34" charset="0"/>
              </a:rPr>
              <a:t>a[</a:t>
            </a:r>
            <a:r>
              <a:rPr lang="en-US" altLang="zh-CN" sz="2400" b="1" dirty="0" err="1" smtClean="0">
                <a:solidFill>
                  <a:schemeClr val="tx1"/>
                </a:solidFill>
                <a:cs typeface="Verdana" panose="020B0604030504040204" pitchFamily="34" charset="0"/>
              </a:rPr>
              <a:t>i</a:t>
            </a:r>
            <a:r>
              <a:rPr lang="en-US" altLang="zh-CN" sz="2400" b="1" dirty="0" smtClean="0">
                <a:solidFill>
                  <a:schemeClr val="tx1"/>
                </a:solidFill>
                <a:cs typeface="Verdana" panose="020B0604030504040204" pitchFamily="34" charset="0"/>
              </a:rPr>
              <a:t>];   a[</a:t>
            </a:r>
            <a:r>
              <a:rPr lang="en-US" altLang="zh-CN" sz="2400" b="1" dirty="0" err="1" smtClean="0">
                <a:solidFill>
                  <a:schemeClr val="tx1"/>
                </a:solidFill>
                <a:cs typeface="Verdana" panose="020B0604030504040204" pitchFamily="34" charset="0"/>
              </a:rPr>
              <a:t>i</a:t>
            </a:r>
            <a:r>
              <a:rPr lang="en-US" altLang="zh-CN" sz="2400" b="1" dirty="0" smtClean="0">
                <a:solidFill>
                  <a:schemeClr val="tx1"/>
                </a:solidFill>
                <a:cs typeface="Verdana" panose="020B0604030504040204" pitchFamily="34" charset="0"/>
              </a:rPr>
              <a:t>] = a[j];  a[j] </a:t>
            </a:r>
            <a:r>
              <a:rPr lang="en-US" altLang="zh-CN" sz="2400" b="1" dirty="0">
                <a:solidFill>
                  <a:schemeClr val="tx1"/>
                </a:solidFill>
                <a:cs typeface="Verdana" panose="020B0604030504040204" pitchFamily="34" charset="0"/>
              </a:rPr>
              <a:t>= </a:t>
            </a:r>
            <a:r>
              <a:rPr lang="en-US" altLang="zh-CN" sz="2400" b="1" dirty="0" err="1">
                <a:solidFill>
                  <a:schemeClr val="tx1"/>
                </a:solidFill>
                <a:cs typeface="Verdana" panose="020B0604030504040204" pitchFamily="34" charset="0"/>
              </a:rPr>
              <a:t>tmp</a:t>
            </a:r>
            <a:r>
              <a:rPr lang="en-US" altLang="zh-CN" sz="2400" b="1" dirty="0" smtClean="0">
                <a:solidFill>
                  <a:schemeClr val="tx1"/>
                </a:solidFill>
                <a:cs typeface="Verdana" panose="020B0604030504040204" pitchFamily="34" charset="0"/>
              </a:rPr>
              <a:t>;</a:t>
            </a:r>
            <a:endParaRPr lang="en-US" altLang="zh-CN" sz="2400" b="1" dirty="0" smtClean="0">
              <a:solidFill>
                <a:schemeClr val="tx1"/>
              </a:solidFill>
              <a:cs typeface="Verdana" panose="020B0604030504040204" pitchFamily="34" charset="0"/>
            </a:endParaRPr>
          </a:p>
          <a:p>
            <a:pPr marL="800100" lvl="2" indent="0" eaLnBrk="1" hangingPunct="1">
              <a:spcBef>
                <a:spcPts val="1100"/>
              </a:spcBef>
              <a:spcAft>
                <a:spcPts val="0"/>
              </a:spcAft>
              <a:buNone/>
            </a:pPr>
            <a:r>
              <a:rPr lang="en-US" altLang="zh-CN" b="1" dirty="0" smtClean="0">
                <a:solidFill>
                  <a:schemeClr val="tx1"/>
                </a:solidFill>
                <a:cs typeface="Verdana" panose="020B0604030504040204" pitchFamily="34" charset="0"/>
              </a:rPr>
              <a:t>}</a:t>
            </a:r>
            <a:endParaRPr lang="en-US" altLang="zh-CN" b="1" dirty="0">
              <a:solidFill>
                <a:schemeClr val="tx1"/>
              </a:solidFill>
              <a:cs typeface="Verdana" panose="020B0604030504040204" pitchFamily="34" charset="0"/>
            </a:endParaRPr>
          </a:p>
          <a:p>
            <a:pPr marL="400050" lvl="1" indent="0" eaLnBrk="1" hangingPunct="1">
              <a:spcBef>
                <a:spcPts val="1100"/>
              </a:spcBef>
              <a:spcAft>
                <a:spcPts val="0"/>
              </a:spcAft>
              <a:buNone/>
            </a:pPr>
            <a:r>
              <a:rPr lang="en-US" altLang="zh-CN" sz="2400" b="1" dirty="0">
                <a:solidFill>
                  <a:schemeClr val="tx1"/>
                </a:solidFill>
                <a:cs typeface="Verdana" panose="020B0604030504040204" pitchFamily="34" charset="0"/>
              </a:rPr>
              <a:t>}</a:t>
            </a:r>
            <a:endParaRPr lang="zh-CN" altLang="en-US" sz="2400" b="1" dirty="0">
              <a:solidFill>
                <a:schemeClr val="tx1"/>
              </a:solidFill>
              <a:cs typeface="Verdana" panose="020B0604030504040204" pitchFamily="34" charset="0"/>
            </a:endParaRPr>
          </a:p>
          <a:p>
            <a:pPr eaLnBrk="1" hangingPunct="1">
              <a:spcBef>
                <a:spcPts val="1100"/>
              </a:spcBef>
              <a:spcAft>
                <a:spcPts val="0"/>
              </a:spcAft>
              <a:buNone/>
            </a:pPr>
            <a:r>
              <a:rPr lang="en-US" altLang="zh-CN" sz="2400" b="1" dirty="0" smtClean="0">
                <a:solidFill>
                  <a:schemeClr val="tx1"/>
                </a:solidFill>
                <a:cs typeface="Verdana" panose="020B0604030504040204" pitchFamily="34" charset="0"/>
              </a:rPr>
              <a:t>}</a:t>
            </a:r>
            <a:endParaRPr lang="en-US" altLang="zh-CN" sz="2400" b="1" dirty="0" smtClean="0">
              <a:solidFill>
                <a:schemeClr val="tx1"/>
              </a:solidFill>
              <a:cs typeface="Verdana" panose="020B0604030504040204" pitchFamily="34" charset="0"/>
            </a:endParaRPr>
          </a:p>
        </p:txBody>
      </p:sp>
      <p:sp>
        <p:nvSpPr>
          <p:cNvPr id="6" name="标题 5"/>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算法复杂度分析示例</a:t>
            </a:r>
            <a:r>
              <a:rPr lang="zh-CN" altLang="en-US" dirty="0">
                <a:sym typeface="+mn-ea"/>
              </a:rPr>
              <a:t>1</a:t>
            </a:r>
            <a:r>
              <a:rPr lang="zh-CN" altLang="en-US" dirty="0">
                <a:sym typeface="+mn-ea"/>
              </a:rPr>
              <a:t>：选择排序</a:t>
            </a:r>
            <a:endParaRPr lang="zh-CN" altLang="en-US" dirty="0">
              <a:sym typeface="+mn-ea"/>
            </a:endParaRPr>
          </a:p>
        </p:txBody>
      </p:sp>
    </p:spTree>
    <p:custDataLst>
      <p:tags r:id="rId4"/>
    </p:custData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6" name="Rectangle 4"/>
          <p:cNvSpPr>
            <a:spLocks noChangeArrowheads="1"/>
          </p:cNvSpPr>
          <p:nvPr>
            <p:custDataLst>
              <p:tags r:id="rId1"/>
            </p:custDataLst>
          </p:nvPr>
        </p:nvSpPr>
        <p:spPr bwMode="auto">
          <a:xfrm>
            <a:off x="6423281" y="5616624"/>
            <a:ext cx="2052227" cy="83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r>
              <a:rPr lang="en-US" altLang="zh-CN" sz="3600" b="1" dirty="0" smtClean="0">
                <a:solidFill>
                  <a:schemeClr val="tx1"/>
                </a:solidFill>
                <a:latin typeface="+mn-lt"/>
                <a:ea typeface="+mn-ea"/>
              </a:rPr>
              <a:t>=</a:t>
            </a:r>
            <a:r>
              <a:rPr lang="en-US" altLang="zh-CN" sz="3600" b="1" i="1" dirty="0" smtClean="0">
                <a:solidFill>
                  <a:schemeClr val="tx1"/>
                </a:solidFill>
                <a:latin typeface="+mn-lt"/>
                <a:ea typeface="+mn-ea"/>
              </a:rPr>
              <a:t> </a:t>
            </a:r>
            <a:r>
              <a:rPr lang="en-US" altLang="zh-CN" sz="4000" b="1" i="1" dirty="0" smtClean="0">
                <a:solidFill>
                  <a:schemeClr val="accent1">
                    <a:lumMod val="50000"/>
                    <a:hueOff val="9600000"/>
                  </a:schemeClr>
                </a:solidFill>
                <a:latin typeface="+mn-lt"/>
                <a:ea typeface="+mn-ea"/>
                <a:cs typeface="Times New Roman" panose="02020603050405020304" pitchFamily="18" charset="0"/>
              </a:rPr>
              <a:t>O</a:t>
            </a:r>
            <a:r>
              <a:rPr lang="en-US" altLang="zh-CN" sz="4000" b="1" dirty="0" smtClean="0">
                <a:solidFill>
                  <a:schemeClr val="accent1">
                    <a:lumMod val="50000"/>
                    <a:hueOff val="9600000"/>
                  </a:schemeClr>
                </a:solidFill>
                <a:latin typeface="+mn-lt"/>
                <a:ea typeface="+mn-ea"/>
                <a:cs typeface="Times New Roman" panose="02020603050405020304" pitchFamily="18" charset="0"/>
              </a:rPr>
              <a:t>(</a:t>
            </a:r>
            <a:r>
              <a:rPr kumimoji="1" lang="en-US" altLang="zh-CN" sz="4000" b="1" i="1" dirty="0" smtClean="0">
                <a:solidFill>
                  <a:schemeClr val="accent1">
                    <a:lumMod val="50000"/>
                    <a:hueOff val="10800000"/>
                  </a:schemeClr>
                </a:solidFill>
                <a:latin typeface="+mn-lt"/>
                <a:ea typeface="+mn-ea"/>
                <a:cs typeface="Times New Roman" panose="02020603050405020304" pitchFamily="18" charset="0"/>
              </a:rPr>
              <a:t>n</a:t>
            </a:r>
            <a:r>
              <a:rPr kumimoji="1" lang="en-US" altLang="zh-CN" sz="4000" b="1" i="1" baseline="30000" dirty="0" smtClean="0">
                <a:solidFill>
                  <a:schemeClr val="accent1">
                    <a:lumMod val="50000"/>
                    <a:hueOff val="10800000"/>
                  </a:schemeClr>
                </a:solidFill>
                <a:latin typeface="+mn-lt"/>
                <a:ea typeface="+mn-ea"/>
                <a:cs typeface="Times New Roman" panose="02020603050405020304" pitchFamily="18" charset="0"/>
              </a:rPr>
              <a:t>2</a:t>
            </a:r>
            <a:r>
              <a:rPr lang="en-US" altLang="zh-CN" sz="4000" b="1" dirty="0" smtClean="0">
                <a:solidFill>
                  <a:schemeClr val="accent1">
                    <a:lumMod val="50000"/>
                    <a:hueOff val="9600000"/>
                  </a:schemeClr>
                </a:solidFill>
                <a:latin typeface="+mn-lt"/>
                <a:ea typeface="+mn-ea"/>
                <a:cs typeface="Times New Roman" panose="02020603050405020304" pitchFamily="18" charset="0"/>
              </a:rPr>
              <a:t>)</a:t>
            </a:r>
            <a:endParaRPr lang="en-US" altLang="zh-CN" sz="4000" b="1" dirty="0" smtClean="0">
              <a:solidFill>
                <a:schemeClr val="accent1">
                  <a:lumMod val="50000"/>
                  <a:hueOff val="9600000"/>
                </a:schemeClr>
              </a:solidFill>
              <a:latin typeface="+mn-lt"/>
              <a:ea typeface="+mn-ea"/>
              <a:cs typeface="Times New Roman" panose="02020603050405020304" pitchFamily="18" charset="0"/>
            </a:endParaRPr>
          </a:p>
        </p:txBody>
      </p:sp>
      <p:sp>
        <p:nvSpPr>
          <p:cNvPr id="20" name="内容占位符 19"/>
          <p:cNvSpPr>
            <a:spLocks noGrp="1"/>
          </p:cNvSpPr>
          <p:nvPr>
            <p:ph idx="1"/>
            <p:custDataLst>
              <p:tags r:id="rId2"/>
            </p:custDataLst>
          </p:nvPr>
        </p:nvSpPr>
        <p:spPr/>
        <p:txBody>
          <a:bodyPr/>
          <a:p>
            <a:endParaRPr lang="zh-CN" altLang="en-US"/>
          </a:p>
        </p:txBody>
      </p:sp>
      <p:sp>
        <p:nvSpPr>
          <p:cNvPr id="2" name="矩形 1"/>
          <p:cNvSpPr/>
          <p:nvPr>
            <p:custDataLst>
              <p:tags r:id="rId3"/>
            </p:custDataLst>
          </p:nvPr>
        </p:nvSpPr>
        <p:spPr>
          <a:xfrm>
            <a:off x="5148064" y="1556792"/>
            <a:ext cx="3672409" cy="400110"/>
          </a:xfrm>
          <a:prstGeom prst="rect">
            <a:avLst/>
          </a:prstGeom>
        </p:spPr>
        <p:txBody>
          <a:bodyPr wrap="square">
            <a:normAutofit/>
          </a:bodyPr>
          <a:lstStyle/>
          <a:p>
            <a:pPr algn="r"/>
            <a:r>
              <a:rPr lang="en-US" altLang="zh-CN" sz="2000" b="1" dirty="0" smtClean="0">
                <a:solidFill>
                  <a:schemeClr val="accent1">
                    <a:lumMod val="50000"/>
                  </a:schemeClr>
                </a:solidFill>
                <a:latin typeface="+mn-lt"/>
                <a:ea typeface="+mn-ea"/>
              </a:rPr>
              <a:t>………………………………n</a:t>
            </a:r>
            <a:endParaRPr lang="en-US" altLang="zh-CN" sz="2000" b="1" dirty="0" smtClean="0">
              <a:solidFill>
                <a:schemeClr val="accent1">
                  <a:lumMod val="50000"/>
                </a:schemeClr>
              </a:solidFill>
              <a:latin typeface="+mn-lt"/>
              <a:ea typeface="+mn-ea"/>
            </a:endParaRPr>
          </a:p>
        </p:txBody>
      </p:sp>
      <p:sp>
        <p:nvSpPr>
          <p:cNvPr id="6" name="矩形 5"/>
          <p:cNvSpPr/>
          <p:nvPr>
            <p:custDataLst>
              <p:tags r:id="rId4"/>
            </p:custDataLst>
          </p:nvPr>
        </p:nvSpPr>
        <p:spPr>
          <a:xfrm>
            <a:off x="2123728" y="1988840"/>
            <a:ext cx="6696745" cy="400110"/>
          </a:xfrm>
          <a:prstGeom prst="rect">
            <a:avLst/>
          </a:prstGeom>
        </p:spPr>
        <p:txBody>
          <a:bodyPr wrap="none">
            <a:noAutofit/>
          </a:bodyPr>
          <a:lstStyle/>
          <a:p>
            <a:pPr algn="r"/>
            <a:r>
              <a:rPr lang="en-US" altLang="zh-CN" sz="2000" b="1" dirty="0" smtClean="0">
                <a:solidFill>
                  <a:schemeClr val="tx1"/>
                </a:solidFill>
                <a:latin typeface="+mn-lt"/>
                <a:ea typeface="+mn-ea"/>
              </a:rPr>
              <a:t>…………………………………………………………… n-1</a:t>
            </a:r>
            <a:endParaRPr lang="en-US" altLang="zh-CN" sz="2000" b="1" dirty="0" smtClean="0">
              <a:solidFill>
                <a:schemeClr val="tx1"/>
              </a:solidFill>
              <a:latin typeface="+mn-lt"/>
              <a:ea typeface="+mn-ea"/>
            </a:endParaRPr>
          </a:p>
        </p:txBody>
      </p:sp>
      <mc:AlternateContent xmlns:mc="http://schemas.openxmlformats.org/markup-compatibility/2006">
        <mc:Choice xmlns:a14="http://schemas.microsoft.com/office/drawing/2010/main" Requires="a14">
          <p:sp>
            <p:nvSpPr>
              <p:cNvPr id="7" name="矩形 6"/>
              <p:cNvSpPr/>
              <p:nvPr/>
            </p:nvSpPr>
            <p:spPr>
              <a:xfrm>
                <a:off x="5527224" y="2420888"/>
                <a:ext cx="3293249" cy="400110"/>
              </a:xfrm>
              <a:prstGeom prst="rect">
                <a:avLst/>
              </a:prstGeom>
            </p:spPr>
            <p:txBody>
              <a:bodyPr wrap="none">
                <a:noAutofit/>
              </a:bodyPr>
              <a:lstStyle/>
              <a:p>
                <a:pPr algn="r"/>
                <a:r>
                  <a:rPr lang="en-US" altLang="zh-CN" sz="2000" b="1" dirty="0" smtClean="0">
                    <a:solidFill>
                      <a:schemeClr val="accent1">
                        <a:lumMod val="50000"/>
                      </a:schemeClr>
                    </a:solidFill>
                    <a:latin typeface="+mn-lt"/>
                    <a:ea typeface="+mn-ea"/>
                  </a:rPr>
                  <a:t>……………</a:t>
                </a:r>
                <a14:m>
                  <m:oMath xmlns:m="http://schemas.openxmlformats.org/officeDocument/2006/math">
                    <m:nary>
                      <m:naryPr>
                        <m:chr m:val="∑"/>
                        <m:ctrlPr>
                          <a:rPr lang="en-US" altLang="zh-CN" sz="2000" b="1" i="1" smtClean="0">
                            <a:solidFill>
                              <a:schemeClr val="accent1">
                                <a:lumMod val="50000"/>
                              </a:schemeClr>
                            </a:solidFill>
                            <a:latin typeface="Cambria Math" panose="02040503050406030204" pitchFamily="18" charset="0"/>
                            <a:ea typeface="+mn-ea"/>
                            <a:cs typeface="Cambria Math" panose="02040503050406030204" pitchFamily="18" charset="0"/>
                          </a:rPr>
                        </m:ctrlPr>
                      </m:naryPr>
                      <m:sub>
                        <m:r>
                          <m:rPr>
                            <m:brk m:alnAt="23"/>
                          </m:rPr>
                          <a:rPr lang="en-US" altLang="zh-CN" sz="2000" b="1" i="1" smtClean="0">
                            <a:solidFill>
                              <a:schemeClr val="accent1">
                                <a:lumMod val="50000"/>
                              </a:schemeClr>
                            </a:solidFill>
                            <a:latin typeface="Cambria Math" panose="02040503050406030204" pitchFamily="18" charset="0"/>
                            <a:ea typeface="+mn-ea"/>
                            <a:cs typeface="Cambria Math" panose="02040503050406030204" pitchFamily="18" charset="0"/>
                          </a:rPr>
                          <m:t>𝒊</m:t>
                        </m:r>
                        <m:r>
                          <a:rPr lang="en-US" altLang="zh-CN" sz="2000" b="1" i="1" smtClean="0">
                            <a:solidFill>
                              <a:schemeClr val="accent1">
                                <a:lumMod val="50000"/>
                              </a:schemeClr>
                            </a:solidFill>
                            <a:latin typeface="Cambria Math" panose="02040503050406030204" pitchFamily="18" charset="0"/>
                            <a:ea typeface="MS Mincho" charset="0"/>
                            <a:cs typeface="Cambria Math" panose="02040503050406030204" pitchFamily="18" charset="0"/>
                          </a:rPr>
                          <m:t>=</m:t>
                        </m:r>
                        <m:r>
                          <m:rPr>
                            <m:brk m:alnAt="23"/>
                          </m:rPr>
                          <a:rPr lang="en-US" altLang="zh-CN" sz="2000" b="1" i="1" smtClean="0">
                            <a:solidFill>
                              <a:schemeClr val="accent1">
                                <a:lumMod val="50000"/>
                              </a:schemeClr>
                            </a:solidFill>
                            <a:latin typeface="Cambria Math" panose="02040503050406030204" pitchFamily="18" charset="0"/>
                            <a:ea typeface="+mn-ea"/>
                            <a:cs typeface="Cambria Math" panose="02040503050406030204" pitchFamily="18" charset="0"/>
                          </a:rPr>
                          <m:t>𝟎</m:t>
                        </m:r>
                      </m:sub>
                      <m:sup>
                        <m:r>
                          <a:rPr lang="en-US" altLang="zh-CN" sz="2000" b="1" i="1" smtClean="0">
                            <a:solidFill>
                              <a:schemeClr val="accent1">
                                <a:lumMod val="50000"/>
                              </a:schemeClr>
                            </a:solidFill>
                            <a:latin typeface="Cambria Math" panose="02040503050406030204" pitchFamily="18" charset="0"/>
                            <a:ea typeface="+mn-ea"/>
                            <a:cs typeface="Cambria Math" panose="02040503050406030204" pitchFamily="18" charset="0"/>
                          </a:rPr>
                          <m:t>𝒏</m:t>
                        </m:r>
                        <m:r>
                          <a:rPr lang="en-US" altLang="zh-CN" sz="2000" b="1" i="1" smtClean="0">
                            <a:solidFill>
                              <a:schemeClr val="accent1">
                                <a:lumMod val="50000"/>
                              </a:schemeClr>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accent1">
                                <a:lumMod val="50000"/>
                              </a:schemeClr>
                            </a:solidFill>
                            <a:latin typeface="Cambria Math" panose="02040503050406030204" pitchFamily="18" charset="0"/>
                            <a:ea typeface="+mn-ea"/>
                            <a:cs typeface="Cambria Math" panose="02040503050406030204" pitchFamily="18" charset="0"/>
                          </a:rPr>
                          <m:t>𝟐</m:t>
                        </m:r>
                      </m:sup>
                      <m:e>
                        <m:r>
                          <a:rPr lang="en-US" altLang="zh-CN" sz="2000" b="1" i="1" smtClean="0">
                            <a:solidFill>
                              <a:schemeClr val="accent1">
                                <a:lumMod val="50000"/>
                              </a:schemeClr>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accent1">
                                <a:lumMod val="50000"/>
                              </a:schemeClr>
                            </a:solidFill>
                            <a:latin typeface="Cambria Math" panose="02040503050406030204" pitchFamily="18" charset="0"/>
                            <a:ea typeface="+mn-ea"/>
                            <a:cs typeface="Cambria Math" panose="02040503050406030204" pitchFamily="18" charset="0"/>
                          </a:rPr>
                          <m:t>𝒏</m:t>
                        </m:r>
                        <m:r>
                          <a:rPr lang="en-US" altLang="zh-CN" sz="2000" b="1" i="1" smtClean="0">
                            <a:solidFill>
                              <a:schemeClr val="accent1">
                                <a:lumMod val="50000"/>
                              </a:schemeClr>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accent1">
                                <a:lumMod val="50000"/>
                              </a:schemeClr>
                            </a:solidFill>
                            <a:latin typeface="Cambria Math" panose="02040503050406030204" pitchFamily="18" charset="0"/>
                            <a:ea typeface="+mn-ea"/>
                            <a:cs typeface="Cambria Math" panose="02040503050406030204" pitchFamily="18" charset="0"/>
                          </a:rPr>
                          <m:t>𝒊</m:t>
                        </m:r>
                        <m:r>
                          <a:rPr lang="en-US" altLang="zh-CN" sz="2000" b="1" i="1" smtClean="0">
                            <a:solidFill>
                              <a:schemeClr val="accent1">
                                <a:lumMod val="50000"/>
                              </a:schemeClr>
                            </a:solidFill>
                            <a:latin typeface="Cambria Math" panose="02040503050406030204" pitchFamily="18" charset="0"/>
                            <a:ea typeface="MS Mincho" charset="0"/>
                            <a:cs typeface="Cambria Math" panose="02040503050406030204" pitchFamily="18" charset="0"/>
                          </a:rPr>
                          <m:t>)</m:t>
                        </m:r>
                      </m:e>
                    </m:nary>
                  </m:oMath>
                </a14:m>
                <a:endParaRPr lang="en-US" altLang="zh-CN" sz="2000" b="1" i="1" dirty="0" smtClean="0">
                  <a:solidFill>
                    <a:schemeClr val="accent1"/>
                  </a:solidFill>
                  <a:latin typeface="+mn-lt"/>
                  <a:ea typeface="+mn-ea"/>
                  <a:cs typeface="Cambria Math" panose="02040503050406030204" pitchFamily="18" charset="0"/>
                </a:endParaRPr>
              </a:p>
            </p:txBody>
          </p:sp>
        </mc:Choice>
        <mc:Fallback>
          <p:sp>
            <p:nvSpPr>
              <p:cNvPr id="7" name="矩形 6"/>
              <p:cNvSpPr>
                <a:spLocks noRot="1" noChangeAspect="1" noMove="1" noResize="1" noEditPoints="1" noAdjustHandles="1" noChangeArrowheads="1" noChangeShapeType="1" noTextEdit="1"/>
              </p:cNvSpPr>
              <p:nvPr/>
            </p:nvSpPr>
            <p:spPr>
              <a:xfrm>
                <a:off x="5527224" y="2420888"/>
                <a:ext cx="3293249" cy="400110"/>
              </a:xfrm>
              <a:prstGeom prst="rect">
                <a:avLst/>
              </a:prstGeom>
              <a:blipFill rotWithShape="1">
                <a:blip r:embed="rId5"/>
                <a:stretch>
                  <a:fillRect l="-6" t="-67" r="10" b="-43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3203849" y="3316922"/>
                <a:ext cx="5616624" cy="400110"/>
              </a:xfrm>
              <a:prstGeom prst="rect">
                <a:avLst/>
              </a:prstGeom>
            </p:spPr>
            <p:txBody>
              <a:bodyPr wrap="none">
                <a:noAutofit/>
              </a:bodyPr>
              <a:lstStyle/>
              <a:p>
                <a:pPr algn="r"/>
                <a:r>
                  <a:rPr lang="en-US" altLang="zh-CN" sz="2000" b="1" dirty="0" smtClean="0">
                    <a:solidFill>
                      <a:schemeClr val="tx1"/>
                    </a:solidFill>
                    <a:latin typeface="+mn-lt"/>
                    <a:ea typeface="+mn-ea"/>
                  </a:rPr>
                  <a:t>…………………………………</a:t>
                </a:r>
                <a:r>
                  <a:rPr lang="en-US" altLang="zh-CN" sz="2000" b="1" i="1" dirty="0" smtClean="0">
                    <a:solidFill>
                      <a:schemeClr val="accent1">
                        <a:lumMod val="50000"/>
                      </a:schemeClr>
                    </a:solidFill>
                    <a:latin typeface="+mn-lt"/>
                    <a:ea typeface="+mn-ea"/>
                  </a:rPr>
                  <a:t>p</a:t>
                </a:r>
                <a:r>
                  <a:rPr lang="en-US" altLang="zh-CN" sz="2000" b="1" i="1" baseline="-25000" dirty="0" smtClean="0">
                    <a:solidFill>
                      <a:schemeClr val="accent1">
                        <a:lumMod val="50000"/>
                      </a:schemeClr>
                    </a:solidFill>
                    <a:latin typeface="+mn-lt"/>
                    <a:ea typeface="+mn-ea"/>
                  </a:rPr>
                  <a:t>1</a:t>
                </a:r>
                <a14:m>
                  <m:oMath xmlns:m="http://schemas.openxmlformats.org/officeDocument/2006/math">
                    <m:nary>
                      <m:naryPr>
                        <m:chr m:val="∑"/>
                        <m:ctrlPr>
                          <a:rPr lang="en-US" altLang="zh-CN" sz="2000" b="1" i="1">
                            <a:solidFill>
                              <a:schemeClr val="tx1"/>
                            </a:solidFill>
                            <a:latin typeface="Cambria Math" panose="02040503050406030204" pitchFamily="18" charset="0"/>
                            <a:ea typeface="+mn-ea"/>
                            <a:cs typeface="Cambria Math" panose="02040503050406030204" pitchFamily="18" charset="0"/>
                          </a:rPr>
                        </m:ctrlPr>
                      </m:naryPr>
                      <m:sub>
                        <m:r>
                          <m:rPr>
                            <m:brk m:alnAt="23"/>
                          </m:rPr>
                          <a:rPr lang="en-US" altLang="zh-CN" sz="2000" b="1" i="1">
                            <a:solidFill>
                              <a:schemeClr val="tx1"/>
                            </a:solidFill>
                            <a:latin typeface="Cambria Math" panose="02040503050406030204" pitchFamily="18" charset="0"/>
                            <a:ea typeface="+mn-ea"/>
                            <a:cs typeface="Cambria Math" panose="02040503050406030204" pitchFamily="18" charset="0"/>
                          </a:rPr>
                          <m:t>𝒊</m:t>
                        </m:r>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tx1"/>
                            </a:solidFill>
                            <a:latin typeface="Cambria Math" panose="02040503050406030204" pitchFamily="18" charset="0"/>
                            <a:ea typeface="+mn-ea"/>
                            <a:cs typeface="Cambria Math" panose="02040503050406030204" pitchFamily="18" charset="0"/>
                          </a:rPr>
                          <m:t>𝟎</m:t>
                        </m:r>
                      </m:sub>
                      <m:sup>
                        <m:r>
                          <a:rPr lang="en-US" altLang="zh-CN" sz="2000" b="1" i="1">
                            <a:solidFill>
                              <a:schemeClr val="tx1"/>
                            </a:solidFill>
                            <a:latin typeface="Cambria Math" panose="02040503050406030204" pitchFamily="18" charset="0"/>
                            <a:ea typeface="+mn-ea"/>
                            <a:cs typeface="Cambria Math" panose="02040503050406030204" pitchFamily="18" charset="0"/>
                          </a:rPr>
                          <m:t>𝒏</m:t>
                        </m:r>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tx1"/>
                            </a:solidFill>
                            <a:latin typeface="Cambria Math" panose="02040503050406030204" pitchFamily="18" charset="0"/>
                            <a:ea typeface="+mn-ea"/>
                            <a:cs typeface="Cambria Math" panose="02040503050406030204" pitchFamily="18" charset="0"/>
                          </a:rPr>
                          <m:t>𝟐</m:t>
                        </m:r>
                      </m:sup>
                      <m:e>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a:solidFill>
                              <a:schemeClr val="tx1"/>
                            </a:solidFill>
                            <a:latin typeface="Cambria Math" panose="02040503050406030204" pitchFamily="18" charset="0"/>
                            <a:ea typeface="+mn-ea"/>
                            <a:cs typeface="Cambria Math" panose="02040503050406030204" pitchFamily="18" charset="0"/>
                          </a:rPr>
                          <m:t>𝒏</m:t>
                        </m:r>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a:solidFill>
                              <a:schemeClr val="tx1"/>
                            </a:solidFill>
                            <a:latin typeface="Cambria Math" panose="02040503050406030204" pitchFamily="18" charset="0"/>
                            <a:ea typeface="+mn-ea"/>
                            <a:cs typeface="Cambria Math" panose="02040503050406030204" pitchFamily="18" charset="0"/>
                          </a:rPr>
                          <m:t>𝒊</m:t>
                        </m:r>
                        <m:r>
                          <a:rPr lang="en-US" altLang="zh-CN" sz="20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tx1"/>
                            </a:solidFill>
                            <a:latin typeface="Cambria Math" panose="02040503050406030204" pitchFamily="18" charset="0"/>
                            <a:ea typeface="+mn-ea"/>
                            <a:cs typeface="Cambria Math" panose="02040503050406030204" pitchFamily="18" charset="0"/>
                          </a:rPr>
                          <m:t>𝟏</m:t>
                        </m:r>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e>
                    </m:nary>
                  </m:oMath>
                </a14:m>
                <a:endParaRPr lang="en-US" altLang="zh-CN" sz="2000" b="1" i="1" dirty="0">
                  <a:solidFill>
                    <a:schemeClr val="tx1"/>
                  </a:solidFill>
                  <a:latin typeface="+mn-lt"/>
                  <a:ea typeface="+mn-ea"/>
                  <a:cs typeface="Cambria Math" panose="020405030504060302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3203849" y="3316922"/>
                <a:ext cx="5616624" cy="400110"/>
              </a:xfrm>
              <a:prstGeom prst="rect">
                <a:avLst/>
              </a:prstGeom>
              <a:blipFill rotWithShape="1">
                <a:blip r:embed="rId6"/>
                <a:stretch>
                  <a:fillRect l="-5" t="-79" r="6" b="-17046"/>
                </a:stretch>
              </a:blipFill>
            </p:spPr>
            <p:txBody>
              <a:bodyPr/>
              <a:lstStyle/>
              <a:p>
                <a:r>
                  <a:rPr lang="zh-CN" altLang="en-US">
                    <a:noFill/>
                  </a:rPr>
                  <a:t> </a:t>
                </a:r>
              </a:p>
            </p:txBody>
          </p:sp>
        </mc:Fallback>
      </mc:AlternateContent>
      <p:sp>
        <p:nvSpPr>
          <p:cNvPr id="9" name="矩形 8"/>
          <p:cNvSpPr/>
          <p:nvPr>
            <p:custDataLst>
              <p:tags r:id="rId7"/>
            </p:custDataLst>
          </p:nvPr>
        </p:nvSpPr>
        <p:spPr>
          <a:xfrm>
            <a:off x="2987824" y="3748970"/>
            <a:ext cx="5832649" cy="400110"/>
          </a:xfrm>
          <a:prstGeom prst="rect">
            <a:avLst/>
          </a:prstGeom>
        </p:spPr>
        <p:txBody>
          <a:bodyPr wrap="square">
            <a:normAutofit/>
          </a:bodyPr>
          <a:lstStyle/>
          <a:p>
            <a:pPr algn="r"/>
            <a:r>
              <a:rPr lang="en-US" altLang="zh-CN" sz="2000" b="1" dirty="0" smtClean="0">
                <a:solidFill>
                  <a:schemeClr val="tx1"/>
                </a:solidFill>
                <a:latin typeface="+mn-lt"/>
                <a:ea typeface="+mn-ea"/>
              </a:rPr>
              <a:t>…………………………………………………n-1</a:t>
            </a:r>
            <a:endParaRPr lang="en-US" altLang="zh-CN" sz="2000" b="1" dirty="0" smtClean="0">
              <a:solidFill>
                <a:schemeClr val="tx1"/>
              </a:solidFill>
              <a:latin typeface="+mn-lt"/>
              <a:ea typeface="+mn-ea"/>
            </a:endParaRPr>
          </a:p>
        </p:txBody>
      </p:sp>
      <p:sp>
        <p:nvSpPr>
          <p:cNvPr id="10" name="矩形 9"/>
          <p:cNvSpPr/>
          <p:nvPr>
            <p:custDataLst>
              <p:tags r:id="rId8"/>
            </p:custDataLst>
          </p:nvPr>
        </p:nvSpPr>
        <p:spPr>
          <a:xfrm>
            <a:off x="3851920" y="4653136"/>
            <a:ext cx="4968553" cy="400110"/>
          </a:xfrm>
          <a:prstGeom prst="rect">
            <a:avLst/>
          </a:prstGeom>
        </p:spPr>
        <p:txBody>
          <a:bodyPr wrap="none">
            <a:noAutofit/>
          </a:bodyPr>
          <a:lstStyle/>
          <a:p>
            <a:pPr algn="r"/>
            <a:r>
              <a:rPr lang="en-US" altLang="zh-CN" sz="2000" b="1" dirty="0" smtClean="0">
                <a:solidFill>
                  <a:schemeClr val="tx1"/>
                </a:solidFill>
                <a:latin typeface="+mn-lt"/>
                <a:ea typeface="+mn-ea"/>
              </a:rPr>
              <a:t>………………………………</a:t>
            </a:r>
            <a:r>
              <a:rPr lang="en-US" altLang="zh-CN" sz="2000" b="1" i="1" dirty="0" smtClean="0">
                <a:solidFill>
                  <a:schemeClr val="accent1">
                    <a:lumMod val="50000"/>
                  </a:schemeClr>
                </a:solidFill>
                <a:latin typeface="+mn-lt"/>
                <a:ea typeface="+mn-ea"/>
              </a:rPr>
              <a:t>p</a:t>
            </a:r>
            <a:r>
              <a:rPr lang="en-US" altLang="zh-CN" sz="2000" b="1" i="1" baseline="-25000" dirty="0">
                <a:solidFill>
                  <a:schemeClr val="accent1">
                    <a:lumMod val="50000"/>
                  </a:schemeClr>
                </a:solidFill>
                <a:latin typeface="+mn-lt"/>
                <a:ea typeface="+mn-ea"/>
              </a:rPr>
              <a:t>2</a:t>
            </a:r>
            <a:r>
              <a:rPr lang="en-US" altLang="zh-CN" sz="2000" b="1" dirty="0" smtClean="0">
                <a:solidFill>
                  <a:schemeClr val="tx1"/>
                </a:solidFill>
                <a:latin typeface="+mn-lt"/>
                <a:ea typeface="+mn-ea"/>
              </a:rPr>
              <a:t>(n-1)x</a:t>
            </a:r>
            <a:r>
              <a:rPr lang="en-US" altLang="zh-CN" sz="2000" b="1" dirty="0" smtClean="0">
                <a:solidFill>
                  <a:schemeClr val="accent1">
                    <a:lumMod val="50000"/>
                  </a:schemeClr>
                </a:solidFill>
                <a:latin typeface="+mn-lt"/>
                <a:ea typeface="+mn-ea"/>
              </a:rPr>
              <a:t>3</a:t>
            </a:r>
            <a:endParaRPr lang="en-US" altLang="zh-CN" sz="2000" b="1" dirty="0" smtClean="0">
              <a:solidFill>
                <a:schemeClr val="accent1">
                  <a:lumMod val="50000"/>
                </a:schemeClr>
              </a:solidFill>
              <a:latin typeface="+mn-lt"/>
              <a:ea typeface="+mn-ea"/>
            </a:endParaRPr>
          </a:p>
        </p:txBody>
      </p:sp>
      <mc:AlternateContent xmlns:mc="http://schemas.openxmlformats.org/markup-compatibility/2006">
        <mc:Choice xmlns:a14="http://schemas.microsoft.com/office/drawing/2010/main" Requires="a14">
          <p:sp>
            <p:nvSpPr>
              <p:cNvPr id="11" name="矩形 10"/>
              <p:cNvSpPr/>
              <p:nvPr/>
            </p:nvSpPr>
            <p:spPr>
              <a:xfrm>
                <a:off x="4178656" y="2884874"/>
                <a:ext cx="4641817" cy="400110"/>
              </a:xfrm>
              <a:prstGeom prst="rect">
                <a:avLst/>
              </a:prstGeom>
            </p:spPr>
            <p:txBody>
              <a:bodyPr wrap="none">
                <a:noAutofit/>
              </a:bodyPr>
              <a:lstStyle/>
              <a:p>
                <a:pPr algn="r"/>
                <a:r>
                  <a:rPr lang="en-US" altLang="zh-CN" sz="2000" b="1" dirty="0" smtClean="0">
                    <a:solidFill>
                      <a:schemeClr val="tx1"/>
                    </a:solidFill>
                    <a:latin typeface="+mn-lt"/>
                    <a:ea typeface="+mn-ea"/>
                  </a:rPr>
                  <a:t>…</a:t>
                </a:r>
                <a:r>
                  <a:rPr lang="en-US" altLang="zh-CN" sz="2000" b="1" dirty="0">
                    <a:solidFill>
                      <a:schemeClr val="tx1"/>
                    </a:solidFill>
                    <a:latin typeface="+mn-lt"/>
                    <a:ea typeface="+mn-ea"/>
                  </a:rPr>
                  <a:t>…</a:t>
                </a:r>
                <a:r>
                  <a:rPr lang="en-US" altLang="zh-CN" sz="2000" b="1" dirty="0" smtClean="0">
                    <a:solidFill>
                      <a:schemeClr val="tx1"/>
                    </a:solidFill>
                    <a:latin typeface="+mn-lt"/>
                    <a:ea typeface="+mn-ea"/>
                  </a:rPr>
                  <a:t>…</a:t>
                </a:r>
                <a:r>
                  <a:rPr lang="en-US" altLang="zh-CN" sz="2000" b="1" dirty="0">
                    <a:solidFill>
                      <a:schemeClr val="tx1"/>
                    </a:solidFill>
                    <a:latin typeface="+mn-lt"/>
                    <a:ea typeface="+mn-ea"/>
                  </a:rPr>
                  <a:t>…………………</a:t>
                </a:r>
                <a14:m>
                  <m:oMath xmlns:m="http://schemas.openxmlformats.org/officeDocument/2006/math">
                    <m:nary>
                      <m:naryPr>
                        <m:chr m:val="∑"/>
                        <m:ctrlPr>
                          <a:rPr lang="en-US" altLang="zh-CN" sz="2000" b="1" i="1">
                            <a:solidFill>
                              <a:schemeClr val="tx1"/>
                            </a:solidFill>
                            <a:latin typeface="Cambria Math" panose="02040503050406030204" pitchFamily="18" charset="0"/>
                            <a:ea typeface="+mn-ea"/>
                            <a:cs typeface="Cambria Math" panose="02040503050406030204" pitchFamily="18" charset="0"/>
                          </a:rPr>
                        </m:ctrlPr>
                      </m:naryPr>
                      <m:sub>
                        <m:r>
                          <m:rPr>
                            <m:brk m:alnAt="23"/>
                          </m:rPr>
                          <a:rPr lang="en-US" altLang="zh-CN" sz="2000" b="1" i="1">
                            <a:solidFill>
                              <a:schemeClr val="tx1"/>
                            </a:solidFill>
                            <a:latin typeface="Cambria Math" panose="02040503050406030204" pitchFamily="18" charset="0"/>
                            <a:ea typeface="+mn-ea"/>
                            <a:cs typeface="Cambria Math" panose="02040503050406030204" pitchFamily="18" charset="0"/>
                          </a:rPr>
                          <m:t>𝒊</m:t>
                        </m:r>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tx1"/>
                            </a:solidFill>
                            <a:latin typeface="Cambria Math" panose="02040503050406030204" pitchFamily="18" charset="0"/>
                            <a:ea typeface="+mn-ea"/>
                            <a:cs typeface="Cambria Math" panose="02040503050406030204" pitchFamily="18" charset="0"/>
                          </a:rPr>
                          <m:t>𝟎</m:t>
                        </m:r>
                      </m:sub>
                      <m:sup>
                        <m:r>
                          <a:rPr lang="en-US" altLang="zh-CN" sz="2000" b="1" i="1">
                            <a:solidFill>
                              <a:schemeClr val="tx1"/>
                            </a:solidFill>
                            <a:latin typeface="Cambria Math" panose="02040503050406030204" pitchFamily="18" charset="0"/>
                            <a:ea typeface="+mn-ea"/>
                            <a:cs typeface="Cambria Math" panose="02040503050406030204" pitchFamily="18" charset="0"/>
                          </a:rPr>
                          <m:t>𝒏</m:t>
                        </m:r>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tx1"/>
                            </a:solidFill>
                            <a:latin typeface="Cambria Math" panose="02040503050406030204" pitchFamily="18" charset="0"/>
                            <a:ea typeface="+mn-ea"/>
                            <a:cs typeface="Cambria Math" panose="02040503050406030204" pitchFamily="18" charset="0"/>
                          </a:rPr>
                          <m:t>𝟐</m:t>
                        </m:r>
                      </m:sup>
                      <m:e>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a:solidFill>
                              <a:schemeClr val="tx1"/>
                            </a:solidFill>
                            <a:latin typeface="Cambria Math" panose="02040503050406030204" pitchFamily="18" charset="0"/>
                            <a:ea typeface="+mn-ea"/>
                            <a:cs typeface="Cambria Math" panose="02040503050406030204" pitchFamily="18" charset="0"/>
                          </a:rPr>
                          <m:t>𝒏</m:t>
                        </m:r>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a:solidFill>
                              <a:schemeClr val="tx1"/>
                            </a:solidFill>
                            <a:latin typeface="Cambria Math" panose="02040503050406030204" pitchFamily="18" charset="0"/>
                            <a:ea typeface="+mn-ea"/>
                            <a:cs typeface="Cambria Math" panose="02040503050406030204" pitchFamily="18" charset="0"/>
                          </a:rPr>
                          <m:t>𝒊</m:t>
                        </m:r>
                        <m:r>
                          <a:rPr lang="en-US" altLang="zh-CN" sz="20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000" b="1" i="1" smtClean="0">
                            <a:solidFill>
                              <a:schemeClr val="tx1"/>
                            </a:solidFill>
                            <a:latin typeface="Cambria Math" panose="02040503050406030204" pitchFamily="18" charset="0"/>
                            <a:ea typeface="+mn-ea"/>
                            <a:cs typeface="Cambria Math" panose="02040503050406030204" pitchFamily="18" charset="0"/>
                          </a:rPr>
                          <m:t>𝟏</m:t>
                        </m:r>
                        <m:r>
                          <a:rPr lang="en-US" altLang="zh-CN" sz="2000" b="1" i="1">
                            <a:solidFill>
                              <a:schemeClr val="tx1"/>
                            </a:solidFill>
                            <a:latin typeface="Cambria Math" panose="02040503050406030204" pitchFamily="18" charset="0"/>
                            <a:ea typeface="MS Mincho" charset="0"/>
                            <a:cs typeface="Cambria Math" panose="02040503050406030204" pitchFamily="18" charset="0"/>
                          </a:rPr>
                          <m:t>)</m:t>
                        </m:r>
                      </m:e>
                    </m:nary>
                  </m:oMath>
                </a14:m>
                <a:endParaRPr lang="en-US" altLang="zh-CN" sz="2000" b="1" i="1" dirty="0">
                  <a:solidFill>
                    <a:schemeClr val="tx1"/>
                  </a:solidFill>
                  <a:latin typeface="+mn-lt"/>
                  <a:ea typeface="+mn-ea"/>
                  <a:cs typeface="Cambria Math" panose="02040503050406030204" pitchFamily="18" charset="0"/>
                </a:endParaRPr>
              </a:p>
            </p:txBody>
          </p:sp>
        </mc:Choice>
        <mc:Fallback>
          <p:sp>
            <p:nvSpPr>
              <p:cNvPr id="11" name="矩形 10"/>
              <p:cNvSpPr>
                <a:spLocks noRot="1" noChangeAspect="1" noMove="1" noResize="1" noEditPoints="1" noAdjustHandles="1" noChangeArrowheads="1" noChangeShapeType="1" noTextEdit="1"/>
              </p:cNvSpPr>
              <p:nvPr/>
            </p:nvSpPr>
            <p:spPr>
              <a:xfrm>
                <a:off x="4178656" y="2884874"/>
                <a:ext cx="4641817" cy="400110"/>
              </a:xfrm>
              <a:prstGeom prst="rect">
                <a:avLst/>
              </a:prstGeom>
              <a:blipFill rotWithShape="1">
                <a:blip r:embed="rId9"/>
                <a:stretch>
                  <a:fillRect l="-8" t="-17" r="7" b="-4412"/>
                </a:stretch>
              </a:blipFill>
            </p:spPr>
            <p:txBody>
              <a:bodyPr/>
              <a:lstStyle/>
              <a:p>
                <a:r>
                  <a:rPr lang="zh-CN" altLang="en-US">
                    <a:noFill/>
                  </a:rPr>
                  <a:t> </a:t>
                </a:r>
              </a:p>
            </p:txBody>
          </p:sp>
        </mc:Fallback>
      </mc:AlternateContent>
      <p:sp>
        <p:nvSpPr>
          <p:cNvPr id="4" name="右大括号 3"/>
          <p:cNvSpPr/>
          <p:nvPr>
            <p:custDataLst>
              <p:tags r:id="rId10"/>
            </p:custDataLst>
          </p:nvPr>
        </p:nvSpPr>
        <p:spPr bwMode="auto">
          <a:xfrm>
            <a:off x="3707905" y="4365104"/>
            <a:ext cx="288031" cy="1008112"/>
          </a:xfrm>
          <a:prstGeom prst="rightBrace">
            <a:avLst/>
          </a:prstGeom>
          <a:noFill/>
          <a:ln w="28575" cap="flat" cmpd="sng" algn="ctr">
            <a:solidFill>
              <a:schemeClr val="accent2"/>
            </a:solidFill>
            <a:prstDash val="solid"/>
            <a:round/>
            <a:headEnd type="none" w="med" len="med"/>
            <a:tailEnd type="none" w="med" len="med"/>
          </a:ln>
          <a:effectLst/>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smtClean="0">
              <a:ln>
                <a:noFill/>
              </a:ln>
              <a:solidFill>
                <a:schemeClr val="accent1">
                  <a:lumMod val="50000"/>
                </a:schemeClr>
              </a:solidFill>
              <a:effectLst/>
              <a:latin typeface="Times New Roman" panose="02020603050405020304" pitchFamily="18" charset="0"/>
              <a:ea typeface="楷体_GB2312" panose="02010609030101010101" pitchFamily="49" charset="-122"/>
            </a:endParaRPr>
          </a:p>
        </p:txBody>
      </p:sp>
      <p:sp>
        <p:nvSpPr>
          <p:cNvPr id="14" name="Rectangle 4"/>
          <p:cNvSpPr>
            <a:spLocks noChangeArrowheads="1"/>
          </p:cNvSpPr>
          <p:nvPr>
            <p:custDataLst>
              <p:tags r:id="rId11"/>
            </p:custDataLst>
          </p:nvPr>
        </p:nvSpPr>
        <p:spPr bwMode="auto">
          <a:xfrm>
            <a:off x="4124328" y="4189150"/>
            <a:ext cx="4552128" cy="535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defRPr/>
            </a:pPr>
            <a:r>
              <a:rPr lang="zh-CN" altLang="en-US" sz="2000" b="1" dirty="0" smtClean="0">
                <a:solidFill>
                  <a:schemeClr val="accent1">
                    <a:lumMod val="50000"/>
                    <a:hueOff val="9600000"/>
                  </a:schemeClr>
                </a:solidFill>
                <a:latin typeface="+mn-lt"/>
                <a:ea typeface="+mn-ea"/>
              </a:rPr>
              <a:t>考虑最坏的情况：</a:t>
            </a:r>
            <a:r>
              <a:rPr lang="en-US" altLang="zh-CN" sz="2000" b="1" i="1" dirty="0" smtClean="0">
                <a:solidFill>
                  <a:schemeClr val="accent1">
                    <a:lumMod val="50000"/>
                    <a:hueOff val="9600000"/>
                  </a:schemeClr>
                </a:solidFill>
                <a:latin typeface="+mn-lt"/>
                <a:ea typeface="+mn-ea"/>
              </a:rPr>
              <a:t>p</a:t>
            </a:r>
            <a:r>
              <a:rPr lang="en-US" altLang="zh-CN" sz="2000" b="1" i="1" baseline="-25000" dirty="0" smtClean="0">
                <a:solidFill>
                  <a:schemeClr val="accent1">
                    <a:lumMod val="50000"/>
                    <a:hueOff val="9600000"/>
                  </a:schemeClr>
                </a:solidFill>
                <a:latin typeface="+mn-lt"/>
                <a:ea typeface="+mn-ea"/>
              </a:rPr>
              <a:t>1</a:t>
            </a:r>
            <a:r>
              <a:rPr lang="en-US" altLang="zh-CN" sz="2000" b="1" dirty="0" smtClean="0">
                <a:solidFill>
                  <a:schemeClr val="accent1">
                    <a:lumMod val="50000"/>
                    <a:hueOff val="9600000"/>
                  </a:schemeClr>
                </a:solidFill>
                <a:latin typeface="+mn-lt"/>
                <a:ea typeface="+mn-ea"/>
              </a:rPr>
              <a:t> = </a:t>
            </a:r>
            <a:r>
              <a:rPr lang="en-US" altLang="zh-CN" sz="2000" b="1" i="1" dirty="0" smtClean="0">
                <a:solidFill>
                  <a:schemeClr val="accent1">
                    <a:lumMod val="50000"/>
                    <a:hueOff val="9600000"/>
                  </a:schemeClr>
                </a:solidFill>
                <a:latin typeface="+mn-lt"/>
                <a:ea typeface="+mn-ea"/>
              </a:rPr>
              <a:t>p</a:t>
            </a:r>
            <a:r>
              <a:rPr lang="en-US" altLang="zh-CN" sz="2000" b="1" i="1" baseline="-25000" dirty="0">
                <a:solidFill>
                  <a:schemeClr val="accent1">
                    <a:lumMod val="50000"/>
                    <a:hueOff val="9600000"/>
                  </a:schemeClr>
                </a:solidFill>
                <a:latin typeface="+mn-lt"/>
                <a:ea typeface="+mn-ea"/>
              </a:rPr>
              <a:t>2</a:t>
            </a:r>
            <a:r>
              <a:rPr lang="en-US" altLang="zh-CN" sz="2000" b="1" dirty="0" smtClean="0">
                <a:solidFill>
                  <a:schemeClr val="accent1">
                    <a:lumMod val="50000"/>
                    <a:hueOff val="9600000"/>
                  </a:schemeClr>
                </a:solidFill>
                <a:latin typeface="+mn-lt"/>
                <a:ea typeface="+mn-ea"/>
              </a:rPr>
              <a:t> = 1.0</a:t>
            </a:r>
            <a:endParaRPr lang="en-US" altLang="zh-CN" sz="2000" b="1" dirty="0" smtClean="0">
              <a:solidFill>
                <a:schemeClr val="accent1">
                  <a:lumMod val="50000"/>
                  <a:hueOff val="9600000"/>
                </a:schemeClr>
              </a:solidFill>
              <a:latin typeface="+mn-lt"/>
              <a:ea typeface="+mn-ea"/>
            </a:endParaRPr>
          </a:p>
        </p:txBody>
      </p:sp>
      <mc:AlternateContent xmlns:mc="http://schemas.openxmlformats.org/markup-compatibility/2006">
        <mc:Choice xmlns:a14="http://schemas.microsoft.com/office/drawing/2010/main" Requires="a14">
          <p:sp>
            <p:nvSpPr>
              <p:cNvPr id="15" name="矩形 14"/>
              <p:cNvSpPr/>
              <p:nvPr/>
            </p:nvSpPr>
            <p:spPr>
              <a:xfrm>
                <a:off x="1907704" y="5517232"/>
                <a:ext cx="4960167" cy="864096"/>
              </a:xfrm>
              <a:prstGeom prst="rect">
                <a:avLst/>
              </a:prstGeom>
            </p:spPr>
            <p:txBody>
              <a:bodyPr wrap="none">
                <a:noAutofit/>
              </a:bodyPr>
              <a:lstStyle/>
              <a:p>
                <a14:m>
                  <m:oMath xmlns:m="http://schemas.openxmlformats.org/officeDocument/2006/math">
                    <m:r>
                      <a:rPr lang="en-US" altLang="zh-CN" sz="3600" b="1" i="1">
                        <a:solidFill>
                          <a:schemeClr val="tx1"/>
                        </a:solidFill>
                        <a:latin typeface="Cambria Math" panose="02040503050406030204" pitchFamily="18" charset="0"/>
                        <a:ea typeface="+mn-ea"/>
                        <a:cs typeface="Cambria Math" panose="02040503050406030204" pitchFamily="18" charset="0"/>
                      </a:rPr>
                      <m:t>𝑻</m:t>
                    </m:r>
                    <m:d>
                      <m:dPr>
                        <m:ctrlPr>
                          <a:rPr lang="en-US" altLang="zh-CN" sz="3600" b="1" i="1">
                            <a:solidFill>
                              <a:schemeClr val="tx1"/>
                            </a:solidFill>
                            <a:latin typeface="Cambria Math" panose="02040503050406030204" pitchFamily="18" charset="0"/>
                            <a:ea typeface="+mn-ea"/>
                            <a:cs typeface="Cambria Math" panose="02040503050406030204" pitchFamily="18" charset="0"/>
                          </a:rPr>
                        </m:ctrlPr>
                      </m:dPr>
                      <m:e>
                        <m:r>
                          <a:rPr lang="en-US" altLang="zh-CN" sz="3600" b="1" i="1">
                            <a:solidFill>
                              <a:schemeClr val="tx1"/>
                            </a:solidFill>
                            <a:latin typeface="Cambria Math" panose="02040503050406030204" pitchFamily="18" charset="0"/>
                            <a:ea typeface="+mn-ea"/>
                            <a:cs typeface="Cambria Math" panose="02040503050406030204" pitchFamily="18" charset="0"/>
                          </a:rPr>
                          <m:t>𝒏</m:t>
                        </m:r>
                      </m:e>
                    </m:d>
                    <m:r>
                      <a:rPr lang="en-US" altLang="zh-CN" sz="3600" b="1" i="1">
                        <a:solidFill>
                          <a:schemeClr val="tx1"/>
                        </a:solidFill>
                        <a:latin typeface="Cambria Math" panose="02040503050406030204" pitchFamily="18" charset="0"/>
                        <a:ea typeface="MS Mincho" charset="0"/>
                        <a:cs typeface="Cambria Math" panose="02040503050406030204" pitchFamily="18" charset="0"/>
                      </a:rPr>
                      <m:t>=</m:t>
                    </m:r>
                    <m:f>
                      <m:fPr>
                        <m:ctrlPr>
                          <a:rPr lang="en-US" altLang="zh-CN" sz="3600" b="1" i="1" smtClean="0">
                            <a:solidFill>
                              <a:schemeClr val="accent1">
                                <a:lumMod val="50000"/>
                              </a:schemeClr>
                            </a:solidFill>
                            <a:latin typeface="Cambria Math" panose="02040503050406030204" pitchFamily="18" charset="0"/>
                            <a:ea typeface="+mn-ea"/>
                            <a:cs typeface="Cambria Math" panose="02040503050406030204" pitchFamily="18" charset="0"/>
                          </a:rPr>
                        </m:ctrlPr>
                      </m:fPr>
                      <m:num>
                        <m:r>
                          <a:rPr lang="en-US" altLang="zh-CN" sz="3600" b="1" i="1">
                            <a:solidFill>
                              <a:schemeClr val="accent1">
                                <a:lumMod val="50000"/>
                              </a:schemeClr>
                            </a:solidFill>
                            <a:latin typeface="Cambria Math" panose="02040503050406030204" pitchFamily="18" charset="0"/>
                            <a:ea typeface="+mn-ea"/>
                            <a:cs typeface="Cambria Math" panose="02040503050406030204" pitchFamily="18" charset="0"/>
                          </a:rPr>
                          <m:t>𝟑</m:t>
                        </m:r>
                      </m:num>
                      <m:den>
                        <m:r>
                          <a:rPr lang="en-US" altLang="zh-CN" sz="3600" b="1" i="1">
                            <a:solidFill>
                              <a:schemeClr val="accent1">
                                <a:lumMod val="50000"/>
                              </a:schemeClr>
                            </a:solidFill>
                            <a:latin typeface="Cambria Math" panose="02040503050406030204" pitchFamily="18" charset="0"/>
                            <a:ea typeface="+mn-ea"/>
                            <a:cs typeface="Cambria Math" panose="02040503050406030204" pitchFamily="18" charset="0"/>
                          </a:rPr>
                          <m:t>𝟐</m:t>
                        </m:r>
                      </m:den>
                    </m:f>
                    <m:sSup>
                      <m:sSupPr>
                        <m:ctrlPr>
                          <a:rPr lang="en-US" altLang="zh-CN" sz="3600" b="1" i="1">
                            <a:solidFill>
                              <a:schemeClr val="accent1">
                                <a:lumMod val="50000"/>
                              </a:schemeClr>
                            </a:solidFill>
                            <a:latin typeface="Cambria Math" panose="02040503050406030204" pitchFamily="18" charset="0"/>
                            <a:ea typeface="+mn-ea"/>
                            <a:cs typeface="Cambria Math" panose="02040503050406030204" pitchFamily="18" charset="0"/>
                          </a:rPr>
                        </m:ctrlPr>
                      </m:sSupPr>
                      <m:e>
                        <m:r>
                          <a:rPr lang="en-US" altLang="zh-CN" sz="3600" b="1" i="1">
                            <a:solidFill>
                              <a:schemeClr val="accent1">
                                <a:lumMod val="50000"/>
                              </a:schemeClr>
                            </a:solidFill>
                            <a:latin typeface="Cambria Math" panose="02040503050406030204" pitchFamily="18" charset="0"/>
                            <a:ea typeface="+mn-ea"/>
                            <a:cs typeface="Cambria Math" panose="02040503050406030204" pitchFamily="18" charset="0"/>
                          </a:rPr>
                          <m:t>𝒏</m:t>
                        </m:r>
                      </m:e>
                      <m:sup>
                        <m:r>
                          <a:rPr lang="en-US" altLang="zh-CN" sz="3600" b="1" i="1">
                            <a:solidFill>
                              <a:schemeClr val="accent1">
                                <a:lumMod val="50000"/>
                              </a:schemeClr>
                            </a:solidFill>
                            <a:latin typeface="Cambria Math" panose="02040503050406030204" pitchFamily="18" charset="0"/>
                            <a:ea typeface="+mn-ea"/>
                            <a:cs typeface="Cambria Math" panose="02040503050406030204" pitchFamily="18" charset="0"/>
                          </a:rPr>
                          <m:t>𝟐</m:t>
                        </m:r>
                      </m:sup>
                    </m:sSup>
                  </m:oMath>
                </a14:m>
                <a:r>
                  <a:rPr lang="en-US" altLang="zh-CN" sz="3600" dirty="0">
                    <a:solidFill>
                      <a:schemeClr val="accent1">
                        <a:lumMod val="50000"/>
                      </a:schemeClr>
                    </a:solidFill>
                    <a:latin typeface="+mn-lt"/>
                    <a:ea typeface="+mn-ea"/>
                  </a:rPr>
                  <a:t> </a:t>
                </a:r>
                <a:r>
                  <a:rPr lang="en-US" altLang="zh-CN" sz="3600" dirty="0" smtClean="0">
                    <a:solidFill>
                      <a:schemeClr val="accent1">
                        <a:lumMod val="50000"/>
                      </a:schemeClr>
                    </a:solidFill>
                    <a:latin typeface="+mn-lt"/>
                    <a:ea typeface="+mn-ea"/>
                  </a:rPr>
                  <a:t>+ </a:t>
                </a:r>
                <a14:m>
                  <m:oMath xmlns:m="http://schemas.openxmlformats.org/officeDocument/2006/math">
                    <m:f>
                      <m:fPr>
                        <m:ctrlPr>
                          <a:rPr lang="en-US" altLang="zh-CN" sz="3600" i="1">
                            <a:solidFill>
                              <a:schemeClr val="accent1">
                                <a:lumMod val="50000"/>
                              </a:schemeClr>
                            </a:solidFill>
                            <a:latin typeface="Cambria Math" panose="02040503050406030204" pitchFamily="18" charset="0"/>
                            <a:ea typeface="+mn-ea"/>
                            <a:cs typeface="Cambria Math" panose="02040503050406030204" pitchFamily="18" charset="0"/>
                          </a:rPr>
                        </m:ctrlPr>
                      </m:fPr>
                      <m:num>
                        <m:r>
                          <a:rPr lang="en-US" altLang="zh-CN" sz="3600" b="1" i="1" smtClean="0">
                            <a:solidFill>
                              <a:schemeClr val="accent1">
                                <a:lumMod val="50000"/>
                              </a:schemeClr>
                            </a:solidFill>
                            <a:latin typeface="Cambria Math" panose="02040503050406030204" pitchFamily="18" charset="0"/>
                            <a:ea typeface="+mn-ea"/>
                            <a:cs typeface="Cambria Math" panose="02040503050406030204" pitchFamily="18" charset="0"/>
                          </a:rPr>
                          <m:t>𝟏𝟏</m:t>
                        </m:r>
                      </m:num>
                      <m:den>
                        <m:r>
                          <a:rPr lang="en-US" altLang="zh-CN" sz="3600" i="1">
                            <a:solidFill>
                              <a:schemeClr val="accent1">
                                <a:lumMod val="50000"/>
                              </a:schemeClr>
                            </a:solidFill>
                            <a:latin typeface="Cambria Math" panose="02040503050406030204" pitchFamily="18" charset="0"/>
                            <a:ea typeface="+mn-ea"/>
                            <a:cs typeface="Cambria Math" panose="02040503050406030204" pitchFamily="18" charset="0"/>
                          </a:rPr>
                          <m:t>𝟐</m:t>
                        </m:r>
                      </m:den>
                    </m:f>
                    <m:r>
                      <a:rPr lang="en-US" altLang="zh-CN" sz="3600" i="1">
                        <a:solidFill>
                          <a:schemeClr val="accent1">
                            <a:lumMod val="50000"/>
                          </a:schemeClr>
                        </a:solidFill>
                        <a:latin typeface="Cambria Math" panose="02040503050406030204" pitchFamily="18" charset="0"/>
                        <a:ea typeface="+mn-ea"/>
                        <a:cs typeface="Cambria Math" panose="02040503050406030204" pitchFamily="18" charset="0"/>
                      </a:rPr>
                      <m:t>𝒏</m:t>
                    </m:r>
                    <m:r>
                      <m:rPr>
                        <m:nor/>
                      </m:rPr>
                      <a:rPr lang="en-US" altLang="zh-CN" sz="3600" b="1" i="0" smtClean="0">
                        <a:solidFill>
                          <a:schemeClr val="accent1">
                            <a:lumMod val="50000"/>
                          </a:schemeClr>
                        </a:solidFill>
                        <a:latin typeface="Cambria Math" panose="02040503050406030204" pitchFamily="18" charset="0"/>
                        <a:ea typeface="MS Mincho" charset="0"/>
                        <a:cs typeface="Cambria Math" panose="02040503050406030204" pitchFamily="18" charset="0"/>
                      </a:rPr>
                      <m:t> </m:t>
                    </m:r>
                    <m:r>
                      <a:rPr lang="en-US" altLang="zh-CN" sz="3600" b="1" i="1" smtClean="0">
                        <a:solidFill>
                          <a:schemeClr val="accent1">
                            <a:lumMod val="50000"/>
                          </a:schemeClr>
                        </a:solidFill>
                        <a:latin typeface="Cambria Math" panose="02040503050406030204" pitchFamily="18" charset="0"/>
                        <a:ea typeface="MS Mincho" charset="0"/>
                        <a:cs typeface="Cambria Math" panose="02040503050406030204" pitchFamily="18" charset="0"/>
                      </a:rPr>
                      <m:t>–</m:t>
                    </m:r>
                    <m:r>
                      <m:rPr>
                        <m:nor/>
                      </m:rPr>
                      <a:rPr lang="en-US" altLang="zh-CN" sz="3600" b="1" i="0" dirty="0" smtClean="0">
                        <a:solidFill>
                          <a:schemeClr val="accent1">
                            <a:lumMod val="50000"/>
                          </a:schemeClr>
                        </a:solidFill>
                        <a:latin typeface="Cambria Math" panose="02040503050406030204" pitchFamily="18" charset="0"/>
                        <a:ea typeface="MS Mincho" charset="0"/>
                        <a:cs typeface="Cambria Math" panose="02040503050406030204" pitchFamily="18" charset="0"/>
                      </a:rPr>
                      <m:t> </m:t>
                    </m:r>
                    <m:r>
                      <m:rPr>
                        <m:nor/>
                      </m:rPr>
                      <a:rPr lang="en-US" altLang="zh-CN" sz="3600" b="1" i="0" dirty="0" smtClean="0">
                        <a:solidFill>
                          <a:schemeClr val="accent1">
                            <a:lumMod val="50000"/>
                          </a:schemeClr>
                        </a:solidFill>
                        <a:latin typeface="Cambria Math" panose="02040503050406030204" pitchFamily="18" charset="0"/>
                        <a:ea typeface="MS Mincho" charset="0"/>
                        <a:cs typeface="Cambria Math" panose="02040503050406030204" pitchFamily="18" charset="0"/>
                      </a:rPr>
                      <m:t>6</m:t>
                    </m:r>
                  </m:oMath>
                </a14:m>
                <a:r>
                  <a:rPr lang="zh-CN" altLang="en-US" sz="3600" dirty="0" smtClean="0">
                    <a:solidFill>
                      <a:schemeClr val="accent1">
                        <a:lumMod val="50000"/>
                      </a:schemeClr>
                    </a:solidFill>
                    <a:latin typeface="+mn-lt"/>
                    <a:ea typeface="+mn-ea"/>
                  </a:rPr>
                  <a:t>  </a:t>
                </a:r>
                <a:endParaRPr lang="zh-CN" altLang="en-US" sz="3600" dirty="0" smtClean="0">
                  <a:solidFill>
                    <a:schemeClr val="accent1">
                      <a:lumMod val="50000"/>
                    </a:schemeClr>
                  </a:solidFill>
                  <a:latin typeface="+mn-lt"/>
                  <a:ea typeface="+mn-ea"/>
                </a:endParaRPr>
              </a:p>
            </p:txBody>
          </p:sp>
        </mc:Choice>
        <mc:Fallback>
          <p:sp>
            <p:nvSpPr>
              <p:cNvPr id="15" name="矩形 14"/>
              <p:cNvSpPr>
                <a:spLocks noRot="1" noChangeAspect="1" noMove="1" noResize="1" noEditPoints="1" noAdjustHandles="1" noChangeArrowheads="1" noChangeShapeType="1" noTextEdit="1"/>
              </p:cNvSpPr>
              <p:nvPr/>
            </p:nvSpPr>
            <p:spPr>
              <a:xfrm>
                <a:off x="1907704" y="5517232"/>
                <a:ext cx="4960167" cy="864096"/>
              </a:xfrm>
              <a:prstGeom prst="rect">
                <a:avLst/>
              </a:prstGeom>
              <a:blipFill rotWithShape="1">
                <a:blip r:embed="rId12"/>
                <a:stretch>
                  <a:fillRect l="-3" t="-41" r="-1158" b="25"/>
                </a:stretch>
              </a:blipFill>
            </p:spPr>
            <p:txBody>
              <a:bodyPr/>
              <a:lstStyle/>
              <a:p>
                <a:r>
                  <a:rPr lang="zh-CN" altLang="en-US">
                    <a:noFill/>
                  </a:rPr>
                  <a:t> </a:t>
                </a:r>
              </a:p>
            </p:txBody>
          </p:sp>
        </mc:Fallback>
      </mc:AlternateContent>
      <p:sp>
        <p:nvSpPr>
          <p:cNvPr id="17" name="椭圆 16"/>
          <p:cNvSpPr/>
          <p:nvPr>
            <p:custDataLst>
              <p:tags r:id="rId13"/>
            </p:custDataLst>
          </p:nvPr>
        </p:nvSpPr>
        <p:spPr bwMode="auto">
          <a:xfrm>
            <a:off x="2666466" y="1464883"/>
            <a:ext cx="1394075" cy="576064"/>
          </a:xfrm>
          <a:prstGeom prst="ellipse">
            <a:avLst/>
          </a:prstGeom>
          <a:noFill/>
          <a:ln w="57150" cap="flat" cmpd="sng" algn="ctr">
            <a:solidFill>
              <a:schemeClr val="accent1"/>
            </a:solidFill>
            <a:prstDash val="solid"/>
            <a:round/>
            <a:headEnd type="none" w="med" len="med"/>
            <a:tailEnd type="none" w="med" len="med"/>
          </a:ln>
          <a:effectLst/>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smtClean="0">
              <a:ln>
                <a:noFill/>
              </a:ln>
              <a:solidFill>
                <a:schemeClr val="accent1">
                  <a:lumMod val="50000"/>
                </a:schemeClr>
              </a:solidFill>
              <a:effectLst/>
              <a:latin typeface="Times New Roman" panose="02020603050405020304" pitchFamily="18" charset="0"/>
              <a:ea typeface="楷体_GB2312" panose="02010609030101010101" pitchFamily="49" charset="-122"/>
            </a:endParaRPr>
          </a:p>
        </p:txBody>
      </p:sp>
      <p:sp>
        <p:nvSpPr>
          <p:cNvPr id="18" name="椭圆 17"/>
          <p:cNvSpPr/>
          <p:nvPr>
            <p:custDataLst>
              <p:tags r:id="rId14"/>
            </p:custDataLst>
          </p:nvPr>
        </p:nvSpPr>
        <p:spPr bwMode="auto">
          <a:xfrm>
            <a:off x="3496132" y="2347425"/>
            <a:ext cx="1394075" cy="576064"/>
          </a:xfrm>
          <a:prstGeom prst="ellipse">
            <a:avLst/>
          </a:prstGeom>
          <a:noFill/>
          <a:ln w="57150" cap="flat" cmpd="sng" algn="ctr">
            <a:solidFill>
              <a:schemeClr val="accent1"/>
            </a:solidFill>
            <a:prstDash val="solid"/>
            <a:round/>
            <a:headEnd type="none" w="med" len="med"/>
            <a:tailEnd type="none" w="med" len="med"/>
          </a:ln>
          <a:effectLst/>
        </p:spPr>
        <p:txBody>
          <a:bodyPr vert="horz" wrap="square" lIns="91440" tIns="0" rIns="91440" bIns="0" numCol="1" rtlCol="0" anchor="ctr"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2000" b="1" i="0" u="none" strike="noStrike" cap="none" normalizeH="0" baseline="0" smtClean="0">
              <a:ln>
                <a:noFill/>
              </a:ln>
              <a:solidFill>
                <a:schemeClr val="accent1">
                  <a:lumMod val="50000"/>
                </a:schemeClr>
              </a:solidFill>
              <a:effectLst/>
              <a:latin typeface="Times New Roman" panose="02020603050405020304" pitchFamily="18" charset="0"/>
              <a:ea typeface="楷体_GB2312" panose="02010609030101010101" pitchFamily="49" charset="-122"/>
            </a:endParaRPr>
          </a:p>
        </p:txBody>
      </p:sp>
      <p:sp>
        <p:nvSpPr>
          <p:cNvPr id="19" name="Rectangle 3"/>
          <p:cNvSpPr>
            <a:spLocks noGrp="1" noChangeArrowheads="1"/>
          </p:cNvSpPr>
          <p:nvPr>
            <p:custDataLst>
              <p:tags r:id="rId15"/>
            </p:custDataLst>
          </p:nvPr>
        </p:nvSpPr>
        <p:spPr>
          <a:xfrm>
            <a:off x="456300" y="1490400"/>
            <a:ext cx="8226900" cy="4759200"/>
          </a:xfrm>
          <a:prstGeom prst="rect">
            <a:avLst/>
          </a:prstGeom>
        </p:spPr>
        <p:txBody>
          <a:bodyPr vert="horz" lIns="91440" tIns="45720" rIns="91440" bIns="45720" rtlCol="0">
            <a:normAutofit fontScale="4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spcBef>
                <a:spcPts val="600"/>
              </a:spcBef>
              <a:spcAft>
                <a:spcPts val="0"/>
              </a:spcAft>
              <a:buNone/>
            </a:pPr>
            <a:r>
              <a:rPr lang="en-US" altLang="zh-CN" sz="2400" dirty="0" smtClean="0">
                <a:solidFill>
                  <a:schemeClr val="tx1"/>
                </a:solidFill>
              </a:rPr>
              <a:t>void </a:t>
            </a:r>
            <a:r>
              <a:rPr lang="en-US" altLang="zh-CN" sz="2400" dirty="0" err="1" smtClean="0">
                <a:solidFill>
                  <a:schemeClr val="tx1"/>
                </a:solidFill>
              </a:rPr>
              <a:t>select_sort</a:t>
            </a:r>
            <a:r>
              <a:rPr lang="en-US" altLang="zh-CN" sz="2400" dirty="0" smtClean="0">
                <a:solidFill>
                  <a:schemeClr val="tx1"/>
                </a:solidFill>
              </a:rPr>
              <a:t>(</a:t>
            </a:r>
            <a:r>
              <a:rPr lang="en-US" altLang="zh-CN" sz="2400" dirty="0" err="1" smtClean="0">
                <a:solidFill>
                  <a:schemeClr val="tx1"/>
                </a:solidFill>
              </a:rPr>
              <a:t>int</a:t>
            </a:r>
            <a:r>
              <a:rPr lang="en-US" altLang="zh-CN" sz="2400" dirty="0" smtClean="0">
                <a:solidFill>
                  <a:schemeClr val="tx1"/>
                </a:solidFill>
              </a:rPr>
              <a:t> </a:t>
            </a:r>
            <a:r>
              <a:rPr lang="en-US" altLang="zh-CN" sz="2400" dirty="0">
                <a:solidFill>
                  <a:schemeClr val="tx1"/>
                </a:solidFill>
              </a:rPr>
              <a:t>a[], </a:t>
            </a:r>
            <a:r>
              <a:rPr lang="en-US" altLang="zh-CN" sz="2400" dirty="0" err="1">
                <a:solidFill>
                  <a:schemeClr val="tx1"/>
                </a:solidFill>
              </a:rPr>
              <a:t>int</a:t>
            </a:r>
            <a:r>
              <a:rPr lang="en-US" altLang="zh-CN" sz="2400" dirty="0">
                <a:solidFill>
                  <a:schemeClr val="tx1"/>
                </a:solidFill>
              </a:rPr>
              <a:t> n)  </a:t>
            </a:r>
            <a:r>
              <a:rPr lang="en-US" altLang="zh-CN" sz="2400" dirty="0" smtClean="0">
                <a:solidFill>
                  <a:schemeClr val="tx1"/>
                </a:solidFill>
              </a:rPr>
              <a:t>{</a:t>
            </a:r>
            <a:endParaRPr lang="en-US" altLang="zh-CN" sz="2400" dirty="0" smtClean="0">
              <a:solidFill>
                <a:schemeClr val="tx1"/>
              </a:solidFill>
            </a:endParaRPr>
          </a:p>
          <a:p>
            <a:pPr eaLnBrk="1" hangingPunct="1">
              <a:spcBef>
                <a:spcPts val="600"/>
              </a:spcBef>
              <a:spcAft>
                <a:spcPts val="0"/>
              </a:spcAft>
              <a:buNone/>
            </a:pPr>
            <a:r>
              <a:rPr lang="en-US" altLang="zh-CN" sz="2400" dirty="0">
                <a:solidFill>
                  <a:schemeClr val="tx1"/>
                </a:solidFill>
              </a:rPr>
              <a:t>	</a:t>
            </a:r>
            <a:r>
              <a:rPr lang="en-US" altLang="zh-CN" sz="2400" dirty="0" smtClean="0">
                <a:solidFill>
                  <a:schemeClr val="tx1"/>
                </a:solidFill>
              </a:rPr>
              <a:t> </a:t>
            </a:r>
            <a:r>
              <a:rPr lang="en-US" altLang="zh-CN" sz="2400" dirty="0" err="1" smtClean="0">
                <a:solidFill>
                  <a:schemeClr val="tx1"/>
                </a:solidFill>
              </a:rPr>
              <a:t>int</a:t>
            </a:r>
            <a:r>
              <a:rPr lang="en-US" altLang="zh-CN" sz="2400" dirty="0" smtClean="0">
                <a:solidFill>
                  <a:schemeClr val="tx1"/>
                </a:solidFill>
              </a:rPr>
              <a:t> </a:t>
            </a:r>
            <a:r>
              <a:rPr lang="en-US" altLang="zh-CN" sz="2400" dirty="0" err="1" smtClean="0">
                <a:solidFill>
                  <a:schemeClr val="tx1"/>
                </a:solidFill>
              </a:rPr>
              <a:t>i</a:t>
            </a:r>
            <a:r>
              <a:rPr lang="en-US" altLang="zh-CN" sz="2400" dirty="0" smtClean="0">
                <a:solidFill>
                  <a:schemeClr val="tx1"/>
                </a:solidFill>
              </a:rPr>
              <a:t>, j, k, </a:t>
            </a:r>
            <a:r>
              <a:rPr lang="en-US" altLang="zh-CN" sz="2400" dirty="0" err="1" smtClean="0">
                <a:solidFill>
                  <a:schemeClr val="tx1"/>
                </a:solidFill>
              </a:rPr>
              <a:t>tmp</a:t>
            </a:r>
            <a:r>
              <a:rPr lang="en-US" altLang="zh-CN" sz="2400" dirty="0" smtClean="0">
                <a:solidFill>
                  <a:schemeClr val="tx1"/>
                </a:solidFill>
              </a:rPr>
              <a:t>; </a:t>
            </a:r>
            <a:r>
              <a:rPr lang="zh-CN" altLang="en-US" sz="2400" dirty="0" smtClean="0">
                <a:solidFill>
                  <a:schemeClr val="tx1"/>
                </a:solidFill>
              </a:rPr>
              <a:t>   </a:t>
            </a:r>
            <a:endParaRPr lang="zh-CN" altLang="en-US" sz="2400" dirty="0">
              <a:solidFill>
                <a:schemeClr val="tx1"/>
              </a:solidFill>
            </a:endParaRPr>
          </a:p>
          <a:p>
            <a:pPr marL="400050" lvl="1" indent="0" eaLnBrk="1" hangingPunct="1">
              <a:spcBef>
                <a:spcPts val="600"/>
              </a:spcBef>
              <a:spcAft>
                <a:spcPts val="0"/>
              </a:spcAft>
              <a:buNone/>
            </a:pPr>
            <a:r>
              <a:rPr lang="en-US" altLang="zh-CN" sz="2400" b="1" dirty="0">
                <a:solidFill>
                  <a:schemeClr val="tx1"/>
                </a:solidFill>
                <a:cs typeface="+mn-cs"/>
              </a:rPr>
              <a:t>for ( </a:t>
            </a:r>
            <a:r>
              <a:rPr lang="en-US" altLang="zh-CN" sz="2400" b="1" dirty="0" err="1">
                <a:solidFill>
                  <a:schemeClr val="tx1"/>
                </a:solidFill>
                <a:cs typeface="+mn-cs"/>
              </a:rPr>
              <a:t>i</a:t>
            </a:r>
            <a:r>
              <a:rPr lang="en-US" altLang="zh-CN" sz="2400" b="1" dirty="0">
                <a:solidFill>
                  <a:schemeClr val="tx1"/>
                </a:solidFill>
                <a:cs typeface="+mn-cs"/>
              </a:rPr>
              <a:t> = 0;  </a:t>
            </a:r>
            <a:r>
              <a:rPr lang="en-US" altLang="zh-CN" sz="2400" b="1" dirty="0" err="1">
                <a:solidFill>
                  <a:schemeClr val="tx1"/>
                </a:solidFill>
                <a:cs typeface="+mn-cs"/>
              </a:rPr>
              <a:t>i</a:t>
            </a:r>
            <a:r>
              <a:rPr lang="en-US" altLang="zh-CN" sz="2400" b="1" dirty="0">
                <a:solidFill>
                  <a:schemeClr val="tx1"/>
                </a:solidFill>
                <a:cs typeface="+mn-cs"/>
              </a:rPr>
              <a:t>&lt; n-1;  ++</a:t>
            </a:r>
            <a:r>
              <a:rPr lang="en-US" altLang="zh-CN" sz="2400" b="1" dirty="0" err="1">
                <a:solidFill>
                  <a:schemeClr val="tx1"/>
                </a:solidFill>
                <a:cs typeface="+mn-cs"/>
              </a:rPr>
              <a:t>i</a:t>
            </a:r>
            <a:r>
              <a:rPr lang="en-US" altLang="zh-CN" sz="2400" b="1" dirty="0">
                <a:solidFill>
                  <a:schemeClr val="tx1"/>
                </a:solidFill>
                <a:cs typeface="+mn-cs"/>
              </a:rPr>
              <a:t> ) {</a:t>
            </a:r>
            <a:endParaRPr lang="en-US" altLang="zh-CN" sz="2400" b="1" dirty="0">
              <a:solidFill>
                <a:schemeClr val="tx1"/>
              </a:solidFill>
              <a:cs typeface="+mn-cs"/>
            </a:endParaRPr>
          </a:p>
          <a:p>
            <a:pPr marL="800100" lvl="2" indent="0" eaLnBrk="1" hangingPunct="1">
              <a:spcBef>
                <a:spcPts val="600"/>
              </a:spcBef>
              <a:spcAft>
                <a:spcPts val="0"/>
              </a:spcAft>
              <a:buNone/>
            </a:pPr>
            <a:r>
              <a:rPr lang="en-US" altLang="zh-CN" b="1" dirty="0">
                <a:solidFill>
                  <a:schemeClr val="tx1"/>
                </a:solidFill>
                <a:cs typeface="+mn-cs"/>
              </a:rPr>
              <a:t>j = </a:t>
            </a:r>
            <a:r>
              <a:rPr lang="en-US" altLang="zh-CN" b="1" dirty="0" err="1">
                <a:solidFill>
                  <a:schemeClr val="tx1"/>
                </a:solidFill>
                <a:cs typeface="+mn-cs"/>
              </a:rPr>
              <a:t>i</a:t>
            </a:r>
            <a:r>
              <a:rPr lang="en-US" altLang="zh-CN" b="1" dirty="0">
                <a:solidFill>
                  <a:schemeClr val="tx1"/>
                </a:solidFill>
                <a:cs typeface="+mn-cs"/>
              </a:rPr>
              <a:t>; </a:t>
            </a:r>
            <a:r>
              <a:rPr lang="en-US" altLang="zh-CN" b="1" dirty="0" smtClean="0">
                <a:solidFill>
                  <a:schemeClr val="tx1"/>
                </a:solidFill>
                <a:cs typeface="+mn-cs"/>
              </a:rPr>
              <a:t>  </a:t>
            </a:r>
            <a:endParaRPr lang="zh-CN" altLang="en-US" b="1" dirty="0" smtClean="0">
              <a:solidFill>
                <a:schemeClr val="tx1"/>
              </a:solidFill>
              <a:cs typeface="+mn-cs"/>
            </a:endParaRPr>
          </a:p>
          <a:p>
            <a:pPr marL="800100" lvl="2" indent="0" eaLnBrk="1" hangingPunct="1">
              <a:spcBef>
                <a:spcPts val="600"/>
              </a:spcBef>
              <a:spcAft>
                <a:spcPts val="0"/>
              </a:spcAft>
              <a:buNone/>
            </a:pPr>
            <a:r>
              <a:rPr lang="en-US" altLang="zh-CN" b="1" dirty="0" smtClean="0">
                <a:solidFill>
                  <a:schemeClr val="tx1"/>
                </a:solidFill>
                <a:cs typeface="+mn-cs"/>
              </a:rPr>
              <a:t>for ( k = i+1;  k &lt; n;  ++k )</a:t>
            </a:r>
            <a:endParaRPr lang="en-US" altLang="zh-CN" b="1" dirty="0" smtClean="0">
              <a:solidFill>
                <a:schemeClr val="tx1"/>
              </a:solidFill>
              <a:cs typeface="+mn-cs"/>
            </a:endParaRPr>
          </a:p>
          <a:p>
            <a:pPr marL="800100" lvl="2" indent="0" eaLnBrk="1" hangingPunct="1">
              <a:spcBef>
                <a:spcPts val="600"/>
              </a:spcBef>
              <a:spcAft>
                <a:spcPts val="0"/>
              </a:spcAft>
              <a:buNone/>
            </a:pPr>
            <a:r>
              <a:rPr lang="en-US" altLang="zh-CN" b="1" dirty="0" smtClean="0">
                <a:solidFill>
                  <a:schemeClr val="tx1"/>
                </a:solidFill>
                <a:cs typeface="+mn-cs"/>
              </a:rPr>
              <a:t>     </a:t>
            </a:r>
            <a:r>
              <a:rPr lang="en-US" altLang="zh-CN" b="1" dirty="0">
                <a:solidFill>
                  <a:schemeClr val="tx1"/>
                </a:solidFill>
                <a:cs typeface="+mn-cs"/>
              </a:rPr>
              <a:t>if (a[k] &lt; a[j] )  </a:t>
            </a:r>
            <a:endParaRPr lang="en-US" altLang="zh-CN" b="1" dirty="0" smtClean="0">
              <a:solidFill>
                <a:schemeClr val="tx1"/>
              </a:solidFill>
              <a:cs typeface="+mn-cs"/>
            </a:endParaRPr>
          </a:p>
          <a:p>
            <a:pPr marL="800100" lvl="2" indent="0" eaLnBrk="1" hangingPunct="1">
              <a:spcBef>
                <a:spcPts val="600"/>
              </a:spcBef>
              <a:spcAft>
                <a:spcPts val="0"/>
              </a:spcAft>
              <a:buNone/>
            </a:pPr>
            <a:r>
              <a:rPr lang="en-US" altLang="zh-CN" b="1" dirty="0">
                <a:solidFill>
                  <a:schemeClr val="tx1"/>
                </a:solidFill>
                <a:cs typeface="+mn-cs"/>
              </a:rPr>
              <a:t>	</a:t>
            </a:r>
            <a:r>
              <a:rPr lang="en-US" altLang="zh-CN" b="1" dirty="0" smtClean="0">
                <a:solidFill>
                  <a:schemeClr val="tx1"/>
                </a:solidFill>
                <a:cs typeface="+mn-cs"/>
              </a:rPr>
              <a:t>	j </a:t>
            </a:r>
            <a:r>
              <a:rPr lang="en-US" altLang="zh-CN" b="1" dirty="0">
                <a:solidFill>
                  <a:schemeClr val="tx1"/>
                </a:solidFill>
                <a:cs typeface="+mn-cs"/>
              </a:rPr>
              <a:t>= k;</a:t>
            </a:r>
            <a:endParaRPr lang="en-US" altLang="zh-CN" b="1" dirty="0">
              <a:solidFill>
                <a:schemeClr val="tx1"/>
              </a:solidFill>
              <a:cs typeface="+mn-cs"/>
            </a:endParaRPr>
          </a:p>
          <a:p>
            <a:pPr marL="800100" lvl="2" indent="0" eaLnBrk="1" hangingPunct="1">
              <a:spcBef>
                <a:spcPts val="600"/>
              </a:spcBef>
              <a:spcAft>
                <a:spcPts val="0"/>
              </a:spcAft>
              <a:buNone/>
            </a:pPr>
            <a:r>
              <a:rPr lang="en-US" altLang="zh-CN" b="1" dirty="0">
                <a:solidFill>
                  <a:schemeClr val="tx1"/>
                </a:solidFill>
                <a:cs typeface="+mn-cs"/>
              </a:rPr>
              <a:t>if ( j != </a:t>
            </a:r>
            <a:r>
              <a:rPr lang="en-US" altLang="zh-CN" b="1" dirty="0" err="1" smtClean="0">
                <a:solidFill>
                  <a:schemeClr val="tx1"/>
                </a:solidFill>
                <a:cs typeface="+mn-cs"/>
              </a:rPr>
              <a:t>i</a:t>
            </a:r>
            <a:r>
              <a:rPr lang="en-US" altLang="zh-CN" b="1" dirty="0" smtClean="0">
                <a:solidFill>
                  <a:schemeClr val="tx1"/>
                </a:solidFill>
                <a:cs typeface="+mn-cs"/>
              </a:rPr>
              <a:t> </a:t>
            </a:r>
            <a:r>
              <a:rPr lang="en-US" altLang="zh-CN" b="1" dirty="0">
                <a:solidFill>
                  <a:schemeClr val="tx1"/>
                </a:solidFill>
                <a:cs typeface="+mn-cs"/>
              </a:rPr>
              <a:t>) </a:t>
            </a:r>
            <a:r>
              <a:rPr lang="en-US" altLang="zh-CN" b="1" dirty="0" smtClean="0">
                <a:solidFill>
                  <a:schemeClr val="tx1"/>
                </a:solidFill>
                <a:cs typeface="+mn-cs"/>
              </a:rPr>
              <a:t>{ </a:t>
            </a:r>
            <a:endParaRPr lang="en-US" altLang="zh-CN" b="1" dirty="0" smtClean="0">
              <a:solidFill>
                <a:schemeClr val="tx1"/>
              </a:solidFill>
              <a:cs typeface="+mn-cs"/>
            </a:endParaRPr>
          </a:p>
          <a:p>
            <a:pPr marL="1257300" lvl="3" indent="0" eaLnBrk="1" hangingPunct="1">
              <a:spcBef>
                <a:spcPts val="600"/>
              </a:spcBef>
              <a:spcAft>
                <a:spcPts val="0"/>
              </a:spcAft>
              <a:buNone/>
            </a:pPr>
            <a:r>
              <a:rPr lang="en-US" altLang="zh-CN" sz="2400" b="1" dirty="0" smtClean="0">
                <a:solidFill>
                  <a:schemeClr val="tx1"/>
                </a:solidFill>
                <a:cs typeface="+mn-cs"/>
              </a:rPr>
              <a:t> </a:t>
            </a:r>
            <a:r>
              <a:rPr lang="en-US" altLang="zh-CN" sz="2400" b="1" dirty="0" err="1" smtClean="0">
                <a:solidFill>
                  <a:schemeClr val="tx1"/>
                </a:solidFill>
              </a:rPr>
              <a:t>tmp</a:t>
            </a:r>
            <a:r>
              <a:rPr lang="en-US" altLang="zh-CN" sz="2400" b="1" dirty="0" smtClean="0">
                <a:solidFill>
                  <a:schemeClr val="tx1"/>
                </a:solidFill>
              </a:rPr>
              <a:t> </a:t>
            </a:r>
            <a:r>
              <a:rPr lang="en-US" altLang="zh-CN" sz="2400" b="1" dirty="0">
                <a:solidFill>
                  <a:schemeClr val="tx1"/>
                </a:solidFill>
              </a:rPr>
              <a:t>= </a:t>
            </a:r>
            <a:r>
              <a:rPr lang="en-US" altLang="zh-CN" sz="2400" b="1" dirty="0" smtClean="0">
                <a:solidFill>
                  <a:schemeClr val="tx1"/>
                </a:solidFill>
              </a:rPr>
              <a:t>a[</a:t>
            </a:r>
            <a:r>
              <a:rPr lang="en-US" altLang="zh-CN" sz="2400" b="1" dirty="0" err="1" smtClean="0">
                <a:solidFill>
                  <a:schemeClr val="tx1"/>
                </a:solidFill>
              </a:rPr>
              <a:t>i</a:t>
            </a:r>
            <a:r>
              <a:rPr lang="en-US" altLang="zh-CN" sz="2400" b="1" dirty="0" smtClean="0">
                <a:solidFill>
                  <a:schemeClr val="tx1"/>
                </a:solidFill>
              </a:rPr>
              <a:t>];  </a:t>
            </a:r>
            <a:endParaRPr lang="en-US" altLang="zh-CN" sz="2400" b="1" dirty="0" smtClean="0">
              <a:solidFill>
                <a:schemeClr val="tx1"/>
              </a:solidFill>
            </a:endParaRPr>
          </a:p>
          <a:p>
            <a:pPr marL="1257300" lvl="3" indent="0" eaLnBrk="1" hangingPunct="1">
              <a:spcBef>
                <a:spcPts val="600"/>
              </a:spcBef>
              <a:spcAft>
                <a:spcPts val="0"/>
              </a:spcAft>
              <a:buNone/>
            </a:pPr>
            <a:r>
              <a:rPr lang="en-US" altLang="zh-CN" sz="2400" b="1" dirty="0" smtClean="0">
                <a:solidFill>
                  <a:schemeClr val="tx1"/>
                </a:solidFill>
                <a:cs typeface="+mn-cs"/>
              </a:rPr>
              <a:t> a[</a:t>
            </a:r>
            <a:r>
              <a:rPr lang="en-US" altLang="zh-CN" sz="2400" b="1" dirty="0" err="1" smtClean="0">
                <a:solidFill>
                  <a:schemeClr val="tx1"/>
                </a:solidFill>
                <a:cs typeface="+mn-cs"/>
              </a:rPr>
              <a:t>i</a:t>
            </a:r>
            <a:r>
              <a:rPr lang="en-US" altLang="zh-CN" sz="2400" b="1" dirty="0" smtClean="0">
                <a:solidFill>
                  <a:schemeClr val="tx1"/>
                </a:solidFill>
                <a:cs typeface="+mn-cs"/>
              </a:rPr>
              <a:t>] = a[j]; </a:t>
            </a:r>
            <a:endParaRPr lang="en-US" altLang="zh-CN" sz="2400" b="1" dirty="0" smtClean="0">
              <a:solidFill>
                <a:schemeClr val="tx1"/>
              </a:solidFill>
              <a:cs typeface="+mn-cs"/>
            </a:endParaRPr>
          </a:p>
          <a:p>
            <a:pPr marL="1257300" lvl="3" indent="0" eaLnBrk="1" hangingPunct="1">
              <a:spcBef>
                <a:spcPts val="600"/>
              </a:spcBef>
              <a:spcAft>
                <a:spcPts val="0"/>
              </a:spcAft>
              <a:buNone/>
            </a:pPr>
            <a:r>
              <a:rPr lang="en-US" altLang="zh-CN" sz="2400" b="1" dirty="0" smtClean="0">
                <a:solidFill>
                  <a:schemeClr val="tx1"/>
                </a:solidFill>
              </a:rPr>
              <a:t> a[j] </a:t>
            </a:r>
            <a:r>
              <a:rPr lang="en-US" altLang="zh-CN" sz="2400" b="1" dirty="0">
                <a:solidFill>
                  <a:schemeClr val="tx1"/>
                </a:solidFill>
              </a:rPr>
              <a:t>= </a:t>
            </a:r>
            <a:r>
              <a:rPr lang="en-US" altLang="zh-CN" sz="2400" b="1" dirty="0" err="1" smtClean="0">
                <a:solidFill>
                  <a:schemeClr val="tx1"/>
                </a:solidFill>
              </a:rPr>
              <a:t>tmp</a:t>
            </a:r>
            <a:r>
              <a:rPr lang="en-US" altLang="zh-CN" sz="2400" b="1" dirty="0" smtClean="0">
                <a:solidFill>
                  <a:schemeClr val="tx1"/>
                </a:solidFill>
              </a:rPr>
              <a:t>;</a:t>
            </a:r>
            <a:endParaRPr lang="en-US" altLang="zh-CN" sz="2400" b="1" dirty="0" smtClean="0">
              <a:solidFill>
                <a:schemeClr val="tx1"/>
              </a:solidFill>
              <a:cs typeface="+mn-cs"/>
            </a:endParaRPr>
          </a:p>
          <a:p>
            <a:pPr marL="800100" lvl="2" indent="0" eaLnBrk="1" hangingPunct="1">
              <a:spcBef>
                <a:spcPts val="600"/>
              </a:spcBef>
              <a:spcAft>
                <a:spcPts val="0"/>
              </a:spcAft>
              <a:buNone/>
            </a:pPr>
            <a:r>
              <a:rPr lang="en-US" altLang="zh-CN" b="1" dirty="0" smtClean="0">
                <a:solidFill>
                  <a:schemeClr val="tx1"/>
                </a:solidFill>
                <a:cs typeface="+mn-cs"/>
              </a:rPr>
              <a:t>}</a:t>
            </a:r>
            <a:endParaRPr lang="en-US" altLang="zh-CN" b="1" dirty="0">
              <a:solidFill>
                <a:schemeClr val="tx1"/>
              </a:solidFill>
              <a:cs typeface="+mn-cs"/>
            </a:endParaRPr>
          </a:p>
          <a:p>
            <a:pPr marL="400050" lvl="1" indent="0" eaLnBrk="1" hangingPunct="1">
              <a:spcBef>
                <a:spcPts val="600"/>
              </a:spcBef>
              <a:spcAft>
                <a:spcPts val="0"/>
              </a:spcAft>
              <a:buNone/>
            </a:pPr>
            <a:r>
              <a:rPr lang="en-US" altLang="zh-CN" sz="2400" b="1" dirty="0">
                <a:solidFill>
                  <a:schemeClr val="tx1"/>
                </a:solidFill>
                <a:cs typeface="+mn-cs"/>
              </a:rPr>
              <a:t>}</a:t>
            </a:r>
            <a:endParaRPr lang="zh-CN" altLang="en-US" sz="2400" b="1" dirty="0">
              <a:solidFill>
                <a:schemeClr val="tx1"/>
              </a:solidFill>
              <a:cs typeface="+mn-cs"/>
            </a:endParaRPr>
          </a:p>
          <a:p>
            <a:pPr eaLnBrk="1" hangingPunct="1">
              <a:spcBef>
                <a:spcPts val="600"/>
              </a:spcBef>
              <a:spcAft>
                <a:spcPts val="0"/>
              </a:spcAft>
              <a:buNone/>
            </a:pPr>
            <a:r>
              <a:rPr lang="en-US" altLang="zh-CN" sz="2400" dirty="0" smtClean="0">
                <a:solidFill>
                  <a:schemeClr val="tx1"/>
                </a:solidFill>
              </a:rPr>
              <a:t>}</a:t>
            </a:r>
            <a:endParaRPr lang="en-US" altLang="zh-CN" sz="2400" dirty="0" smtClean="0">
              <a:solidFill>
                <a:schemeClr val="tx1"/>
              </a:solidFill>
            </a:endParaRPr>
          </a:p>
        </p:txBody>
      </p:sp>
      <p:sp>
        <p:nvSpPr>
          <p:cNvPr id="13" name="标题 12"/>
          <p:cNvSpPr>
            <a:spLocks noGrp="1"/>
          </p:cNvSpPr>
          <p:nvPr>
            <p:ph type="title"/>
            <p:custDataLst>
              <p:tags r:id="rId16"/>
            </p:custDataLst>
          </p:nvPr>
        </p:nvSpPr>
        <p:spPr/>
        <p:txBody>
          <a:bodyPr vert="horz" wrap="square" lIns="0" tIns="0" rIns="0" bIns="0" rtlCol="0" anchor="ctr">
            <a:normAutofit/>
          </a:bodyPr>
          <a:lstStyle/>
          <a:p>
            <a:pPr lvl="0" algn="l">
              <a:buClrTx/>
              <a:buSzTx/>
              <a:buFontTx/>
            </a:pPr>
            <a:r>
              <a:rPr lang="zh-CN" altLang="en-US" dirty="0">
                <a:sym typeface="+mn-ea"/>
              </a:rPr>
              <a:t>算法复杂度分析示例</a:t>
            </a:r>
            <a:r>
              <a:rPr lang="zh-CN" altLang="en-US" dirty="0">
                <a:sym typeface="+mn-ea"/>
              </a:rPr>
              <a:t>1</a:t>
            </a:r>
            <a:r>
              <a:rPr lang="zh-CN" altLang="en-US" dirty="0">
                <a:sym typeface="+mn-ea"/>
              </a:rPr>
              <a:t>：选择排序</a:t>
            </a:r>
            <a:endParaRPr lang="zh-CN" altLang="en-US" dirty="0">
              <a:sym typeface="+mn-ea"/>
            </a:endParaRPr>
          </a:p>
        </p:txBody>
      </p:sp>
    </p:spTree>
    <p:custDataLst>
      <p:tags r:id="rId1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par>
                                <p:cTn id="13" presetID="10" presetClass="exit" presetSubtype="0" fill="hold" grpId="1" nodeType="withEffect">
                                  <p:stCondLst>
                                    <p:cond delay="0"/>
                                  </p:stCondLst>
                                  <p:childTnLst>
                                    <p:animEffect transition="out" filter="fade">
                                      <p:cBhvr>
                                        <p:cTn id="14" dur="500"/>
                                        <p:tgtEl>
                                          <p:spTgt spid="17"/>
                                        </p:tgtEl>
                                      </p:cBhvr>
                                    </p:animEffect>
                                    <p:set>
                                      <p:cBhvr>
                                        <p:cTn id="15" dur="1" fill="hold">
                                          <p:stCondLst>
                                            <p:cond delay="499"/>
                                          </p:stCondLst>
                                        </p:cTn>
                                        <p:tgtEl>
                                          <p:spTgt spid="1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heel(1)">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par>
                                <p:cTn id="31" presetID="10" presetClass="exit" presetSubtype="0" fill="hold" grpId="1" nodeType="withEffect">
                                  <p:stCondLst>
                                    <p:cond delay="0"/>
                                  </p:stCondLst>
                                  <p:childTnLst>
                                    <p:animEffect transition="out" filter="fade">
                                      <p:cBhvr>
                                        <p:cTn id="32" dur="500"/>
                                        <p:tgtEl>
                                          <p:spTgt spid="18"/>
                                        </p:tgtEl>
                                      </p:cBhvr>
                                    </p:animEffect>
                                    <p:set>
                                      <p:cBhvr>
                                        <p:cTn id="33" dur="1" fill="hold">
                                          <p:stCondLst>
                                            <p:cond delay="499"/>
                                          </p:stCondLst>
                                        </p:cTn>
                                        <p:tgtEl>
                                          <p:spTgt spid="1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left)">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left)">
                                      <p:cBhvr>
                                        <p:cTn id="53" dur="500"/>
                                        <p:tgtEl>
                                          <p:spTgt spid="4"/>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wipe(left)">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330756"/>
                                        </p:tgtEl>
                                        <p:attrNameLst>
                                          <p:attrName>style.visibility</p:attrName>
                                        </p:attrNameLst>
                                      </p:cBhvr>
                                      <p:to>
                                        <p:strVal val="visible"/>
                                      </p:to>
                                    </p:set>
                                    <p:animEffect transition="in" filter="dissolve">
                                      <p:cBhvr>
                                        <p:cTn id="72" dur="500"/>
                                        <p:tgtEl>
                                          <p:spTgt spid="330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p:bldP spid="2" grpId="0"/>
      <p:bldP spid="6" grpId="0"/>
      <p:bldP spid="7" grpId="0"/>
      <p:bldP spid="8" grpId="0"/>
      <p:bldP spid="9" grpId="0"/>
      <p:bldP spid="10" grpId="0"/>
      <p:bldP spid="11" grpId="0"/>
      <p:bldP spid="4" grpId="0" bldLvl="0" animBg="1"/>
      <p:bldP spid="14" grpId="0"/>
      <p:bldP spid="15" grpId="0"/>
      <p:bldP spid="17" grpId="0" bldLvl="0" animBg="1"/>
      <p:bldP spid="17" grpId="1" bldLvl="0" animBg="1"/>
      <p:bldP spid="18" grpId="0" bldLvl="0" animBg="1"/>
      <p:bldP spid="18" grpId="1"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Content Placeholder 2"/>
          <p:cNvSpPr>
            <a:spLocks noGrp="1"/>
          </p:cNvSpPr>
          <p:nvPr>
            <p:custDataLst>
              <p:tags r:id="rId2"/>
            </p:custDataLst>
          </p:nvPr>
        </p:nvSpPr>
        <p:spPr>
          <a:xfrm>
            <a:off x="456300" y="1490400"/>
            <a:ext cx="8226900" cy="4759200"/>
          </a:xfrm>
          <a:prstGeom prst="rect">
            <a:avLst/>
          </a:prstGeom>
        </p:spPr>
        <p:txBody>
          <a:bodyPr vert="horz" lIns="92075" tIns="46038" rIns="92075" bIns="46038"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467995" lvl="1" indent="-467995">
              <a:lnSpc>
                <a:spcPct val="150000"/>
              </a:lnSpc>
              <a:spcBef>
                <a:spcPts val="400"/>
              </a:spcBef>
              <a:buClr>
                <a:srgbClr val="000000"/>
              </a:buClr>
              <a:buSzPct val="100000"/>
              <a:buFont typeface="Wingdings" panose="05000000000000000000" pitchFamily="2" charset="2"/>
              <a:buChar char=""/>
              <a:defRPr/>
            </a:pPr>
            <a:r>
              <a:rPr lang="zh-CN" altLang="en-US" sz="2400" b="1" dirty="0">
                <a:solidFill>
                  <a:schemeClr val="tx1"/>
                </a:solidFill>
                <a:cs typeface="Verdana" panose="020B0604030504040204" pitchFamily="34" charset="0"/>
              </a:rPr>
              <a:t>为什么要分析最坏情况下的运行时间？</a:t>
            </a:r>
            <a:endParaRPr lang="zh-CN" altLang="en-US" sz="2400" b="1" dirty="0">
              <a:solidFill>
                <a:schemeClr val="tx1"/>
              </a:solidFill>
              <a:cs typeface="Verdana" panose="020B0604030504040204" pitchFamily="34" charset="0"/>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最坏情况运行时间是在</a:t>
            </a:r>
            <a:r>
              <a:rPr lang="zh-CN" altLang="en-US" sz="2400" b="1" dirty="0">
                <a:solidFill>
                  <a:schemeClr val="tx1"/>
                </a:solidFill>
              </a:rPr>
              <a:t>任何输入</a:t>
            </a:r>
            <a:r>
              <a:rPr lang="zh-CN" altLang="en-US" sz="2400" dirty="0">
                <a:solidFill>
                  <a:schemeClr val="tx1"/>
                </a:solidFill>
              </a:rPr>
              <a:t>下运行时间的</a:t>
            </a:r>
            <a:r>
              <a:rPr lang="zh-CN" altLang="en-US" sz="2400" b="1" dirty="0">
                <a:solidFill>
                  <a:schemeClr val="tx1"/>
                </a:solidFill>
              </a:rPr>
              <a:t>上界</a:t>
            </a:r>
            <a:endParaRPr lang="en-US" altLang="zh-CN" sz="2400" b="1" dirty="0">
              <a:solidFill>
                <a:schemeClr val="tx1"/>
              </a:solidFill>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对多数算法而言最坏情况是频繁出现的</a:t>
            </a:r>
            <a:endParaRPr lang="en-US" altLang="zh-CN" sz="2400" dirty="0">
              <a:solidFill>
                <a:schemeClr val="tx1"/>
              </a:solidFill>
            </a:endParaRPr>
          </a:p>
          <a:p>
            <a:pPr marL="1548130" lvl="2" indent="-539750">
              <a:lnSpc>
                <a:spcPct val="150000"/>
              </a:lnSpc>
              <a:spcBef>
                <a:spcPts val="400"/>
              </a:spcBef>
              <a:buClr>
                <a:srgbClr val="000000"/>
              </a:buClr>
              <a:buSzPct val="60000"/>
              <a:buFont typeface="Wingdings" panose="05000000000000000000" pitchFamily="2" charset="2"/>
              <a:buChar char="£"/>
              <a:defRPr/>
            </a:pPr>
            <a:r>
              <a:rPr lang="zh-CN" altLang="en-US" sz="2000" dirty="0">
                <a:solidFill>
                  <a:schemeClr val="tx1"/>
                </a:solidFill>
                <a:cs typeface="Verdana" panose="020B0604030504040204" pitchFamily="34" charset="0"/>
              </a:rPr>
              <a:t>例如数据库检</a:t>
            </a:r>
            <a:r>
              <a:rPr lang="zh-CN" altLang="en-US" sz="2000" dirty="0" smtClean="0">
                <a:solidFill>
                  <a:schemeClr val="tx1"/>
                </a:solidFill>
                <a:cs typeface="Verdana" panose="020B0604030504040204" pitchFamily="34" charset="0"/>
              </a:rPr>
              <a:t>索</a:t>
            </a:r>
            <a:r>
              <a:rPr lang="zh-CN" altLang="en-US" sz="2000" dirty="0">
                <a:solidFill>
                  <a:schemeClr val="tx1"/>
                </a:solidFill>
                <a:cs typeface="Verdana" panose="020B0604030504040204" pitchFamily="34" charset="0"/>
              </a:rPr>
              <a:t>：</a:t>
            </a:r>
            <a:r>
              <a:rPr lang="zh-CN" altLang="en-US" sz="2000" dirty="0" smtClean="0">
                <a:solidFill>
                  <a:schemeClr val="tx1"/>
                </a:solidFill>
                <a:cs typeface="Verdana" panose="020B0604030504040204" pitchFamily="34" charset="0"/>
              </a:rPr>
              <a:t>要</a:t>
            </a:r>
            <a:r>
              <a:rPr lang="zh-CN" altLang="en-US" sz="2000" dirty="0">
                <a:solidFill>
                  <a:schemeClr val="tx1"/>
                </a:solidFill>
                <a:cs typeface="Verdana" panose="020B0604030504040204" pitchFamily="34" charset="0"/>
              </a:rPr>
              <a:t>检索的信息常常是数据库中没有的</a:t>
            </a:r>
            <a:endParaRPr lang="en-US" altLang="zh-CN" sz="2000" dirty="0">
              <a:solidFill>
                <a:schemeClr val="tx1"/>
              </a:solidFill>
              <a:cs typeface="Verdana" panose="020B0604030504040204" pitchFamily="34" charset="0"/>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从统</a:t>
            </a:r>
            <a:r>
              <a:rPr lang="zh-CN" altLang="en-US" sz="2400" dirty="0" smtClean="0">
                <a:solidFill>
                  <a:schemeClr val="tx1"/>
                </a:solidFill>
              </a:rPr>
              <a:t>计学角</a:t>
            </a:r>
            <a:r>
              <a:rPr lang="zh-CN" altLang="en-US" sz="2400" dirty="0">
                <a:solidFill>
                  <a:schemeClr val="tx1"/>
                </a:solidFill>
              </a:rPr>
              <a:t>度来</a:t>
            </a:r>
            <a:r>
              <a:rPr lang="zh-CN" altLang="en-US" sz="2400" dirty="0" smtClean="0">
                <a:solidFill>
                  <a:schemeClr val="tx1"/>
                </a:solidFill>
              </a:rPr>
              <a:t>看：平</a:t>
            </a:r>
            <a:r>
              <a:rPr lang="zh-CN" altLang="en-US" sz="2400" dirty="0">
                <a:solidFill>
                  <a:schemeClr val="tx1"/>
                </a:solidFill>
              </a:rPr>
              <a:t>均情况通常与最坏情况一样差</a:t>
            </a:r>
            <a:endParaRPr lang="en-US" altLang="zh-CN" sz="2400" dirty="0">
              <a:solidFill>
                <a:schemeClr val="tx1"/>
              </a:solidFill>
            </a:endParaRPr>
          </a:p>
          <a:p>
            <a:pPr marL="1548130" lvl="2" indent="-539750">
              <a:lnSpc>
                <a:spcPct val="150000"/>
              </a:lnSpc>
              <a:spcBef>
                <a:spcPts val="400"/>
              </a:spcBef>
              <a:buClr>
                <a:srgbClr val="000000"/>
              </a:buClr>
              <a:buSzPct val="60000"/>
              <a:buFont typeface="Wingdings" panose="05000000000000000000" pitchFamily="2" charset="2"/>
              <a:buChar char="£"/>
              <a:defRPr/>
            </a:pPr>
            <a:r>
              <a:rPr lang="zh-CN" altLang="en-US" sz="2000" dirty="0">
                <a:solidFill>
                  <a:schemeClr val="tx1"/>
                </a:solidFill>
                <a:cs typeface="Verdana" panose="020B0604030504040204" pitchFamily="34" charset="0"/>
              </a:rPr>
              <a:t>例如在选择排序中，每一轮迭代都需要判断当前位置上的元素是否为后续序列中的最小（或最大）值，否则就要进行交换；</a:t>
            </a:r>
            <a:endParaRPr lang="en-US" altLang="zh-CN" sz="2000" dirty="0">
              <a:solidFill>
                <a:schemeClr val="tx1"/>
              </a:solidFill>
              <a:cs typeface="Verdana" panose="020B0604030504040204" pitchFamily="34" charset="0"/>
            </a:endParaRPr>
          </a:p>
          <a:p>
            <a:pPr marL="1548130" lvl="2" indent="-539750">
              <a:lnSpc>
                <a:spcPct val="150000"/>
              </a:lnSpc>
              <a:spcBef>
                <a:spcPts val="400"/>
              </a:spcBef>
              <a:buClr>
                <a:srgbClr val="000000"/>
              </a:buClr>
              <a:buSzPct val="60000"/>
              <a:buFont typeface="Wingdings" panose="05000000000000000000" pitchFamily="2" charset="2"/>
              <a:buChar char="£"/>
              <a:defRPr/>
            </a:pPr>
            <a:r>
              <a:rPr lang="zh-CN" altLang="en-US" sz="2000" dirty="0">
                <a:solidFill>
                  <a:schemeClr val="tx1"/>
                </a:solidFill>
                <a:cs typeface="Verdana" panose="020B0604030504040204" pitchFamily="34" charset="0"/>
              </a:rPr>
              <a:t>如果我们将待排序的序列和有序的序列进行比较，会发现在平均情况下，大约一半的元素是需要执行位置交换的</a:t>
            </a:r>
            <a:endParaRPr lang="en-US" altLang="zh-CN" sz="2000" dirty="0">
              <a:solidFill>
                <a:schemeClr val="tx1"/>
              </a:solidFill>
              <a:cs typeface="Verdana" panose="020B0604030504040204" pitchFamily="34" charset="0"/>
            </a:endParaRPr>
          </a:p>
          <a:p>
            <a:pPr marL="1548130" lvl="2" indent="-539750">
              <a:lnSpc>
                <a:spcPct val="150000"/>
              </a:lnSpc>
              <a:spcBef>
                <a:spcPts val="400"/>
              </a:spcBef>
              <a:buClr>
                <a:srgbClr val="000000"/>
              </a:buClr>
              <a:buSzPct val="60000"/>
              <a:buFont typeface="Wingdings" panose="05000000000000000000" pitchFamily="2" charset="2"/>
              <a:buChar char="£"/>
              <a:defRPr/>
            </a:pPr>
            <a:r>
              <a:rPr lang="zh-CN" altLang="en-US" sz="2000" dirty="0">
                <a:solidFill>
                  <a:schemeClr val="tx1"/>
                </a:solidFill>
                <a:cs typeface="Verdana" panose="020B0604030504040204" pitchFamily="34" charset="0"/>
              </a:rPr>
              <a:t>如果取</a:t>
            </a:r>
            <a:r>
              <a:rPr lang="en-US" altLang="zh-CN" sz="2000" dirty="0">
                <a:solidFill>
                  <a:schemeClr val="tx1"/>
                </a:solidFill>
                <a:cs typeface="Verdana" panose="020B0604030504040204" pitchFamily="34" charset="0"/>
              </a:rPr>
              <a:t>p=0.5</a:t>
            </a:r>
            <a:r>
              <a:rPr lang="zh-CN" altLang="en-US" sz="2000" dirty="0">
                <a:solidFill>
                  <a:schemeClr val="tx1"/>
                </a:solidFill>
                <a:cs typeface="Verdana" panose="020B0604030504040204" pitchFamily="34" charset="0"/>
              </a:rPr>
              <a:t>，可以看到平均运行时间仍然是</a:t>
            </a:r>
            <a:r>
              <a:rPr lang="en-US" altLang="zh-CN" sz="2000" dirty="0">
                <a:solidFill>
                  <a:schemeClr val="tx1"/>
                </a:solidFill>
                <a:cs typeface="Verdana" panose="020B0604030504040204" pitchFamily="34" charset="0"/>
              </a:rPr>
              <a:t>n</a:t>
            </a:r>
            <a:r>
              <a:rPr lang="zh-CN" altLang="en-US" sz="2000" dirty="0">
                <a:solidFill>
                  <a:schemeClr val="tx1"/>
                </a:solidFill>
                <a:cs typeface="Verdana" panose="020B0604030504040204" pitchFamily="34" charset="0"/>
              </a:rPr>
              <a:t>的一个二次函数</a:t>
            </a:r>
            <a:endParaRPr lang="en-US" altLang="zh-CN" sz="2000" dirty="0">
              <a:solidFill>
                <a:schemeClr val="tx1"/>
              </a:solidFill>
              <a:cs typeface="Verdana" panose="020B0604030504040204" pitchFamily="34" charset="0"/>
            </a:endParaRPr>
          </a:p>
          <a:p>
            <a:pPr lvl="1">
              <a:lnSpc>
                <a:spcPct val="150000"/>
              </a:lnSpc>
              <a:spcBef>
                <a:spcPts val="400"/>
              </a:spcBef>
              <a:buClr>
                <a:srgbClr val="000000"/>
              </a:buClr>
              <a:buSzPct val="60000"/>
              <a:buFont typeface="Wingdings" panose="05000000000000000000" pitchFamily="2" charset="2"/>
              <a:buChar char="l"/>
              <a:defRPr/>
            </a:pPr>
            <a:r>
              <a:rPr lang="zh-CN" altLang="en-US" sz="2400" dirty="0">
                <a:solidFill>
                  <a:schemeClr val="tx1"/>
                </a:solidFill>
              </a:rPr>
              <a:t>所以算法复杂度分析主要关注的是最坏情况运行时间</a:t>
            </a:r>
            <a:endParaRPr lang="zh-CN" altLang="en-US" sz="2400" dirty="0">
              <a:solidFill>
                <a:schemeClr val="tx1"/>
              </a:solidFill>
            </a:endParaRPr>
          </a:p>
        </p:txBody>
      </p:sp>
      <p:sp>
        <p:nvSpPr>
          <p:cNvPr id="6" name="标题 5"/>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算法复杂度分析</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up)">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up)">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left)">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wipe(left)">
                                      <p:cBhvr>
                                        <p:cTn id="4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p:txBody>
          <a:bodyPr/>
          <a:p>
            <a:endParaRPr lang="zh-CN" altLang="en-US"/>
          </a:p>
        </p:txBody>
      </p:sp>
      <p:sp>
        <p:nvSpPr>
          <p:cNvPr id="7" name="Rectangle 2"/>
          <p:cNvSpPr>
            <a:spLocks noGrp="1" noChangeArrowheads="1"/>
          </p:cNvSpPr>
          <p:nvPr>
            <p:custDataLst>
              <p:tags r:id="rId2"/>
            </p:custDataLst>
          </p:nvPr>
        </p:nvSpPr>
        <p:spPr>
          <a:xfrm>
            <a:off x="456300" y="1490400"/>
            <a:ext cx="8226900" cy="4759200"/>
          </a:xfrm>
          <a:prstGeom prst="rect">
            <a:avLst/>
          </a:prstGeom>
        </p:spPr>
        <p:txBody>
          <a:bodyPr vert="horz" lIns="91440" tIns="45720" rIns="91440" bIns="45720" rtlCol="0">
            <a:normAutofit fontScale="7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467995" lvl="1" indent="-467995">
              <a:lnSpc>
                <a:spcPct val="150000"/>
              </a:lnSpc>
              <a:spcBef>
                <a:spcPts val="600"/>
              </a:spcBef>
              <a:buClr>
                <a:srgbClr val="000000"/>
              </a:buClr>
              <a:buSzPct val="100000"/>
              <a:buFont typeface="Wingdings" panose="05000000000000000000" pitchFamily="2" charset="2"/>
              <a:buChar char=""/>
              <a:defRPr/>
            </a:pPr>
            <a:r>
              <a:rPr lang="zh-CN" altLang="en-US" sz="2400" b="1" dirty="0">
                <a:solidFill>
                  <a:schemeClr val="tx1"/>
                </a:solidFill>
                <a:cs typeface="Verdana" panose="020B0604030504040204" pitchFamily="34" charset="0"/>
              </a:rPr>
              <a:t>基本思想：</a:t>
            </a:r>
            <a:endParaRPr lang="zh-CN" altLang="en-US" sz="2400" b="1" dirty="0">
              <a:solidFill>
                <a:schemeClr val="tx1"/>
              </a:solidFill>
              <a:cs typeface="Verdana" panose="020B0604030504040204" pitchFamily="34" charset="0"/>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a:solidFill>
                  <a:schemeClr val="tx1"/>
                </a:solidFill>
              </a:rPr>
              <a:t>通过划分子序列，降低排序问题的复杂度</a:t>
            </a:r>
            <a:endParaRPr lang="zh-CN" altLang="en-US" sz="24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a:solidFill>
                  <a:schemeClr val="tx1"/>
                </a:solidFill>
              </a:rPr>
              <a:t>通过合并有序的子序列，得到有序的序列</a:t>
            </a:r>
            <a:endParaRPr lang="zh-CN" altLang="en-US" sz="2400" dirty="0">
              <a:solidFill>
                <a:schemeClr val="tx1"/>
              </a:solidFill>
            </a:endParaRPr>
          </a:p>
          <a:p>
            <a:pPr marL="467995" lvl="1" indent="-467995">
              <a:lnSpc>
                <a:spcPct val="150000"/>
              </a:lnSpc>
              <a:spcBef>
                <a:spcPts val="600"/>
              </a:spcBef>
              <a:buClr>
                <a:srgbClr val="000000"/>
              </a:buClr>
              <a:buSzPct val="100000"/>
              <a:buFont typeface="Wingdings" panose="05000000000000000000" pitchFamily="2" charset="2"/>
              <a:buChar char=""/>
              <a:defRPr/>
            </a:pPr>
            <a:r>
              <a:rPr lang="zh-CN" altLang="en-US" sz="2400" b="1" dirty="0">
                <a:solidFill>
                  <a:schemeClr val="tx1"/>
                </a:solidFill>
                <a:cs typeface="Verdana" panose="020B0604030504040204" pitchFamily="34" charset="0"/>
              </a:rPr>
              <a:t>排序过程（设初始序列含有</a:t>
            </a:r>
            <a:r>
              <a:rPr lang="en-US" altLang="zh-CN" sz="2400" b="1" dirty="0">
                <a:solidFill>
                  <a:schemeClr val="tx1"/>
                </a:solidFill>
                <a:cs typeface="Verdana" panose="020B0604030504040204" pitchFamily="34" charset="0"/>
              </a:rPr>
              <a:t>n</a:t>
            </a:r>
            <a:r>
              <a:rPr lang="zh-CN" altLang="en-US" sz="2400" b="1" dirty="0">
                <a:solidFill>
                  <a:schemeClr val="tx1"/>
                </a:solidFill>
                <a:cs typeface="Verdana" panose="020B0604030504040204" pitchFamily="34" charset="0"/>
              </a:rPr>
              <a:t>个记录）</a:t>
            </a:r>
            <a:endParaRPr lang="zh-CN" altLang="en-US" sz="2400" b="1" dirty="0">
              <a:solidFill>
                <a:schemeClr val="tx1"/>
              </a:solidFill>
              <a:cs typeface="Verdana" panose="020B0604030504040204" pitchFamily="34" charset="0"/>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a:solidFill>
                  <a:schemeClr val="tx1"/>
                </a:solidFill>
              </a:rPr>
              <a:t>将原始序列划分为</a:t>
            </a:r>
            <a:r>
              <a:rPr lang="en-US" altLang="zh-CN" sz="2400" dirty="0">
                <a:solidFill>
                  <a:schemeClr val="tx1"/>
                </a:solidFill>
              </a:rPr>
              <a:t>n</a:t>
            </a:r>
            <a:r>
              <a:rPr lang="zh-CN" altLang="en-US" sz="2400" dirty="0">
                <a:solidFill>
                  <a:schemeClr val="tx1"/>
                </a:solidFill>
              </a:rPr>
              <a:t>个子序列（子序列长度为</a:t>
            </a:r>
            <a:r>
              <a:rPr lang="en-US" altLang="zh-CN" sz="2400" dirty="0">
                <a:solidFill>
                  <a:schemeClr val="tx1"/>
                </a:solidFill>
              </a:rPr>
              <a:t>1</a:t>
            </a:r>
            <a:r>
              <a:rPr lang="zh-CN" altLang="en-US" sz="2400" dirty="0">
                <a:solidFill>
                  <a:schemeClr val="tx1"/>
                </a:solidFill>
              </a:rPr>
              <a:t>）</a:t>
            </a:r>
            <a:endParaRPr lang="zh-CN" altLang="en-US" sz="24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zh-CN" sz="2400" dirty="0">
                <a:solidFill>
                  <a:schemeClr val="tx1"/>
                </a:solidFill>
              </a:rPr>
              <a:t>两两合并，得到</a:t>
            </a:r>
            <a:r>
              <a:rPr lang="zh-CN" altLang="en-US" sz="2400" dirty="0">
                <a:solidFill>
                  <a:schemeClr val="tx1"/>
                </a:solidFill>
              </a:rPr>
              <a:t> </a:t>
            </a:r>
            <a:r>
              <a:rPr lang="zh-CN" altLang="zh-CN" sz="2400" dirty="0">
                <a:solidFill>
                  <a:schemeClr val="tx1"/>
                </a:solidFill>
                <a:sym typeface="Symbol" panose="05050102010706020507" pitchFamily="18" charset="2"/>
              </a:rPr>
              <a:t></a:t>
            </a:r>
            <a:r>
              <a:rPr lang="en-US" altLang="zh-CN" sz="2400" dirty="0">
                <a:solidFill>
                  <a:schemeClr val="tx1"/>
                </a:solidFill>
                <a:sym typeface="Symbol" panose="05050102010706020507" pitchFamily="18" charset="2"/>
              </a:rPr>
              <a:t>n/2 </a:t>
            </a:r>
            <a:r>
              <a:rPr lang="zh-CN" altLang="zh-CN" sz="2400" dirty="0">
                <a:solidFill>
                  <a:schemeClr val="tx1"/>
                </a:solidFill>
                <a:sym typeface="Symbol" panose="05050102010706020507" pitchFamily="18" charset="2"/>
              </a:rPr>
              <a:t>个长度为2或1的有序子序列</a:t>
            </a:r>
            <a:endParaRPr lang="zh-CN" altLang="en-US" sz="2400" dirty="0">
              <a:solidFill>
                <a:schemeClr val="tx1"/>
              </a:solidFill>
              <a:sym typeface="Symbol" panose="05050102010706020507" pitchFamily="18" charset="2"/>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a:solidFill>
                  <a:schemeClr val="tx1"/>
                </a:solidFill>
              </a:rPr>
              <a:t>合并规则：如果某一轮归并过程中，单出一个子序列，则该子序列在该轮归并中轮空，等待下一趟归并</a:t>
            </a:r>
            <a:endParaRPr lang="en-US" altLang="zh-CN" sz="2400" dirty="0">
              <a:solidFill>
                <a:schemeClr val="tx1"/>
              </a:solidFill>
            </a:endParaRPr>
          </a:p>
          <a:p>
            <a:pPr lvl="1">
              <a:lnSpc>
                <a:spcPct val="150000"/>
              </a:lnSpc>
              <a:spcBef>
                <a:spcPts val="600"/>
              </a:spcBef>
              <a:buClr>
                <a:srgbClr val="000000"/>
              </a:buClr>
              <a:buSzPct val="60000"/>
              <a:buFont typeface="Wingdings" panose="05000000000000000000" pitchFamily="2" charset="2"/>
              <a:buChar char="l"/>
              <a:defRPr/>
            </a:pPr>
            <a:r>
              <a:rPr lang="zh-CN" altLang="en-US" sz="2400" dirty="0">
                <a:solidFill>
                  <a:schemeClr val="tx1"/>
                </a:solidFill>
              </a:rPr>
              <a:t>如此重复，直至得到一个长度为</a:t>
            </a:r>
            <a:r>
              <a:rPr lang="en-US" altLang="zh-CN" sz="2400" dirty="0">
                <a:solidFill>
                  <a:schemeClr val="tx1"/>
                </a:solidFill>
              </a:rPr>
              <a:t>n</a:t>
            </a:r>
            <a:r>
              <a:rPr lang="zh-CN" altLang="en-US" sz="2400" dirty="0">
                <a:solidFill>
                  <a:schemeClr val="tx1"/>
                </a:solidFill>
              </a:rPr>
              <a:t>的有序序列为止</a:t>
            </a:r>
            <a:endParaRPr lang="zh-CN" altLang="en-US" sz="2400" dirty="0">
              <a:solidFill>
                <a:schemeClr val="tx1"/>
              </a:solidFill>
            </a:endParaRPr>
          </a:p>
        </p:txBody>
      </p:sp>
      <p:sp>
        <p:nvSpPr>
          <p:cNvPr id="6" name="标题 5"/>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算法复杂度分析示例</a:t>
            </a:r>
            <a:r>
              <a:rPr lang="zh-CN" altLang="en-US" dirty="0">
                <a:sym typeface="+mn-ea"/>
              </a:rPr>
              <a:t>2</a:t>
            </a:r>
            <a:r>
              <a:rPr lang="zh-CN" altLang="en-US" dirty="0">
                <a:sym typeface="+mn-ea"/>
              </a:rPr>
              <a:t>：归并排序</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left)">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up)">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up)">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5" autoUpdateAnimBg="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5" name="组合 24"/>
          <p:cNvGrpSpPr/>
          <p:nvPr/>
        </p:nvGrpSpPr>
        <p:grpSpPr>
          <a:xfrm>
            <a:off x="107504" y="1064762"/>
            <a:ext cx="8729344" cy="398780"/>
            <a:chOff x="107504" y="1064762"/>
            <a:chExt cx="8729344" cy="398780"/>
          </a:xfrm>
        </p:grpSpPr>
        <p:sp>
          <p:nvSpPr>
            <p:cNvPr id="13" name="Text Box 32"/>
            <p:cNvSpPr txBox="1">
              <a:spLocks noChangeArrowheads="1"/>
            </p:cNvSpPr>
            <p:nvPr/>
          </p:nvSpPr>
          <p:spPr bwMode="auto">
            <a:xfrm>
              <a:off x="107504" y="1064762"/>
              <a:ext cx="1008112"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buFontTx/>
                <a:buNone/>
              </a:pPr>
              <a:r>
                <a:rPr lang="zh-CN" altLang="en-US" sz="2000" b="1" dirty="0" smtClean="0">
                  <a:solidFill>
                    <a:schemeClr val="bg1">
                      <a:lumMod val="10000"/>
                    </a:schemeClr>
                  </a:solidFill>
                  <a:latin typeface="+mn-lt"/>
                  <a:ea typeface="+mn-ea"/>
                  <a:cs typeface="Consolas" panose="020B0609020204030204" pitchFamily="49" charset="0"/>
                </a:rPr>
                <a:t>分解</a:t>
              </a:r>
              <a:endParaRPr lang="zh-CN" altLang="en-US" sz="2000" b="1" dirty="0" smtClean="0">
                <a:solidFill>
                  <a:schemeClr val="bg1">
                    <a:lumMod val="10000"/>
                  </a:schemeClr>
                </a:solidFill>
                <a:latin typeface="+mn-lt"/>
                <a:ea typeface="+mn-ea"/>
                <a:cs typeface="Consolas" panose="020B0609020204030204" pitchFamily="49" charset="0"/>
              </a:endParaRPr>
            </a:p>
          </p:txBody>
        </p:sp>
        <p:pic>
          <p:nvPicPr>
            <p:cNvPr id="98551" name="Picture 24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3961" y="1080652"/>
              <a:ext cx="7602887" cy="368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3" name="组合 52"/>
          <p:cNvGrpSpPr/>
          <p:nvPr/>
        </p:nvGrpSpPr>
        <p:grpSpPr>
          <a:xfrm>
            <a:off x="107504" y="2177944"/>
            <a:ext cx="8729344" cy="458675"/>
            <a:chOff x="107504" y="2528399"/>
            <a:chExt cx="8729344" cy="458675"/>
          </a:xfrm>
        </p:grpSpPr>
        <p:sp>
          <p:nvSpPr>
            <p:cNvPr id="77" name="Text Box 32"/>
            <p:cNvSpPr txBox="1">
              <a:spLocks noChangeArrowheads="1"/>
            </p:cNvSpPr>
            <p:nvPr>
              <p:custDataLst>
                <p:tags r:id="rId2"/>
              </p:custDataLst>
            </p:nvPr>
          </p:nvSpPr>
          <p:spPr bwMode="auto">
            <a:xfrm>
              <a:off x="107504" y="2557681"/>
              <a:ext cx="1008112"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r>
                <a:rPr lang="zh-CN" altLang="en-US" sz="2000" b="1" dirty="0">
                  <a:solidFill>
                    <a:schemeClr val="lt1">
                      <a:lumMod val="10000"/>
                    </a:schemeClr>
                  </a:solidFill>
                  <a:latin typeface="+mn-lt"/>
                  <a:ea typeface="+mn-ea"/>
                  <a:cs typeface="Consolas" panose="020B0609020204030204" pitchFamily="49" charset="0"/>
                </a:rPr>
                <a:t>归并</a:t>
              </a:r>
              <a:endParaRPr lang="zh-CN" altLang="en-US" sz="2000" b="1" dirty="0">
                <a:solidFill>
                  <a:schemeClr val="lt1">
                    <a:lumMod val="10000"/>
                  </a:schemeClr>
                </a:solidFill>
                <a:latin typeface="+mn-lt"/>
                <a:ea typeface="+mn-ea"/>
                <a:cs typeface="Consolas" panose="020B0609020204030204" pitchFamily="49" charset="0"/>
              </a:endParaRPr>
            </a:p>
          </p:txBody>
        </p:sp>
        <p:pic>
          <p:nvPicPr>
            <p:cNvPr id="98561" name="Picture 257"/>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227013" y="2528399"/>
              <a:ext cx="7609835" cy="45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98565" name="组合 98564"/>
          <p:cNvGrpSpPr/>
          <p:nvPr/>
        </p:nvGrpSpPr>
        <p:grpSpPr>
          <a:xfrm>
            <a:off x="107504" y="3349691"/>
            <a:ext cx="8729344" cy="458675"/>
            <a:chOff x="107504" y="3327293"/>
            <a:chExt cx="8729344" cy="458675"/>
          </a:xfrm>
        </p:grpSpPr>
        <p:sp>
          <p:nvSpPr>
            <p:cNvPr id="78" name="Text Box 32"/>
            <p:cNvSpPr txBox="1">
              <a:spLocks noChangeArrowheads="1"/>
            </p:cNvSpPr>
            <p:nvPr>
              <p:custDataLst>
                <p:tags r:id="rId5"/>
              </p:custDataLst>
            </p:nvPr>
          </p:nvSpPr>
          <p:spPr bwMode="auto">
            <a:xfrm>
              <a:off x="107504" y="3356575"/>
              <a:ext cx="1008112"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r>
                <a:rPr lang="zh-CN" altLang="en-US" sz="2000" b="1" dirty="0">
                  <a:solidFill>
                    <a:schemeClr val="lt1">
                      <a:lumMod val="10000"/>
                    </a:schemeClr>
                  </a:solidFill>
                  <a:latin typeface="+mn-lt"/>
                  <a:ea typeface="+mn-ea"/>
                  <a:cs typeface="Consolas" panose="020B0609020204030204" pitchFamily="49" charset="0"/>
                </a:rPr>
                <a:t>归并</a:t>
              </a:r>
              <a:endParaRPr lang="zh-CN" altLang="en-US" sz="2000" b="1" dirty="0">
                <a:solidFill>
                  <a:schemeClr val="lt1">
                    <a:lumMod val="10000"/>
                  </a:schemeClr>
                </a:solidFill>
                <a:latin typeface="+mn-lt"/>
                <a:ea typeface="+mn-ea"/>
                <a:cs typeface="Consolas" panose="020B0609020204030204" pitchFamily="49" charset="0"/>
              </a:endParaRPr>
            </a:p>
          </p:txBody>
        </p:sp>
        <p:pic>
          <p:nvPicPr>
            <p:cNvPr id="98562" name="Picture 258"/>
            <p:cNvPicPr>
              <a:picLocks noChangeAspect="1" noChangeArrowheads="1"/>
            </p:cNvPicPr>
            <p:nvPr>
              <p:custDataLst>
                <p:tags r:id="rId6"/>
              </p:custDataLst>
            </p:nvPr>
          </p:nvPicPr>
          <p:blipFill>
            <a:blip r:embed="rId7">
              <a:extLst>
                <a:ext uri="{28A0092B-C50C-407E-A947-70E740481C1C}">
                  <a14:useLocalDpi xmlns:a14="http://schemas.microsoft.com/office/drawing/2010/main" val="0"/>
                </a:ext>
              </a:extLst>
            </a:blip>
            <a:srcRect/>
            <a:stretch>
              <a:fillRect/>
            </a:stretch>
          </p:blipFill>
          <p:spPr bwMode="auto">
            <a:xfrm>
              <a:off x="1227013" y="3327293"/>
              <a:ext cx="7609835" cy="45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98566" name="组合 98565"/>
          <p:cNvGrpSpPr/>
          <p:nvPr/>
        </p:nvGrpSpPr>
        <p:grpSpPr>
          <a:xfrm>
            <a:off x="107504" y="4521438"/>
            <a:ext cx="8729344" cy="458675"/>
            <a:chOff x="107504" y="4106590"/>
            <a:chExt cx="8729344" cy="458675"/>
          </a:xfrm>
        </p:grpSpPr>
        <p:sp>
          <p:nvSpPr>
            <p:cNvPr id="79" name="Text Box 32"/>
            <p:cNvSpPr txBox="1">
              <a:spLocks noChangeArrowheads="1"/>
            </p:cNvSpPr>
            <p:nvPr>
              <p:custDataLst>
                <p:tags r:id="rId8"/>
              </p:custDataLst>
            </p:nvPr>
          </p:nvSpPr>
          <p:spPr bwMode="auto">
            <a:xfrm>
              <a:off x="107504" y="4135872"/>
              <a:ext cx="1008112"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r>
                <a:rPr lang="zh-CN" altLang="en-US" sz="2000" b="1" dirty="0">
                  <a:solidFill>
                    <a:schemeClr val="lt1">
                      <a:lumMod val="10000"/>
                    </a:schemeClr>
                  </a:solidFill>
                  <a:latin typeface="+mn-lt"/>
                  <a:ea typeface="+mn-ea"/>
                  <a:cs typeface="Consolas" panose="020B0609020204030204" pitchFamily="49" charset="0"/>
                </a:rPr>
                <a:t>归并</a:t>
              </a:r>
              <a:endParaRPr lang="zh-CN" altLang="en-US" sz="2000" b="1" dirty="0">
                <a:solidFill>
                  <a:schemeClr val="lt1">
                    <a:lumMod val="10000"/>
                  </a:schemeClr>
                </a:solidFill>
                <a:latin typeface="+mn-lt"/>
                <a:ea typeface="+mn-ea"/>
                <a:cs typeface="Consolas" panose="020B0609020204030204" pitchFamily="49" charset="0"/>
              </a:endParaRPr>
            </a:p>
          </p:txBody>
        </p:sp>
        <p:pic>
          <p:nvPicPr>
            <p:cNvPr id="98563" name="Picture 259"/>
            <p:cNvPicPr>
              <a:picLocks noChangeAspect="1" noChangeArrowheads="1"/>
            </p:cNvPicPr>
            <p:nvPr>
              <p:custDataLst>
                <p:tags r:id="rId9"/>
              </p:custDataLst>
            </p:nvPr>
          </p:nvPicPr>
          <p:blipFill>
            <a:blip r:embed="rId10">
              <a:extLst>
                <a:ext uri="{28A0092B-C50C-407E-A947-70E740481C1C}">
                  <a14:useLocalDpi xmlns:a14="http://schemas.microsoft.com/office/drawing/2010/main" val="0"/>
                </a:ext>
              </a:extLst>
            </a:blip>
            <a:srcRect/>
            <a:stretch>
              <a:fillRect/>
            </a:stretch>
          </p:blipFill>
          <p:spPr bwMode="auto">
            <a:xfrm>
              <a:off x="1240912" y="4106590"/>
              <a:ext cx="7595936" cy="45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98567" name="组合 98566"/>
          <p:cNvGrpSpPr/>
          <p:nvPr/>
        </p:nvGrpSpPr>
        <p:grpSpPr>
          <a:xfrm>
            <a:off x="107504" y="5693186"/>
            <a:ext cx="8729344" cy="398780"/>
            <a:chOff x="107504" y="4870320"/>
            <a:chExt cx="8729344" cy="398780"/>
          </a:xfrm>
        </p:grpSpPr>
        <p:sp>
          <p:nvSpPr>
            <p:cNvPr id="80" name="Text Box 32"/>
            <p:cNvSpPr txBox="1">
              <a:spLocks noChangeArrowheads="1"/>
            </p:cNvSpPr>
            <p:nvPr>
              <p:custDataLst>
                <p:tags r:id="rId11"/>
              </p:custDataLst>
            </p:nvPr>
          </p:nvSpPr>
          <p:spPr bwMode="auto">
            <a:xfrm>
              <a:off x="107504" y="4870320"/>
              <a:ext cx="1008112"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r>
                <a:rPr lang="zh-CN" altLang="en-US" sz="2000" b="1" dirty="0">
                  <a:solidFill>
                    <a:schemeClr val="lt1">
                      <a:lumMod val="10000"/>
                    </a:schemeClr>
                  </a:solidFill>
                  <a:latin typeface="+mn-lt"/>
                  <a:ea typeface="+mn-ea"/>
                  <a:cs typeface="Consolas" panose="020B0609020204030204" pitchFamily="49" charset="0"/>
                </a:rPr>
                <a:t>归并</a:t>
              </a:r>
              <a:endParaRPr lang="zh-CN" altLang="en-US" sz="2000" b="1" dirty="0">
                <a:solidFill>
                  <a:schemeClr val="lt1">
                    <a:lumMod val="10000"/>
                  </a:schemeClr>
                </a:solidFill>
                <a:latin typeface="+mn-lt"/>
                <a:ea typeface="+mn-ea"/>
                <a:cs typeface="Consolas" panose="020B0609020204030204" pitchFamily="49" charset="0"/>
              </a:endParaRPr>
            </a:p>
          </p:txBody>
        </p:sp>
        <p:pic>
          <p:nvPicPr>
            <p:cNvPr id="98564" name="Picture 260"/>
            <p:cNvPicPr>
              <a:picLocks noChangeAspect="1" noChangeArrowheads="1"/>
            </p:cNvPicPr>
            <p:nvPr>
              <p:custDataLst>
                <p:tags r:id="rId12"/>
              </p:custDataLst>
            </p:nvPr>
          </p:nvPicPr>
          <p:blipFill>
            <a:blip r:embed="rId13">
              <a:extLst>
                <a:ext uri="{28A0092B-C50C-407E-A947-70E740481C1C}">
                  <a14:useLocalDpi xmlns:a14="http://schemas.microsoft.com/office/drawing/2010/main" val="0"/>
                </a:ext>
              </a:extLst>
            </a:blip>
            <a:srcRect/>
            <a:stretch>
              <a:fillRect/>
            </a:stretch>
          </p:blipFill>
          <p:spPr bwMode="auto">
            <a:xfrm>
              <a:off x="1233961" y="4886210"/>
              <a:ext cx="7602887" cy="368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 name="标题 2"/>
          <p:cNvSpPr>
            <a:spLocks noGrp="1"/>
          </p:cNvSpPr>
          <p:nvPr>
            <p:ph type="title"/>
            <p:custDataLst>
              <p:tags r:id="rId14"/>
            </p:custDataLst>
          </p:nvPr>
        </p:nvSpPr>
        <p:spPr/>
        <p:txBody>
          <a:bodyPr vert="horz" wrap="square" lIns="0" tIns="0" rIns="0" bIns="0" rtlCol="0" anchor="ctr">
            <a:normAutofit/>
          </a:bodyPr>
          <a:lstStyle/>
          <a:p>
            <a:pPr lvl="0" algn="l">
              <a:buClrTx/>
              <a:buSzTx/>
              <a:buFontTx/>
            </a:pPr>
            <a:r>
              <a:rPr lang="zh-CN" altLang="en-US" dirty="0">
                <a:sym typeface="+mn-ea"/>
              </a:rPr>
              <a:t>算法复杂度分析示例</a:t>
            </a:r>
            <a:r>
              <a:rPr lang="zh-CN" altLang="en-US" dirty="0">
                <a:sym typeface="+mn-ea"/>
              </a:rPr>
              <a:t>2</a:t>
            </a:r>
            <a:r>
              <a:rPr lang="zh-CN" altLang="en-US" dirty="0">
                <a:sym typeface="+mn-ea"/>
              </a:rPr>
              <a:t>：归并排序</a:t>
            </a:r>
            <a:endParaRPr lang="zh-CN" altLang="en-US" dirty="0">
              <a:sym typeface="+mn-ea"/>
            </a:endParaRPr>
          </a:p>
        </p:txBody>
      </p:sp>
    </p:spTree>
    <p:custDataLst>
      <p:tags r:id="rId1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up)">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98565"/>
                                        </p:tgtEl>
                                        <p:attrNameLst>
                                          <p:attrName>style.visibility</p:attrName>
                                        </p:attrNameLst>
                                      </p:cBhvr>
                                      <p:to>
                                        <p:strVal val="visible"/>
                                      </p:to>
                                    </p:set>
                                    <p:animEffect transition="in" filter="wipe(up)">
                                      <p:cBhvr>
                                        <p:cTn id="17" dur="500"/>
                                        <p:tgtEl>
                                          <p:spTgt spid="985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8566"/>
                                        </p:tgtEl>
                                        <p:attrNameLst>
                                          <p:attrName>style.visibility</p:attrName>
                                        </p:attrNameLst>
                                      </p:cBhvr>
                                      <p:to>
                                        <p:strVal val="visible"/>
                                      </p:to>
                                    </p:set>
                                    <p:animEffect transition="in" filter="wipe(up)">
                                      <p:cBhvr>
                                        <p:cTn id="22" dur="500"/>
                                        <p:tgtEl>
                                          <p:spTgt spid="985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8567"/>
                                        </p:tgtEl>
                                        <p:attrNameLst>
                                          <p:attrName>style.visibility</p:attrName>
                                        </p:attrNameLst>
                                      </p:cBhvr>
                                      <p:to>
                                        <p:strVal val="visible"/>
                                      </p:to>
                                    </p:set>
                                    <p:animEffect transition="in" filter="wipe(up)">
                                      <p:cBhvr>
                                        <p:cTn id="27" dur="500"/>
                                        <p:tgtEl>
                                          <p:spTgt spid="98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矩形 4"/>
              <p:cNvSpPr/>
              <p:nvPr/>
            </p:nvSpPr>
            <p:spPr>
              <a:xfrm>
                <a:off x="1907704" y="5805264"/>
                <a:ext cx="5256584" cy="864096"/>
              </a:xfrm>
              <a:prstGeom prst="rect">
                <a:avLst/>
              </a:prstGeom>
            </p:spPr>
            <p:txBody>
              <a:bodyPr wrap="none">
                <a:noAutofit/>
              </a:bodyPr>
              <a:lstStyle/>
              <a:p>
                <a:pPr algn="ctr"/>
                <a14:m>
                  <m:oMath xmlns:m="http://schemas.openxmlformats.org/officeDocument/2006/math">
                    <m:r>
                      <a:rPr lang="en-US" altLang="zh-CN" sz="3600" b="1"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36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3600" b="1" i="1" smtClean="0">
                            <a:solidFill>
                              <a:schemeClr val="tx1"/>
                            </a:solidFill>
                            <a:latin typeface="Cambria Math" panose="02040503050406030204" pitchFamily="18" charset="0"/>
                            <a:ea typeface="+mn-ea"/>
                            <a:cs typeface="Cambria Math" panose="02040503050406030204" pitchFamily="18" charset="0"/>
                          </a:rPr>
                          <m:t>𝒏</m:t>
                        </m:r>
                      </m:e>
                    </m:d>
                    <m:r>
                      <a:rPr lang="en-US" altLang="zh-CN" sz="36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3600" b="1" i="1" smtClean="0">
                        <a:solidFill>
                          <a:schemeClr val="tx1"/>
                        </a:solidFill>
                        <a:latin typeface="Cambria Math" panose="02040503050406030204" pitchFamily="18" charset="0"/>
                        <a:ea typeface="+mn-ea"/>
                        <a:cs typeface="Cambria Math" panose="02040503050406030204" pitchFamily="18" charset="0"/>
                      </a:rPr>
                      <m:t>𝟐</m:t>
                    </m:r>
                    <m:r>
                      <a:rPr lang="en-US" altLang="zh-CN" sz="3600" b="1" i="1" smtClean="0">
                        <a:solidFill>
                          <a:schemeClr val="tx1"/>
                        </a:solidFill>
                        <a:latin typeface="Cambria Math" panose="02040503050406030204" pitchFamily="18" charset="0"/>
                        <a:ea typeface="+mn-ea"/>
                        <a:cs typeface="Cambria Math" panose="02040503050406030204" pitchFamily="18" charset="0"/>
                      </a:rPr>
                      <m:t>𝑻</m:t>
                    </m:r>
                    <m:r>
                      <a:rPr lang="en-US" altLang="zh-CN" sz="36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3600" b="1" i="1" smtClean="0">
                        <a:solidFill>
                          <a:schemeClr val="tx1"/>
                        </a:solidFill>
                        <a:latin typeface="Cambria Math" panose="02040503050406030204" pitchFamily="18" charset="0"/>
                        <a:ea typeface="+mn-ea"/>
                        <a:cs typeface="Cambria Math" panose="02040503050406030204" pitchFamily="18" charset="0"/>
                      </a:rPr>
                      <m:t>𝒏</m:t>
                    </m:r>
                    <m:r>
                      <a:rPr lang="en-US" altLang="zh-CN" sz="36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3600" b="1" i="1" smtClean="0">
                        <a:solidFill>
                          <a:schemeClr val="tx1"/>
                        </a:solidFill>
                        <a:latin typeface="Cambria Math" panose="02040503050406030204" pitchFamily="18" charset="0"/>
                        <a:ea typeface="+mn-ea"/>
                        <a:cs typeface="Cambria Math" panose="02040503050406030204" pitchFamily="18" charset="0"/>
                      </a:rPr>
                      <m:t>𝟐</m:t>
                    </m:r>
                    <m:r>
                      <a:rPr lang="en-US" altLang="zh-CN" sz="3600" b="1" i="1" smtClean="0">
                        <a:solidFill>
                          <a:schemeClr val="tx1"/>
                        </a:solidFill>
                        <a:latin typeface="Cambria Math" panose="02040503050406030204" pitchFamily="18" charset="0"/>
                        <a:ea typeface="MS Mincho" charset="0"/>
                        <a:cs typeface="Cambria Math" panose="02040503050406030204" pitchFamily="18" charset="0"/>
                      </a:rPr>
                      <m:t>)</m:t>
                    </m:r>
                  </m:oMath>
                </a14:m>
                <a:r>
                  <a:rPr lang="en-US" altLang="zh-CN" sz="3600" dirty="0">
                    <a:solidFill>
                      <a:schemeClr val="tx1"/>
                    </a:solidFill>
                    <a:latin typeface="+mn-lt"/>
                    <a:ea typeface="+mn-ea"/>
                  </a:rPr>
                  <a:t> </a:t>
                </a:r>
                <a:r>
                  <a:rPr lang="en-US" altLang="zh-CN" sz="3600" dirty="0" smtClean="0">
                    <a:solidFill>
                      <a:schemeClr val="tx1"/>
                    </a:solidFill>
                    <a:latin typeface="+mn-lt"/>
                    <a:ea typeface="+mn-ea"/>
                  </a:rPr>
                  <a:t>+ Θ(n)</a:t>
                </a:r>
                <a:r>
                  <a:rPr lang="zh-CN" altLang="en-US" sz="3600" dirty="0" smtClean="0">
                    <a:solidFill>
                      <a:schemeClr val="tx1"/>
                    </a:solidFill>
                    <a:latin typeface="+mn-lt"/>
                    <a:ea typeface="+mn-ea"/>
                  </a:rPr>
                  <a:t>  </a:t>
                </a:r>
                <a:endParaRPr lang="zh-CN" altLang="en-US" sz="3600" dirty="0" smtClean="0">
                  <a:solidFill>
                    <a:schemeClr val="tx1"/>
                  </a:solidFill>
                  <a:latin typeface="+mn-lt"/>
                  <a:ea typeface="+mn-ea"/>
                </a:endParaRPr>
              </a:p>
            </p:txBody>
          </p:sp>
        </mc:Choice>
        <mc:Fallback>
          <p:sp>
            <p:nvSpPr>
              <p:cNvPr id="5" name="矩形 4"/>
              <p:cNvSpPr>
                <a:spLocks noRot="1" noChangeAspect="1" noMove="1" noResize="1" noEditPoints="1" noAdjustHandles="1" noChangeArrowheads="1" noChangeShapeType="1" noTextEdit="1"/>
              </p:cNvSpPr>
              <p:nvPr/>
            </p:nvSpPr>
            <p:spPr>
              <a:xfrm>
                <a:off x="1907704" y="5805264"/>
                <a:ext cx="5256584" cy="864096"/>
              </a:xfrm>
              <a:prstGeom prst="rect">
                <a:avLst/>
              </a:prstGeom>
              <a:blipFill rotWithShape="1">
                <a:blip r:embed="rId1"/>
                <a:stretch>
                  <a:fillRect l="-3" t="-11" r="-4103" b="68"/>
                </a:stretch>
              </a:blipFill>
            </p:spPr>
            <p:txBody>
              <a:bodyPr/>
              <a:lstStyle/>
              <a:p>
                <a:r>
                  <a:rPr lang="zh-CN" altLang="en-US">
                    <a:noFill/>
                  </a:rPr>
                  <a:t> </a:t>
                </a:r>
              </a:p>
            </p:txBody>
          </p:sp>
        </mc:Fallback>
      </mc:AlternateContent>
      <p:sp>
        <p:nvSpPr>
          <p:cNvPr id="12" name="内容占位符 11"/>
          <p:cNvSpPr>
            <a:spLocks noGrp="1"/>
          </p:cNvSpPr>
          <p:nvPr>
            <p:ph idx="1"/>
            <p:custDataLst>
              <p:tags r:id="rId2"/>
            </p:custDataLst>
          </p:nvPr>
        </p:nvSpPr>
        <p:spPr/>
        <p:txBody>
          <a:bodyPr/>
          <a:p>
            <a:endParaRPr lang="zh-CN" altLang="en-US"/>
          </a:p>
        </p:txBody>
      </p:sp>
      <mc:AlternateContent xmlns:mc="http://schemas.openxmlformats.org/markup-compatibility/2006">
        <mc:Choice xmlns:a14="http://schemas.microsoft.com/office/drawing/2010/main" Requires="a14">
          <p:sp>
            <p:nvSpPr>
              <p:cNvPr id="6" name="矩形 5"/>
              <p:cNvSpPr/>
              <p:nvPr/>
            </p:nvSpPr>
            <p:spPr>
              <a:xfrm>
                <a:off x="5300464" y="3155889"/>
                <a:ext cx="3672409" cy="484133"/>
              </a:xfrm>
              <a:prstGeom prst="rect">
                <a:avLst/>
              </a:prstGeom>
            </p:spPr>
            <p:txBody>
              <a:bodyPr wrap="square">
                <a:normAutofit/>
              </a:bodyPr>
              <a:lstStyle/>
              <a:p>
                <a:pPr algn="r"/>
                <a:r>
                  <a:rPr lang="en-US" altLang="zh-CN" sz="2400" b="1" dirty="0" smtClean="0">
                    <a:solidFill>
                      <a:schemeClr val="tx1"/>
                    </a:solidFill>
                    <a:latin typeface="+mn-lt"/>
                    <a:ea typeface="+mn-ea"/>
                    <a:cs typeface="Verdana" panose="020B0604030504040204" pitchFamily="34" charset="0"/>
                  </a:rPr>
                  <a:t>………………… </a:t>
                </a:r>
                <a14:m>
                  <m:oMath xmlns:m="http://schemas.openxmlformats.org/officeDocument/2006/math">
                    <m:r>
                      <a:rPr lang="en-US" altLang="zh-CN" sz="2400" b="1" i="1">
                        <a:solidFill>
                          <a:schemeClr val="tx1"/>
                        </a:solidFill>
                        <a:latin typeface="Cambria Math" panose="02040503050406030204" pitchFamily="18" charset="0"/>
                        <a:ea typeface="+mn-ea"/>
                        <a:cs typeface="Cambria Math" panose="02040503050406030204" pitchFamily="18" charset="0"/>
                      </a:rPr>
                      <m:t>𝑻</m:t>
                    </m:r>
                    <m:r>
                      <a:rPr lang="en-US" altLang="zh-CN" sz="2400" b="1" i="1">
                        <a:solidFill>
                          <a:schemeClr val="tx1"/>
                        </a:solidFill>
                        <a:latin typeface="Cambria Math" panose="02040503050406030204" pitchFamily="18" charset="0"/>
                        <a:ea typeface="MS Mincho" charset="0"/>
                        <a:cs typeface="Cambria Math" panose="02040503050406030204" pitchFamily="18" charset="0"/>
                      </a:rPr>
                      <m:t>(</m:t>
                    </m:r>
                    <m:r>
                      <a:rPr lang="en-US" altLang="zh-CN" sz="2400" b="1" i="1">
                        <a:solidFill>
                          <a:schemeClr val="tx1"/>
                        </a:solidFill>
                        <a:latin typeface="Cambria Math" panose="02040503050406030204" pitchFamily="18" charset="0"/>
                        <a:ea typeface="+mn-ea"/>
                        <a:cs typeface="Cambria Math" panose="02040503050406030204" pitchFamily="18" charset="0"/>
                      </a:rPr>
                      <m:t>𝒏</m:t>
                    </m:r>
                    <m:r>
                      <a:rPr lang="en-US" altLang="zh-CN" sz="2400" b="1" i="1">
                        <a:solidFill>
                          <a:schemeClr val="tx1"/>
                        </a:solidFill>
                        <a:latin typeface="Cambria Math" panose="02040503050406030204" pitchFamily="18" charset="0"/>
                        <a:ea typeface="MS Mincho" charset="0"/>
                        <a:cs typeface="Cambria Math" panose="02040503050406030204" pitchFamily="18" charset="0"/>
                      </a:rPr>
                      <m:t>/</m:t>
                    </m:r>
                    <m:r>
                      <a:rPr lang="en-US" altLang="zh-CN" sz="2400" b="1" i="1">
                        <a:solidFill>
                          <a:schemeClr val="tx1"/>
                        </a:solidFill>
                        <a:latin typeface="Cambria Math" panose="02040503050406030204" pitchFamily="18" charset="0"/>
                        <a:ea typeface="+mn-ea"/>
                        <a:cs typeface="Cambria Math" panose="02040503050406030204" pitchFamily="18" charset="0"/>
                      </a:rPr>
                      <m:t>𝟐</m:t>
                    </m:r>
                    <m:r>
                      <a:rPr lang="en-US" altLang="zh-CN" sz="2400" b="1" i="1">
                        <a:solidFill>
                          <a:schemeClr val="tx1"/>
                        </a:solidFill>
                        <a:latin typeface="Cambria Math" panose="02040503050406030204" pitchFamily="18" charset="0"/>
                        <a:ea typeface="MS Mincho" charset="0"/>
                        <a:cs typeface="Cambria Math" panose="02040503050406030204" pitchFamily="18" charset="0"/>
                      </a:rPr>
                      <m:t>) </m:t>
                    </m:r>
                  </m:oMath>
                </a14:m>
                <a:endParaRPr lang="en-US" altLang="zh-CN" sz="2400" b="1" i="1" dirty="0">
                  <a:solidFill>
                    <a:schemeClr val="tx1"/>
                  </a:solidFill>
                  <a:latin typeface="+mn-lt"/>
                  <a:ea typeface="+mn-ea"/>
                  <a:cs typeface="Cambria Math" panose="020405030504060302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5300464" y="3155889"/>
                <a:ext cx="3672409" cy="484133"/>
              </a:xfrm>
              <a:prstGeom prst="rect">
                <a:avLst/>
              </a:prstGeom>
              <a:blipFill rotWithShape="1">
                <a:blip r:embed="rId3"/>
                <a:stretch>
                  <a:fillRect l="-3" t="-119" r="9"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5300464" y="3760981"/>
                <a:ext cx="3672409" cy="484133"/>
              </a:xfrm>
              <a:prstGeom prst="rect">
                <a:avLst/>
              </a:prstGeom>
            </p:spPr>
            <p:txBody>
              <a:bodyPr wrap="square">
                <a:normAutofit/>
              </a:bodyPr>
              <a:lstStyle/>
              <a:p>
                <a:pPr algn="r"/>
                <a:r>
                  <a:rPr lang="en-US" altLang="zh-CN" sz="2400" b="1" dirty="0" smtClean="0">
                    <a:solidFill>
                      <a:schemeClr val="tx1"/>
                    </a:solidFill>
                    <a:latin typeface="+mn-lt"/>
                    <a:ea typeface="+mn-ea"/>
                    <a:cs typeface="Verdana" panose="020B0604030504040204" pitchFamily="34" charset="0"/>
                  </a:rPr>
                  <a:t>……………… </a:t>
                </a:r>
                <a14:m>
                  <m:oMath xmlns:m="http://schemas.openxmlformats.org/officeDocument/2006/math">
                    <m:r>
                      <a:rPr lang="en-US" altLang="zh-CN" sz="2400" b="1" i="1">
                        <a:solidFill>
                          <a:schemeClr val="tx1"/>
                        </a:solidFill>
                        <a:latin typeface="Cambria Math" panose="02040503050406030204" pitchFamily="18" charset="0"/>
                        <a:ea typeface="+mn-ea"/>
                        <a:cs typeface="Cambria Math" panose="02040503050406030204" pitchFamily="18" charset="0"/>
                      </a:rPr>
                      <m:t>𝑻</m:t>
                    </m:r>
                    <m:r>
                      <a:rPr lang="en-US" altLang="zh-CN" sz="2400" b="1" i="1">
                        <a:solidFill>
                          <a:schemeClr val="tx1"/>
                        </a:solidFill>
                        <a:latin typeface="Cambria Math" panose="02040503050406030204" pitchFamily="18" charset="0"/>
                        <a:ea typeface="MS Mincho" charset="0"/>
                        <a:cs typeface="Cambria Math" panose="02040503050406030204" pitchFamily="18" charset="0"/>
                      </a:rPr>
                      <m:t>(</m:t>
                    </m:r>
                    <m:r>
                      <a:rPr lang="en-US" altLang="zh-CN" sz="2400" b="1" i="1">
                        <a:solidFill>
                          <a:schemeClr val="tx1"/>
                        </a:solidFill>
                        <a:latin typeface="Cambria Math" panose="02040503050406030204" pitchFamily="18" charset="0"/>
                        <a:ea typeface="+mn-ea"/>
                        <a:cs typeface="Cambria Math" panose="02040503050406030204" pitchFamily="18" charset="0"/>
                      </a:rPr>
                      <m:t>𝒏</m:t>
                    </m:r>
                    <m:r>
                      <a:rPr lang="en-US" altLang="zh-CN" sz="2400" b="1" i="1">
                        <a:solidFill>
                          <a:schemeClr val="tx1"/>
                        </a:solidFill>
                        <a:latin typeface="Cambria Math" panose="02040503050406030204" pitchFamily="18" charset="0"/>
                        <a:ea typeface="MS Mincho" charset="0"/>
                        <a:cs typeface="Cambria Math" panose="02040503050406030204" pitchFamily="18" charset="0"/>
                      </a:rPr>
                      <m:t>/</m:t>
                    </m:r>
                    <m:r>
                      <a:rPr lang="en-US" altLang="zh-CN" sz="2400" b="1" i="1">
                        <a:solidFill>
                          <a:schemeClr val="tx1"/>
                        </a:solidFill>
                        <a:latin typeface="Cambria Math" panose="02040503050406030204" pitchFamily="18" charset="0"/>
                        <a:ea typeface="+mn-ea"/>
                        <a:cs typeface="Cambria Math" panose="02040503050406030204" pitchFamily="18" charset="0"/>
                      </a:rPr>
                      <m:t>𝟐</m:t>
                    </m:r>
                    <m:r>
                      <a:rPr lang="en-US" altLang="zh-CN" sz="2400" b="1" i="1">
                        <a:solidFill>
                          <a:schemeClr val="tx1"/>
                        </a:solidFill>
                        <a:latin typeface="Cambria Math" panose="02040503050406030204" pitchFamily="18" charset="0"/>
                        <a:ea typeface="MS Mincho" charset="0"/>
                        <a:cs typeface="Cambria Math" panose="02040503050406030204" pitchFamily="18" charset="0"/>
                      </a:rPr>
                      <m:t>) </m:t>
                    </m:r>
                  </m:oMath>
                </a14:m>
                <a:endParaRPr lang="en-US" altLang="zh-CN" sz="2400" b="1" i="1" dirty="0">
                  <a:solidFill>
                    <a:schemeClr val="tx1"/>
                  </a:solidFill>
                  <a:latin typeface="+mn-lt"/>
                  <a:ea typeface="+mn-ea"/>
                  <a:cs typeface="Cambria Math" panose="02040503050406030204" pitchFamily="18" charset="0"/>
                </a:endParaRPr>
              </a:p>
            </p:txBody>
          </p:sp>
        </mc:Choice>
        <mc:Fallback>
          <p:sp>
            <p:nvSpPr>
              <p:cNvPr id="7" name="矩形 6"/>
              <p:cNvSpPr>
                <a:spLocks noRot="1" noChangeAspect="1" noMove="1" noResize="1" noEditPoints="1" noAdjustHandles="1" noChangeArrowheads="1" noChangeShapeType="1" noTextEdit="1"/>
              </p:cNvSpPr>
              <p:nvPr/>
            </p:nvSpPr>
            <p:spPr>
              <a:xfrm>
                <a:off x="5300464" y="3760981"/>
                <a:ext cx="3672409" cy="484133"/>
              </a:xfrm>
              <a:prstGeom prst="rect">
                <a:avLst/>
              </a:prstGeom>
              <a:blipFill rotWithShape="1">
                <a:blip r:embed="rId4"/>
                <a:stretch>
                  <a:fillRect l="-3" t="-106" r="9" b="29"/>
                </a:stretch>
              </a:blipFill>
            </p:spPr>
            <p:txBody>
              <a:bodyPr/>
              <a:lstStyle/>
              <a:p>
                <a:r>
                  <a:rPr lang="zh-CN" altLang="en-US">
                    <a:noFill/>
                  </a:rPr>
                  <a:t> </a:t>
                </a:r>
              </a:p>
            </p:txBody>
          </p:sp>
        </mc:Fallback>
      </mc:AlternateContent>
      <p:sp>
        <p:nvSpPr>
          <p:cNvPr id="8" name="矩形 7"/>
          <p:cNvSpPr/>
          <p:nvPr>
            <p:custDataLst>
              <p:tags r:id="rId5"/>
            </p:custDataLst>
          </p:nvPr>
        </p:nvSpPr>
        <p:spPr>
          <a:xfrm>
            <a:off x="5300464" y="4916019"/>
            <a:ext cx="3672409" cy="484133"/>
          </a:xfrm>
          <a:prstGeom prst="rect">
            <a:avLst/>
          </a:prstGeom>
        </p:spPr>
        <p:txBody>
          <a:bodyPr wrap="square">
            <a:normAutofit/>
          </a:bodyPr>
          <a:lstStyle/>
          <a:p>
            <a:pPr algn="r"/>
            <a:r>
              <a:rPr lang="en-US" altLang="zh-CN" sz="2400" b="1" dirty="0" smtClean="0">
                <a:solidFill>
                  <a:schemeClr val="tx1"/>
                </a:solidFill>
                <a:latin typeface="+mn-lt"/>
                <a:ea typeface="+mn-ea"/>
                <a:cs typeface="Verdana" panose="020B0604030504040204" pitchFamily="34" charset="0"/>
              </a:rPr>
              <a:t>……………………</a:t>
            </a:r>
            <a:r>
              <a:rPr lang="en-US" altLang="zh-CN" sz="2400" b="1" dirty="0">
                <a:solidFill>
                  <a:schemeClr val="tx1"/>
                </a:solidFill>
                <a:latin typeface="+mn-lt"/>
                <a:ea typeface="+mn-ea"/>
                <a:cs typeface="Verdana" panose="020B0604030504040204" pitchFamily="34" charset="0"/>
              </a:rPr>
              <a:t>Θ(n)</a:t>
            </a:r>
            <a:endParaRPr lang="en-US" altLang="zh-CN" sz="2400" b="1" dirty="0">
              <a:solidFill>
                <a:schemeClr val="tx1"/>
              </a:solidFill>
              <a:latin typeface="+mn-lt"/>
              <a:ea typeface="+mn-ea"/>
              <a:cs typeface="Verdana" panose="020B0604030504040204" pitchFamily="34" charset="0"/>
            </a:endParaRPr>
          </a:p>
        </p:txBody>
      </p:sp>
      <p:sp>
        <p:nvSpPr>
          <p:cNvPr id="11" name="Rectangle 3"/>
          <p:cNvSpPr>
            <a:spLocks noGrp="1" noChangeArrowheads="1"/>
          </p:cNvSpPr>
          <p:nvPr>
            <p:custDataLst>
              <p:tags r:id="rId6"/>
            </p:custDataLst>
          </p:nvPr>
        </p:nvSpPr>
        <p:spPr>
          <a:xfrm>
            <a:off x="456300" y="1490400"/>
            <a:ext cx="8226900" cy="4759200"/>
          </a:xfrm>
          <a:prstGeom prst="rect">
            <a:avLst/>
          </a:prstGeom>
        </p:spPr>
        <p:txBody>
          <a:bodyPr vert="horz" lIns="91440" tIns="45720" rIns="91440" bIns="45720" rtlCol="0">
            <a:normAutofit fontScale="5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spcBef>
                <a:spcPts val="1800"/>
              </a:spcBef>
              <a:spcAft>
                <a:spcPts val="0"/>
              </a:spcAft>
              <a:buNone/>
            </a:pPr>
            <a:r>
              <a:rPr lang="en-US" altLang="zh-CN" sz="2400" dirty="0">
                <a:solidFill>
                  <a:schemeClr val="tx1"/>
                </a:solidFill>
              </a:rPr>
              <a:t>void </a:t>
            </a:r>
            <a:r>
              <a:rPr lang="en-US" altLang="zh-CN" sz="2400" dirty="0" err="1" smtClean="0">
                <a:solidFill>
                  <a:schemeClr val="tx1"/>
                </a:solidFill>
              </a:rPr>
              <a:t>merge_sort</a:t>
            </a:r>
            <a:r>
              <a:rPr lang="en-US" altLang="zh-CN" sz="2400" dirty="0" smtClean="0">
                <a:solidFill>
                  <a:schemeClr val="tx1"/>
                </a:solidFill>
              </a:rPr>
              <a:t>(</a:t>
            </a:r>
            <a:r>
              <a:rPr lang="en-US" altLang="zh-CN" sz="2400" dirty="0" err="1" smtClean="0">
                <a:solidFill>
                  <a:schemeClr val="tx1"/>
                </a:solidFill>
              </a:rPr>
              <a:t>int</a:t>
            </a:r>
            <a:r>
              <a:rPr lang="en-US" altLang="zh-CN" sz="2400" dirty="0" smtClean="0">
                <a:solidFill>
                  <a:schemeClr val="tx1"/>
                </a:solidFill>
              </a:rPr>
              <a:t> a</a:t>
            </a:r>
            <a:r>
              <a:rPr lang="en-US" altLang="zh-CN" sz="2400" dirty="0">
                <a:solidFill>
                  <a:schemeClr val="tx1"/>
                </a:solidFill>
              </a:rPr>
              <a:t>[], </a:t>
            </a:r>
            <a:r>
              <a:rPr lang="en-US" altLang="zh-CN" sz="2400" dirty="0" err="1" smtClean="0">
                <a:solidFill>
                  <a:schemeClr val="tx1"/>
                </a:solidFill>
              </a:rPr>
              <a:t>int</a:t>
            </a:r>
            <a:r>
              <a:rPr lang="en-US" altLang="zh-CN" sz="2400" dirty="0" smtClean="0">
                <a:solidFill>
                  <a:schemeClr val="tx1"/>
                </a:solidFill>
              </a:rPr>
              <a:t> </a:t>
            </a:r>
            <a:r>
              <a:rPr lang="en-US" altLang="zh-CN" sz="2400" dirty="0">
                <a:solidFill>
                  <a:schemeClr val="tx1"/>
                </a:solidFill>
              </a:rPr>
              <a:t>start, </a:t>
            </a:r>
            <a:r>
              <a:rPr lang="en-US" altLang="zh-CN" sz="2400" dirty="0" err="1">
                <a:solidFill>
                  <a:schemeClr val="tx1"/>
                </a:solidFill>
              </a:rPr>
              <a:t>int</a:t>
            </a:r>
            <a:r>
              <a:rPr lang="en-US" altLang="zh-CN" sz="2400" dirty="0">
                <a:solidFill>
                  <a:schemeClr val="tx1"/>
                </a:solidFill>
              </a:rPr>
              <a:t> end){</a:t>
            </a:r>
            <a:endParaRPr lang="en-US" altLang="zh-CN" sz="2400" dirty="0">
              <a:solidFill>
                <a:schemeClr val="tx1"/>
              </a:solidFill>
            </a:endParaRPr>
          </a:p>
          <a:p>
            <a:pPr eaLnBrk="1" hangingPunct="1">
              <a:spcBef>
                <a:spcPts val="1800"/>
              </a:spcBef>
              <a:spcAft>
                <a:spcPts val="0"/>
              </a:spcAft>
              <a:buNone/>
            </a:pPr>
            <a:r>
              <a:rPr lang="en-US" altLang="zh-CN" sz="2400" dirty="0">
                <a:solidFill>
                  <a:schemeClr val="tx1"/>
                </a:solidFill>
              </a:rPr>
              <a:t>	</a:t>
            </a:r>
            <a:r>
              <a:rPr lang="en-US" altLang="zh-CN" sz="2400" dirty="0" smtClean="0">
                <a:solidFill>
                  <a:schemeClr val="tx1"/>
                </a:solidFill>
              </a:rPr>
              <a:t> </a:t>
            </a:r>
            <a:r>
              <a:rPr lang="en-US" altLang="zh-CN" sz="2400" dirty="0" err="1" smtClean="0">
                <a:solidFill>
                  <a:schemeClr val="tx1"/>
                </a:solidFill>
              </a:rPr>
              <a:t>int</a:t>
            </a:r>
            <a:r>
              <a:rPr lang="en-US" altLang="zh-CN" sz="2400" dirty="0" smtClean="0">
                <a:solidFill>
                  <a:schemeClr val="tx1"/>
                </a:solidFill>
              </a:rPr>
              <a:t> </a:t>
            </a:r>
            <a:r>
              <a:rPr lang="en-US" altLang="zh-CN" sz="2400" dirty="0">
                <a:solidFill>
                  <a:schemeClr val="tx1"/>
                </a:solidFill>
              </a:rPr>
              <a:t>mid;</a:t>
            </a:r>
            <a:endParaRPr lang="en-US" altLang="zh-CN" sz="2400" dirty="0">
              <a:solidFill>
                <a:schemeClr val="tx1"/>
              </a:solidFill>
            </a:endParaRPr>
          </a:p>
          <a:p>
            <a:pPr eaLnBrk="1" hangingPunct="1">
              <a:spcBef>
                <a:spcPts val="1800"/>
              </a:spcBef>
              <a:spcAft>
                <a:spcPts val="0"/>
              </a:spcAft>
              <a:buNone/>
            </a:pPr>
            <a:r>
              <a:rPr lang="en-US" altLang="zh-CN" sz="2400" dirty="0">
                <a:solidFill>
                  <a:schemeClr val="tx1"/>
                </a:solidFill>
              </a:rPr>
              <a:t>	</a:t>
            </a:r>
            <a:r>
              <a:rPr lang="en-US" altLang="zh-CN" sz="2400" dirty="0" smtClean="0">
                <a:solidFill>
                  <a:schemeClr val="tx1"/>
                </a:solidFill>
              </a:rPr>
              <a:t> if </a:t>
            </a:r>
            <a:r>
              <a:rPr lang="en-US" altLang="zh-CN" sz="2400" dirty="0">
                <a:solidFill>
                  <a:schemeClr val="tx1"/>
                </a:solidFill>
              </a:rPr>
              <a:t>(start &lt; end</a:t>
            </a:r>
            <a:r>
              <a:rPr lang="en-US" altLang="zh-CN" sz="2400" dirty="0" smtClean="0">
                <a:solidFill>
                  <a:schemeClr val="tx1"/>
                </a:solidFill>
              </a:rPr>
              <a:t>){	</a:t>
            </a:r>
            <a:endParaRPr lang="en-US" altLang="zh-CN" sz="2400" dirty="0" smtClean="0">
              <a:solidFill>
                <a:schemeClr val="tx1"/>
              </a:solidFill>
            </a:endParaRPr>
          </a:p>
          <a:p>
            <a:pPr eaLnBrk="1" hangingPunct="1">
              <a:spcBef>
                <a:spcPts val="1800"/>
              </a:spcBef>
              <a:spcAft>
                <a:spcPts val="0"/>
              </a:spcAft>
              <a:buNone/>
            </a:pPr>
            <a:r>
              <a:rPr lang="en-US" altLang="zh-CN" sz="2400" dirty="0" smtClean="0">
                <a:solidFill>
                  <a:schemeClr val="tx1"/>
                </a:solidFill>
              </a:rPr>
              <a:t>		 mid = (start + end) / 2; </a:t>
            </a:r>
            <a:endParaRPr lang="zh-CN" altLang="en-US" sz="2400" dirty="0" smtClean="0">
              <a:solidFill>
                <a:schemeClr val="tx1"/>
              </a:solidFill>
            </a:endParaRPr>
          </a:p>
          <a:p>
            <a:pPr eaLnBrk="1" hangingPunct="1">
              <a:spcBef>
                <a:spcPts val="1800"/>
              </a:spcBef>
              <a:spcAft>
                <a:spcPts val="0"/>
              </a:spcAft>
              <a:buNone/>
            </a:pPr>
            <a:r>
              <a:rPr lang="zh-CN" altLang="en-US" sz="2400" dirty="0" smtClean="0">
                <a:solidFill>
                  <a:schemeClr val="tx1"/>
                </a:solidFill>
              </a:rPr>
              <a:t>		 </a:t>
            </a:r>
            <a:r>
              <a:rPr lang="en-US" altLang="zh-CN" sz="2400" dirty="0" err="1">
                <a:solidFill>
                  <a:schemeClr val="tx1"/>
                </a:solidFill>
              </a:rPr>
              <a:t>merge_sort</a:t>
            </a:r>
            <a:r>
              <a:rPr lang="en-US" altLang="zh-CN" sz="2400" dirty="0" smtClean="0">
                <a:solidFill>
                  <a:schemeClr val="tx1"/>
                </a:solidFill>
              </a:rPr>
              <a:t>(a, start, mid); </a:t>
            </a:r>
            <a:endParaRPr lang="en-US" altLang="zh-CN" sz="2400" dirty="0" smtClean="0">
              <a:solidFill>
                <a:schemeClr val="tx1"/>
              </a:solidFill>
            </a:endParaRPr>
          </a:p>
          <a:p>
            <a:pPr eaLnBrk="1" hangingPunct="1">
              <a:spcBef>
                <a:spcPts val="1800"/>
              </a:spcBef>
              <a:spcAft>
                <a:spcPts val="0"/>
              </a:spcAft>
              <a:buNone/>
            </a:pPr>
            <a:r>
              <a:rPr lang="zh-CN" altLang="en-US" sz="2400" dirty="0">
                <a:solidFill>
                  <a:schemeClr val="tx1"/>
                </a:solidFill>
              </a:rPr>
              <a:t>		</a:t>
            </a:r>
            <a:r>
              <a:rPr lang="zh-CN" altLang="en-US" sz="2400" dirty="0" smtClean="0">
                <a:solidFill>
                  <a:schemeClr val="tx1"/>
                </a:solidFill>
              </a:rPr>
              <a:t> </a:t>
            </a:r>
            <a:r>
              <a:rPr lang="en-US" altLang="zh-CN" sz="2400" dirty="0" err="1">
                <a:solidFill>
                  <a:schemeClr val="tx1"/>
                </a:solidFill>
              </a:rPr>
              <a:t>merge_sort</a:t>
            </a:r>
            <a:r>
              <a:rPr lang="en-US" altLang="zh-CN" sz="2400" dirty="0" smtClean="0">
                <a:solidFill>
                  <a:schemeClr val="tx1"/>
                </a:solidFill>
              </a:rPr>
              <a:t>(a</a:t>
            </a:r>
            <a:r>
              <a:rPr lang="en-US" altLang="zh-CN" sz="2400" dirty="0">
                <a:solidFill>
                  <a:schemeClr val="tx1"/>
                </a:solidFill>
              </a:rPr>
              <a:t>, </a:t>
            </a:r>
            <a:r>
              <a:rPr lang="en-US" altLang="zh-CN" sz="2400" dirty="0" smtClean="0">
                <a:solidFill>
                  <a:schemeClr val="tx1"/>
                </a:solidFill>
              </a:rPr>
              <a:t>mid+1</a:t>
            </a:r>
            <a:r>
              <a:rPr lang="en-US" altLang="zh-CN" sz="2400" dirty="0">
                <a:solidFill>
                  <a:schemeClr val="tx1"/>
                </a:solidFill>
              </a:rPr>
              <a:t>, end); </a:t>
            </a:r>
            <a:endParaRPr lang="en-US" altLang="zh-CN" sz="2400" dirty="0" smtClean="0">
              <a:solidFill>
                <a:schemeClr val="tx1"/>
              </a:solidFill>
            </a:endParaRPr>
          </a:p>
          <a:p>
            <a:pPr eaLnBrk="1" hangingPunct="1">
              <a:spcBef>
                <a:spcPts val="1800"/>
              </a:spcBef>
              <a:spcAft>
                <a:spcPts val="0"/>
              </a:spcAft>
              <a:buNone/>
            </a:pPr>
            <a:r>
              <a:rPr lang="en-US" altLang="zh-CN" sz="2400" dirty="0" smtClean="0">
                <a:solidFill>
                  <a:schemeClr val="tx1"/>
                </a:solidFill>
              </a:rPr>
              <a:t>		 // </a:t>
            </a:r>
            <a:r>
              <a:rPr lang="zh-CN" altLang="en-US" sz="2400" dirty="0">
                <a:solidFill>
                  <a:schemeClr val="tx1"/>
                </a:solidFill>
              </a:rPr>
              <a:t>合并相邻的有序子</a:t>
            </a:r>
            <a:r>
              <a:rPr lang="zh-CN" altLang="en-US" sz="2400" dirty="0" smtClean="0">
                <a:solidFill>
                  <a:schemeClr val="tx1"/>
                </a:solidFill>
              </a:rPr>
              <a:t>序列</a:t>
            </a:r>
            <a:endParaRPr lang="zh-CN" altLang="en-US" sz="2400" dirty="0">
              <a:solidFill>
                <a:schemeClr val="tx1"/>
              </a:solidFill>
            </a:endParaRPr>
          </a:p>
          <a:p>
            <a:pPr eaLnBrk="1" hangingPunct="1">
              <a:spcBef>
                <a:spcPts val="1800"/>
              </a:spcBef>
              <a:spcAft>
                <a:spcPts val="0"/>
              </a:spcAft>
              <a:buNone/>
            </a:pPr>
            <a:r>
              <a:rPr lang="zh-CN" altLang="en-US" sz="2400" dirty="0">
                <a:solidFill>
                  <a:schemeClr val="tx1"/>
                </a:solidFill>
              </a:rPr>
              <a:t>		</a:t>
            </a:r>
            <a:r>
              <a:rPr lang="zh-CN" altLang="en-US" sz="2400" dirty="0" smtClean="0">
                <a:solidFill>
                  <a:schemeClr val="tx1"/>
                </a:solidFill>
              </a:rPr>
              <a:t> </a:t>
            </a:r>
            <a:r>
              <a:rPr lang="en-US" altLang="zh-CN" sz="2400" dirty="0">
                <a:solidFill>
                  <a:schemeClr val="tx1"/>
                </a:solidFill>
              </a:rPr>
              <a:t>merge</a:t>
            </a:r>
            <a:r>
              <a:rPr lang="en-US" altLang="zh-CN" sz="2400" dirty="0" smtClean="0">
                <a:solidFill>
                  <a:schemeClr val="tx1"/>
                </a:solidFill>
              </a:rPr>
              <a:t>(a</a:t>
            </a:r>
            <a:r>
              <a:rPr lang="en-US" altLang="zh-CN" sz="2400" dirty="0">
                <a:solidFill>
                  <a:schemeClr val="tx1"/>
                </a:solidFill>
              </a:rPr>
              <a:t>, </a:t>
            </a:r>
            <a:r>
              <a:rPr lang="en-US" altLang="zh-CN" sz="2400" dirty="0" smtClean="0">
                <a:solidFill>
                  <a:schemeClr val="tx1"/>
                </a:solidFill>
              </a:rPr>
              <a:t>start</a:t>
            </a:r>
            <a:r>
              <a:rPr lang="en-US" altLang="zh-CN" sz="2400" dirty="0">
                <a:solidFill>
                  <a:schemeClr val="tx1"/>
                </a:solidFill>
              </a:rPr>
              <a:t>, mid, end); </a:t>
            </a:r>
            <a:endParaRPr lang="en-US" altLang="zh-CN" sz="2400" dirty="0" smtClean="0">
              <a:solidFill>
                <a:schemeClr val="tx1"/>
              </a:solidFill>
            </a:endParaRPr>
          </a:p>
          <a:p>
            <a:pPr eaLnBrk="1" hangingPunct="1">
              <a:spcBef>
                <a:spcPts val="1800"/>
              </a:spcBef>
              <a:spcAft>
                <a:spcPts val="0"/>
              </a:spcAft>
              <a:buNone/>
            </a:pPr>
            <a:r>
              <a:rPr lang="zh-CN" altLang="en-US" sz="2400" dirty="0">
                <a:solidFill>
                  <a:schemeClr val="tx1"/>
                </a:solidFill>
              </a:rPr>
              <a:t>	</a:t>
            </a:r>
            <a:r>
              <a:rPr lang="zh-CN" altLang="en-US" sz="2400" dirty="0" smtClean="0">
                <a:solidFill>
                  <a:schemeClr val="tx1"/>
                </a:solidFill>
              </a:rPr>
              <a:t> </a:t>
            </a:r>
            <a:r>
              <a:rPr lang="en-US" altLang="zh-CN" sz="2400" dirty="0" smtClean="0">
                <a:solidFill>
                  <a:schemeClr val="tx1"/>
                </a:solidFill>
              </a:rPr>
              <a:t>}</a:t>
            </a:r>
            <a:endParaRPr lang="en-US" altLang="zh-CN" sz="2400" dirty="0">
              <a:solidFill>
                <a:schemeClr val="tx1"/>
              </a:solidFill>
            </a:endParaRPr>
          </a:p>
          <a:p>
            <a:pPr eaLnBrk="1" hangingPunct="1">
              <a:spcBef>
                <a:spcPts val="1800"/>
              </a:spcBef>
              <a:spcAft>
                <a:spcPts val="0"/>
              </a:spcAft>
              <a:buNone/>
            </a:pPr>
            <a:r>
              <a:rPr lang="en-US" altLang="zh-CN" sz="2400" dirty="0">
                <a:solidFill>
                  <a:schemeClr val="tx1"/>
                </a:solidFill>
              </a:rPr>
              <a:t>}</a:t>
            </a:r>
            <a:endParaRPr lang="en-US" altLang="zh-CN" sz="2400" dirty="0">
              <a:solidFill>
                <a:schemeClr val="tx1"/>
              </a:solidFill>
            </a:endParaRPr>
          </a:p>
        </p:txBody>
      </p:sp>
      <p:sp>
        <p:nvSpPr>
          <p:cNvPr id="10" name="标题 9"/>
          <p:cNvSpPr>
            <a:spLocks noGrp="1"/>
          </p:cNvSpPr>
          <p:nvPr>
            <p:ph type="title"/>
            <p:custDataLst>
              <p:tags r:id="rId7"/>
            </p:custDataLst>
          </p:nvPr>
        </p:nvSpPr>
        <p:spPr/>
        <p:txBody>
          <a:bodyPr vert="horz" wrap="square" lIns="0" tIns="0" rIns="0" bIns="0" rtlCol="0" anchor="ctr">
            <a:normAutofit/>
          </a:bodyPr>
          <a:lstStyle/>
          <a:p>
            <a:pPr lvl="0" algn="l">
              <a:buClrTx/>
              <a:buSzTx/>
              <a:buFontTx/>
            </a:pPr>
            <a:r>
              <a:rPr lang="zh-CN" altLang="en-US" dirty="0">
                <a:sym typeface="+mn-ea"/>
              </a:rPr>
              <a:t>算法复杂度分析示例</a:t>
            </a:r>
            <a:r>
              <a:rPr lang="zh-CN" altLang="en-US" dirty="0">
                <a:sym typeface="+mn-ea"/>
              </a:rPr>
              <a:t>2</a:t>
            </a:r>
            <a:r>
              <a:rPr lang="zh-CN" altLang="en-US" dirty="0">
                <a:sym typeface="+mn-ea"/>
              </a:rPr>
              <a:t>：归并排序</a:t>
            </a:r>
            <a:endParaRPr lang="zh-CN" altLang="en-US" dirty="0">
              <a:sym typeface="+mn-ea"/>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par>
                          <p:cTn id="23" fill="hold">
                            <p:stCondLst>
                              <p:cond delay="500"/>
                            </p:stCondLst>
                            <p:childTnLst>
                              <p:par>
                                <p:cTn id="24" presetID="42" presetClass="entr" presetSubtype="0" fill="hold" grpId="0" nodeType="afterEffect">
                                  <p:stCondLst>
                                    <p:cond delay="0"/>
                                  </p:stCondLst>
                                  <p:childTnLst>
                                    <p:set>
                                      <p:cBhvr>
                                        <p:cTn id="25" dur="1" fill="hold">
                                          <p:stCondLst>
                                            <p:cond delay="0"/>
                                          </p:stCondLst>
                                        </p:cTn>
                                        <p:tgtEl>
                                          <p:spTgt spid="11">
                                            <p:txEl>
                                              <p:pRg st="0" end="0"/>
                                            </p:txEl>
                                          </p:spTgt>
                                        </p:tgtEl>
                                        <p:attrNameLst>
                                          <p:attrName>style.visibility</p:attrName>
                                        </p:attrNameLst>
                                      </p:cBhvr>
                                      <p:to>
                                        <p:strVal val="visible"/>
                                      </p:to>
                                    </p:set>
                                    <p:animEffect transition="in" filter="fade">
                                      <p:cBhvr>
                                        <p:cTn id="26" dur="500"/>
                                        <p:tgtEl>
                                          <p:spTgt spid="11">
                                            <p:txEl>
                                              <p:pRg st="0" end="0"/>
                                            </p:txEl>
                                          </p:spTgt>
                                        </p:tgtEl>
                                      </p:cBhvr>
                                    </p:animEffect>
                                    <p:anim calcmode="lin" valueType="num">
                                      <p:cBhvr>
                                        <p:cTn id="2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8" dur="500" fill="hold"/>
                                        <p:tgtEl>
                                          <p:spTgt spid="11">
                                            <p:txEl>
                                              <p:pRg st="0" end="0"/>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Effect transition="in" filter="fade">
                                      <p:cBhvr>
                                        <p:cTn id="31" dur="500"/>
                                        <p:tgtEl>
                                          <p:spTgt spid="11">
                                            <p:txEl>
                                              <p:pRg st="1" end="1"/>
                                            </p:txEl>
                                          </p:spTgt>
                                        </p:tgtEl>
                                      </p:cBhvr>
                                    </p:animEffect>
                                    <p:anim calcmode="lin" valueType="num">
                                      <p:cBhvr>
                                        <p:cTn id="32"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33" dur="500" fill="hold"/>
                                        <p:tgtEl>
                                          <p:spTgt spid="11">
                                            <p:txEl>
                                              <p:pRg st="1" end="1"/>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1">
                                            <p:txEl>
                                              <p:pRg st="2" end="2"/>
                                            </p:txEl>
                                          </p:spTgt>
                                        </p:tgtEl>
                                        <p:attrNameLst>
                                          <p:attrName>style.visibility</p:attrName>
                                        </p:attrNameLst>
                                      </p:cBhvr>
                                      <p:to>
                                        <p:strVal val="visible"/>
                                      </p:to>
                                    </p:set>
                                    <p:animEffect transition="in" filter="fade">
                                      <p:cBhvr>
                                        <p:cTn id="36" dur="500"/>
                                        <p:tgtEl>
                                          <p:spTgt spid="11">
                                            <p:txEl>
                                              <p:pRg st="2" end="2"/>
                                            </p:txEl>
                                          </p:spTgt>
                                        </p:tgtEl>
                                      </p:cBhvr>
                                    </p:animEffect>
                                    <p:anim calcmode="lin" valueType="num">
                                      <p:cBhvr>
                                        <p:cTn id="3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38" dur="500" fill="hold"/>
                                        <p:tgtEl>
                                          <p:spTgt spid="11">
                                            <p:txEl>
                                              <p:pRg st="2" end="2"/>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xEl>
                                              <p:pRg st="3" end="3"/>
                                            </p:txEl>
                                          </p:spTgt>
                                        </p:tgtEl>
                                        <p:attrNameLst>
                                          <p:attrName>style.visibility</p:attrName>
                                        </p:attrNameLst>
                                      </p:cBhvr>
                                      <p:to>
                                        <p:strVal val="visible"/>
                                      </p:to>
                                    </p:set>
                                    <p:animEffect transition="in" filter="fade">
                                      <p:cBhvr>
                                        <p:cTn id="41" dur="500"/>
                                        <p:tgtEl>
                                          <p:spTgt spid="11">
                                            <p:txEl>
                                              <p:pRg st="3" end="3"/>
                                            </p:txEl>
                                          </p:spTgt>
                                        </p:tgtEl>
                                      </p:cBhvr>
                                    </p:animEffect>
                                    <p:anim calcmode="lin" valueType="num">
                                      <p:cBhvr>
                                        <p:cTn id="42"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43" dur="500" fill="hold"/>
                                        <p:tgtEl>
                                          <p:spTgt spid="11">
                                            <p:txEl>
                                              <p:pRg st="3" end="3"/>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xEl>
                                              <p:pRg st="4" end="4"/>
                                            </p:txEl>
                                          </p:spTgt>
                                        </p:tgtEl>
                                        <p:attrNameLst>
                                          <p:attrName>style.visibility</p:attrName>
                                        </p:attrNameLst>
                                      </p:cBhvr>
                                      <p:to>
                                        <p:strVal val="visible"/>
                                      </p:to>
                                    </p:set>
                                    <p:animEffect transition="in" filter="fade">
                                      <p:cBhvr>
                                        <p:cTn id="46" dur="500"/>
                                        <p:tgtEl>
                                          <p:spTgt spid="11">
                                            <p:txEl>
                                              <p:pRg st="4" end="4"/>
                                            </p:txEl>
                                          </p:spTgt>
                                        </p:tgtEl>
                                      </p:cBhvr>
                                    </p:animEffect>
                                    <p:anim calcmode="lin" valueType="num">
                                      <p:cBhvr>
                                        <p:cTn id="47"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48" dur="500" fill="hold"/>
                                        <p:tgtEl>
                                          <p:spTgt spid="11">
                                            <p:txEl>
                                              <p:pRg st="4" end="4"/>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xEl>
                                              <p:pRg st="5" end="5"/>
                                            </p:txEl>
                                          </p:spTgt>
                                        </p:tgtEl>
                                        <p:attrNameLst>
                                          <p:attrName>style.visibility</p:attrName>
                                        </p:attrNameLst>
                                      </p:cBhvr>
                                      <p:to>
                                        <p:strVal val="visible"/>
                                      </p:to>
                                    </p:set>
                                    <p:animEffect transition="in" filter="fade">
                                      <p:cBhvr>
                                        <p:cTn id="51" dur="500"/>
                                        <p:tgtEl>
                                          <p:spTgt spid="11">
                                            <p:txEl>
                                              <p:pRg st="5" end="5"/>
                                            </p:txEl>
                                          </p:spTgt>
                                        </p:tgtEl>
                                      </p:cBhvr>
                                    </p:animEffect>
                                    <p:anim calcmode="lin" valueType="num">
                                      <p:cBhvr>
                                        <p:cTn id="52"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53" dur="500" fill="hold"/>
                                        <p:tgtEl>
                                          <p:spTgt spid="11">
                                            <p:txEl>
                                              <p:pRg st="5" end="5"/>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1">
                                            <p:txEl>
                                              <p:pRg st="6" end="6"/>
                                            </p:txEl>
                                          </p:spTgt>
                                        </p:tgtEl>
                                        <p:attrNameLst>
                                          <p:attrName>style.visibility</p:attrName>
                                        </p:attrNameLst>
                                      </p:cBhvr>
                                      <p:to>
                                        <p:strVal val="visible"/>
                                      </p:to>
                                    </p:set>
                                    <p:animEffect transition="in" filter="fade">
                                      <p:cBhvr>
                                        <p:cTn id="56" dur="500"/>
                                        <p:tgtEl>
                                          <p:spTgt spid="11">
                                            <p:txEl>
                                              <p:pRg st="6" end="6"/>
                                            </p:txEl>
                                          </p:spTgt>
                                        </p:tgtEl>
                                      </p:cBhvr>
                                    </p:animEffect>
                                    <p:anim calcmode="lin" valueType="num">
                                      <p:cBhvr>
                                        <p:cTn id="57"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58" dur="500" fill="hold"/>
                                        <p:tgtEl>
                                          <p:spTgt spid="11">
                                            <p:txEl>
                                              <p:pRg st="6" end="6"/>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1">
                                            <p:txEl>
                                              <p:pRg st="7" end="7"/>
                                            </p:txEl>
                                          </p:spTgt>
                                        </p:tgtEl>
                                        <p:attrNameLst>
                                          <p:attrName>style.visibility</p:attrName>
                                        </p:attrNameLst>
                                      </p:cBhvr>
                                      <p:to>
                                        <p:strVal val="visible"/>
                                      </p:to>
                                    </p:set>
                                    <p:animEffect transition="in" filter="fade">
                                      <p:cBhvr>
                                        <p:cTn id="61" dur="500"/>
                                        <p:tgtEl>
                                          <p:spTgt spid="11">
                                            <p:txEl>
                                              <p:pRg st="7" end="7"/>
                                            </p:txEl>
                                          </p:spTgt>
                                        </p:tgtEl>
                                      </p:cBhvr>
                                    </p:animEffect>
                                    <p:anim calcmode="lin" valueType="num">
                                      <p:cBhvr>
                                        <p:cTn id="62" dur="50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63" dur="500" fill="hold"/>
                                        <p:tgtEl>
                                          <p:spTgt spid="11">
                                            <p:txEl>
                                              <p:pRg st="7" end="7"/>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1">
                                            <p:txEl>
                                              <p:pRg st="8" end="8"/>
                                            </p:txEl>
                                          </p:spTgt>
                                        </p:tgtEl>
                                        <p:attrNameLst>
                                          <p:attrName>style.visibility</p:attrName>
                                        </p:attrNameLst>
                                      </p:cBhvr>
                                      <p:to>
                                        <p:strVal val="visible"/>
                                      </p:to>
                                    </p:set>
                                    <p:animEffect transition="in" filter="fade">
                                      <p:cBhvr>
                                        <p:cTn id="66" dur="500"/>
                                        <p:tgtEl>
                                          <p:spTgt spid="11">
                                            <p:txEl>
                                              <p:pRg st="8" end="8"/>
                                            </p:txEl>
                                          </p:spTgt>
                                        </p:tgtEl>
                                      </p:cBhvr>
                                    </p:animEffect>
                                    <p:anim calcmode="lin" valueType="num">
                                      <p:cBhvr>
                                        <p:cTn id="67" dur="500" fill="hold"/>
                                        <p:tgtEl>
                                          <p:spTgt spid="11">
                                            <p:txEl>
                                              <p:pRg st="8" end="8"/>
                                            </p:txEl>
                                          </p:spTgt>
                                        </p:tgtEl>
                                        <p:attrNameLst>
                                          <p:attrName>ppt_x</p:attrName>
                                        </p:attrNameLst>
                                      </p:cBhvr>
                                      <p:tavLst>
                                        <p:tav tm="0">
                                          <p:val>
                                            <p:strVal val="#ppt_x"/>
                                          </p:val>
                                        </p:tav>
                                        <p:tav tm="100000">
                                          <p:val>
                                            <p:strVal val="#ppt_x"/>
                                          </p:val>
                                        </p:tav>
                                      </p:tavLst>
                                    </p:anim>
                                    <p:anim calcmode="lin" valueType="num">
                                      <p:cBhvr>
                                        <p:cTn id="68" dur="500" fill="hold"/>
                                        <p:tgtEl>
                                          <p:spTgt spid="11">
                                            <p:txEl>
                                              <p:pRg st="8" end="8"/>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1">
                                            <p:txEl>
                                              <p:pRg st="9" end="9"/>
                                            </p:txEl>
                                          </p:spTgt>
                                        </p:tgtEl>
                                        <p:attrNameLst>
                                          <p:attrName>style.visibility</p:attrName>
                                        </p:attrNameLst>
                                      </p:cBhvr>
                                      <p:to>
                                        <p:strVal val="visible"/>
                                      </p:to>
                                    </p:set>
                                    <p:animEffect transition="in" filter="fade">
                                      <p:cBhvr>
                                        <p:cTn id="71" dur="500"/>
                                        <p:tgtEl>
                                          <p:spTgt spid="11">
                                            <p:txEl>
                                              <p:pRg st="9" end="9"/>
                                            </p:txEl>
                                          </p:spTgt>
                                        </p:tgtEl>
                                      </p:cBhvr>
                                    </p:animEffect>
                                    <p:anim calcmode="lin" valueType="num">
                                      <p:cBhvr>
                                        <p:cTn id="72" dur="500" fill="hold"/>
                                        <p:tgtEl>
                                          <p:spTgt spid="11">
                                            <p:txEl>
                                              <p:pRg st="9" end="9"/>
                                            </p:txEl>
                                          </p:spTgt>
                                        </p:tgtEl>
                                        <p:attrNameLst>
                                          <p:attrName>ppt_x</p:attrName>
                                        </p:attrNameLst>
                                      </p:cBhvr>
                                      <p:tavLst>
                                        <p:tav tm="0">
                                          <p:val>
                                            <p:strVal val="#ppt_x"/>
                                          </p:val>
                                        </p:tav>
                                        <p:tav tm="100000">
                                          <p:val>
                                            <p:strVal val="#ppt_x"/>
                                          </p:val>
                                        </p:tav>
                                      </p:tavLst>
                                    </p:anim>
                                    <p:anim calcmode="lin" valueType="num">
                                      <p:cBhvr>
                                        <p:cTn id="73" dur="500" fill="hold"/>
                                        <p:tgtEl>
                                          <p:spTgt spid="11">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custDataLst>
              <p:tags r:id="rId1"/>
            </p:custDataLst>
          </p:nvPr>
        </p:nvSpPr>
        <p:spPr>
          <a:xfrm>
            <a:off x="521970" y="1301749"/>
            <a:ext cx="8100000" cy="4873625"/>
          </a:xfrm>
          <a:prstGeom prst="rect">
            <a:avLst/>
          </a:prstGeom>
          <a:noFill/>
          <a:ln>
            <a:noFill/>
          </a:ln>
        </p:spPr>
        <p:txBody>
          <a:bodyPr vert="horz" wrap="square" lIns="91440" tIns="45720" rIns="91440" bIns="45720" numCol="1" anchor="t" anchorCtr="0" compatLnSpc="1">
            <a:normAutofit fontScale="90000" lnSpcReduction="20000"/>
          </a:bodyPr>
          <a:lstStyle>
            <a:lvl1pPr marL="466725" indent="-466725" algn="l" rtl="0" fontAlgn="base">
              <a:lnSpc>
                <a:spcPct val="150000"/>
              </a:lnSpc>
              <a:spcBef>
                <a:spcPct val="0"/>
              </a:spcBef>
              <a:spcAft>
                <a:spcPct val="0"/>
              </a:spcAft>
              <a:buFont typeface="Wingdings" panose="05000000000000000000" pitchFamily="2" charset="2"/>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935355" indent="-466725" algn="l" rtl="0" fontAlgn="base">
              <a:lnSpc>
                <a:spcPct val="150000"/>
              </a:lnSpc>
              <a:spcBef>
                <a:spcPct val="0"/>
              </a:spcBef>
              <a:spcAft>
                <a:spcPct val="0"/>
              </a:spcAft>
              <a:buSzPct val="60000"/>
              <a:buFont typeface="Wingdings" panose="05000000000000000000" pitchFamily="2" charset="2"/>
              <a:buChar char="l"/>
              <a:defRPr sz="2400" kern="1200">
                <a:solidFill>
                  <a:schemeClr val="tx1"/>
                </a:solidFill>
                <a:latin typeface="微软雅黑" panose="020B0503020204020204" pitchFamily="34" charset="-122"/>
                <a:ea typeface="微软雅黑" panose="020B0503020204020204" pitchFamily="34" charset="-122"/>
                <a:cs typeface="+mn-cs"/>
              </a:defRPr>
            </a:lvl2pPr>
            <a:lvl3pPr marL="1403350" indent="-466725" algn="l" rtl="0" fontAlgn="base">
              <a:lnSpc>
                <a:spcPct val="150000"/>
              </a:lnSpc>
              <a:spcBef>
                <a:spcPct val="0"/>
              </a:spcBef>
              <a:spcAft>
                <a:spcPct val="0"/>
              </a:spcAft>
              <a:buSzPct val="60000"/>
              <a:buFont typeface="Wingdings" panose="05000000000000000000" pitchFamily="2" charset="2"/>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871980" indent="-466725" algn="l" rtl="0" fontAlgn="base">
              <a:lnSpc>
                <a:spcPct val="150000"/>
              </a:lnSpc>
              <a:spcBef>
                <a:spcPct val="0"/>
              </a:spcBef>
              <a:spcAft>
                <a:spcPct val="0"/>
              </a:spcAft>
              <a:buFont typeface="Wingdings" panose="05000000000000000000" pitchFamily="2" charset="2"/>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a:t>
            </a:r>
            <a:r>
              <a:rPr lang="en-US" altLang="zh-CN" b="1" dirty="0" smtClean="0">
                <a:solidFill>
                  <a:schemeClr val="tx1"/>
                </a:solidFill>
                <a:latin typeface="+mn-lt"/>
                <a:ea typeface="+mn-ea"/>
                <a:cs typeface="Verdana" panose="020B0604030504040204" pitchFamily="34" charset="0"/>
              </a:rPr>
              <a:t>Ra[</a:t>
            </a:r>
            <a:r>
              <a:rPr lang="en-US" altLang="zh-CN" b="1" dirty="0" err="1" smtClean="0">
                <a:solidFill>
                  <a:schemeClr val="tx1"/>
                </a:solidFill>
                <a:latin typeface="+mn-lt"/>
                <a:ea typeface="+mn-ea"/>
                <a:cs typeface="Verdana" panose="020B0604030504040204" pitchFamily="34" charset="0"/>
              </a:rPr>
              <a:t>h</a:t>
            </a:r>
            <a:r>
              <a:rPr lang="en-US" altLang="zh-CN" b="1" dirty="0" err="1">
                <a:solidFill>
                  <a:schemeClr val="tx1"/>
                </a:solidFill>
                <a:latin typeface="+mn-lt"/>
                <a:ea typeface="+mn-ea"/>
                <a:cs typeface="Verdana" panose="020B0604030504040204" pitchFamily="34" charset="0"/>
              </a:rPr>
              <a:t>..t</a:t>
            </a:r>
            <a:r>
              <a:rPr lang="en-US" altLang="zh-CN" b="1" dirty="0">
                <a:solidFill>
                  <a:schemeClr val="tx1"/>
                </a:solidFill>
                <a:latin typeface="+mn-lt"/>
                <a:ea typeface="+mn-ea"/>
                <a:cs typeface="Verdana" panose="020B0604030504040204" pitchFamily="34" charset="0"/>
              </a:rPr>
              <a:t>]</a:t>
            </a:r>
            <a:r>
              <a:rPr lang="zh-CN" altLang="en-US" b="1" dirty="0">
                <a:solidFill>
                  <a:schemeClr val="tx1"/>
                </a:solidFill>
                <a:latin typeface="+mn-lt"/>
                <a:ea typeface="+mn-ea"/>
                <a:cs typeface="Verdana" panose="020B0604030504040204" pitchFamily="34" charset="0"/>
              </a:rPr>
              <a:t>的两部分</a:t>
            </a:r>
            <a:r>
              <a:rPr lang="en-US" altLang="zh-CN" b="1" dirty="0">
                <a:solidFill>
                  <a:schemeClr val="tx1"/>
                </a:solidFill>
                <a:latin typeface="+mn-lt"/>
                <a:ea typeface="+mn-ea"/>
                <a:cs typeface="Verdana" panose="020B0604030504040204" pitchFamily="34" charset="0"/>
              </a:rPr>
              <a:t>Ra[</a:t>
            </a:r>
            <a:r>
              <a:rPr lang="en-US" altLang="zh-CN" b="1" dirty="0" err="1">
                <a:solidFill>
                  <a:schemeClr val="tx1"/>
                </a:solidFill>
                <a:latin typeface="+mn-lt"/>
                <a:ea typeface="+mn-ea"/>
                <a:cs typeface="Verdana" panose="020B0604030504040204" pitchFamily="34" charset="0"/>
              </a:rPr>
              <a:t>h..s</a:t>
            </a:r>
            <a:r>
              <a:rPr lang="en-US" altLang="zh-CN" b="1" dirty="0">
                <a:solidFill>
                  <a:schemeClr val="tx1"/>
                </a:solidFill>
                <a:latin typeface="+mn-lt"/>
                <a:ea typeface="+mn-ea"/>
                <a:cs typeface="Verdana" panose="020B0604030504040204" pitchFamily="34" charset="0"/>
              </a:rPr>
              <a:t>]</a:t>
            </a:r>
            <a:r>
              <a:rPr lang="zh-CN" altLang="en-US" b="1" dirty="0">
                <a:solidFill>
                  <a:schemeClr val="tx1"/>
                </a:solidFill>
                <a:latin typeface="+mn-lt"/>
                <a:ea typeface="+mn-ea"/>
                <a:cs typeface="Verdana" panose="020B0604030504040204" pitchFamily="34" charset="0"/>
              </a:rPr>
              <a:t>和</a:t>
            </a:r>
            <a:r>
              <a:rPr lang="en-US" altLang="zh-CN" b="1" dirty="0">
                <a:solidFill>
                  <a:schemeClr val="tx1"/>
                </a:solidFill>
                <a:latin typeface="+mn-lt"/>
                <a:ea typeface="+mn-ea"/>
                <a:cs typeface="Verdana" panose="020B0604030504040204" pitchFamily="34" charset="0"/>
              </a:rPr>
              <a:t>Ra[</a:t>
            </a:r>
            <a:r>
              <a:rPr lang="en-US" altLang="zh-CN" b="1" dirty="0" err="1">
                <a:solidFill>
                  <a:schemeClr val="tx1"/>
                </a:solidFill>
                <a:latin typeface="+mn-lt"/>
                <a:ea typeface="+mn-ea"/>
                <a:cs typeface="Verdana" panose="020B0604030504040204" pitchFamily="34" charset="0"/>
              </a:rPr>
              <a:t>s+1</a:t>
            </a:r>
            <a:r>
              <a:rPr lang="en-US" altLang="zh-CN" b="1" dirty="0">
                <a:solidFill>
                  <a:schemeClr val="tx1"/>
                </a:solidFill>
                <a:latin typeface="+mn-lt"/>
                <a:ea typeface="+mn-ea"/>
                <a:cs typeface="Verdana" panose="020B0604030504040204" pitchFamily="34" charset="0"/>
              </a:rPr>
              <a:t>..t]</a:t>
            </a:r>
            <a:r>
              <a:rPr lang="zh-CN" altLang="en-US" b="1" dirty="0">
                <a:solidFill>
                  <a:schemeClr val="tx1"/>
                </a:solidFill>
                <a:latin typeface="+mn-lt"/>
                <a:ea typeface="+mn-ea"/>
                <a:cs typeface="Verdana" panose="020B0604030504040204" pitchFamily="34" charset="0"/>
              </a:rPr>
              <a:t>已按关键字有序</a:t>
            </a:r>
            <a:endParaRPr lang="zh-CN" altLang="en-US"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a:t>
            </a:r>
            <a:r>
              <a:rPr lang="en-US" altLang="zh-CN" b="1" dirty="0" smtClean="0">
                <a:solidFill>
                  <a:schemeClr val="tx1"/>
                </a:solidFill>
                <a:latin typeface="+mn-lt"/>
                <a:ea typeface="+mn-ea"/>
                <a:cs typeface="Verdana" panose="020B0604030504040204" pitchFamily="34" charset="0"/>
              </a:rPr>
              <a:t>Ra[</a:t>
            </a:r>
            <a:r>
              <a:rPr lang="en-US" altLang="zh-CN" b="1" dirty="0" err="1" smtClean="0">
                <a:solidFill>
                  <a:schemeClr val="tx1"/>
                </a:solidFill>
                <a:latin typeface="+mn-lt"/>
                <a:ea typeface="+mn-ea"/>
                <a:cs typeface="Verdana" panose="020B0604030504040204" pitchFamily="34" charset="0"/>
              </a:rPr>
              <a:t>h</a:t>
            </a:r>
            <a:r>
              <a:rPr lang="en-US" altLang="zh-CN" b="1" dirty="0" err="1">
                <a:solidFill>
                  <a:schemeClr val="tx1"/>
                </a:solidFill>
                <a:latin typeface="+mn-lt"/>
                <a:ea typeface="+mn-ea"/>
                <a:cs typeface="Verdana" panose="020B0604030504040204" pitchFamily="34" charset="0"/>
              </a:rPr>
              <a:t>..s</a:t>
            </a:r>
            <a:r>
              <a:rPr lang="en-US" altLang="zh-CN" b="1" dirty="0">
                <a:solidFill>
                  <a:schemeClr val="tx1"/>
                </a:solidFill>
                <a:latin typeface="+mn-lt"/>
                <a:ea typeface="+mn-ea"/>
                <a:cs typeface="Verdana" panose="020B0604030504040204" pitchFamily="34" charset="0"/>
              </a:rPr>
              <a:t>]</a:t>
            </a:r>
            <a:r>
              <a:rPr lang="zh-CN" altLang="en-US" b="1" dirty="0">
                <a:solidFill>
                  <a:schemeClr val="tx1"/>
                </a:solidFill>
                <a:latin typeface="+mn-lt"/>
                <a:ea typeface="+mn-ea"/>
                <a:cs typeface="Verdana" panose="020B0604030504040204" pitchFamily="34" charset="0"/>
              </a:rPr>
              <a:t>和</a:t>
            </a:r>
            <a:r>
              <a:rPr lang="en-US" altLang="zh-CN" b="1" dirty="0">
                <a:solidFill>
                  <a:schemeClr val="tx1"/>
                </a:solidFill>
                <a:latin typeface="+mn-lt"/>
                <a:ea typeface="+mn-ea"/>
                <a:cs typeface="Verdana" panose="020B0604030504040204" pitchFamily="34" charset="0"/>
              </a:rPr>
              <a:t>Ra[</a:t>
            </a:r>
            <a:r>
              <a:rPr lang="en-US" altLang="zh-CN" b="1" dirty="0" err="1">
                <a:solidFill>
                  <a:schemeClr val="tx1"/>
                </a:solidFill>
                <a:latin typeface="+mn-lt"/>
                <a:ea typeface="+mn-ea"/>
                <a:cs typeface="Verdana" panose="020B0604030504040204" pitchFamily="34" charset="0"/>
              </a:rPr>
              <a:t>s+1</a:t>
            </a:r>
            <a:r>
              <a:rPr lang="en-US" altLang="zh-CN" b="1" dirty="0">
                <a:solidFill>
                  <a:schemeClr val="tx1"/>
                </a:solidFill>
                <a:latin typeface="+mn-lt"/>
                <a:ea typeface="+mn-ea"/>
                <a:cs typeface="Verdana" panose="020B0604030504040204" pitchFamily="34" charset="0"/>
              </a:rPr>
              <a:t>..t]</a:t>
            </a:r>
            <a:r>
              <a:rPr lang="zh-CN" altLang="en-US" b="1" dirty="0">
                <a:solidFill>
                  <a:schemeClr val="tx1"/>
                </a:solidFill>
                <a:latin typeface="+mn-lt"/>
                <a:ea typeface="+mn-ea"/>
                <a:cs typeface="Verdana" panose="020B0604030504040204" pitchFamily="34" charset="0"/>
              </a:rPr>
              <a:t>合并成有序表（</a:t>
            </a:r>
            <a:r>
              <a:rPr lang="en-US" altLang="zh-CN" b="1" dirty="0" err="1">
                <a:solidFill>
                  <a:schemeClr val="tx1"/>
                </a:solidFill>
                <a:latin typeface="+mn-lt"/>
                <a:ea typeface="+mn-ea"/>
                <a:cs typeface="Verdana" panose="020B0604030504040204" pitchFamily="34" charset="0"/>
              </a:rPr>
              <a:t>Rb</a:t>
            </a:r>
            <a:r>
              <a:rPr lang="en-US" altLang="zh-CN" b="1" dirty="0">
                <a:solidFill>
                  <a:schemeClr val="tx1"/>
                </a:solidFill>
                <a:latin typeface="+mn-lt"/>
                <a:ea typeface="+mn-ea"/>
                <a:cs typeface="Verdana" panose="020B0604030504040204" pitchFamily="34" charset="0"/>
              </a:rPr>
              <a:t>[</a:t>
            </a:r>
            <a:r>
              <a:rPr lang="en-US" altLang="zh-CN" b="1" dirty="0" err="1">
                <a:solidFill>
                  <a:schemeClr val="tx1"/>
                </a:solidFill>
                <a:latin typeface="+mn-lt"/>
                <a:ea typeface="+mn-ea"/>
                <a:cs typeface="Verdana" panose="020B0604030504040204" pitchFamily="34" charset="0"/>
              </a:rPr>
              <a:t>s..t</a:t>
            </a:r>
            <a:r>
              <a:rPr lang="en-US" altLang="zh-CN" b="1" dirty="0">
                <a:solidFill>
                  <a:schemeClr val="tx1"/>
                </a:solidFill>
                <a:latin typeface="+mn-lt"/>
                <a:ea typeface="+mn-ea"/>
                <a:cs typeface="Verdana" panose="020B0604030504040204" pitchFamily="34" charset="0"/>
              </a:rPr>
              <a:t>]</a:t>
            </a:r>
            <a:r>
              <a:rPr lang="zh-CN" altLang="en-US" b="1" dirty="0">
                <a:solidFill>
                  <a:schemeClr val="tx1"/>
                </a:solidFill>
                <a:latin typeface="+mn-lt"/>
                <a:ea typeface="+mn-ea"/>
                <a:cs typeface="Verdana" panose="020B0604030504040204" pitchFamily="34" charset="0"/>
              </a:rPr>
              <a:t>为辅助表）</a:t>
            </a:r>
            <a:endParaRPr lang="zh-CN" altLang="en-US"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void merge(</a:t>
            </a:r>
            <a:r>
              <a:rPr lang="en-US" altLang="zh-CN" b="1" dirty="0" err="1">
                <a:solidFill>
                  <a:schemeClr val="tx1"/>
                </a:solidFill>
                <a:latin typeface="+mn-lt"/>
                <a:ea typeface="+mn-ea"/>
                <a:cs typeface="Verdana" panose="020B0604030504040204" pitchFamily="34" charset="0"/>
              </a:rPr>
              <a:t>int</a:t>
            </a:r>
            <a:r>
              <a:rPr lang="en-US" altLang="zh-CN" b="1" dirty="0">
                <a:solidFill>
                  <a:schemeClr val="tx1"/>
                </a:solidFill>
                <a:latin typeface="+mn-lt"/>
                <a:ea typeface="+mn-ea"/>
                <a:cs typeface="Verdana" panose="020B0604030504040204" pitchFamily="34" charset="0"/>
              </a:rPr>
              <a:t> Ra[], </a:t>
            </a:r>
            <a:r>
              <a:rPr lang="en-US" altLang="zh-CN" b="1" dirty="0" err="1">
                <a:solidFill>
                  <a:schemeClr val="tx1"/>
                </a:solidFill>
                <a:latin typeface="+mn-lt"/>
                <a:ea typeface="+mn-ea"/>
                <a:cs typeface="Verdana" panose="020B0604030504040204" pitchFamily="34" charset="0"/>
              </a:rPr>
              <a:t>int</a:t>
            </a:r>
            <a:r>
              <a:rPr lang="en-US" altLang="zh-CN" b="1" dirty="0">
                <a:solidFill>
                  <a:schemeClr val="tx1"/>
                </a:solidFill>
                <a:latin typeface="+mn-lt"/>
                <a:ea typeface="+mn-ea"/>
                <a:cs typeface="Verdana" panose="020B0604030504040204" pitchFamily="34" charset="0"/>
              </a:rPr>
              <a:t> </a:t>
            </a:r>
            <a:r>
              <a:rPr lang="en-US" altLang="zh-CN" b="1" dirty="0" err="1">
                <a:solidFill>
                  <a:schemeClr val="tx1"/>
                </a:solidFill>
                <a:latin typeface="+mn-lt"/>
                <a:ea typeface="+mn-ea"/>
                <a:cs typeface="Verdana" panose="020B0604030504040204" pitchFamily="34" charset="0"/>
              </a:rPr>
              <a:t>Rb</a:t>
            </a:r>
            <a:r>
              <a:rPr lang="en-US" altLang="zh-CN" b="1" dirty="0">
                <a:solidFill>
                  <a:schemeClr val="tx1"/>
                </a:solidFill>
                <a:latin typeface="+mn-lt"/>
                <a:ea typeface="+mn-ea"/>
                <a:cs typeface="Verdana" panose="020B0604030504040204" pitchFamily="34" charset="0"/>
              </a:rPr>
              <a:t>[], </a:t>
            </a:r>
            <a:r>
              <a:rPr lang="en-US" altLang="zh-CN" b="1" dirty="0" err="1">
                <a:solidFill>
                  <a:schemeClr val="tx1"/>
                </a:solidFill>
                <a:latin typeface="+mn-lt"/>
                <a:ea typeface="+mn-ea"/>
                <a:cs typeface="Verdana" panose="020B0604030504040204" pitchFamily="34" charset="0"/>
              </a:rPr>
              <a:t>int</a:t>
            </a:r>
            <a:r>
              <a:rPr lang="en-US" altLang="zh-CN" b="1" dirty="0">
                <a:solidFill>
                  <a:schemeClr val="tx1"/>
                </a:solidFill>
                <a:latin typeface="+mn-lt"/>
                <a:ea typeface="+mn-ea"/>
                <a:cs typeface="Verdana" panose="020B0604030504040204" pitchFamily="34" charset="0"/>
              </a:rPr>
              <a:t> h, </a:t>
            </a:r>
            <a:r>
              <a:rPr lang="en-US" altLang="zh-CN" b="1" dirty="0" err="1">
                <a:solidFill>
                  <a:schemeClr val="tx1"/>
                </a:solidFill>
                <a:latin typeface="+mn-lt"/>
                <a:ea typeface="+mn-ea"/>
                <a:cs typeface="Verdana" panose="020B0604030504040204" pitchFamily="34" charset="0"/>
              </a:rPr>
              <a:t>int</a:t>
            </a:r>
            <a:r>
              <a:rPr lang="en-US" altLang="zh-CN" b="1" dirty="0">
                <a:solidFill>
                  <a:schemeClr val="tx1"/>
                </a:solidFill>
                <a:latin typeface="+mn-lt"/>
                <a:ea typeface="+mn-ea"/>
                <a:cs typeface="Verdana" panose="020B0604030504040204" pitchFamily="34" charset="0"/>
              </a:rPr>
              <a:t> s, </a:t>
            </a:r>
            <a:r>
              <a:rPr lang="en-US" altLang="zh-CN" b="1" dirty="0" err="1">
                <a:solidFill>
                  <a:schemeClr val="tx1"/>
                </a:solidFill>
                <a:latin typeface="+mn-lt"/>
                <a:ea typeface="+mn-ea"/>
                <a:cs typeface="Verdana" panose="020B0604030504040204" pitchFamily="34" charset="0"/>
              </a:rPr>
              <a:t>int</a:t>
            </a:r>
            <a:r>
              <a:rPr lang="en-US" altLang="zh-CN" b="1" dirty="0">
                <a:solidFill>
                  <a:schemeClr val="tx1"/>
                </a:solidFill>
                <a:latin typeface="+mn-lt"/>
                <a:ea typeface="+mn-ea"/>
                <a:cs typeface="Verdana" panose="020B0604030504040204" pitchFamily="34" charset="0"/>
              </a:rPr>
              <a:t> t){</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a:t>
            </a:r>
            <a:r>
              <a:rPr lang="en-US" altLang="zh-CN" b="1" dirty="0" err="1">
                <a:solidFill>
                  <a:schemeClr val="tx1"/>
                </a:solidFill>
                <a:latin typeface="+mn-lt"/>
                <a:ea typeface="+mn-ea"/>
                <a:cs typeface="Verdana" panose="020B0604030504040204" pitchFamily="34" charset="0"/>
              </a:rPr>
              <a:t>int</a:t>
            </a:r>
            <a:r>
              <a:rPr lang="en-US" altLang="zh-CN" b="1" dirty="0">
                <a:solidFill>
                  <a:schemeClr val="tx1"/>
                </a:solidFill>
                <a:latin typeface="+mn-lt"/>
                <a:ea typeface="+mn-ea"/>
                <a:cs typeface="Verdana" panose="020B0604030504040204" pitchFamily="34" charset="0"/>
              </a:rPr>
              <a:t> </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 = h, k = h; j = s + 1; </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while( </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 &lt;= s &amp;&amp; j &lt;= t ){</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if(Ra[</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 &lt; Ra[j]) </a:t>
            </a:r>
            <a:r>
              <a:rPr lang="en-US" altLang="zh-CN" b="1" dirty="0" err="1">
                <a:solidFill>
                  <a:schemeClr val="tx1"/>
                </a:solidFill>
                <a:latin typeface="+mn-lt"/>
                <a:ea typeface="+mn-ea"/>
                <a:cs typeface="Verdana" panose="020B0604030504040204" pitchFamily="34" charset="0"/>
              </a:rPr>
              <a:t>Rb</a:t>
            </a:r>
            <a:r>
              <a:rPr lang="en-US" altLang="zh-CN" b="1" dirty="0">
                <a:solidFill>
                  <a:schemeClr val="tx1"/>
                </a:solidFill>
                <a:latin typeface="+mn-lt"/>
                <a:ea typeface="+mn-ea"/>
                <a:cs typeface="Verdana" panose="020B0604030504040204" pitchFamily="34" charset="0"/>
              </a:rPr>
              <a:t>[k++] = Ra[</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else  </a:t>
            </a:r>
            <a:r>
              <a:rPr lang="en-US" altLang="zh-CN" b="1" dirty="0" err="1">
                <a:solidFill>
                  <a:schemeClr val="tx1"/>
                </a:solidFill>
                <a:latin typeface="+mn-lt"/>
                <a:ea typeface="+mn-ea"/>
                <a:cs typeface="Verdana" panose="020B0604030504040204" pitchFamily="34" charset="0"/>
              </a:rPr>
              <a:t>Rb</a:t>
            </a:r>
            <a:r>
              <a:rPr lang="en-US" altLang="zh-CN" b="1" dirty="0">
                <a:solidFill>
                  <a:schemeClr val="tx1"/>
                </a:solidFill>
                <a:latin typeface="+mn-lt"/>
                <a:ea typeface="+mn-ea"/>
                <a:cs typeface="Verdana" panose="020B0604030504040204" pitchFamily="34" charset="0"/>
              </a:rPr>
              <a:t>[k++] = Ra[</a:t>
            </a:r>
            <a:r>
              <a:rPr lang="en-US" altLang="zh-CN" b="1" dirty="0" err="1">
                <a:solidFill>
                  <a:schemeClr val="tx1"/>
                </a:solidFill>
                <a:latin typeface="+mn-lt"/>
                <a:ea typeface="+mn-ea"/>
                <a:cs typeface="Verdana" panose="020B0604030504040204" pitchFamily="34" charset="0"/>
              </a:rPr>
              <a:t>j++</a:t>
            </a:r>
            <a:r>
              <a:rPr lang="en-US" altLang="zh-CN" b="1" dirty="0">
                <a:solidFill>
                  <a:schemeClr val="tx1"/>
                </a:solidFill>
                <a:latin typeface="+mn-lt"/>
                <a:ea typeface="+mn-ea"/>
                <a:cs typeface="Verdana" panose="020B0604030504040204" pitchFamily="34" charset="0"/>
              </a:rPr>
              <a:t>];</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while (</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 &lt;= s) </a:t>
            </a:r>
            <a:r>
              <a:rPr lang="en-US" altLang="zh-CN" b="1" dirty="0" err="1">
                <a:solidFill>
                  <a:schemeClr val="tx1"/>
                </a:solidFill>
                <a:latin typeface="+mn-lt"/>
                <a:ea typeface="+mn-ea"/>
                <a:cs typeface="Verdana" panose="020B0604030504040204" pitchFamily="34" charset="0"/>
              </a:rPr>
              <a:t>Rb</a:t>
            </a:r>
            <a:r>
              <a:rPr lang="en-US" altLang="zh-CN" b="1" dirty="0">
                <a:solidFill>
                  <a:schemeClr val="tx1"/>
                </a:solidFill>
                <a:latin typeface="+mn-lt"/>
                <a:ea typeface="+mn-ea"/>
                <a:cs typeface="Verdana" panose="020B0604030504040204" pitchFamily="34" charset="0"/>
              </a:rPr>
              <a:t>[k++] = Ra[</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while (j &lt;= t) </a:t>
            </a:r>
            <a:r>
              <a:rPr lang="en-US" altLang="zh-CN" b="1" dirty="0" err="1">
                <a:solidFill>
                  <a:schemeClr val="tx1"/>
                </a:solidFill>
                <a:latin typeface="+mn-lt"/>
                <a:ea typeface="+mn-ea"/>
                <a:cs typeface="Verdana" panose="020B0604030504040204" pitchFamily="34" charset="0"/>
              </a:rPr>
              <a:t>Rb</a:t>
            </a:r>
            <a:r>
              <a:rPr lang="en-US" altLang="zh-CN" b="1" dirty="0">
                <a:solidFill>
                  <a:schemeClr val="tx1"/>
                </a:solidFill>
                <a:latin typeface="+mn-lt"/>
                <a:ea typeface="+mn-ea"/>
                <a:cs typeface="Verdana" panose="020B0604030504040204" pitchFamily="34" charset="0"/>
              </a:rPr>
              <a:t>[k++] = Ra[</a:t>
            </a:r>
            <a:r>
              <a:rPr lang="en-US" altLang="zh-CN" b="1" dirty="0" err="1">
                <a:solidFill>
                  <a:schemeClr val="tx1"/>
                </a:solidFill>
                <a:latin typeface="+mn-lt"/>
                <a:ea typeface="+mn-ea"/>
                <a:cs typeface="Verdana" panose="020B0604030504040204" pitchFamily="34" charset="0"/>
              </a:rPr>
              <a:t>j++</a:t>
            </a:r>
            <a:r>
              <a:rPr lang="en-US" altLang="zh-CN" b="1" dirty="0">
                <a:solidFill>
                  <a:schemeClr val="tx1"/>
                </a:solidFill>
                <a:latin typeface="+mn-lt"/>
                <a:ea typeface="+mn-ea"/>
                <a:cs typeface="Verdana" panose="020B0604030504040204" pitchFamily="34" charset="0"/>
              </a:rPr>
              <a:t>];</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      for (</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 = h; </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 &lt;= t; </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 Ra[</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 = </a:t>
            </a:r>
            <a:r>
              <a:rPr lang="en-US" altLang="zh-CN" b="1" dirty="0" err="1">
                <a:solidFill>
                  <a:schemeClr val="tx1"/>
                </a:solidFill>
                <a:latin typeface="+mn-lt"/>
                <a:ea typeface="+mn-ea"/>
                <a:cs typeface="Verdana" panose="020B0604030504040204" pitchFamily="34" charset="0"/>
              </a:rPr>
              <a:t>Rb</a:t>
            </a:r>
            <a:r>
              <a:rPr lang="en-US" altLang="zh-CN" b="1" dirty="0">
                <a:solidFill>
                  <a:schemeClr val="tx1"/>
                </a:solidFill>
                <a:latin typeface="+mn-lt"/>
                <a:ea typeface="+mn-ea"/>
                <a:cs typeface="Verdana" panose="020B0604030504040204" pitchFamily="34" charset="0"/>
              </a:rPr>
              <a:t>[</a:t>
            </a:r>
            <a:r>
              <a:rPr lang="en-US" altLang="zh-CN" b="1" dirty="0" err="1">
                <a:solidFill>
                  <a:schemeClr val="tx1"/>
                </a:solidFill>
                <a:latin typeface="+mn-lt"/>
                <a:ea typeface="+mn-ea"/>
                <a:cs typeface="Verdana" panose="020B0604030504040204" pitchFamily="34" charset="0"/>
              </a:rPr>
              <a:t>i</a:t>
            </a:r>
            <a:r>
              <a:rPr lang="en-US" altLang="zh-CN" b="1" dirty="0">
                <a:solidFill>
                  <a:schemeClr val="tx1"/>
                </a:solidFill>
                <a:latin typeface="+mn-lt"/>
                <a:ea typeface="+mn-ea"/>
                <a:cs typeface="Verdana" panose="020B0604030504040204" pitchFamily="34" charset="0"/>
              </a:rPr>
              <a:t>];</a:t>
            </a:r>
            <a:endParaRPr lang="en-US" altLang="zh-CN" b="1" dirty="0">
              <a:solidFill>
                <a:schemeClr val="tx1"/>
              </a:solidFill>
              <a:latin typeface="+mn-lt"/>
              <a:ea typeface="+mn-ea"/>
              <a:cs typeface="Verdana" panose="020B0604030504040204" pitchFamily="34" charset="0"/>
            </a:endParaRPr>
          </a:p>
          <a:p>
            <a:pPr eaLnBrk="1" hangingPunct="1">
              <a:lnSpc>
                <a:spcPct val="135000"/>
              </a:lnSpc>
              <a:spcBef>
                <a:spcPts val="0"/>
              </a:spcBef>
              <a:spcAft>
                <a:spcPts val="0"/>
              </a:spcAft>
              <a:buNone/>
            </a:pPr>
            <a:r>
              <a:rPr lang="en-US" altLang="zh-CN" b="1" dirty="0">
                <a:solidFill>
                  <a:schemeClr val="tx1"/>
                </a:solidFill>
                <a:latin typeface="+mn-lt"/>
                <a:ea typeface="+mn-ea"/>
                <a:cs typeface="Verdana" panose="020B0604030504040204" pitchFamily="34" charset="0"/>
              </a:rPr>
              <a:t>}</a:t>
            </a:r>
            <a:endParaRPr lang="en-US" altLang="zh-CN" sz="2400" b="1" dirty="0">
              <a:solidFill>
                <a:schemeClr val="tx1"/>
              </a:solidFill>
              <a:latin typeface="+mn-lt"/>
              <a:ea typeface="+mn-ea"/>
              <a:cs typeface="Verdana" panose="020B0604030504040204" pitchFamily="34" charset="0"/>
            </a:endParaRPr>
          </a:p>
        </p:txBody>
      </p:sp>
      <p:sp>
        <p:nvSpPr>
          <p:cNvPr id="10" name="内容占位符 9"/>
          <p:cNvSpPr>
            <a:spLocks noGrp="1"/>
          </p:cNvSpPr>
          <p:nvPr>
            <p:ph idx="1"/>
            <p:custDataLst>
              <p:tags r:id="rId2"/>
            </p:custDataLst>
          </p:nvPr>
        </p:nvSpPr>
        <p:spPr/>
        <p:txBody>
          <a:bodyPr/>
          <a:p>
            <a:endParaRPr lang="zh-CN" altLang="en-US"/>
          </a:p>
        </p:txBody>
      </p:sp>
      <p:sp>
        <p:nvSpPr>
          <p:cNvPr id="8" name="标题 7"/>
          <p:cNvSpPr>
            <a:spLocks noGrp="1"/>
          </p:cNvSpPr>
          <p:nvPr>
            <p:ph type="title"/>
            <p:custDataLst>
              <p:tags r:id="rId3"/>
            </p:custDataLst>
          </p:nvPr>
        </p:nvSpPr>
        <p:spPr/>
        <p:txBody>
          <a:bodyPr vert="horz" wrap="square" lIns="0" tIns="0" rIns="0" bIns="0" rtlCol="0" anchor="ctr">
            <a:normAutofit/>
          </a:bodyPr>
          <a:lstStyle/>
          <a:p>
            <a:pPr lvl="0" algn="l">
              <a:buClrTx/>
              <a:buSzTx/>
              <a:buFontTx/>
            </a:pPr>
            <a:r>
              <a:rPr lang="zh-CN" altLang="en-US" dirty="0">
                <a:sym typeface="+mn-ea"/>
              </a:rPr>
              <a:t>二路归并排序</a:t>
            </a:r>
            <a:endParaRPr lang="zh-CN" altLang="en-US" dirty="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anim calcmode="lin" valueType="num">
                                      <p:cBhvr>
                                        <p:cTn id="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500"/>
                                        <p:tgtEl>
                                          <p:spTgt spid="6">
                                            <p:txEl>
                                              <p:pRg st="1" end="1"/>
                                            </p:txEl>
                                          </p:spTgt>
                                        </p:tgtEl>
                                      </p:cBhvr>
                                    </p:animEffect>
                                    <p:anim calcmode="lin" valueType="num">
                                      <p:cBhvr>
                                        <p:cTn id="14"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5" dur="5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500"/>
                                        <p:tgtEl>
                                          <p:spTgt spid="6">
                                            <p:txEl>
                                              <p:pRg st="2" end="2"/>
                                            </p:txEl>
                                          </p:spTgt>
                                        </p:tgtEl>
                                      </p:cBhvr>
                                    </p:animEffect>
                                    <p:anim calcmode="lin" valueType="num">
                                      <p:cBhvr>
                                        <p:cTn id="20"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5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500"/>
                                        <p:tgtEl>
                                          <p:spTgt spid="6">
                                            <p:txEl>
                                              <p:pRg st="3" end="3"/>
                                            </p:txEl>
                                          </p:spTgt>
                                        </p:tgtEl>
                                      </p:cBhvr>
                                    </p:animEffect>
                                    <p:anim calcmode="lin" valueType="num">
                                      <p:cBhvr>
                                        <p:cTn id="26"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7" dur="5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fade">
                                      <p:cBhvr>
                                        <p:cTn id="31" dur="500"/>
                                        <p:tgtEl>
                                          <p:spTgt spid="6">
                                            <p:txEl>
                                              <p:pRg st="4" end="4"/>
                                            </p:txEl>
                                          </p:spTgt>
                                        </p:tgtEl>
                                      </p:cBhvr>
                                    </p:animEffect>
                                    <p:anim calcmode="lin" valueType="num">
                                      <p:cBhvr>
                                        <p:cTn id="32"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3" dur="5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fade">
                                      <p:cBhvr>
                                        <p:cTn id="37" dur="500"/>
                                        <p:tgtEl>
                                          <p:spTgt spid="6">
                                            <p:txEl>
                                              <p:pRg st="5" end="5"/>
                                            </p:txEl>
                                          </p:spTgt>
                                        </p:tgtEl>
                                      </p:cBhvr>
                                    </p:animEffect>
                                    <p:anim calcmode="lin" valueType="num">
                                      <p:cBhvr>
                                        <p:cTn id="38"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9" dur="5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grpId="0" nodeType="after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Effect transition="in" filter="fade">
                                      <p:cBhvr>
                                        <p:cTn id="43" dur="500"/>
                                        <p:tgtEl>
                                          <p:spTgt spid="6">
                                            <p:txEl>
                                              <p:pRg st="6" end="6"/>
                                            </p:txEl>
                                          </p:spTgt>
                                        </p:tgtEl>
                                      </p:cBhvr>
                                    </p:animEffect>
                                    <p:anim calcmode="lin" valueType="num">
                                      <p:cBhvr>
                                        <p:cTn id="44"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5" dur="5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animEffect transition="in" filter="fade">
                                      <p:cBhvr>
                                        <p:cTn id="49" dur="500"/>
                                        <p:tgtEl>
                                          <p:spTgt spid="6">
                                            <p:txEl>
                                              <p:pRg st="7" end="7"/>
                                            </p:txEl>
                                          </p:spTgt>
                                        </p:tgtEl>
                                      </p:cBhvr>
                                    </p:animEffect>
                                    <p:anim calcmode="lin" valueType="num">
                                      <p:cBhvr>
                                        <p:cTn id="50"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1" dur="5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grpId="0" nodeType="afterEffect">
                                  <p:stCondLst>
                                    <p:cond delay="0"/>
                                  </p:stCondLst>
                                  <p:childTnLst>
                                    <p:set>
                                      <p:cBhvr>
                                        <p:cTn id="54" dur="1" fill="hold">
                                          <p:stCondLst>
                                            <p:cond delay="0"/>
                                          </p:stCondLst>
                                        </p:cTn>
                                        <p:tgtEl>
                                          <p:spTgt spid="6">
                                            <p:txEl>
                                              <p:pRg st="8" end="8"/>
                                            </p:txEl>
                                          </p:spTgt>
                                        </p:tgtEl>
                                        <p:attrNameLst>
                                          <p:attrName>style.visibility</p:attrName>
                                        </p:attrNameLst>
                                      </p:cBhvr>
                                      <p:to>
                                        <p:strVal val="visible"/>
                                      </p:to>
                                    </p:set>
                                    <p:animEffect transition="in" filter="fade">
                                      <p:cBhvr>
                                        <p:cTn id="55" dur="500"/>
                                        <p:tgtEl>
                                          <p:spTgt spid="6">
                                            <p:txEl>
                                              <p:pRg st="8" end="8"/>
                                            </p:txEl>
                                          </p:spTgt>
                                        </p:tgtEl>
                                      </p:cBhvr>
                                    </p:animEffect>
                                    <p:anim calcmode="lin" valueType="num">
                                      <p:cBhvr>
                                        <p:cTn id="56"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7" dur="5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2" presetClass="entr" presetSubtype="0" fill="hold" grpId="0" nodeType="afterEffect">
                                  <p:stCondLst>
                                    <p:cond delay="0"/>
                                  </p:stCondLst>
                                  <p:childTnLst>
                                    <p:set>
                                      <p:cBhvr>
                                        <p:cTn id="60" dur="1" fill="hold">
                                          <p:stCondLst>
                                            <p:cond delay="0"/>
                                          </p:stCondLst>
                                        </p:cTn>
                                        <p:tgtEl>
                                          <p:spTgt spid="6">
                                            <p:txEl>
                                              <p:pRg st="9" end="9"/>
                                            </p:txEl>
                                          </p:spTgt>
                                        </p:tgtEl>
                                        <p:attrNameLst>
                                          <p:attrName>style.visibility</p:attrName>
                                        </p:attrNameLst>
                                      </p:cBhvr>
                                      <p:to>
                                        <p:strVal val="visible"/>
                                      </p:to>
                                    </p:set>
                                    <p:animEffect transition="in" filter="fade">
                                      <p:cBhvr>
                                        <p:cTn id="61" dur="500"/>
                                        <p:tgtEl>
                                          <p:spTgt spid="6">
                                            <p:txEl>
                                              <p:pRg st="9" end="9"/>
                                            </p:txEl>
                                          </p:spTgt>
                                        </p:tgtEl>
                                      </p:cBhvr>
                                    </p:animEffect>
                                    <p:anim calcmode="lin" valueType="num">
                                      <p:cBhvr>
                                        <p:cTn id="62"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63" dur="5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2" presetClass="entr" presetSubtype="0" fill="hold" grpId="0" nodeType="afterEffect">
                                  <p:stCondLst>
                                    <p:cond delay="0"/>
                                  </p:stCondLst>
                                  <p:childTnLst>
                                    <p:set>
                                      <p:cBhvr>
                                        <p:cTn id="66" dur="1" fill="hold">
                                          <p:stCondLst>
                                            <p:cond delay="0"/>
                                          </p:stCondLst>
                                        </p:cTn>
                                        <p:tgtEl>
                                          <p:spTgt spid="6">
                                            <p:txEl>
                                              <p:pRg st="10" end="10"/>
                                            </p:txEl>
                                          </p:spTgt>
                                        </p:tgtEl>
                                        <p:attrNameLst>
                                          <p:attrName>style.visibility</p:attrName>
                                        </p:attrNameLst>
                                      </p:cBhvr>
                                      <p:to>
                                        <p:strVal val="visible"/>
                                      </p:to>
                                    </p:set>
                                    <p:animEffect transition="in" filter="fade">
                                      <p:cBhvr>
                                        <p:cTn id="67" dur="500"/>
                                        <p:tgtEl>
                                          <p:spTgt spid="6">
                                            <p:txEl>
                                              <p:pRg st="10" end="10"/>
                                            </p:txEl>
                                          </p:spTgt>
                                        </p:tgtEl>
                                      </p:cBhvr>
                                    </p:animEffect>
                                    <p:anim calcmode="lin" valueType="num">
                                      <p:cBhvr>
                                        <p:cTn id="68"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69" dur="5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par>
                          <p:cTn id="70" fill="hold">
                            <p:stCondLst>
                              <p:cond delay="5500"/>
                            </p:stCondLst>
                            <p:childTnLst>
                              <p:par>
                                <p:cTn id="71" presetID="42" presetClass="entr" presetSubtype="0" fill="hold" grpId="0" nodeType="afterEffect">
                                  <p:stCondLst>
                                    <p:cond delay="0"/>
                                  </p:stCondLst>
                                  <p:childTnLst>
                                    <p:set>
                                      <p:cBhvr>
                                        <p:cTn id="72" dur="1" fill="hold">
                                          <p:stCondLst>
                                            <p:cond delay="0"/>
                                          </p:stCondLst>
                                        </p:cTn>
                                        <p:tgtEl>
                                          <p:spTgt spid="6">
                                            <p:txEl>
                                              <p:pRg st="11" end="11"/>
                                            </p:txEl>
                                          </p:spTgt>
                                        </p:tgtEl>
                                        <p:attrNameLst>
                                          <p:attrName>style.visibility</p:attrName>
                                        </p:attrNameLst>
                                      </p:cBhvr>
                                      <p:to>
                                        <p:strVal val="visible"/>
                                      </p:to>
                                    </p:set>
                                    <p:animEffect transition="in" filter="fade">
                                      <p:cBhvr>
                                        <p:cTn id="73" dur="500"/>
                                        <p:tgtEl>
                                          <p:spTgt spid="6">
                                            <p:txEl>
                                              <p:pRg st="11" end="11"/>
                                            </p:txEl>
                                          </p:spTgt>
                                        </p:tgtEl>
                                      </p:cBhvr>
                                    </p:animEffect>
                                    <p:anim calcmode="lin" valueType="num">
                                      <p:cBhvr>
                                        <p:cTn id="74" dur="5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75" dur="500" fill="hold"/>
                                        <p:tgtEl>
                                          <p:spTgt spid="6">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21" name="内容占位符 20"/>
          <p:cNvSpPr>
            <a:spLocks noGrp="1"/>
          </p:cNvSpPr>
          <p:nvPr>
            <p:ph idx="1"/>
            <p:custDataLst>
              <p:tags r:id="rId2"/>
            </p:custDataLst>
          </p:nvPr>
        </p:nvSpPr>
        <p:spPr/>
        <p:txBody>
          <a:bodyPr/>
          <a:p>
            <a:endParaRPr lang="zh-CN" altLang="en-US"/>
          </a:p>
        </p:txBody>
      </p:sp>
      <mc:AlternateContent xmlns:mc="http://schemas.openxmlformats.org/markup-compatibility/2006">
        <mc:Choice xmlns:a14="http://schemas.microsoft.com/office/drawing/2010/main" Requires="a14">
          <p:sp>
            <p:nvSpPr>
              <p:cNvPr id="4" name="矩形 3"/>
              <p:cNvSpPr/>
              <p:nvPr/>
            </p:nvSpPr>
            <p:spPr>
              <a:xfrm>
                <a:off x="2843808" y="44624"/>
                <a:ext cx="5256584" cy="648072"/>
              </a:xfrm>
              <a:prstGeom prst="rect">
                <a:avLst/>
              </a:prstGeom>
            </p:spPr>
            <p:txBody>
              <a:bodyPr wrap="none">
                <a:noAutofit/>
              </a:bodyPr>
              <a:lstStyle/>
              <a:p>
                <a:pPr algn="ctr"/>
                <a14:m>
                  <m:oMath xmlns:m="http://schemas.openxmlformats.org/officeDocument/2006/math">
                    <m:r>
                      <a:rPr lang="en-US" altLang="zh-CN" sz="3200" b="1"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32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3200" b="1" i="1" smtClean="0">
                            <a:solidFill>
                              <a:schemeClr val="tx1"/>
                            </a:solidFill>
                            <a:latin typeface="Cambria Math" panose="02040503050406030204" pitchFamily="18" charset="0"/>
                            <a:ea typeface="+mn-ea"/>
                            <a:cs typeface="Cambria Math" panose="02040503050406030204" pitchFamily="18" charset="0"/>
                          </a:rPr>
                          <m:t>𝒏</m:t>
                        </m:r>
                      </m:e>
                    </m:d>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3200" b="1" i="1" smtClean="0">
                        <a:solidFill>
                          <a:schemeClr val="tx1"/>
                        </a:solidFill>
                        <a:latin typeface="Cambria Math" panose="02040503050406030204" pitchFamily="18" charset="0"/>
                        <a:ea typeface="+mn-ea"/>
                        <a:cs typeface="Cambria Math" panose="02040503050406030204" pitchFamily="18" charset="0"/>
                      </a:rPr>
                      <m:t>𝟐</m:t>
                    </m:r>
                    <m:r>
                      <a:rPr lang="en-US" altLang="zh-CN" sz="3200" b="1" i="1" smtClean="0">
                        <a:solidFill>
                          <a:schemeClr val="tx1"/>
                        </a:solidFill>
                        <a:latin typeface="Cambria Math" panose="02040503050406030204" pitchFamily="18" charset="0"/>
                        <a:ea typeface="+mn-ea"/>
                        <a:cs typeface="Cambria Math" panose="02040503050406030204" pitchFamily="18" charset="0"/>
                      </a:rPr>
                      <m:t>𝑻</m:t>
                    </m:r>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3200" b="1" i="1" smtClean="0">
                        <a:solidFill>
                          <a:schemeClr val="tx1"/>
                        </a:solidFill>
                        <a:latin typeface="Cambria Math" panose="02040503050406030204" pitchFamily="18" charset="0"/>
                        <a:ea typeface="+mn-ea"/>
                        <a:cs typeface="Cambria Math" panose="02040503050406030204" pitchFamily="18" charset="0"/>
                      </a:rPr>
                      <m:t>𝒏</m:t>
                    </m:r>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3200" b="1" i="1" smtClean="0">
                        <a:solidFill>
                          <a:schemeClr val="tx1"/>
                        </a:solidFill>
                        <a:latin typeface="Cambria Math" panose="02040503050406030204" pitchFamily="18" charset="0"/>
                        <a:ea typeface="+mn-ea"/>
                        <a:cs typeface="Cambria Math" panose="02040503050406030204" pitchFamily="18" charset="0"/>
                      </a:rPr>
                      <m:t>𝟐</m:t>
                    </m:r>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m:t>
                    </m:r>
                  </m:oMath>
                </a14:m>
                <a:r>
                  <a:rPr lang="en-US" altLang="zh-CN" sz="3200" dirty="0">
                    <a:solidFill>
                      <a:schemeClr val="tx1"/>
                    </a:solidFill>
                    <a:latin typeface="+mn-lt"/>
                    <a:ea typeface="+mn-ea"/>
                  </a:rPr>
                  <a:t> </a:t>
                </a:r>
                <a:r>
                  <a:rPr lang="en-US" altLang="zh-CN" sz="3200" dirty="0" smtClean="0">
                    <a:solidFill>
                      <a:schemeClr val="tx1"/>
                    </a:solidFill>
                    <a:latin typeface="+mn-lt"/>
                    <a:ea typeface="+mn-ea"/>
                  </a:rPr>
                  <a:t>+ Θ(n)</a:t>
                </a:r>
                <a:r>
                  <a:rPr lang="zh-CN" altLang="en-US" sz="3200" dirty="0" smtClean="0">
                    <a:solidFill>
                      <a:schemeClr val="tx1"/>
                    </a:solidFill>
                    <a:latin typeface="+mn-lt"/>
                    <a:ea typeface="+mn-ea"/>
                  </a:rPr>
                  <a:t>  </a:t>
                </a:r>
                <a:endParaRPr lang="zh-CN" altLang="en-US" sz="3200" dirty="0" smtClean="0">
                  <a:solidFill>
                    <a:schemeClr val="tx1"/>
                  </a:solidFill>
                  <a:latin typeface="+mn-lt"/>
                  <a:ea typeface="+mn-ea"/>
                </a:endParaRPr>
              </a:p>
            </p:txBody>
          </p:sp>
        </mc:Choice>
        <mc:Fallback>
          <p:sp>
            <p:nvSpPr>
              <p:cNvPr id="4" name="矩形 3"/>
              <p:cNvSpPr>
                <a:spLocks noRot="1" noChangeAspect="1" noMove="1" noResize="1" noEditPoints="1" noAdjustHandles="1" noChangeArrowheads="1" noChangeShapeType="1" noTextEdit="1"/>
              </p:cNvSpPr>
              <p:nvPr/>
            </p:nvSpPr>
            <p:spPr>
              <a:xfrm>
                <a:off x="2843808" y="44624"/>
                <a:ext cx="5256584" cy="648072"/>
              </a:xfrm>
              <a:prstGeom prst="rect">
                <a:avLst/>
              </a:prstGeom>
              <a:blipFill rotWithShape="1">
                <a:blip r:embed="rId3"/>
                <a:stretch>
                  <a:fillRect l="-5" t="-27" r="6" b="84"/>
                </a:stretch>
              </a:blipFill>
            </p:spPr>
            <p:txBody>
              <a:bodyPr/>
              <a:lstStyle/>
              <a:p>
                <a:r>
                  <a:rPr lang="zh-CN" altLang="en-US">
                    <a:noFill/>
                  </a:rPr>
                  <a:t> </a:t>
                </a:r>
              </a:p>
            </p:txBody>
          </p:sp>
        </mc:Fallback>
      </mc:AlternateContent>
      <p:pic>
        <p:nvPicPr>
          <p:cNvPr id="102402" name="Picture 2"/>
          <p:cNvPicPr>
            <a:picLocks noChangeAspect="1" noChangeArrowheads="1"/>
          </p:cNvPicPr>
          <p:nvPr>
            <p:custDataLst>
              <p:tags r:id="rId4"/>
            </p:custDataLst>
          </p:nvPr>
        </p:nvPicPr>
        <p:blipFill>
          <a:blip r:embed="rId5">
            <a:extLst>
              <a:ext uri="{28A0092B-C50C-407E-A947-70E740481C1C}">
                <a14:useLocalDpi xmlns:a14="http://schemas.microsoft.com/office/drawing/2010/main" val="0"/>
              </a:ext>
            </a:extLst>
          </a:blip>
          <a:srcRect/>
          <a:stretch>
            <a:fillRect/>
          </a:stretch>
        </p:blipFill>
        <p:spPr bwMode="auto">
          <a:xfrm>
            <a:off x="5364088" y="1035571"/>
            <a:ext cx="3024336" cy="15475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p:cNvPicPr>
            <a:picLocks noChangeAspect="1" noChangeArrowheads="1"/>
          </p:cNvPicPr>
          <p:nvPr>
            <p:custDataLst>
              <p:tags r:id="rId6"/>
            </p:custDataLst>
          </p:nvPr>
        </p:nvPicPr>
        <p:blipFill>
          <a:blip r:embed="rId7">
            <a:extLst>
              <a:ext uri="{28A0092B-C50C-407E-A947-70E740481C1C}">
                <a14:useLocalDpi xmlns:a14="http://schemas.microsoft.com/office/drawing/2010/main" val="0"/>
              </a:ext>
            </a:extLst>
          </a:blip>
          <a:srcRect/>
          <a:stretch>
            <a:fillRect/>
          </a:stretch>
        </p:blipFill>
        <p:spPr bwMode="auto">
          <a:xfrm>
            <a:off x="2514550" y="2708920"/>
            <a:ext cx="5657850" cy="391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p:custDataLst>
              <p:tags r:id="rId8"/>
            </p:custDataLst>
          </p:nvPr>
        </p:nvPicPr>
        <p:blipFill>
          <a:blip r:embed="rId9">
            <a:extLst>
              <a:ext uri="{28A0092B-C50C-407E-A947-70E740481C1C}">
                <a14:useLocalDpi xmlns:a14="http://schemas.microsoft.com/office/drawing/2010/main" val="0"/>
              </a:ext>
            </a:extLst>
          </a:blip>
          <a:srcRect/>
          <a:stretch>
            <a:fillRect/>
          </a:stretch>
        </p:blipFill>
        <p:spPr bwMode="auto">
          <a:xfrm>
            <a:off x="323528" y="764704"/>
            <a:ext cx="3848100"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custDataLst>
              <p:tags r:id="rId10"/>
            </p:custDataLst>
          </p:nvPr>
        </p:nvSpPr>
        <p:spPr>
          <a:xfrm>
            <a:off x="5599152" y="1196752"/>
            <a:ext cx="773048" cy="521970"/>
          </a:xfrm>
          <a:prstGeom prst="rect">
            <a:avLst/>
          </a:prstGeom>
        </p:spPr>
        <p:txBody>
          <a:bodyPr wrap="square">
            <a:normAutofit fontScale="90000"/>
          </a:bodyPr>
          <a:lstStyle/>
          <a:p>
            <a:pPr algn="ctr"/>
            <a:r>
              <a:rPr lang="zh-CN" altLang="en-US" sz="2800" dirty="0" smtClean="0">
                <a:solidFill>
                  <a:schemeClr val="tx1"/>
                </a:solidFill>
                <a:latin typeface="+mn-lt"/>
                <a:ea typeface="+mn-ea"/>
              </a:rPr>
              <a:t>①</a:t>
            </a:r>
            <a:endParaRPr lang="zh-CN" altLang="en-US" sz="2800" dirty="0" smtClean="0">
              <a:solidFill>
                <a:schemeClr val="tx1"/>
              </a:solidFill>
              <a:latin typeface="+mn-lt"/>
              <a:ea typeface="+mn-ea"/>
            </a:endParaRPr>
          </a:p>
        </p:txBody>
      </p:sp>
      <p:sp>
        <p:nvSpPr>
          <p:cNvPr id="6" name="矩形 5"/>
          <p:cNvSpPr/>
          <p:nvPr>
            <p:custDataLst>
              <p:tags r:id="rId11"/>
            </p:custDataLst>
          </p:nvPr>
        </p:nvSpPr>
        <p:spPr>
          <a:xfrm>
            <a:off x="539552" y="1035571"/>
            <a:ext cx="847933" cy="521970"/>
          </a:xfrm>
          <a:prstGeom prst="rect">
            <a:avLst/>
          </a:prstGeom>
        </p:spPr>
        <p:txBody>
          <a:bodyPr wrap="square">
            <a:normAutofit fontScale="90000"/>
          </a:bodyPr>
          <a:lstStyle/>
          <a:p>
            <a:pPr algn="ctr"/>
            <a:r>
              <a:rPr lang="zh-CN" altLang="en-US" sz="2800" dirty="0">
                <a:solidFill>
                  <a:schemeClr val="tx1"/>
                </a:solidFill>
                <a:latin typeface="+mn-lt"/>
                <a:ea typeface="+mn-ea"/>
              </a:rPr>
              <a:t>②</a:t>
            </a:r>
            <a:endParaRPr lang="zh-CN" altLang="en-US" sz="2800" dirty="0">
              <a:solidFill>
                <a:schemeClr val="tx1"/>
              </a:solidFill>
              <a:latin typeface="+mn-lt"/>
              <a:ea typeface="+mn-ea"/>
            </a:endParaRPr>
          </a:p>
        </p:txBody>
      </p:sp>
      <p:sp>
        <p:nvSpPr>
          <p:cNvPr id="7" name="矩形 6"/>
          <p:cNvSpPr/>
          <p:nvPr>
            <p:custDataLst>
              <p:tags r:id="rId12"/>
            </p:custDataLst>
          </p:nvPr>
        </p:nvSpPr>
        <p:spPr>
          <a:xfrm>
            <a:off x="7092280" y="3742977"/>
            <a:ext cx="855821" cy="521970"/>
          </a:xfrm>
          <a:prstGeom prst="rect">
            <a:avLst/>
          </a:prstGeom>
        </p:spPr>
        <p:txBody>
          <a:bodyPr wrap="square">
            <a:normAutofit fontScale="90000"/>
          </a:bodyPr>
          <a:lstStyle/>
          <a:p>
            <a:pPr algn="ctr"/>
            <a:r>
              <a:rPr lang="zh-CN" altLang="en-US" sz="2800" dirty="0">
                <a:solidFill>
                  <a:schemeClr val="tx1"/>
                </a:solidFill>
                <a:latin typeface="+mn-lt"/>
                <a:ea typeface="+mn-ea"/>
              </a:rPr>
              <a:t>③</a:t>
            </a:r>
            <a:endParaRPr lang="zh-CN" altLang="en-US" sz="2800" dirty="0">
              <a:solidFill>
                <a:schemeClr val="tx1"/>
              </a:solidFill>
              <a:latin typeface="+mn-lt"/>
              <a:ea typeface="+mn-ea"/>
            </a:endParaRPr>
          </a:p>
        </p:txBody>
      </p:sp>
      <mc:AlternateContent xmlns:mc="http://schemas.openxmlformats.org/markup-compatibility/2006">
        <mc:Choice xmlns:a14="http://schemas.microsoft.com/office/drawing/2010/main" Requires="a14">
          <p:sp>
            <p:nvSpPr>
              <p:cNvPr id="14" name="矩形 13"/>
              <p:cNvSpPr/>
              <p:nvPr/>
            </p:nvSpPr>
            <p:spPr>
              <a:xfrm>
                <a:off x="107504" y="3645024"/>
                <a:ext cx="3672409" cy="400110"/>
              </a:xfrm>
              <a:prstGeom prst="rect">
                <a:avLst/>
              </a:prstGeom>
            </p:spPr>
            <p:txBody>
              <a:bodyPr wrap="none">
                <a:noAutofit/>
              </a:bodyPr>
              <a:lstStyle/>
              <a:p>
                <a14:m>
                  <m:oMath xmlns:m="http://schemas.openxmlformats.org/officeDocument/2006/math">
                    <m:r>
                      <a:rPr lang="en-US" altLang="zh-CN" sz="2400" b="1" i="1" smtClean="0">
                        <a:solidFill>
                          <a:schemeClr val="tx1"/>
                        </a:solidFill>
                        <a:latin typeface="Cambria Math" panose="02040503050406030204" pitchFamily="18" charset="0"/>
                        <a:ea typeface="+mn-ea"/>
                        <a:cs typeface="Cambria Math" panose="02040503050406030204" pitchFamily="18" charset="0"/>
                      </a:rPr>
                      <m:t>𝒄</m:t>
                    </m:r>
                    <m:r>
                      <a:rPr lang="en-US" altLang="zh-CN" sz="2400" i="1">
                        <a:solidFill>
                          <a:schemeClr val="tx1"/>
                        </a:solidFill>
                        <a:latin typeface="Cambria Math" panose="02040503050406030204" pitchFamily="18" charset="0"/>
                        <a:ea typeface="+mn-ea"/>
                        <a:cs typeface="Cambria Math" panose="02040503050406030204" pitchFamily="18" charset="0"/>
                      </a:rPr>
                      <m:t>𝒏</m:t>
                    </m:r>
                  </m:oMath>
                </a14:m>
                <a:r>
                  <a:rPr lang="en-US" altLang="zh-CN" sz="2400" dirty="0">
                    <a:solidFill>
                      <a:schemeClr val="tx1"/>
                    </a:solidFill>
                    <a:latin typeface="+mn-lt"/>
                    <a:ea typeface="+mn-ea"/>
                  </a:rPr>
                  <a:t> </a:t>
                </a:r>
                <a:r>
                  <a:rPr lang="en-US" altLang="zh-CN" sz="2400" dirty="0" smtClean="0">
                    <a:solidFill>
                      <a:schemeClr val="tx1"/>
                    </a:solidFill>
                    <a:latin typeface="+mn-lt"/>
                    <a:ea typeface="+mn-ea"/>
                  </a:rPr>
                  <a:t>………………………</a:t>
                </a:r>
                <a:r>
                  <a:rPr lang="en-US" altLang="zh-CN" sz="2400" dirty="0">
                    <a:solidFill>
                      <a:schemeClr val="tx1"/>
                    </a:solidFill>
                    <a:latin typeface="+mn-lt"/>
                    <a:ea typeface="+mn-ea"/>
                  </a:rPr>
                  <a:t>…</a:t>
                </a:r>
                <a:r>
                  <a:rPr lang="en-US" altLang="zh-CN" sz="2400" dirty="0" smtClean="0">
                    <a:solidFill>
                      <a:schemeClr val="tx1"/>
                    </a:solidFill>
                    <a:latin typeface="+mn-lt"/>
                    <a:ea typeface="+mn-ea"/>
                  </a:rPr>
                  <a:t> </a:t>
                </a:r>
                <a:endParaRPr lang="en-US" altLang="zh-CN" sz="2400" dirty="0" smtClean="0">
                  <a:solidFill>
                    <a:schemeClr val="tx1"/>
                  </a:solidFill>
                  <a:latin typeface="+mn-lt"/>
                  <a:ea typeface="+mn-ea"/>
                </a:endParaRPr>
              </a:p>
            </p:txBody>
          </p:sp>
        </mc:Choice>
        <mc:Fallback>
          <p:sp>
            <p:nvSpPr>
              <p:cNvPr id="14" name="矩形 13"/>
              <p:cNvSpPr>
                <a:spLocks noRot="1" noChangeAspect="1" noMove="1" noResize="1" noEditPoints="1" noAdjustHandles="1" noChangeArrowheads="1" noChangeShapeType="1" noTextEdit="1"/>
              </p:cNvSpPr>
              <p:nvPr/>
            </p:nvSpPr>
            <p:spPr>
              <a:xfrm>
                <a:off x="107504" y="3645024"/>
                <a:ext cx="3672409" cy="400110"/>
              </a:xfrm>
              <a:prstGeom prst="rect">
                <a:avLst/>
              </a:prstGeom>
              <a:blipFill rotWithShape="1">
                <a:blip r:embed="rId13"/>
                <a:stretch>
                  <a:fillRect l="-5" t="-31" r="-3793" b="-28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矩形 16"/>
              <p:cNvSpPr/>
              <p:nvPr/>
            </p:nvSpPr>
            <p:spPr>
              <a:xfrm>
                <a:off x="107504" y="4627121"/>
                <a:ext cx="3672409" cy="400110"/>
              </a:xfrm>
              <a:prstGeom prst="rect">
                <a:avLst/>
              </a:prstGeom>
            </p:spPr>
            <p:txBody>
              <a:bodyPr wrap="none">
                <a:noAutofit/>
              </a:bodyPr>
              <a:lstStyle/>
              <a:p>
                <a14:m>
                  <m:oMath xmlns:m="http://schemas.openxmlformats.org/officeDocument/2006/math">
                    <m:r>
                      <a:rPr lang="en-US" altLang="zh-CN" sz="2400" b="1" i="1" smtClean="0">
                        <a:solidFill>
                          <a:schemeClr val="tx1"/>
                        </a:solidFill>
                        <a:latin typeface="Cambria Math" panose="02040503050406030204" pitchFamily="18" charset="0"/>
                        <a:ea typeface="+mn-ea"/>
                        <a:cs typeface="Cambria Math" panose="02040503050406030204" pitchFamily="18" charset="0"/>
                      </a:rPr>
                      <m:t>𝒄</m:t>
                    </m:r>
                    <m:r>
                      <a:rPr lang="en-US" altLang="zh-CN" sz="2400" i="1">
                        <a:solidFill>
                          <a:schemeClr val="tx1"/>
                        </a:solidFill>
                        <a:latin typeface="Cambria Math" panose="02040503050406030204" pitchFamily="18" charset="0"/>
                        <a:ea typeface="+mn-ea"/>
                        <a:cs typeface="Cambria Math" panose="02040503050406030204" pitchFamily="18" charset="0"/>
                      </a:rPr>
                      <m:t>𝒏</m:t>
                    </m:r>
                  </m:oMath>
                </a14:m>
                <a:r>
                  <a:rPr lang="en-US" altLang="zh-CN" sz="2400" dirty="0">
                    <a:solidFill>
                      <a:schemeClr val="tx1"/>
                    </a:solidFill>
                    <a:latin typeface="+mn-lt"/>
                    <a:ea typeface="+mn-ea"/>
                  </a:rPr>
                  <a:t> ………………… …</a:t>
                </a:r>
                <a:endParaRPr lang="en-US" altLang="zh-CN" sz="2400" dirty="0">
                  <a:solidFill>
                    <a:schemeClr val="tx1"/>
                  </a:solidFill>
                  <a:latin typeface="+mn-lt"/>
                  <a:ea typeface="+mn-ea"/>
                </a:endParaRPr>
              </a:p>
            </p:txBody>
          </p:sp>
        </mc:Choice>
        <mc:Fallback>
          <p:sp>
            <p:nvSpPr>
              <p:cNvPr id="17" name="矩形 16"/>
              <p:cNvSpPr>
                <a:spLocks noRot="1" noChangeAspect="1" noMove="1" noResize="1" noEditPoints="1" noAdjustHandles="1" noChangeArrowheads="1" noChangeShapeType="1" noTextEdit="1"/>
              </p:cNvSpPr>
              <p:nvPr/>
            </p:nvSpPr>
            <p:spPr>
              <a:xfrm>
                <a:off x="107504" y="4627121"/>
                <a:ext cx="3672409" cy="400110"/>
              </a:xfrm>
              <a:prstGeom prst="rect">
                <a:avLst/>
              </a:prstGeom>
              <a:blipFill rotWithShape="1">
                <a:blip r:embed="rId14"/>
                <a:stretch>
                  <a:fillRect l="-5" t="-128" r="11" b="-27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107504" y="6191647"/>
                <a:ext cx="3672409" cy="400110"/>
              </a:xfrm>
              <a:prstGeom prst="rect">
                <a:avLst/>
              </a:prstGeom>
            </p:spPr>
            <p:txBody>
              <a:bodyPr wrap="none">
                <a:noAutofit/>
              </a:bodyPr>
              <a:lstStyle/>
              <a:p>
                <a14:m>
                  <m:oMath xmlns:m="http://schemas.openxmlformats.org/officeDocument/2006/math">
                    <m:r>
                      <a:rPr lang="en-US" altLang="zh-CN" sz="2400" b="1" i="1" smtClean="0">
                        <a:solidFill>
                          <a:schemeClr val="tx1"/>
                        </a:solidFill>
                        <a:latin typeface="Cambria Math" panose="02040503050406030204" pitchFamily="18" charset="0"/>
                        <a:ea typeface="+mn-ea"/>
                        <a:cs typeface="Cambria Math" panose="02040503050406030204" pitchFamily="18" charset="0"/>
                      </a:rPr>
                      <m:t>𝒄</m:t>
                    </m:r>
                    <m:r>
                      <a:rPr lang="en-US" altLang="zh-CN" sz="2400" i="1">
                        <a:solidFill>
                          <a:schemeClr val="tx1"/>
                        </a:solidFill>
                        <a:latin typeface="Cambria Math" panose="02040503050406030204" pitchFamily="18" charset="0"/>
                        <a:ea typeface="+mn-ea"/>
                        <a:cs typeface="Cambria Math" panose="02040503050406030204" pitchFamily="18" charset="0"/>
                      </a:rPr>
                      <m:t>𝒏</m:t>
                    </m:r>
                  </m:oMath>
                </a14:m>
                <a:r>
                  <a:rPr lang="en-US" altLang="zh-CN" sz="2400" dirty="0">
                    <a:solidFill>
                      <a:schemeClr val="tx1"/>
                    </a:solidFill>
                    <a:latin typeface="+mn-lt"/>
                    <a:ea typeface="+mn-ea"/>
                  </a:rPr>
                  <a:t> </a:t>
                </a:r>
                <a:r>
                  <a:rPr lang="en-US" altLang="zh-CN" sz="2400" dirty="0" smtClean="0">
                    <a:solidFill>
                      <a:schemeClr val="tx1"/>
                    </a:solidFill>
                    <a:latin typeface="+mn-lt"/>
                    <a:ea typeface="+mn-ea"/>
                  </a:rPr>
                  <a:t>…………</a:t>
                </a:r>
                <a:r>
                  <a:rPr lang="en-US" altLang="zh-CN" sz="2400" dirty="0">
                    <a:solidFill>
                      <a:schemeClr val="tx1"/>
                    </a:solidFill>
                    <a:latin typeface="+mn-lt"/>
                    <a:ea typeface="+mn-ea"/>
                  </a:rPr>
                  <a:t>…</a:t>
                </a:r>
                <a:r>
                  <a:rPr lang="en-US" altLang="zh-CN" sz="2400" dirty="0" smtClean="0">
                    <a:solidFill>
                      <a:schemeClr val="tx1"/>
                    </a:solidFill>
                    <a:latin typeface="+mn-lt"/>
                    <a:ea typeface="+mn-ea"/>
                  </a:rPr>
                  <a:t> </a:t>
                </a:r>
                <a:endParaRPr lang="en-US" altLang="zh-CN" sz="2400" dirty="0" smtClean="0">
                  <a:solidFill>
                    <a:schemeClr val="tx1"/>
                  </a:solidFill>
                  <a:latin typeface="+mn-lt"/>
                  <a:ea typeface="+mn-ea"/>
                </a:endParaRPr>
              </a:p>
            </p:txBody>
          </p:sp>
        </mc:Choice>
        <mc:Fallback>
          <p:sp>
            <p:nvSpPr>
              <p:cNvPr id="18" name="矩形 17"/>
              <p:cNvSpPr>
                <a:spLocks noRot="1" noChangeAspect="1" noMove="1" noResize="1" noEditPoints="1" noAdjustHandles="1" noChangeArrowheads="1" noChangeShapeType="1" noTextEdit="1"/>
              </p:cNvSpPr>
              <p:nvPr/>
            </p:nvSpPr>
            <p:spPr>
              <a:xfrm>
                <a:off x="107504" y="6191647"/>
                <a:ext cx="3672409" cy="400110"/>
              </a:xfrm>
              <a:prstGeom prst="rect">
                <a:avLst/>
              </a:prstGeom>
              <a:blipFill rotWithShape="1">
                <a:blip r:embed="rId15"/>
                <a:stretch>
                  <a:fillRect l="-5" t="-99" r="11" b="-27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18"/>
              <p:cNvSpPr/>
              <p:nvPr/>
            </p:nvSpPr>
            <p:spPr>
              <a:xfrm>
                <a:off x="107504" y="5373216"/>
                <a:ext cx="2520280" cy="648072"/>
              </a:xfrm>
              <a:prstGeom prst="rect">
                <a:avLst/>
              </a:prstGeom>
            </p:spPr>
            <p:txBody>
              <a:bodyPr wrap="none">
                <a:noAutofit/>
              </a:bodyPr>
              <a:lstStyle/>
              <a:p>
                <a:pPr algn="ctr"/>
                <a14:m>
                  <m:oMath xmlns:m="http://schemas.openxmlformats.org/officeDocument/2006/math">
                    <m:sSub>
                      <m:sSubPr>
                        <m:ctrlPr>
                          <a:rPr lang="en-US" altLang="zh-CN" sz="2800" b="1" i="1" smtClean="0">
                            <a:solidFill>
                              <a:schemeClr val="accent1">
                                <a:lumMod val="50000"/>
                              </a:schemeClr>
                            </a:solidFill>
                            <a:latin typeface="Cambria Math" panose="02040503050406030204" pitchFamily="18" charset="0"/>
                            <a:ea typeface="+mn-ea"/>
                            <a:cs typeface="Cambria Math" panose="02040503050406030204" pitchFamily="18" charset="0"/>
                          </a:rPr>
                        </m:ctrlPr>
                      </m:sSubPr>
                      <m:e>
                        <m:r>
                          <a:rPr lang="en-US" altLang="zh-CN" sz="2800" b="1" i="1" smtClean="0">
                            <a:solidFill>
                              <a:schemeClr val="accent1">
                                <a:lumMod val="50000"/>
                              </a:schemeClr>
                            </a:solidFill>
                            <a:latin typeface="Cambria Math" panose="02040503050406030204" pitchFamily="18" charset="0"/>
                            <a:ea typeface="+mn-ea"/>
                            <a:cs typeface="Cambria Math" panose="02040503050406030204" pitchFamily="18" charset="0"/>
                          </a:rPr>
                          <m:t>𝒍𝒐𝒈</m:t>
                        </m:r>
                      </m:e>
                      <m:sub>
                        <m:r>
                          <a:rPr lang="en-US" altLang="zh-CN" sz="2800" b="1" i="1" smtClean="0">
                            <a:solidFill>
                              <a:schemeClr val="accent1">
                                <a:lumMod val="50000"/>
                              </a:schemeClr>
                            </a:solidFill>
                            <a:latin typeface="Cambria Math" panose="02040503050406030204" pitchFamily="18" charset="0"/>
                            <a:ea typeface="+mn-ea"/>
                            <a:cs typeface="Cambria Math" panose="02040503050406030204" pitchFamily="18" charset="0"/>
                          </a:rPr>
                          <m:t>𝟐</m:t>
                        </m:r>
                      </m:sub>
                    </m:sSub>
                    <m:d>
                      <m:dPr>
                        <m:ctrlPr>
                          <a:rPr lang="en-US" altLang="zh-CN" sz="2800" b="1" i="1" smtClean="0">
                            <a:solidFill>
                              <a:schemeClr val="accent1">
                                <a:lumMod val="50000"/>
                              </a:schemeClr>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accent1">
                                <a:lumMod val="50000"/>
                              </a:schemeClr>
                            </a:solidFill>
                            <a:latin typeface="Cambria Math" panose="02040503050406030204" pitchFamily="18" charset="0"/>
                            <a:ea typeface="+mn-ea"/>
                            <a:cs typeface="Cambria Math" panose="02040503050406030204" pitchFamily="18" charset="0"/>
                          </a:rPr>
                          <m:t>𝒏</m:t>
                        </m:r>
                      </m:e>
                    </m:d>
                    <m:r>
                      <a:rPr lang="en-US" altLang="zh-CN" sz="2800" b="1" i="1" smtClean="0">
                        <a:solidFill>
                          <a:schemeClr val="accent1">
                            <a:lumMod val="50000"/>
                          </a:schemeClr>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accent1">
                            <a:lumMod val="50000"/>
                          </a:schemeClr>
                        </a:solidFill>
                        <a:latin typeface="Cambria Math" panose="02040503050406030204" pitchFamily="18" charset="0"/>
                        <a:ea typeface="+mn-ea"/>
                        <a:cs typeface="Cambria Math" panose="02040503050406030204" pitchFamily="18" charset="0"/>
                      </a:rPr>
                      <m:t>𝟏</m:t>
                    </m:r>
                  </m:oMath>
                </a14:m>
                <a:r>
                  <a:rPr lang="zh-CN" altLang="en-US" sz="2800" dirty="0" smtClean="0">
                    <a:solidFill>
                      <a:schemeClr val="accent1">
                        <a:lumMod val="50000"/>
                      </a:schemeClr>
                    </a:solidFill>
                    <a:latin typeface="+mn-lt"/>
                    <a:ea typeface="+mn-ea"/>
                    <a:cs typeface="Verdana" panose="020B0604030504040204" pitchFamily="34" charset="0"/>
                  </a:rPr>
                  <a:t> 层</a:t>
                </a:r>
                <a:endParaRPr lang="zh-CN" altLang="en-US" sz="2800" dirty="0" smtClean="0">
                  <a:solidFill>
                    <a:schemeClr val="accent1">
                      <a:lumMod val="50000"/>
                    </a:schemeClr>
                  </a:solidFill>
                  <a:latin typeface="+mn-lt"/>
                  <a:ea typeface="+mn-ea"/>
                  <a:cs typeface="Verdana" panose="020B0604030504040204" pitchFamily="34" charset="0"/>
                </a:endParaRPr>
              </a:p>
            </p:txBody>
          </p:sp>
        </mc:Choice>
        <mc:Fallback>
          <p:sp>
            <p:nvSpPr>
              <p:cNvPr id="19" name="矩形 18"/>
              <p:cNvSpPr>
                <a:spLocks noRot="1" noChangeAspect="1" noMove="1" noResize="1" noEditPoints="1" noAdjustHandles="1" noChangeArrowheads="1" noChangeShapeType="1" noTextEdit="1"/>
              </p:cNvSpPr>
              <p:nvPr/>
            </p:nvSpPr>
            <p:spPr>
              <a:xfrm>
                <a:off x="107504" y="5373216"/>
                <a:ext cx="2520280" cy="648072"/>
              </a:xfrm>
              <a:prstGeom prst="rect">
                <a:avLst/>
              </a:prstGeom>
              <a:blipFill rotWithShape="1">
                <a:blip r:embed="rId16"/>
                <a:stretch>
                  <a:fillRect l="-7" t="-74" r="6" b="34"/>
                </a:stretch>
              </a:blipFill>
            </p:spPr>
            <p:txBody>
              <a:bodyPr/>
              <a:lstStyle/>
              <a:p>
                <a:r>
                  <a:rPr lang="zh-CN" altLang="en-US">
                    <a:noFill/>
                  </a:rPr>
                  <a:t> </a:t>
                </a:r>
              </a:p>
            </p:txBody>
          </p:sp>
        </mc:Fallback>
      </mc:AlternateContent>
      <p:sp>
        <p:nvSpPr>
          <p:cNvPr id="20" name="Rectangle 4"/>
          <p:cNvSpPr>
            <a:spLocks noChangeArrowheads="1"/>
          </p:cNvSpPr>
          <p:nvPr>
            <p:custDataLst>
              <p:tags r:id="rId17"/>
            </p:custDataLst>
          </p:nvPr>
        </p:nvSpPr>
        <p:spPr bwMode="auto">
          <a:xfrm>
            <a:off x="3131840" y="778396"/>
            <a:ext cx="2767908" cy="83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defRPr/>
            </a:pPr>
            <a:r>
              <a:rPr lang="en-US" altLang="zh-CN" sz="3600" b="1" i="1" dirty="0" smtClean="0">
                <a:solidFill>
                  <a:schemeClr val="accent1">
                    <a:lumMod val="50000"/>
                    <a:hueOff val="9600000"/>
                  </a:schemeClr>
                </a:solidFill>
                <a:latin typeface="+mn-lt"/>
                <a:ea typeface="+mn-ea"/>
                <a:cs typeface="Verdana" panose="020B0604030504040204" pitchFamily="34" charset="0"/>
              </a:rPr>
              <a:t>O(</a:t>
            </a:r>
            <a:r>
              <a:rPr kumimoji="1" lang="en-US" altLang="zh-CN" sz="3600" b="1" i="1" dirty="0" err="1" smtClean="0">
                <a:solidFill>
                  <a:schemeClr val="accent1">
                    <a:lumMod val="50000"/>
                    <a:hueOff val="10800000"/>
                  </a:schemeClr>
                </a:solidFill>
                <a:latin typeface="+mn-lt"/>
                <a:ea typeface="+mn-ea"/>
                <a:cs typeface="Verdana" panose="020B0604030504040204" pitchFamily="34" charset="0"/>
              </a:rPr>
              <a:t>nlogn</a:t>
            </a:r>
            <a:r>
              <a:rPr lang="en-US" altLang="zh-CN" sz="3600" b="1" i="1" dirty="0" smtClean="0">
                <a:solidFill>
                  <a:schemeClr val="accent1">
                    <a:lumMod val="50000"/>
                    <a:hueOff val="9600000"/>
                  </a:schemeClr>
                </a:solidFill>
                <a:latin typeface="+mn-lt"/>
                <a:ea typeface="+mn-ea"/>
                <a:cs typeface="Verdana" panose="020B0604030504040204" pitchFamily="34" charset="0"/>
              </a:rPr>
              <a:t>)</a:t>
            </a:r>
            <a:endParaRPr lang="en-US" altLang="zh-CN" sz="3600" b="1" i="1" dirty="0" smtClean="0">
              <a:solidFill>
                <a:schemeClr val="accent1">
                  <a:lumMod val="50000"/>
                  <a:hueOff val="9600000"/>
                </a:schemeClr>
              </a:solidFill>
              <a:latin typeface="+mn-lt"/>
              <a:ea typeface="+mn-ea"/>
              <a:cs typeface="Verdana" panose="020B0604030504040204" pitchFamily="34" charset="0"/>
            </a:endParaRPr>
          </a:p>
        </p:txBody>
      </p:sp>
    </p:spTree>
    <p:custDataLst>
      <p:tags r:id="rId1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02402"/>
                                        </p:tgtEl>
                                        <p:attrNameLst>
                                          <p:attrName>style.visibility</p:attrName>
                                        </p:attrNameLst>
                                      </p:cBhvr>
                                      <p:to>
                                        <p:strVal val="visible"/>
                                      </p:to>
                                    </p:set>
                                    <p:animEffect transition="in" filter="wipe(up)">
                                      <p:cBhvr>
                                        <p:cTn id="16" dur="500"/>
                                        <p:tgtEl>
                                          <p:spTgt spid="10240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up)">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up)">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dissolve">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4" grpId="0"/>
      <p:bldP spid="17" grpId="0"/>
      <p:bldP spid="18" grpId="0"/>
      <p:bldP spid="19" grpId="0"/>
      <p:bldP spid="2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p:nvPr/>
            </p:nvSpPr>
            <p:spPr>
              <a:xfrm>
                <a:off x="3059832" y="0"/>
                <a:ext cx="6120680" cy="764704"/>
              </a:xfrm>
              <a:prstGeom prst="rect">
                <a:avLst/>
              </a:prstGeom>
            </p:spPr>
            <p:txBody>
              <a:bodyPr wrap="none" tIns="108000">
                <a:noAutofit/>
              </a:bodyPr>
              <a:lstStyle/>
              <a:p>
                <a:pPr algn="ctr"/>
                <a14:m>
                  <m:oMath xmlns:m="http://schemas.openxmlformats.org/officeDocument/2006/math">
                    <m:r>
                      <a:rPr lang="en-US" altLang="zh-CN" sz="2800" b="1"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b="1" i="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r>
                      <a:rPr lang="en-US" altLang="zh-CN" sz="2800" b="1" i="1" smtClean="0">
                        <a:solidFill>
                          <a:schemeClr val="tx1"/>
                        </a:solidFill>
                        <a:latin typeface="Cambria Math" panose="02040503050406030204" pitchFamily="18" charset="0"/>
                        <a:ea typeface="+mn-ea"/>
                        <a:cs typeface="Cambria Math" panose="02040503050406030204" pitchFamily="18" charset="0"/>
                      </a:rPr>
                      <m:t>𝑻</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oMath>
                </a14:m>
                <a:r>
                  <a:rPr lang="en-US" altLang="zh-CN" sz="2800" dirty="0">
                    <a:solidFill>
                      <a:schemeClr val="tx1"/>
                    </a:solidFill>
                    <a:latin typeface="+mn-lt"/>
                    <a:ea typeface="+mn-ea"/>
                  </a:rPr>
                  <a:t> </a:t>
                </a:r>
                <a:r>
                  <a:rPr lang="en-US" altLang="zh-CN" sz="2800" dirty="0" smtClean="0">
                    <a:solidFill>
                      <a:schemeClr val="tx1"/>
                    </a:solidFill>
                    <a:latin typeface="+mn-lt"/>
                    <a:ea typeface="+mn-ea"/>
                  </a:rPr>
                  <a:t>+ Θ(n) = </a:t>
                </a:r>
                <a14:m>
                  <m:oMath xmlns:m="http://schemas.openxmlformats.org/officeDocument/2006/math">
                    <m:r>
                      <a:rPr lang="en-US" altLang="zh-CN" sz="2800" i="1">
                        <a:solidFill>
                          <a:schemeClr val="tx1"/>
                        </a:solidFill>
                        <a:latin typeface="Cambria Math" panose="02040503050406030204" pitchFamily="18" charset="0"/>
                        <a:ea typeface="+mn-ea"/>
                        <a:cs typeface="Cambria Math" panose="02040503050406030204" pitchFamily="18" charset="0"/>
                      </a:rPr>
                      <m:t>𝑶</m:t>
                    </m:r>
                    <m:r>
                      <a:rPr lang="en-US" altLang="zh-CN" sz="2800" i="1">
                        <a:solidFill>
                          <a:schemeClr val="tx1"/>
                        </a:solidFill>
                        <a:latin typeface="Cambria Math" panose="02040503050406030204" pitchFamily="18" charset="0"/>
                        <a:ea typeface="MS Mincho" charset="0"/>
                        <a:cs typeface="Cambria Math" panose="02040503050406030204" pitchFamily="18" charset="0"/>
                      </a:rPr>
                      <m:t>(</m:t>
                    </m:r>
                    <m:r>
                      <a:rPr lang="en-US" altLang="zh-CN" sz="2800" i="1">
                        <a:solidFill>
                          <a:schemeClr val="tx1"/>
                        </a:solidFill>
                        <a:latin typeface="Cambria Math" panose="02040503050406030204" pitchFamily="18" charset="0"/>
                        <a:ea typeface="+mn-ea"/>
                        <a:cs typeface="Cambria Math" panose="02040503050406030204" pitchFamily="18" charset="0"/>
                      </a:rPr>
                      <m:t>𝒏𝒍𝒐𝒈𝒏</m:t>
                    </m:r>
                    <m:r>
                      <a:rPr lang="en-US" altLang="zh-CN" sz="2800" i="1">
                        <a:solidFill>
                          <a:schemeClr val="tx1"/>
                        </a:solidFill>
                        <a:latin typeface="Cambria Math" panose="02040503050406030204" pitchFamily="18" charset="0"/>
                        <a:ea typeface="MS Mincho" charset="0"/>
                        <a:cs typeface="Cambria Math" panose="02040503050406030204" pitchFamily="18" charset="0"/>
                      </a:rPr>
                      <m:t>)</m:t>
                    </m:r>
                  </m:oMath>
                </a14:m>
                <a:r>
                  <a:rPr lang="zh-CN" altLang="en-US" sz="2800" dirty="0" smtClean="0">
                    <a:solidFill>
                      <a:schemeClr val="tx1"/>
                    </a:solidFill>
                    <a:latin typeface="+mn-lt"/>
                    <a:ea typeface="+mn-ea"/>
                  </a:rPr>
                  <a:t>  </a:t>
                </a:r>
                <a:endParaRPr lang="zh-CN" altLang="en-US" sz="2800" dirty="0" smtClean="0">
                  <a:solidFill>
                    <a:schemeClr val="tx1"/>
                  </a:solidFill>
                  <a:latin typeface="+mn-lt"/>
                  <a:ea typeface="+mn-ea"/>
                </a:endParaRPr>
              </a:p>
            </p:txBody>
          </p:sp>
        </mc:Choice>
        <mc:Fallback>
          <p:sp>
            <p:nvSpPr>
              <p:cNvPr id="4" name="矩形 3"/>
              <p:cNvSpPr>
                <a:spLocks noRot="1" noChangeAspect="1" noMove="1" noResize="1" noEditPoints="1" noAdjustHandles="1" noChangeArrowheads="1" noChangeShapeType="1" noTextEdit="1"/>
              </p:cNvSpPr>
              <p:nvPr/>
            </p:nvSpPr>
            <p:spPr>
              <a:xfrm>
                <a:off x="3059832" y="0"/>
                <a:ext cx="6120680" cy="764704"/>
              </a:xfrm>
              <a:prstGeom prst="rect">
                <a:avLst/>
              </a:prstGeom>
              <a:blipFill rotWithShape="1">
                <a:blip r:embed="rId1"/>
                <a:stretch>
                  <a:fillRect l="-7" r="-2111" b="21"/>
                </a:stretch>
              </a:blipFill>
            </p:spPr>
            <p:txBody>
              <a:bodyPr/>
              <a:lstStyle/>
              <a:p>
                <a:r>
                  <a:rPr lang="zh-CN" altLang="en-US">
                    <a:noFill/>
                  </a:rPr>
                  <a:t> </a:t>
                </a:r>
              </a:p>
            </p:txBody>
          </p:sp>
        </mc:Fallback>
      </mc:AlternateContent>
      <p:sp>
        <p:nvSpPr>
          <p:cNvPr id="15" name="标题 1"/>
          <p:cNvSpPr txBox="1"/>
          <p:nvPr>
            <p:custDataLst>
              <p:tags r:id="rId2"/>
            </p:custDataLst>
          </p:nvPr>
        </p:nvSpPr>
        <p:spPr bwMode="black">
          <a:xfrm>
            <a:off x="251520" y="763489"/>
            <a:ext cx="316835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dirty="0" smtClean="0">
                <a:solidFill>
                  <a:schemeClr val="bg1">
                    <a:lumMod val="10000"/>
                  </a:schemeClr>
                </a:solidFill>
                <a:latin typeface="+mn-lt"/>
                <a:ea typeface="+mn-ea"/>
              </a:rPr>
              <a:t>目的是证明</a:t>
            </a:r>
            <a:r>
              <a:rPr lang="zh-CN" altLang="en-US" kern="1200" dirty="0" smtClean="0">
                <a:solidFill>
                  <a:schemeClr val="bg1">
                    <a:lumMod val="10000"/>
                  </a:schemeClr>
                </a:solidFill>
                <a:latin typeface="+mn-lt"/>
                <a:ea typeface="+mn-ea"/>
              </a:rPr>
              <a:t>：</a:t>
            </a:r>
            <a:endParaRPr lang="zh-CN" altLang="en-US" kern="1200" dirty="0" smtClean="0">
              <a:solidFill>
                <a:schemeClr val="bg1">
                  <a:lumMod val="10000"/>
                </a:schemeClr>
              </a:solidFill>
              <a:latin typeface="+mn-lt"/>
              <a:ea typeface="+mn-ea"/>
            </a:endParaRPr>
          </a:p>
        </p:txBody>
      </p:sp>
      <mc:AlternateContent xmlns:mc="http://schemas.openxmlformats.org/markup-compatibility/2006">
        <mc:Choice xmlns:a14="http://schemas.microsoft.com/office/drawing/2010/main" Requires="a14">
          <p:sp>
            <p:nvSpPr>
              <p:cNvPr id="16" name="矩形 15"/>
              <p:cNvSpPr/>
              <p:nvPr/>
            </p:nvSpPr>
            <p:spPr>
              <a:xfrm>
                <a:off x="2627784" y="764704"/>
                <a:ext cx="6192688" cy="648072"/>
              </a:xfrm>
              <a:prstGeom prst="rect">
                <a:avLst/>
              </a:prstGeom>
            </p:spPr>
            <p:txBody>
              <a:bodyPr wrap="square">
                <a:normAutofit/>
              </a:bodyPr>
              <a:lstStyle/>
              <a:p>
                <a:pPr algn="ctr"/>
                <a14:m>
                  <m:oMathPara xmlns:m="http://schemas.openxmlformats.org/officeDocument/2006/math">
                    <m:oMathParaPr>
                      <m:jc m:val="left"/>
                    </m:oMathParaPr>
                    <m:oMath xmlns:m="http://schemas.openxmlformats.org/officeDocument/2006/math">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m:t>
                      </m:r>
                      <m:sSub>
                        <m:sSubPr>
                          <m:ctrlPr>
                            <a:rPr lang="en-US" altLang="zh-CN" sz="3200" b="1" i="1" smtClean="0">
                              <a:solidFill>
                                <a:schemeClr val="tx1"/>
                              </a:solidFill>
                              <a:latin typeface="Cambria Math" panose="02040503050406030204" pitchFamily="18" charset="0"/>
                              <a:ea typeface="+mn-ea"/>
                              <a:cs typeface="Cambria Math" panose="02040503050406030204" pitchFamily="18" charset="0"/>
                            </a:rPr>
                          </m:ctrlPr>
                        </m:sSubPr>
                        <m:e>
                          <m:r>
                            <a:rPr lang="en-US" altLang="zh-CN" sz="3200" b="1" i="1" smtClean="0">
                              <a:solidFill>
                                <a:schemeClr val="tx1"/>
                              </a:solidFill>
                              <a:latin typeface="Cambria Math" panose="02040503050406030204" pitchFamily="18" charset="0"/>
                              <a:ea typeface="+mn-ea"/>
                              <a:cs typeface="Cambria Math" panose="02040503050406030204" pitchFamily="18" charset="0"/>
                            </a:rPr>
                            <m:t>𝒏</m:t>
                          </m:r>
                        </m:e>
                        <m:sub>
                          <m:r>
                            <a:rPr lang="en-US" altLang="zh-CN" sz="3200" b="1" i="1" smtClean="0">
                              <a:solidFill>
                                <a:schemeClr val="tx1"/>
                              </a:solidFill>
                              <a:latin typeface="Cambria Math" panose="02040503050406030204" pitchFamily="18" charset="0"/>
                              <a:ea typeface="+mn-ea"/>
                              <a:cs typeface="Cambria Math" panose="02040503050406030204" pitchFamily="18" charset="0"/>
                            </a:rPr>
                            <m:t>𝟎</m:t>
                          </m:r>
                        </m:sub>
                      </m:sSub>
                      <m:r>
                        <a:rPr lang="zh-CN" altLang="en-US" sz="32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3200" b="1" i="1" smtClean="0">
                          <a:solidFill>
                            <a:schemeClr val="tx1"/>
                          </a:solidFill>
                          <a:latin typeface="Cambria Math" panose="02040503050406030204" pitchFamily="18" charset="0"/>
                          <a:ea typeface="+mn-ea"/>
                          <a:cs typeface="Cambria Math" panose="02040503050406030204" pitchFamily="18" charset="0"/>
                        </a:rPr>
                        <m:t>𝒄</m:t>
                      </m:r>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&gt;</m:t>
                      </m:r>
                      <m:r>
                        <a:rPr lang="en-US" altLang="zh-CN" sz="3200" b="1" i="1" smtClean="0">
                          <a:solidFill>
                            <a:schemeClr val="tx1"/>
                          </a:solidFill>
                          <a:latin typeface="Cambria Math" panose="02040503050406030204" pitchFamily="18" charset="0"/>
                          <a:ea typeface="+mn-ea"/>
                          <a:cs typeface="Cambria Math" panose="02040503050406030204" pitchFamily="18" charset="0"/>
                        </a:rPr>
                        <m:t>𝟎</m:t>
                      </m:r>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 </m:t>
                      </m:r>
                      <m:r>
                        <a:rPr lang="zh-CN" altLang="en-US" sz="3200" i="1">
                          <a:solidFill>
                            <a:schemeClr val="tx1"/>
                          </a:solidFill>
                          <a:latin typeface="Cambria Math" panose="02040503050406030204" pitchFamily="18" charset="0"/>
                          <a:ea typeface="MS Mincho" charset="0"/>
                          <a:cs typeface="Cambria Math" panose="02040503050406030204" pitchFamily="18" charset="0"/>
                        </a:rPr>
                        <m:t>使</m:t>
                      </m:r>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3200" b="1"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32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3200" b="1" i="1" smtClean="0">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3200" b="1" i="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3200" dirty="0" smtClean="0">
                          <a:solidFill>
                            <a:schemeClr val="tx1"/>
                          </a:solidFill>
                          <a:latin typeface="Cambria Math" panose="02040503050406030204" pitchFamily="18" charset="0"/>
                          <a:ea typeface="MS Mincho" charset="0"/>
                          <a:cs typeface="Cambria Math" panose="02040503050406030204" pitchFamily="18" charset="0"/>
                        </a:rPr>
                        <m:t>≤</m:t>
                      </m:r>
                      <m:r>
                        <a:rPr lang="en-US" altLang="zh-CN" sz="3200" b="1" i="1"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3200" b="1" i="1" dirty="0" smtClean="0">
                          <a:solidFill>
                            <a:schemeClr val="tx1"/>
                          </a:solidFill>
                          <a:latin typeface="Cambria Math" panose="02040503050406030204" pitchFamily="18" charset="0"/>
                          <a:ea typeface="+mn-ea"/>
                          <a:cs typeface="Cambria Math" panose="02040503050406030204" pitchFamily="18" charset="0"/>
                        </a:rPr>
                        <m:t>𝒄</m:t>
                      </m:r>
                      <m:r>
                        <a:rPr lang="en-US" altLang="zh-CN" sz="3200" i="1">
                          <a:solidFill>
                            <a:schemeClr val="tx1"/>
                          </a:solidFill>
                          <a:latin typeface="Cambria Math" panose="02040503050406030204" pitchFamily="18" charset="0"/>
                          <a:ea typeface="+mn-ea"/>
                          <a:cs typeface="Cambria Math" panose="02040503050406030204" pitchFamily="18" charset="0"/>
                        </a:rPr>
                        <m:t>𝒏𝒍𝒐𝒈𝒏</m:t>
                      </m:r>
                      <m:r>
                        <a:rPr lang="en-US" altLang="zh-CN" sz="3200" b="1" i="1" smtClean="0">
                          <a:solidFill>
                            <a:schemeClr val="tx1"/>
                          </a:solidFill>
                          <a:latin typeface="Cambria Math" panose="02040503050406030204" pitchFamily="18" charset="0"/>
                          <a:ea typeface="MS Mincho" charset="0"/>
                          <a:cs typeface="Cambria Math" panose="02040503050406030204" pitchFamily="18" charset="0"/>
                        </a:rPr>
                        <m:t> </m:t>
                      </m:r>
                    </m:oMath>
                  </m:oMathPara>
                </a14:m>
                <a:endParaRPr lang="en-US" altLang="zh-CN" sz="3200" b="1" i="1" dirty="0" smtClean="0">
                  <a:solidFill>
                    <a:schemeClr val="tx1"/>
                  </a:solidFill>
                  <a:latin typeface="+mn-lt"/>
                  <a:ea typeface="+mn-ea"/>
                  <a:cs typeface="Cambria Math" panose="02040503050406030204" pitchFamily="18" charset="0"/>
                </a:endParaRPr>
              </a:p>
            </p:txBody>
          </p:sp>
        </mc:Choice>
        <mc:Fallback>
          <p:sp>
            <p:nvSpPr>
              <p:cNvPr id="16" name="矩形 15"/>
              <p:cNvSpPr>
                <a:spLocks noRot="1" noChangeAspect="1" noMove="1" noResize="1" noEditPoints="1" noAdjustHandles="1" noChangeArrowheads="1" noChangeShapeType="1" noTextEdit="1"/>
              </p:cNvSpPr>
              <p:nvPr/>
            </p:nvSpPr>
            <p:spPr>
              <a:xfrm>
                <a:off x="2627784" y="764704"/>
                <a:ext cx="6192688" cy="648072"/>
              </a:xfrm>
              <a:prstGeom prst="rect">
                <a:avLst/>
              </a:prstGeom>
              <a:blipFill rotWithShape="1">
                <a:blip r:embed="rId3"/>
                <a:stretch>
                  <a:fillRect l="-2" t="-25" r="5" b="83"/>
                </a:stretch>
              </a:blipFill>
            </p:spPr>
            <p:txBody>
              <a:bodyPr/>
              <a:lstStyle/>
              <a:p>
                <a:r>
                  <a:rPr lang="zh-CN" altLang="en-US">
                    <a:noFill/>
                  </a:rPr>
                  <a:t> </a:t>
                </a:r>
              </a:p>
            </p:txBody>
          </p:sp>
        </mc:Fallback>
      </mc:AlternateContent>
      <p:sp>
        <p:nvSpPr>
          <p:cNvPr id="21" name="标题 1"/>
          <p:cNvSpPr txBox="1"/>
          <p:nvPr>
            <p:custDataLst>
              <p:tags r:id="rId4"/>
            </p:custDataLst>
          </p:nvPr>
        </p:nvSpPr>
        <p:spPr bwMode="black">
          <a:xfrm>
            <a:off x="251520" y="1565993"/>
            <a:ext cx="4464496"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kern="1200" dirty="0" smtClean="0">
                <a:solidFill>
                  <a:schemeClr val="bg1">
                    <a:lumMod val="10000"/>
                  </a:schemeClr>
                </a:solidFill>
                <a:latin typeface="+mn-lt"/>
                <a:ea typeface="+mn-ea"/>
              </a:rPr>
              <a:t>假设这个界对</a:t>
            </a:r>
            <a:r>
              <a:rPr lang="en-US" altLang="zh-CN" kern="1200" dirty="0" smtClean="0">
                <a:solidFill>
                  <a:schemeClr val="bg1">
                    <a:lumMod val="10000"/>
                  </a:schemeClr>
                </a:solidFill>
                <a:latin typeface="+mn-lt"/>
                <a:ea typeface="+mn-ea"/>
              </a:rPr>
              <a:t>n/2</a:t>
            </a:r>
            <a:r>
              <a:rPr lang="zh-CN" altLang="en-US" kern="1200" dirty="0" smtClean="0">
                <a:solidFill>
                  <a:schemeClr val="bg1">
                    <a:lumMod val="10000"/>
                  </a:schemeClr>
                </a:solidFill>
                <a:latin typeface="+mn-lt"/>
                <a:ea typeface="+mn-ea"/>
              </a:rPr>
              <a:t>成立：</a:t>
            </a:r>
            <a:endParaRPr lang="zh-CN" altLang="en-US" kern="1200" dirty="0" smtClean="0">
              <a:solidFill>
                <a:schemeClr val="bg1">
                  <a:lumMod val="10000"/>
                </a:schemeClr>
              </a:solidFill>
              <a:latin typeface="+mn-lt"/>
              <a:ea typeface="+mn-ea"/>
            </a:endParaRPr>
          </a:p>
        </p:txBody>
      </p:sp>
      <mc:AlternateContent xmlns:mc="http://schemas.openxmlformats.org/markup-compatibility/2006">
        <mc:Choice xmlns:a14="http://schemas.microsoft.com/office/drawing/2010/main" Requires="a14">
          <p:sp>
            <p:nvSpPr>
              <p:cNvPr id="3" name="矩形 2"/>
              <p:cNvSpPr/>
              <p:nvPr/>
            </p:nvSpPr>
            <p:spPr>
              <a:xfrm>
                <a:off x="4053658" y="1473855"/>
                <a:ext cx="4622797" cy="82613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800"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i="1">
                              <a:solidFill>
                                <a:schemeClr val="tx1"/>
                              </a:solidFill>
                              <a:latin typeface="Cambria Math" panose="02040503050406030204" pitchFamily="18" charset="0"/>
                              <a:ea typeface="+mn-ea"/>
                              <a:cs typeface="Cambria Math" panose="02040503050406030204" pitchFamily="18" charset="0"/>
                            </a:rPr>
                            <m:t>𝒏</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e>
                      </m:d>
                      <m:r>
                        <m:rPr>
                          <m:nor/>
                        </m:rPr>
                        <a:rPr lang="en-US" altLang="zh-CN" sz="280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i="1" dirty="0">
                          <a:solidFill>
                            <a:schemeClr val="tx1"/>
                          </a:solidFill>
                          <a:latin typeface="Cambria Math" panose="02040503050406030204" pitchFamily="18" charset="0"/>
                          <a:ea typeface="MS Mincho" charset="0"/>
                          <a:cs typeface="Cambria Math" panose="02040503050406030204" pitchFamily="18" charset="0"/>
                        </a:rPr>
                        <m:t> </m:t>
                      </m:r>
                      <m:r>
                        <a:rPr lang="en-US" altLang="zh-CN" sz="2800" i="1" dirty="0">
                          <a:solidFill>
                            <a:schemeClr val="tx1"/>
                          </a:solidFill>
                          <a:latin typeface="Cambria Math" panose="02040503050406030204" pitchFamily="18" charset="0"/>
                          <a:ea typeface="+mn-ea"/>
                          <a:cs typeface="Cambria Math" panose="02040503050406030204" pitchFamily="18" charset="0"/>
                        </a:rPr>
                        <m:t>𝒄</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f>
                        <m:f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fPr>
                        <m:num>
                          <m:r>
                            <a:rPr lang="en-US" altLang="zh-CN" sz="2800" i="1">
                              <a:solidFill>
                                <a:schemeClr val="tx1"/>
                              </a:solidFill>
                              <a:latin typeface="Cambria Math" panose="02040503050406030204" pitchFamily="18" charset="0"/>
                              <a:ea typeface="+mn-ea"/>
                              <a:cs typeface="Cambria Math" panose="02040503050406030204" pitchFamily="18" charset="0"/>
                            </a:rPr>
                            <m:t>𝒏</m:t>
                          </m:r>
                        </m:num>
                        <m:den>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den>
                      </m:f>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i="1">
                          <a:solidFill>
                            <a:schemeClr val="tx1"/>
                          </a:solidFill>
                          <a:latin typeface="Cambria Math" panose="02040503050406030204" pitchFamily="18" charset="0"/>
                          <a:ea typeface="+mn-ea"/>
                          <a:cs typeface="Cambria Math" panose="02040503050406030204" pitchFamily="18" charset="0"/>
                        </a:rPr>
                        <m:t>𝒍𝒐𝒈</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f>
                        <m:f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fPr>
                        <m:num>
                          <m:r>
                            <a:rPr lang="en-US" altLang="zh-CN" sz="2800" i="1">
                              <a:solidFill>
                                <a:schemeClr val="tx1"/>
                              </a:solidFill>
                              <a:latin typeface="Cambria Math" panose="02040503050406030204" pitchFamily="18" charset="0"/>
                              <a:ea typeface="+mn-ea"/>
                              <a:cs typeface="Cambria Math" panose="02040503050406030204" pitchFamily="18" charset="0"/>
                            </a:rPr>
                            <m:t>𝒏</m:t>
                          </m:r>
                        </m:num>
                        <m:den>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den>
                      </m:f>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i="1">
                          <a:solidFill>
                            <a:schemeClr val="tx1"/>
                          </a:solidFill>
                          <a:latin typeface="Cambria Math" panose="02040503050406030204" pitchFamily="18" charset="0"/>
                          <a:ea typeface="MS Mincho" charset="0"/>
                          <a:cs typeface="Cambria Math" panose="02040503050406030204" pitchFamily="18" charset="0"/>
                        </a:rPr>
                        <m:t> </m:t>
                      </m:r>
                    </m:oMath>
                  </m:oMathPara>
                </a14:m>
                <a:endParaRPr lang="en-US" altLang="zh-CN" sz="2800" i="1" dirty="0">
                  <a:solidFill>
                    <a:schemeClr val="tx1"/>
                  </a:solidFill>
                  <a:latin typeface="+mn-lt"/>
                  <a:ea typeface="+mn-ea"/>
                  <a:cs typeface="Cambria Math" panose="020405030504060302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4053658" y="1473855"/>
                <a:ext cx="4622797" cy="826135"/>
              </a:xfrm>
              <a:prstGeom prst="rect">
                <a:avLst/>
              </a:prstGeom>
              <a:blipFill rotWithShape="1">
                <a:blip r:embed="rId5"/>
                <a:stretch>
                  <a:fillRect l="-10" t="-2" r="10" b="2"/>
                </a:stretch>
              </a:blipFill>
            </p:spPr>
            <p:txBody>
              <a:bodyPr/>
              <a:lstStyle/>
              <a:p>
                <a:r>
                  <a:rPr lang="zh-CN" altLang="en-US">
                    <a:noFill/>
                  </a:rPr>
                  <a:t> </a:t>
                </a:r>
              </a:p>
            </p:txBody>
          </p:sp>
        </mc:Fallback>
      </mc:AlternateContent>
      <p:sp>
        <p:nvSpPr>
          <p:cNvPr id="22" name="标题 1"/>
          <p:cNvSpPr txBox="1"/>
          <p:nvPr>
            <p:custDataLst>
              <p:tags r:id="rId6"/>
            </p:custDataLst>
          </p:nvPr>
        </p:nvSpPr>
        <p:spPr bwMode="black">
          <a:xfrm>
            <a:off x="251520" y="2636912"/>
            <a:ext cx="316835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kern="1200" dirty="0" smtClean="0">
                <a:solidFill>
                  <a:schemeClr val="bg1">
                    <a:lumMod val="10000"/>
                  </a:schemeClr>
                </a:solidFill>
                <a:latin typeface="+mn-lt"/>
                <a:ea typeface="+mn-ea"/>
              </a:rPr>
              <a:t>对递归式做代换：</a:t>
            </a:r>
            <a:endParaRPr lang="zh-CN" altLang="en-US" kern="1200" dirty="0" smtClean="0">
              <a:solidFill>
                <a:schemeClr val="bg1">
                  <a:lumMod val="10000"/>
                </a:schemeClr>
              </a:solidFill>
              <a:latin typeface="+mn-lt"/>
              <a:ea typeface="+mn-ea"/>
            </a:endParaRPr>
          </a:p>
        </p:txBody>
      </p:sp>
      <mc:AlternateContent xmlns:mc="http://schemas.openxmlformats.org/markup-compatibility/2006">
        <mc:Choice xmlns:a14="http://schemas.microsoft.com/office/drawing/2010/main" Requires="a14">
          <p:sp>
            <p:nvSpPr>
              <p:cNvPr id="8" name="矩形 7"/>
              <p:cNvSpPr/>
              <p:nvPr/>
            </p:nvSpPr>
            <p:spPr>
              <a:xfrm>
                <a:off x="3723985" y="2549883"/>
                <a:ext cx="4310380" cy="826135"/>
              </a:xfrm>
              <a:prstGeom prst="rect">
                <a:avLst/>
              </a:prstGeom>
            </p:spPr>
            <p:txBody>
              <a:bodyPr wrap="none">
                <a:spAutoFit/>
              </a:bodyPr>
              <a:lstStyle/>
              <a:p>
                <a:pPr algn="ctr"/>
                <a14:m>
                  <m:oMathPara xmlns:m="http://schemas.openxmlformats.org/officeDocument/2006/math">
                    <m:oMathParaPr>
                      <m:jc m:val="left"/>
                    </m:oMathParaPr>
                    <m:oMath xmlns:m="http://schemas.openxmlformats.org/officeDocument/2006/math">
                      <m:r>
                        <a:rPr lang="en-US" altLang="zh-CN" sz="2800"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i="1">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b="1" i="1" dirty="0" smtClean="0">
                          <a:solidFill>
                            <a:schemeClr val="tx1"/>
                          </a:solidFill>
                          <a:latin typeface="Cambria Math" panose="02040503050406030204" pitchFamily="18" charset="0"/>
                          <a:ea typeface="+mn-ea"/>
                          <a:cs typeface="Cambria Math" panose="02040503050406030204" pitchFamily="18" charset="0"/>
                        </a:rPr>
                        <m:t>𝟐</m:t>
                      </m:r>
                      <m:r>
                        <a:rPr lang="en-US" altLang="zh-CN" sz="2800" i="1" dirty="0">
                          <a:solidFill>
                            <a:schemeClr val="tx1"/>
                          </a:solidFill>
                          <a:latin typeface="Cambria Math" panose="02040503050406030204" pitchFamily="18" charset="0"/>
                          <a:ea typeface="+mn-ea"/>
                          <a:cs typeface="Cambria Math" panose="02040503050406030204" pitchFamily="18" charset="0"/>
                        </a:rPr>
                        <m:t>𝒄</m:t>
                      </m:r>
                      <m:d>
                        <m:dPr>
                          <m:ctrlPr>
                            <a:rPr lang="en-US" altLang="zh-CN" sz="2800" i="1" dirty="0">
                              <a:solidFill>
                                <a:schemeClr val="tx1"/>
                              </a:solidFill>
                              <a:latin typeface="Cambria Math" panose="02040503050406030204" pitchFamily="18" charset="0"/>
                              <a:ea typeface="+mn-ea"/>
                              <a:cs typeface="Cambria Math" panose="02040503050406030204" pitchFamily="18" charset="0"/>
                            </a:rPr>
                          </m:ctrlPr>
                        </m:dPr>
                        <m:e>
                          <m:f>
                            <m:fPr>
                              <m:ctrlPr>
                                <a:rPr lang="en-US" altLang="zh-CN" sz="2800" i="1" dirty="0">
                                  <a:solidFill>
                                    <a:schemeClr val="tx1"/>
                                  </a:solidFill>
                                  <a:latin typeface="Cambria Math" panose="02040503050406030204" pitchFamily="18" charset="0"/>
                                  <a:ea typeface="+mn-ea"/>
                                  <a:cs typeface="Cambria Math" panose="02040503050406030204" pitchFamily="18" charset="0"/>
                                </a:rPr>
                              </m:ctrlPr>
                            </m:fPr>
                            <m:num>
                              <m:r>
                                <a:rPr lang="en-US" altLang="zh-CN" sz="2800" i="1">
                                  <a:solidFill>
                                    <a:schemeClr val="tx1"/>
                                  </a:solidFill>
                                  <a:latin typeface="Cambria Math" panose="02040503050406030204" pitchFamily="18" charset="0"/>
                                  <a:ea typeface="+mn-ea"/>
                                  <a:cs typeface="Cambria Math" panose="02040503050406030204" pitchFamily="18" charset="0"/>
                                </a:rPr>
                                <m:t>𝒏</m:t>
                              </m:r>
                            </m:num>
                            <m:den>
                              <m:r>
                                <a:rPr lang="en-US" altLang="zh-CN" sz="2800" i="1">
                                  <a:solidFill>
                                    <a:schemeClr val="tx1"/>
                                  </a:solidFill>
                                  <a:latin typeface="Cambria Math" panose="02040503050406030204" pitchFamily="18" charset="0"/>
                                  <a:ea typeface="+mn-ea"/>
                                  <a:cs typeface="Cambria Math" panose="02040503050406030204" pitchFamily="18" charset="0"/>
                                </a:rPr>
                                <m:t>𝟐</m:t>
                              </m:r>
                            </m:den>
                          </m:f>
                        </m:e>
                      </m:d>
                      <m:r>
                        <a:rPr lang="en-US" altLang="zh-CN" sz="2800" i="1">
                          <a:solidFill>
                            <a:schemeClr val="tx1"/>
                          </a:solidFill>
                          <a:latin typeface="Cambria Math" panose="02040503050406030204" pitchFamily="18" charset="0"/>
                          <a:ea typeface="+mn-ea"/>
                          <a:cs typeface="Cambria Math" panose="02040503050406030204" pitchFamily="18" charset="0"/>
                        </a:rPr>
                        <m:t>𝒍𝒐𝒈</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f>
                            <m:fPr>
                              <m:ctrlPr>
                                <a:rPr lang="en-US" altLang="zh-CN" sz="2800" i="1">
                                  <a:solidFill>
                                    <a:schemeClr val="tx1"/>
                                  </a:solidFill>
                                  <a:latin typeface="Cambria Math" panose="02040503050406030204" pitchFamily="18" charset="0"/>
                                  <a:ea typeface="+mn-ea"/>
                                  <a:cs typeface="Cambria Math" panose="02040503050406030204" pitchFamily="18" charset="0"/>
                                </a:rPr>
                              </m:ctrlPr>
                            </m:fPr>
                            <m:num>
                              <m:r>
                                <a:rPr lang="en-US" altLang="zh-CN" sz="2800" i="1">
                                  <a:solidFill>
                                    <a:schemeClr val="tx1"/>
                                  </a:solidFill>
                                  <a:latin typeface="Cambria Math" panose="02040503050406030204" pitchFamily="18" charset="0"/>
                                  <a:ea typeface="+mn-ea"/>
                                  <a:cs typeface="Cambria Math" panose="02040503050406030204" pitchFamily="18" charset="0"/>
                                </a:rPr>
                                <m:t>𝒏</m:t>
                              </m:r>
                            </m:num>
                            <m:den>
                              <m:r>
                                <a:rPr lang="en-US" altLang="zh-CN" sz="2800" i="1">
                                  <a:solidFill>
                                    <a:schemeClr val="tx1"/>
                                  </a:solidFill>
                                  <a:latin typeface="Cambria Math" panose="02040503050406030204" pitchFamily="18" charset="0"/>
                                  <a:ea typeface="+mn-ea"/>
                                  <a:cs typeface="Cambria Math" panose="02040503050406030204" pitchFamily="18" charset="0"/>
                                </a:rPr>
                                <m:t>𝟐</m:t>
                              </m:r>
                            </m:den>
                          </m:f>
                        </m:e>
                      </m:d>
                      <m:r>
                        <a:rPr lang="en-US" altLang="zh-CN" sz="2800" i="1"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i="1" dirty="0">
                          <a:solidFill>
                            <a:schemeClr val="tx1"/>
                          </a:solidFill>
                          <a:latin typeface="Cambria Math" panose="02040503050406030204" pitchFamily="18" charset="0"/>
                          <a:ea typeface="+mn-ea"/>
                          <a:cs typeface="Cambria Math" panose="02040503050406030204" pitchFamily="18" charset="0"/>
                        </a:rPr>
                        <m:t>𝒏</m:t>
                      </m:r>
                    </m:oMath>
                  </m:oMathPara>
                </a14:m>
                <a:endParaRPr lang="en-US" altLang="zh-CN" sz="2800" i="1" dirty="0">
                  <a:solidFill>
                    <a:schemeClr val="tx1"/>
                  </a:solidFill>
                  <a:latin typeface="+mn-lt"/>
                  <a:ea typeface="+mn-ea"/>
                  <a:cs typeface="Cambria Math" panose="020405030504060302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3723985" y="2549883"/>
                <a:ext cx="4310380" cy="826135"/>
              </a:xfrm>
              <a:prstGeom prst="rect">
                <a:avLst/>
              </a:prstGeom>
              <a:blipFill rotWithShape="1">
                <a:blip r:embed="rId7"/>
                <a:stretch>
                  <a:fillRect l="-8" t="-43" r="8" b="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矩形 22"/>
              <p:cNvSpPr/>
              <p:nvPr/>
            </p:nvSpPr>
            <p:spPr>
              <a:xfrm>
                <a:off x="4499992" y="3513287"/>
                <a:ext cx="4104456" cy="521970"/>
              </a:xfrm>
              <a:prstGeom prst="rect">
                <a:avLst/>
              </a:prstGeom>
            </p:spPr>
            <p:txBody>
              <a:bodyPr wrap="square">
                <a:normAutofit/>
              </a:bodyPr>
              <a:lstStyle/>
              <a:p>
                <a:pPr algn="ctr"/>
                <a14:m>
                  <m:oMathPara xmlns:m="http://schemas.openxmlformats.org/officeDocument/2006/math">
                    <m:oMathParaPr>
                      <m:jc m:val="left"/>
                    </m:oMathParaPr>
                    <m:oMath xmlns:m="http://schemas.openxmlformats.org/officeDocument/2006/math">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i="1" dirty="0">
                          <a:solidFill>
                            <a:schemeClr val="tx1"/>
                          </a:solidFill>
                          <a:latin typeface="Cambria Math" panose="02040503050406030204" pitchFamily="18" charset="0"/>
                          <a:ea typeface="+mn-ea"/>
                          <a:cs typeface="Cambria Math" panose="02040503050406030204" pitchFamily="18" charset="0"/>
                        </a:rPr>
                        <m:t>𝒄</m:t>
                      </m:r>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𝒏</m:t>
                      </m:r>
                      <m:r>
                        <a:rPr lang="en-US" altLang="zh-CN" sz="2800" i="1">
                          <a:solidFill>
                            <a:schemeClr val="tx1"/>
                          </a:solidFill>
                          <a:latin typeface="Cambria Math" panose="02040503050406030204" pitchFamily="18" charset="0"/>
                          <a:ea typeface="+mn-ea"/>
                          <a:cs typeface="Cambria Math" panose="02040503050406030204" pitchFamily="18" charset="0"/>
                        </a:rPr>
                        <m:t>𝒍𝒐𝒈</m:t>
                      </m:r>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𝒄𝒏𝒍𝒐𝒈</m:t>
                      </m:r>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r>
                        <a:rPr lang="en-US" altLang="zh-CN" sz="2800" i="1"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i="1" dirty="0">
                          <a:solidFill>
                            <a:schemeClr val="tx1"/>
                          </a:solidFill>
                          <a:latin typeface="Cambria Math" panose="02040503050406030204" pitchFamily="18" charset="0"/>
                          <a:ea typeface="+mn-ea"/>
                          <a:cs typeface="Cambria Math" panose="02040503050406030204" pitchFamily="18" charset="0"/>
                        </a:rPr>
                        <m:t>𝒏</m:t>
                      </m:r>
                    </m:oMath>
                  </m:oMathPara>
                </a14:m>
                <a:endParaRPr lang="en-US" altLang="zh-CN" sz="2800" i="1" dirty="0">
                  <a:solidFill>
                    <a:schemeClr val="tx1"/>
                  </a:solidFill>
                  <a:latin typeface="+mn-lt"/>
                  <a:ea typeface="+mn-ea"/>
                  <a:cs typeface="Cambria Math" panose="02040503050406030204" pitchFamily="18" charset="0"/>
                </a:endParaRPr>
              </a:p>
            </p:txBody>
          </p:sp>
        </mc:Choice>
        <mc:Fallback>
          <p:sp>
            <p:nvSpPr>
              <p:cNvPr id="23" name="矩形 22"/>
              <p:cNvSpPr>
                <a:spLocks noRot="1" noChangeAspect="1" noMove="1" noResize="1" noEditPoints="1" noAdjustHandles="1" noChangeArrowheads="1" noChangeShapeType="1" noTextEdit="1"/>
              </p:cNvSpPr>
              <p:nvPr/>
            </p:nvSpPr>
            <p:spPr>
              <a:xfrm>
                <a:off x="4499992" y="3513287"/>
                <a:ext cx="4104456" cy="521970"/>
              </a:xfrm>
              <a:prstGeom prst="rect">
                <a:avLst/>
              </a:prstGeom>
              <a:blipFill rotWithShape="1">
                <a:blip r:embed="rId8"/>
                <a:stretch>
                  <a:fillRect l="-9" t="-89" r="5" b="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矩形 23"/>
              <p:cNvSpPr/>
              <p:nvPr/>
            </p:nvSpPr>
            <p:spPr>
              <a:xfrm>
                <a:off x="4499992" y="4145638"/>
                <a:ext cx="4104456" cy="521970"/>
              </a:xfrm>
              <a:prstGeom prst="rect">
                <a:avLst/>
              </a:prstGeom>
            </p:spPr>
            <p:txBody>
              <a:bodyPr wrap="square">
                <a:normAutofit/>
              </a:bodyPr>
              <a:lstStyle/>
              <a:p>
                <a:pPr algn="ctr"/>
                <a14:m>
                  <m:oMathPara xmlns:m="http://schemas.openxmlformats.org/officeDocument/2006/math">
                    <m:oMathParaPr>
                      <m:jc m:val="left"/>
                    </m:oMathParaPr>
                    <m:oMath xmlns:m="http://schemas.openxmlformats.org/officeDocument/2006/math">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i="1" dirty="0">
                          <a:solidFill>
                            <a:schemeClr val="tx1"/>
                          </a:solidFill>
                          <a:latin typeface="Cambria Math" panose="02040503050406030204" pitchFamily="18" charset="0"/>
                          <a:ea typeface="+mn-ea"/>
                          <a:cs typeface="Cambria Math" panose="02040503050406030204" pitchFamily="18" charset="0"/>
                        </a:rPr>
                        <m:t>𝒄</m:t>
                      </m:r>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𝒏</m:t>
                      </m:r>
                      <m:r>
                        <a:rPr lang="en-US" altLang="zh-CN" sz="2800" i="1">
                          <a:solidFill>
                            <a:schemeClr val="tx1"/>
                          </a:solidFill>
                          <a:latin typeface="Cambria Math" panose="02040503050406030204" pitchFamily="18" charset="0"/>
                          <a:ea typeface="+mn-ea"/>
                          <a:cs typeface="Cambria Math" panose="02040503050406030204" pitchFamily="18" charset="0"/>
                        </a:rPr>
                        <m:t>𝒍𝒐𝒈</m:t>
                      </m:r>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𝒄𝒏</m:t>
                      </m:r>
                      <m:r>
                        <a:rPr lang="en-US" altLang="zh-CN" sz="2800" i="1"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i="1" dirty="0">
                          <a:solidFill>
                            <a:schemeClr val="tx1"/>
                          </a:solidFill>
                          <a:latin typeface="Cambria Math" panose="02040503050406030204" pitchFamily="18" charset="0"/>
                          <a:ea typeface="+mn-ea"/>
                          <a:cs typeface="Cambria Math" panose="02040503050406030204" pitchFamily="18" charset="0"/>
                        </a:rPr>
                        <m:t>𝒏</m:t>
                      </m:r>
                    </m:oMath>
                  </m:oMathPara>
                </a14:m>
                <a:endParaRPr lang="en-US" altLang="zh-CN" sz="2800" i="1" dirty="0">
                  <a:solidFill>
                    <a:schemeClr val="tx1"/>
                  </a:solidFill>
                  <a:latin typeface="+mn-lt"/>
                  <a:ea typeface="+mn-ea"/>
                  <a:cs typeface="Cambria Math" panose="02040503050406030204" pitchFamily="18" charset="0"/>
                </a:endParaRPr>
              </a:p>
            </p:txBody>
          </p:sp>
        </mc:Choice>
        <mc:Fallback>
          <p:sp>
            <p:nvSpPr>
              <p:cNvPr id="24" name="矩形 23"/>
              <p:cNvSpPr>
                <a:spLocks noRot="1" noChangeAspect="1" noMove="1" noResize="1" noEditPoints="1" noAdjustHandles="1" noChangeArrowheads="1" noChangeShapeType="1" noTextEdit="1"/>
              </p:cNvSpPr>
              <p:nvPr/>
            </p:nvSpPr>
            <p:spPr>
              <a:xfrm>
                <a:off x="4499992" y="4145638"/>
                <a:ext cx="4104456" cy="521970"/>
              </a:xfrm>
              <a:prstGeom prst="rect">
                <a:avLst/>
              </a:prstGeom>
              <a:blipFill rotWithShape="1">
                <a:blip r:embed="rId9"/>
                <a:stretch>
                  <a:fillRect l="-9" t="-69" r="5"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矩形 24"/>
              <p:cNvSpPr/>
              <p:nvPr/>
            </p:nvSpPr>
            <p:spPr>
              <a:xfrm>
                <a:off x="4499992" y="4777988"/>
                <a:ext cx="2052228" cy="521970"/>
              </a:xfrm>
              <a:prstGeom prst="rect">
                <a:avLst/>
              </a:prstGeom>
            </p:spPr>
            <p:txBody>
              <a:bodyPr wrap="square">
                <a:normAutofit/>
              </a:bodyPr>
              <a:lstStyle/>
              <a:p>
                <a:pPr algn="ctr"/>
                <a14:m>
                  <m:oMathPara xmlns:m="http://schemas.openxmlformats.org/officeDocument/2006/math">
                    <m:oMathParaPr>
                      <m:jc m:val="left"/>
                    </m:oMathParaPr>
                    <m:oMath xmlns:m="http://schemas.openxmlformats.org/officeDocument/2006/math">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i="1" dirty="0">
                          <a:solidFill>
                            <a:schemeClr val="tx1"/>
                          </a:solidFill>
                          <a:latin typeface="Cambria Math" panose="02040503050406030204" pitchFamily="18" charset="0"/>
                          <a:ea typeface="+mn-ea"/>
                          <a:cs typeface="Cambria Math" panose="02040503050406030204" pitchFamily="18" charset="0"/>
                        </a:rPr>
                        <m:t>𝒄</m:t>
                      </m:r>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𝒏</m:t>
                      </m:r>
                      <m:r>
                        <a:rPr lang="en-US" altLang="zh-CN" sz="2800" i="1">
                          <a:solidFill>
                            <a:schemeClr val="tx1"/>
                          </a:solidFill>
                          <a:latin typeface="Cambria Math" panose="02040503050406030204" pitchFamily="18" charset="0"/>
                          <a:ea typeface="+mn-ea"/>
                          <a:cs typeface="Cambria Math" panose="02040503050406030204" pitchFamily="18" charset="0"/>
                        </a:rPr>
                        <m:t>𝒍𝒐𝒈</m:t>
                      </m:r>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oMath>
                  </m:oMathPara>
                </a14:m>
                <a:endParaRPr lang="en-US" altLang="zh-CN" sz="2800" b="1" i="1" dirty="0" smtClean="0">
                  <a:solidFill>
                    <a:schemeClr val="tx1"/>
                  </a:solidFill>
                  <a:latin typeface="+mn-lt"/>
                  <a:ea typeface="+mn-ea"/>
                  <a:cs typeface="Cambria Math" panose="02040503050406030204" pitchFamily="18" charset="0"/>
                </a:endParaRPr>
              </a:p>
            </p:txBody>
          </p:sp>
        </mc:Choice>
        <mc:Fallback>
          <p:sp>
            <p:nvSpPr>
              <p:cNvPr id="25" name="矩形 24"/>
              <p:cNvSpPr>
                <a:spLocks noRot="1" noChangeAspect="1" noMove="1" noResize="1" noEditPoints="1" noAdjustHandles="1" noChangeArrowheads="1" noChangeShapeType="1" noTextEdit="1"/>
              </p:cNvSpPr>
              <p:nvPr/>
            </p:nvSpPr>
            <p:spPr>
              <a:xfrm>
                <a:off x="4499992" y="4777988"/>
                <a:ext cx="2052228" cy="521970"/>
              </a:xfrm>
              <a:prstGeom prst="rect">
                <a:avLst/>
              </a:prstGeom>
              <a:blipFill rotWithShape="1">
                <a:blip r:embed="rId10"/>
                <a:stretch>
                  <a:fillRect l="-19" t="-48" r="14" b="48"/>
                </a:stretch>
              </a:blipFill>
            </p:spPr>
            <p:txBody>
              <a:bodyPr/>
              <a:lstStyle/>
              <a:p>
                <a:r>
                  <a:rPr lang="zh-CN" altLang="en-US">
                    <a:noFill/>
                  </a:rPr>
                  <a:t> </a:t>
                </a:r>
              </a:p>
            </p:txBody>
          </p:sp>
        </mc:Fallback>
      </mc:AlternateContent>
      <p:sp>
        <p:nvSpPr>
          <p:cNvPr id="11" name="矩形 10"/>
          <p:cNvSpPr/>
          <p:nvPr>
            <p:custDataLst>
              <p:tags r:id="rId11"/>
            </p:custDataLst>
          </p:nvPr>
        </p:nvSpPr>
        <p:spPr>
          <a:xfrm>
            <a:off x="6491078" y="4839543"/>
            <a:ext cx="2329394" cy="460375"/>
          </a:xfrm>
          <a:prstGeom prst="rect">
            <a:avLst/>
          </a:prstGeom>
        </p:spPr>
        <p:txBody>
          <a:bodyPr wrap="square">
            <a:normAutofit fontScale="90000"/>
          </a:bodyPr>
          <a:lstStyle/>
          <a:p>
            <a:r>
              <a:rPr lang="zh-CN" altLang="en-US" sz="2400" dirty="0" smtClean="0">
                <a:solidFill>
                  <a:schemeClr val="accent1">
                    <a:lumMod val="50000"/>
                  </a:schemeClr>
                </a:solidFill>
                <a:latin typeface="+mn-lt"/>
                <a:ea typeface="+mn-ea"/>
              </a:rPr>
              <a:t>当 </a:t>
            </a:r>
            <a:r>
              <a:rPr lang="en-US" altLang="zh-CN" sz="2400" i="1" dirty="0" smtClean="0">
                <a:solidFill>
                  <a:schemeClr val="accent1">
                    <a:lumMod val="50000"/>
                  </a:schemeClr>
                </a:solidFill>
                <a:latin typeface="+mn-lt"/>
                <a:ea typeface="+mn-ea"/>
              </a:rPr>
              <a:t>c</a:t>
            </a:r>
            <a:r>
              <a:rPr lang="zh-CN" altLang="en-US" sz="2400" i="1" dirty="0" smtClean="0">
                <a:solidFill>
                  <a:schemeClr val="accent1">
                    <a:lumMod val="50000"/>
                  </a:schemeClr>
                </a:solidFill>
                <a:latin typeface="+mn-lt"/>
                <a:ea typeface="+mn-ea"/>
              </a:rPr>
              <a:t>≥</a:t>
            </a:r>
            <a:r>
              <a:rPr lang="en-US" altLang="zh-CN" sz="2400" i="1" dirty="0" smtClean="0">
                <a:solidFill>
                  <a:schemeClr val="accent1">
                    <a:lumMod val="50000"/>
                  </a:schemeClr>
                </a:solidFill>
                <a:latin typeface="+mn-lt"/>
                <a:ea typeface="+mn-ea"/>
              </a:rPr>
              <a:t>1 </a:t>
            </a:r>
            <a:r>
              <a:rPr lang="zh-CN" altLang="en-US" sz="2400" dirty="0" smtClean="0">
                <a:solidFill>
                  <a:schemeClr val="accent1">
                    <a:lumMod val="50000"/>
                  </a:schemeClr>
                </a:solidFill>
                <a:latin typeface="+mn-lt"/>
                <a:ea typeface="+mn-ea"/>
              </a:rPr>
              <a:t>成立</a:t>
            </a:r>
            <a:endParaRPr lang="zh-CN" altLang="en-US" sz="2400" dirty="0" smtClean="0">
              <a:solidFill>
                <a:schemeClr val="accent1">
                  <a:lumMod val="50000"/>
                </a:schemeClr>
              </a:solidFill>
              <a:latin typeface="+mn-lt"/>
              <a:ea typeface="+mn-ea"/>
            </a:endParaRPr>
          </a:p>
        </p:txBody>
      </p:sp>
      <p:sp>
        <p:nvSpPr>
          <p:cNvPr id="26" name="标题 1"/>
          <p:cNvSpPr txBox="1"/>
          <p:nvPr>
            <p:custDataLst>
              <p:tags r:id="rId12"/>
            </p:custDataLst>
          </p:nvPr>
        </p:nvSpPr>
        <p:spPr bwMode="black">
          <a:xfrm>
            <a:off x="251520" y="5372001"/>
            <a:ext cx="424847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kern="1200" dirty="0" smtClean="0">
                <a:solidFill>
                  <a:schemeClr val="bg1">
                    <a:lumMod val="10000"/>
                  </a:schemeClr>
                </a:solidFill>
                <a:latin typeface="+mn-lt"/>
                <a:ea typeface="+mn-ea"/>
              </a:rPr>
              <a:t>数学归纳法的边界条件：</a:t>
            </a:r>
            <a:endParaRPr lang="zh-CN" altLang="en-US" kern="1200" dirty="0" smtClean="0">
              <a:solidFill>
                <a:schemeClr val="bg1">
                  <a:lumMod val="10000"/>
                </a:schemeClr>
              </a:solidFill>
              <a:latin typeface="+mn-lt"/>
              <a:ea typeface="+mn-ea"/>
            </a:endParaRPr>
          </a:p>
        </p:txBody>
      </p:sp>
      <mc:AlternateContent xmlns:mc="http://schemas.openxmlformats.org/markup-compatibility/2006">
        <mc:Choice xmlns:a14="http://schemas.microsoft.com/office/drawing/2010/main" Requires="a14">
          <p:sp>
            <p:nvSpPr>
              <p:cNvPr id="12" name="矩形 11"/>
              <p:cNvSpPr/>
              <p:nvPr/>
            </p:nvSpPr>
            <p:spPr>
              <a:xfrm>
                <a:off x="4293624" y="5445224"/>
                <a:ext cx="3362151" cy="521970"/>
              </a:xfrm>
              <a:prstGeom prst="rect">
                <a:avLst/>
              </a:prstGeom>
            </p:spPr>
            <p:txBody>
              <a:bodyPr wrap="square">
                <a:spAutoFit/>
              </a:bodyPr>
              <a:lstStyle/>
              <a:p>
                <a14:m>
                  <m:oMath xmlns:m="http://schemas.openxmlformats.org/officeDocument/2006/math">
                    <m:r>
                      <a:rPr lang="en-US" altLang="zh-CN" sz="2800"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𝟏</m:t>
                        </m:r>
                      </m:e>
                    </m:d>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i="1" dirty="0">
                        <a:solidFill>
                          <a:schemeClr val="tx1"/>
                        </a:solidFill>
                        <a:latin typeface="Cambria Math" panose="02040503050406030204" pitchFamily="18" charset="0"/>
                        <a:ea typeface="MS Mincho" charset="0"/>
                        <a:cs typeface="Cambria Math" panose="02040503050406030204" pitchFamily="18" charset="0"/>
                      </a:rPr>
                      <m:t> </m:t>
                    </m:r>
                    <m:r>
                      <a:rPr lang="en-US" altLang="zh-CN" sz="2800" i="1" dirty="0">
                        <a:solidFill>
                          <a:schemeClr val="tx1"/>
                        </a:solidFill>
                        <a:latin typeface="Cambria Math" panose="02040503050406030204" pitchFamily="18" charset="0"/>
                        <a:ea typeface="+mn-ea"/>
                        <a:cs typeface="Cambria Math" panose="02040503050406030204" pitchFamily="18" charset="0"/>
                      </a:rPr>
                      <m:t>𝒄𝒍𝒐𝒈</m:t>
                    </m:r>
                  </m:oMath>
                </a14:m>
                <a:r>
                  <a:rPr lang="en-US" altLang="zh-CN" sz="2800" dirty="0" smtClean="0">
                    <a:solidFill>
                      <a:schemeClr val="tx1"/>
                    </a:solidFill>
                    <a:latin typeface="+mn-lt"/>
                    <a:ea typeface="+mn-ea"/>
                  </a:rPr>
                  <a:t>1 = 0</a:t>
                </a:r>
                <a:r>
                  <a:rPr lang="zh-CN" altLang="en-US" sz="2800" dirty="0" smtClean="0">
                    <a:solidFill>
                      <a:schemeClr val="tx1"/>
                    </a:solidFill>
                    <a:latin typeface="+mn-lt"/>
                    <a:ea typeface="+mn-ea"/>
                  </a:rPr>
                  <a:t>？</a:t>
                </a:r>
                <a:endParaRPr lang="zh-CN" altLang="en-US" sz="2800" dirty="0" smtClean="0">
                  <a:solidFill>
                    <a:schemeClr val="tx1"/>
                  </a:solidFill>
                  <a:latin typeface="+mn-lt"/>
                  <a:ea typeface="+mn-ea"/>
                </a:endParaRPr>
              </a:p>
            </p:txBody>
          </p:sp>
        </mc:Choice>
        <mc:Fallback>
          <p:sp>
            <p:nvSpPr>
              <p:cNvPr id="12" name="矩形 11"/>
              <p:cNvSpPr>
                <a:spLocks noRot="1" noChangeAspect="1" noMove="1" noResize="1" noEditPoints="1" noAdjustHandles="1" noChangeArrowheads="1" noChangeShapeType="1" noTextEdit="1"/>
              </p:cNvSpPr>
              <p:nvPr/>
            </p:nvSpPr>
            <p:spPr>
              <a:xfrm>
                <a:off x="4293624" y="5445224"/>
                <a:ext cx="3362151" cy="521970"/>
              </a:xfrm>
              <a:prstGeom prst="rect">
                <a:avLst/>
              </a:prstGeom>
              <a:blipFill rotWithShape="1">
                <a:blip r:embed="rId13"/>
                <a:stretch>
                  <a:fillRect l="-12" t="-19" r="6"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矩形 26"/>
              <p:cNvSpPr/>
              <p:nvPr/>
            </p:nvSpPr>
            <p:spPr>
              <a:xfrm>
                <a:off x="323528" y="6074132"/>
                <a:ext cx="6336704" cy="521970"/>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r>
                        <a:rPr lang="en-US" altLang="zh-CN" sz="2800"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e>
                      </m:d>
                      <m:r>
                        <m:rPr>
                          <m:nor/>
                        </m:rPr>
                        <a:rPr lang="en-US" altLang="zh-CN" sz="2800" b="1" i="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m:rPr>
                          <m:nor/>
                        </m:rP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b="1" i="1" dirty="0" smtClean="0">
                          <a:solidFill>
                            <a:schemeClr val="tx1"/>
                          </a:solidFill>
                          <a:latin typeface="Cambria Math" panose="02040503050406030204" pitchFamily="18" charset="0"/>
                          <a:ea typeface="+mn-ea"/>
                          <a:cs typeface="Cambria Math" panose="02040503050406030204" pitchFamily="18" charset="0"/>
                        </a:rPr>
                        <m:t>𝟐</m:t>
                      </m:r>
                      <m:r>
                        <a:rPr lang="en-US" altLang="zh-CN" sz="2800" i="1" dirty="0">
                          <a:solidFill>
                            <a:schemeClr val="tx1"/>
                          </a:solidFill>
                          <a:latin typeface="Cambria Math" panose="02040503050406030204" pitchFamily="18" charset="0"/>
                          <a:ea typeface="+mn-ea"/>
                          <a:cs typeface="Cambria Math" panose="02040503050406030204" pitchFamily="18" charset="0"/>
                        </a:rPr>
                        <m:t>𝒄</m:t>
                      </m:r>
                      <m:r>
                        <a:rPr lang="en-US" altLang="zh-CN" sz="2800" i="1">
                          <a:solidFill>
                            <a:schemeClr val="tx1"/>
                          </a:solidFill>
                          <a:latin typeface="Cambria Math" panose="02040503050406030204" pitchFamily="18" charset="0"/>
                          <a:ea typeface="+mn-ea"/>
                          <a:cs typeface="Cambria Math" panose="02040503050406030204" pitchFamily="18" charset="0"/>
                        </a:rPr>
                        <m:t>𝒍𝒐𝒈</m:t>
                      </m:r>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𝟐</m:t>
                      </m:r>
                      <m:r>
                        <a:rPr lang="en-US" altLang="zh-CN" sz="2800" b="1" i="1" smtClean="0">
                          <a:solidFill>
                            <a:schemeClr val="tx1"/>
                          </a:solidFill>
                          <a:latin typeface="Cambria Math" panose="02040503050406030204" pitchFamily="18" charset="0"/>
                          <a:ea typeface="+mn-ea"/>
                          <a:cs typeface="Cambria Math" panose="02040503050406030204" pitchFamily="18" charset="0"/>
                        </a:rPr>
                        <m:t>𝒄</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i="1">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𝟑</m:t>
                          </m:r>
                        </m:e>
                      </m:d>
                      <m:r>
                        <m:rPr>
                          <m:nor/>
                        </m:rPr>
                        <a:rPr lang="en-US" altLang="zh-CN" sz="280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 </m:t>
                      </m:r>
                      <m:r>
                        <a:rPr lang="en-US" altLang="zh-CN" sz="2800" b="1" i="1" dirty="0" smtClean="0">
                          <a:solidFill>
                            <a:schemeClr val="tx1"/>
                          </a:solidFill>
                          <a:latin typeface="Cambria Math" panose="02040503050406030204" pitchFamily="18" charset="0"/>
                          <a:ea typeface="+mn-ea"/>
                          <a:cs typeface="Cambria Math" panose="02040503050406030204" pitchFamily="18" charset="0"/>
                        </a:rPr>
                        <m:t>𝟑</m:t>
                      </m:r>
                      <m:r>
                        <a:rPr lang="en-US" altLang="zh-CN" sz="2800" i="1" dirty="0">
                          <a:solidFill>
                            <a:schemeClr val="tx1"/>
                          </a:solidFill>
                          <a:latin typeface="Cambria Math" panose="02040503050406030204" pitchFamily="18" charset="0"/>
                          <a:ea typeface="+mn-ea"/>
                          <a:cs typeface="Cambria Math" panose="02040503050406030204" pitchFamily="18" charset="0"/>
                        </a:rPr>
                        <m:t>𝒄</m:t>
                      </m:r>
                      <m:r>
                        <a:rPr lang="en-US" altLang="zh-CN" sz="2800" i="1">
                          <a:solidFill>
                            <a:schemeClr val="tx1"/>
                          </a:solidFill>
                          <a:latin typeface="Cambria Math" panose="02040503050406030204" pitchFamily="18" charset="0"/>
                          <a:ea typeface="+mn-ea"/>
                          <a:cs typeface="Cambria Math" panose="02040503050406030204" pitchFamily="18" charset="0"/>
                        </a:rPr>
                        <m:t>𝒍𝒐𝒈</m:t>
                      </m:r>
                      <m:r>
                        <a:rPr lang="en-US" altLang="zh-CN" sz="2800" b="1" i="1" smtClean="0">
                          <a:solidFill>
                            <a:schemeClr val="tx1"/>
                          </a:solidFill>
                          <a:latin typeface="Cambria Math" panose="02040503050406030204" pitchFamily="18" charset="0"/>
                          <a:ea typeface="+mn-ea"/>
                          <a:cs typeface="Cambria Math" panose="02040503050406030204" pitchFamily="18" charset="0"/>
                        </a:rPr>
                        <m:t>𝟑</m:t>
                      </m:r>
                    </m:oMath>
                  </m:oMathPara>
                </a14:m>
                <a:endParaRPr lang="en-US" altLang="zh-CN" sz="2800" b="1" i="1" dirty="0" smtClean="0">
                  <a:solidFill>
                    <a:schemeClr val="tx1"/>
                  </a:solidFill>
                  <a:latin typeface="+mn-lt"/>
                  <a:ea typeface="+mn-ea"/>
                  <a:cs typeface="Cambria Math" panose="02040503050406030204" pitchFamily="18" charset="0"/>
                </a:endParaRPr>
              </a:p>
            </p:txBody>
          </p:sp>
        </mc:Choice>
        <mc:Fallback>
          <p:sp>
            <p:nvSpPr>
              <p:cNvPr id="27" name="矩形 26"/>
              <p:cNvSpPr>
                <a:spLocks noRot="1" noChangeAspect="1" noMove="1" noResize="1" noEditPoints="1" noAdjustHandles="1" noChangeArrowheads="1" noChangeShapeType="1" noTextEdit="1"/>
              </p:cNvSpPr>
              <p:nvPr/>
            </p:nvSpPr>
            <p:spPr>
              <a:xfrm>
                <a:off x="323528" y="6074132"/>
                <a:ext cx="6336704" cy="521970"/>
              </a:xfrm>
              <a:prstGeom prst="rect">
                <a:avLst/>
              </a:prstGeom>
              <a:blipFill rotWithShape="1">
                <a:blip r:embed="rId14"/>
                <a:stretch>
                  <a:fillRect l="-5" t="-68" r="6" b="68"/>
                </a:stretch>
              </a:blipFill>
            </p:spPr>
            <p:txBody>
              <a:bodyPr/>
              <a:lstStyle/>
              <a:p>
                <a:r>
                  <a:rPr lang="zh-CN" altLang="en-US">
                    <a:noFill/>
                  </a:rPr>
                  <a:t> </a:t>
                </a:r>
              </a:p>
            </p:txBody>
          </p:sp>
        </mc:Fallback>
      </mc:AlternateContent>
      <p:sp>
        <p:nvSpPr>
          <p:cNvPr id="28" name="矩形 27"/>
          <p:cNvSpPr/>
          <p:nvPr>
            <p:custDataLst>
              <p:tags r:id="rId15"/>
            </p:custDataLst>
          </p:nvPr>
        </p:nvSpPr>
        <p:spPr>
          <a:xfrm>
            <a:off x="6516216" y="6093296"/>
            <a:ext cx="2329394" cy="460375"/>
          </a:xfrm>
          <a:prstGeom prst="rect">
            <a:avLst/>
          </a:prstGeom>
        </p:spPr>
        <p:txBody>
          <a:bodyPr wrap="square">
            <a:normAutofit fontScale="90000"/>
          </a:bodyPr>
          <a:lstStyle/>
          <a:p>
            <a:r>
              <a:rPr lang="zh-CN" altLang="en-US" sz="2400" dirty="0" smtClean="0">
                <a:solidFill>
                  <a:schemeClr val="accent1">
                    <a:lumMod val="50000"/>
                  </a:schemeClr>
                </a:solidFill>
                <a:latin typeface="+mn-lt"/>
                <a:ea typeface="+mn-ea"/>
              </a:rPr>
              <a:t>取 </a:t>
            </a:r>
            <a:r>
              <a:rPr lang="en-US" altLang="zh-CN" sz="2400" i="1" dirty="0" smtClean="0">
                <a:solidFill>
                  <a:schemeClr val="accent1">
                    <a:lumMod val="50000"/>
                  </a:schemeClr>
                </a:solidFill>
                <a:latin typeface="+mn-lt"/>
                <a:ea typeface="+mn-ea"/>
              </a:rPr>
              <a:t>c</a:t>
            </a:r>
            <a:r>
              <a:rPr lang="zh-CN" altLang="en-US" sz="2400" i="1" dirty="0" smtClean="0">
                <a:solidFill>
                  <a:schemeClr val="accent1">
                    <a:lumMod val="50000"/>
                  </a:schemeClr>
                </a:solidFill>
                <a:latin typeface="+mn-lt"/>
                <a:ea typeface="+mn-ea"/>
              </a:rPr>
              <a:t>≥</a:t>
            </a:r>
            <a:r>
              <a:rPr lang="en-US" altLang="zh-CN" sz="2400" i="1" dirty="0">
                <a:solidFill>
                  <a:schemeClr val="accent1">
                    <a:lumMod val="50000"/>
                  </a:schemeClr>
                </a:solidFill>
                <a:latin typeface="+mn-lt"/>
                <a:ea typeface="+mn-ea"/>
              </a:rPr>
              <a:t>2</a:t>
            </a:r>
            <a:r>
              <a:rPr lang="en-US" altLang="zh-CN" sz="2400" i="1" dirty="0" smtClean="0">
                <a:solidFill>
                  <a:schemeClr val="accent1">
                    <a:lumMod val="50000"/>
                  </a:schemeClr>
                </a:solidFill>
                <a:latin typeface="+mn-lt"/>
                <a:ea typeface="+mn-ea"/>
              </a:rPr>
              <a:t> </a:t>
            </a:r>
            <a:r>
              <a:rPr lang="zh-CN" altLang="en-US" sz="2400" dirty="0">
                <a:solidFill>
                  <a:schemeClr val="accent1">
                    <a:lumMod val="50000"/>
                  </a:schemeClr>
                </a:solidFill>
                <a:latin typeface="+mn-lt"/>
                <a:ea typeface="+mn-ea"/>
              </a:rPr>
              <a:t>即可</a:t>
            </a:r>
            <a:endParaRPr lang="zh-CN" altLang="en-US" sz="2400" dirty="0">
              <a:solidFill>
                <a:schemeClr val="accent1">
                  <a:lumMod val="50000"/>
                </a:schemeClr>
              </a:solidFill>
              <a:latin typeface="+mn-lt"/>
              <a:ea typeface="+mn-ea"/>
            </a:endParaRPr>
          </a:p>
        </p:txBody>
      </p:sp>
      <p:sp>
        <p:nvSpPr>
          <p:cNvPr id="2" name="标题 1"/>
          <p:cNvSpPr>
            <a:spLocks noGrp="1"/>
          </p:cNvSpPr>
          <p:nvPr>
            <p:ph type="title" idx="4294967295"/>
            <p:custDataLst>
              <p:tags r:id="rId16"/>
            </p:custDataLst>
          </p:nvPr>
        </p:nvSpPr>
        <p:spPr>
          <a:xfrm>
            <a:off x="0" y="44450"/>
            <a:ext cx="3420110" cy="649605"/>
          </a:xfrm>
          <a:prstGeom prst="rect">
            <a:avLst/>
          </a:prstGeom>
        </p:spPr>
        <p:txBody>
          <a:bodyPr vert="horz" wrap="square" lIns="0" tIns="0" rIns="0" bIns="0" rtlCol="0" anchor="ctr">
            <a:normAutofit/>
          </a:bodyPr>
          <a:lstStyle/>
          <a:p>
            <a:pPr lvl="0" algn="l">
              <a:buClrTx/>
              <a:buSzTx/>
              <a:buFontTx/>
            </a:pPr>
            <a:r>
              <a:rPr lang="zh-CN" altLang="en-US" dirty="0">
                <a:sym typeface="+mn-ea"/>
              </a:rPr>
              <a:t>使用代换法验证：</a:t>
            </a:r>
            <a:endParaRPr lang="zh-CN" altLang="en-US" dirty="0">
              <a:sym typeface="+mn-ea"/>
            </a:endParaRPr>
          </a:p>
        </p:txBody>
      </p:sp>
    </p:spTree>
    <p:custDataLst>
      <p:tags r:id="rId1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left)">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P spid="3" grpId="0"/>
      <p:bldP spid="22" grpId="0"/>
      <p:bldP spid="8" grpId="0"/>
      <p:bldP spid="23" grpId="0"/>
      <p:bldP spid="24" grpId="0"/>
      <p:bldP spid="25" grpId="0"/>
      <p:bldP spid="11" grpId="0"/>
      <p:bldP spid="26" grpId="0"/>
      <p:bldP spid="12" grpId="0"/>
      <p:bldP spid="27" grpId="0"/>
      <p:bldP spid="2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12" name="内容占位符 11"/>
          <p:cNvSpPr>
            <a:spLocks noGrp="1"/>
          </p:cNvSpPr>
          <p:nvPr>
            <p:ph idx="1"/>
            <p:custDataLst>
              <p:tags r:id="rId2"/>
            </p:custDataLst>
          </p:nvPr>
        </p:nvSpPr>
        <p:spPr/>
        <p:txBody>
          <a:bodyPr/>
          <a:p>
            <a:endParaRPr lang="zh-CN" altLang="en-US"/>
          </a:p>
        </p:txBody>
      </p:sp>
      <mc:AlternateContent xmlns:mc="http://schemas.openxmlformats.org/markup-compatibility/2006">
        <mc:Choice xmlns:a14="http://schemas.microsoft.com/office/drawing/2010/main" Requires="a14">
          <p:sp>
            <p:nvSpPr>
              <p:cNvPr id="4" name="矩形 3"/>
              <p:cNvSpPr/>
              <p:nvPr/>
            </p:nvSpPr>
            <p:spPr>
              <a:xfrm>
                <a:off x="287524" y="1484784"/>
                <a:ext cx="8604956" cy="764704"/>
              </a:xfrm>
              <a:prstGeom prst="rect">
                <a:avLst/>
              </a:prstGeom>
            </p:spPr>
            <p:txBody>
              <a:bodyPr wrap="none" tIns="108000">
                <a:noAutofit/>
              </a:bodyPr>
              <a:lstStyle/>
              <a:p>
                <a:pPr algn="ctr"/>
                <a14:m>
                  <m:oMath xmlns:m="http://schemas.openxmlformats.org/officeDocument/2006/math">
                    <m:r>
                      <a:rPr lang="en-US" altLang="zh-CN" sz="2800" b="1"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b="1" i="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b="1" i="1" smtClean="0">
                        <a:solidFill>
                          <a:schemeClr val="accent1">
                            <a:lumMod val="50000"/>
                            <a:hueOff val="9600000"/>
                          </a:schemeClr>
                        </a:solidFill>
                        <a:latin typeface="Cambria Math" panose="02040503050406030204" pitchFamily="18" charset="0"/>
                        <a:ea typeface="+mn-ea"/>
                        <a:cs typeface="Cambria Math" panose="02040503050406030204" pitchFamily="18" charset="0"/>
                      </a:rPr>
                      <m:t>𝒂</m:t>
                    </m:r>
                    <m:r>
                      <a:rPr lang="en-US" altLang="zh-CN" sz="2800" b="1" i="1" smtClean="0">
                        <a:solidFill>
                          <a:schemeClr val="tx1"/>
                        </a:solidFill>
                        <a:latin typeface="Cambria Math" panose="02040503050406030204" pitchFamily="18" charset="0"/>
                        <a:ea typeface="+mn-ea"/>
                        <a:cs typeface="Cambria Math" panose="02040503050406030204" pitchFamily="18" charset="0"/>
                      </a:rPr>
                      <m:t>𝑻</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accent1">
                            <a:lumMod val="50000"/>
                            <a:hueOff val="10800000"/>
                          </a:schemeClr>
                        </a:solidFill>
                        <a:latin typeface="Cambria Math" panose="02040503050406030204" pitchFamily="18" charset="0"/>
                        <a:ea typeface="+mn-ea"/>
                        <a:cs typeface="Cambria Math" panose="02040503050406030204" pitchFamily="18" charset="0"/>
                      </a:rPr>
                      <m:t>𝒃</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oMath>
                </a14:m>
                <a:r>
                  <a:rPr lang="en-US" altLang="zh-CN" sz="2800" dirty="0">
                    <a:solidFill>
                      <a:schemeClr val="tx1"/>
                    </a:solidFill>
                    <a:latin typeface="+mn-lt"/>
                    <a:ea typeface="+mn-ea"/>
                  </a:rPr>
                  <a:t> </a:t>
                </a:r>
                <a:r>
                  <a:rPr lang="en-US" altLang="zh-CN" sz="2800" dirty="0" smtClean="0">
                    <a:solidFill>
                      <a:schemeClr val="tx1"/>
                    </a:solidFill>
                    <a:latin typeface="+mn-lt"/>
                    <a:ea typeface="+mn-ea"/>
                  </a:rPr>
                  <a:t>+ </a:t>
                </a:r>
                <a14:m>
                  <m:oMath xmlns:m="http://schemas.openxmlformats.org/officeDocument/2006/math">
                    <m:r>
                      <a:rPr lang="en-US" altLang="zh-CN" sz="2800" i="1">
                        <a:solidFill>
                          <a:schemeClr val="tx1"/>
                        </a:solidFill>
                        <a:latin typeface="Cambria Math" panose="02040503050406030204" pitchFamily="18" charset="0"/>
                        <a:ea typeface="+mn-ea"/>
                        <a:cs typeface="Cambria Math" panose="02040503050406030204" pitchFamily="18" charset="0"/>
                      </a:rPr>
                      <m:t>𝒇</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i="1">
                            <a:solidFill>
                              <a:schemeClr val="tx1"/>
                            </a:solidFill>
                            <a:latin typeface="Cambria Math" panose="02040503050406030204" pitchFamily="18" charset="0"/>
                            <a:ea typeface="+mn-ea"/>
                            <a:cs typeface="Cambria Math" panose="02040503050406030204" pitchFamily="18" charset="0"/>
                          </a:rPr>
                          <m:t>𝒏</m:t>
                        </m:r>
                      </m:e>
                    </m:d>
                  </m:oMath>
                </a14:m>
                <a:endParaRPr lang="en-US" altLang="zh-CN" sz="2800" i="1" dirty="0">
                  <a:solidFill>
                    <a:schemeClr val="tx1"/>
                  </a:solidFill>
                  <a:latin typeface="+mn-lt"/>
                  <a:ea typeface="+mn-ea"/>
                  <a:cs typeface="Cambria Math" panose="020405030504060302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287524" y="1484784"/>
                <a:ext cx="8604956" cy="764704"/>
              </a:xfrm>
              <a:prstGeom prst="rect">
                <a:avLst/>
              </a:prstGeom>
              <a:blipFill rotWithShape="1">
                <a:blip r:embed="rId3"/>
                <a:stretch>
                  <a:fillRect l="-6" t="-20" r="7" b="42"/>
                </a:stretch>
              </a:blipFill>
            </p:spPr>
            <p:txBody>
              <a:bodyPr/>
              <a:lstStyle/>
              <a:p>
                <a:r>
                  <a:rPr lang="zh-CN" altLang="en-US">
                    <a:noFill/>
                  </a:rPr>
                  <a:t> </a:t>
                </a:r>
              </a:p>
            </p:txBody>
          </p:sp>
        </mc:Fallback>
      </mc:AlternateContent>
      <p:sp>
        <p:nvSpPr>
          <p:cNvPr id="15" name="标题 1"/>
          <p:cNvSpPr txBox="1"/>
          <p:nvPr>
            <p:custDataLst>
              <p:tags r:id="rId4"/>
            </p:custDataLst>
          </p:nvPr>
        </p:nvSpPr>
        <p:spPr bwMode="black">
          <a:xfrm>
            <a:off x="107504" y="763489"/>
            <a:ext cx="100811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sz="3200" dirty="0" smtClean="0">
                <a:solidFill>
                  <a:schemeClr val="bg1">
                    <a:lumMod val="10000"/>
                  </a:schemeClr>
                </a:solidFill>
                <a:latin typeface="+mn-lt"/>
                <a:ea typeface="+mn-ea"/>
              </a:rPr>
              <a:t>设</a:t>
            </a:r>
            <a:r>
              <a:rPr lang="zh-CN" altLang="en-US" sz="3200" kern="1200" dirty="0" smtClean="0">
                <a:solidFill>
                  <a:schemeClr val="bg1">
                    <a:lumMod val="10000"/>
                  </a:schemeClr>
                </a:solidFill>
                <a:latin typeface="+mn-lt"/>
                <a:ea typeface="+mn-ea"/>
              </a:rPr>
              <a:t>：</a:t>
            </a:r>
            <a:endParaRPr lang="zh-CN" altLang="en-US" sz="3200" kern="1200" dirty="0" smtClean="0">
              <a:solidFill>
                <a:schemeClr val="bg1">
                  <a:lumMod val="10000"/>
                </a:schemeClr>
              </a:solidFill>
              <a:latin typeface="+mn-lt"/>
              <a:ea typeface="+mn-ea"/>
            </a:endParaRPr>
          </a:p>
        </p:txBody>
      </p:sp>
      <mc:AlternateContent xmlns:mc="http://schemas.openxmlformats.org/markup-compatibility/2006">
        <mc:Choice xmlns:a14="http://schemas.microsoft.com/office/drawing/2010/main" Requires="a14">
          <p:sp>
            <p:nvSpPr>
              <p:cNvPr id="16" name="矩形 15"/>
              <p:cNvSpPr/>
              <p:nvPr/>
            </p:nvSpPr>
            <p:spPr>
              <a:xfrm>
                <a:off x="1043608" y="764704"/>
                <a:ext cx="7776864" cy="648072"/>
              </a:xfrm>
              <a:prstGeom prst="rect">
                <a:avLst/>
              </a:prstGeom>
            </p:spPr>
            <p:txBody>
              <a:bodyPr wrap="none">
                <a:noAutofit/>
              </a:bodyPr>
              <a:lstStyle/>
              <a:p>
                <a:pPr algn="ctr"/>
                <a14:m>
                  <m:oMath xmlns:m="http://schemas.openxmlformats.org/officeDocument/2006/math">
                    <m:r>
                      <a:rPr lang="en-US" altLang="zh-CN" sz="3200">
                        <a:solidFill>
                          <a:schemeClr val="tx1"/>
                        </a:solidFill>
                        <a:latin typeface="Cambria Math" panose="02040503050406030204" pitchFamily="18" charset="0"/>
                        <a:ea typeface="+mn-ea"/>
                        <a:cs typeface="Cambria Math" panose="02040503050406030204" pitchFamily="18" charset="0"/>
                      </a:rPr>
                      <m:t>𝒂</m:t>
                    </m:r>
                    <m:r>
                      <a:rPr lang="en-US" altLang="zh-CN" sz="3200">
                        <a:solidFill>
                          <a:schemeClr val="tx1"/>
                        </a:solidFill>
                        <a:latin typeface="Cambria Math" panose="02040503050406030204" pitchFamily="18" charset="0"/>
                        <a:ea typeface="MS Mincho" charset="0"/>
                        <a:cs typeface="Cambria Math" panose="02040503050406030204" pitchFamily="18" charset="0"/>
                      </a:rPr>
                      <m:t>≥</m:t>
                    </m:r>
                    <m:r>
                      <a:rPr lang="en-US" altLang="zh-CN" sz="3200">
                        <a:solidFill>
                          <a:schemeClr val="tx1"/>
                        </a:solidFill>
                        <a:latin typeface="Cambria Math" panose="02040503050406030204" pitchFamily="18" charset="0"/>
                        <a:ea typeface="+mn-ea"/>
                        <a:cs typeface="Cambria Math" panose="02040503050406030204" pitchFamily="18" charset="0"/>
                      </a:rPr>
                      <m:t>𝟏</m:t>
                    </m:r>
                    <m:r>
                      <a:rPr lang="en-US" altLang="zh-CN" sz="3200">
                        <a:solidFill>
                          <a:schemeClr val="tx1"/>
                        </a:solidFill>
                        <a:latin typeface="Cambria Math" panose="02040503050406030204" pitchFamily="18" charset="0"/>
                        <a:ea typeface="MS Mincho" charset="0"/>
                        <a:cs typeface="Cambria Math" panose="02040503050406030204" pitchFamily="18" charset="0"/>
                      </a:rPr>
                      <m:t>,</m:t>
                    </m:r>
                    <m:r>
                      <a:rPr lang="en-US" altLang="zh-CN" sz="3200">
                        <a:solidFill>
                          <a:schemeClr val="tx1"/>
                        </a:solidFill>
                        <a:latin typeface="Cambria Math" panose="02040503050406030204" pitchFamily="18" charset="0"/>
                        <a:ea typeface="+mn-ea"/>
                        <a:cs typeface="Cambria Math" panose="02040503050406030204" pitchFamily="18" charset="0"/>
                      </a:rPr>
                      <m:t>𝒃</m:t>
                    </m:r>
                    <m:r>
                      <a:rPr lang="en-US" altLang="zh-CN" sz="3200">
                        <a:solidFill>
                          <a:schemeClr val="tx1"/>
                        </a:solidFill>
                        <a:latin typeface="Cambria Math" panose="02040503050406030204" pitchFamily="18" charset="0"/>
                        <a:ea typeface="MS Mincho" charset="0"/>
                        <a:cs typeface="Cambria Math" panose="02040503050406030204" pitchFamily="18" charset="0"/>
                      </a:rPr>
                      <m:t>&gt;</m:t>
                    </m:r>
                    <m:r>
                      <a:rPr lang="en-US" altLang="zh-CN" sz="3200">
                        <a:solidFill>
                          <a:schemeClr val="tx1"/>
                        </a:solidFill>
                        <a:latin typeface="Cambria Math" panose="02040503050406030204" pitchFamily="18" charset="0"/>
                        <a:ea typeface="+mn-ea"/>
                        <a:cs typeface="Cambria Math" panose="02040503050406030204" pitchFamily="18" charset="0"/>
                      </a:rPr>
                      <m:t>𝟏</m:t>
                    </m:r>
                    <m:r>
                      <a:rPr lang="zh-CN" altLang="en-US" sz="3200">
                        <a:solidFill>
                          <a:schemeClr val="tx1"/>
                        </a:solidFill>
                        <a:latin typeface="Cambria Math" panose="02040503050406030204" pitchFamily="18" charset="0"/>
                        <a:ea typeface="MS Mincho" charset="0"/>
                        <a:cs typeface="Cambria Math" panose="02040503050406030204" pitchFamily="18" charset="0"/>
                      </a:rPr>
                      <m:t>为常数</m:t>
                    </m:r>
                    <m:r>
                      <a:rPr lang="en-US" altLang="zh-CN" sz="3200">
                        <a:solidFill>
                          <a:schemeClr val="tx1"/>
                        </a:solidFill>
                        <a:latin typeface="Cambria Math" panose="02040503050406030204" pitchFamily="18" charset="0"/>
                        <a:ea typeface="MS Mincho" charset="0"/>
                        <a:cs typeface="Cambria Math" panose="02040503050406030204" pitchFamily="18" charset="0"/>
                      </a:rPr>
                      <m:t>, </m:t>
                    </m:r>
                    <m:r>
                      <a:rPr lang="en-US" altLang="zh-CN" sz="3200">
                        <a:solidFill>
                          <a:schemeClr val="tx1"/>
                        </a:solidFill>
                        <a:latin typeface="Cambria Math" panose="02040503050406030204" pitchFamily="18" charset="0"/>
                        <a:ea typeface="+mn-ea"/>
                        <a:cs typeface="Cambria Math" panose="02040503050406030204" pitchFamily="18" charset="0"/>
                      </a:rPr>
                      <m:t>𝑻</m:t>
                    </m:r>
                    <m:d>
                      <m:dPr>
                        <m:ctrlPr>
                          <a:rPr lang="en-US" altLang="zh-CN" sz="3200" i="1">
                            <a:solidFill>
                              <a:schemeClr val="tx1"/>
                            </a:solidFill>
                            <a:latin typeface="Cambria Math" panose="02040503050406030204" pitchFamily="18" charset="0"/>
                            <a:ea typeface="+mn-ea"/>
                            <a:cs typeface="Cambria Math" panose="02040503050406030204" pitchFamily="18" charset="0"/>
                          </a:rPr>
                        </m:ctrlPr>
                      </m:dPr>
                      <m:e>
                        <m:r>
                          <a:rPr lang="en-US" altLang="zh-CN" sz="3200">
                            <a:solidFill>
                              <a:schemeClr val="tx1"/>
                            </a:solidFill>
                            <a:latin typeface="Cambria Math" panose="02040503050406030204" pitchFamily="18" charset="0"/>
                            <a:ea typeface="+mn-ea"/>
                            <a:cs typeface="Cambria Math" panose="02040503050406030204" pitchFamily="18" charset="0"/>
                          </a:rPr>
                          <m:t>𝒏</m:t>
                        </m:r>
                      </m:e>
                    </m:d>
                  </m:oMath>
                </a14:m>
                <a:r>
                  <a:rPr lang="zh-CN" altLang="en-US" sz="3200" dirty="0" smtClean="0">
                    <a:solidFill>
                      <a:schemeClr val="tx1"/>
                    </a:solidFill>
                    <a:latin typeface="+mn-lt"/>
                    <a:ea typeface="+mn-ea"/>
                    <a:cs typeface="Verdana" panose="020B0604030504040204" pitchFamily="34" charset="0"/>
                  </a:rPr>
                  <a:t>对非负整数定义为</a:t>
                </a:r>
                <a:endParaRPr lang="zh-CN" altLang="en-US" sz="3200" dirty="0" smtClean="0">
                  <a:solidFill>
                    <a:schemeClr val="tx1"/>
                  </a:solidFill>
                  <a:latin typeface="+mn-lt"/>
                  <a:ea typeface="+mn-ea"/>
                  <a:cs typeface="Verdana" panose="020B0604030504040204" pitchFamily="34" charset="0"/>
                </a:endParaRPr>
              </a:p>
            </p:txBody>
          </p:sp>
        </mc:Choice>
        <mc:Fallback>
          <p:sp>
            <p:nvSpPr>
              <p:cNvPr id="16" name="矩形 15"/>
              <p:cNvSpPr>
                <a:spLocks noRot="1" noChangeAspect="1" noMove="1" noResize="1" noEditPoints="1" noAdjustHandles="1" noChangeArrowheads="1" noChangeShapeType="1" noTextEdit="1"/>
              </p:cNvSpPr>
              <p:nvPr/>
            </p:nvSpPr>
            <p:spPr>
              <a:xfrm>
                <a:off x="1043608" y="764704"/>
                <a:ext cx="7776864" cy="648072"/>
              </a:xfrm>
              <a:prstGeom prst="rect">
                <a:avLst/>
              </a:prstGeom>
              <a:blipFill rotWithShape="1">
                <a:blip r:embed="rId5"/>
                <a:stretch>
                  <a:fillRect l="-4" t="-25" r="-1098" b="83"/>
                </a:stretch>
              </a:blipFill>
            </p:spPr>
            <p:txBody>
              <a:bodyPr/>
              <a:lstStyle/>
              <a:p>
                <a:r>
                  <a:rPr lang="zh-CN" altLang="en-US">
                    <a:noFill/>
                  </a:rPr>
                  <a:t> </a:t>
                </a:r>
              </a:p>
            </p:txBody>
          </p:sp>
        </mc:Fallback>
      </mc:AlternateContent>
      <p:sp>
        <p:nvSpPr>
          <p:cNvPr id="22" name="标题 1"/>
          <p:cNvSpPr txBox="1"/>
          <p:nvPr>
            <p:custDataLst>
              <p:tags r:id="rId6"/>
            </p:custDataLst>
          </p:nvPr>
        </p:nvSpPr>
        <p:spPr bwMode="black">
          <a:xfrm>
            <a:off x="107504" y="2276872"/>
            <a:ext cx="433848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sz="2400" kern="1200" dirty="0" smtClean="0">
                <a:solidFill>
                  <a:schemeClr val="lt1">
                    <a:lumMod val="10000"/>
                  </a:schemeClr>
                </a:solidFill>
                <a:latin typeface="+mn-lt"/>
                <a:ea typeface="+mn-ea"/>
              </a:rPr>
              <a:t>（</a:t>
            </a:r>
            <a:r>
              <a:rPr lang="en-US" altLang="zh-CN" sz="2400" kern="1200" dirty="0" smtClean="0">
                <a:solidFill>
                  <a:schemeClr val="lt1">
                    <a:lumMod val="10000"/>
                  </a:schemeClr>
                </a:solidFill>
                <a:latin typeface="+mn-lt"/>
                <a:ea typeface="+mn-ea"/>
              </a:rPr>
              <a:t>1</a:t>
            </a:r>
            <a:r>
              <a:rPr lang="zh-CN" altLang="en-US" sz="2400" kern="1200" dirty="0" smtClean="0">
                <a:solidFill>
                  <a:schemeClr val="lt1">
                    <a:lumMod val="10000"/>
                  </a:schemeClr>
                </a:solidFill>
                <a:latin typeface="+mn-lt"/>
                <a:ea typeface="+mn-ea"/>
              </a:rPr>
              <a:t>）</a:t>
            </a:r>
            <a:r>
              <a:rPr lang="zh-CN" altLang="en-US" sz="2400" b="0" kern="1200" dirty="0" smtClean="0">
                <a:solidFill>
                  <a:schemeClr val="lt1">
                    <a:lumMod val="10000"/>
                  </a:schemeClr>
                </a:solidFill>
                <a:latin typeface="+mn-lt"/>
                <a:ea typeface="+mn-ea"/>
              </a:rPr>
              <a:t>若对于某常数 </a:t>
            </a:r>
            <a:r>
              <a:rPr lang="en-US" altLang="zh-CN" sz="2400" b="0" kern="1200" dirty="0" smtClean="0">
                <a:solidFill>
                  <a:schemeClr val="lt1">
                    <a:lumMod val="10000"/>
                  </a:schemeClr>
                </a:solidFill>
                <a:latin typeface="+mn-lt"/>
                <a:ea typeface="+mn-ea"/>
              </a:rPr>
              <a:t>ε&gt;0</a:t>
            </a:r>
            <a:r>
              <a:rPr lang="zh-CN" altLang="en-US" sz="2400" b="0" kern="1200" dirty="0" smtClean="0">
                <a:solidFill>
                  <a:schemeClr val="lt1">
                    <a:lumMod val="10000"/>
                  </a:schemeClr>
                </a:solidFill>
                <a:latin typeface="+mn-lt"/>
                <a:ea typeface="+mn-ea"/>
              </a:rPr>
              <a:t>，有：</a:t>
            </a:r>
            <a:endParaRPr lang="zh-CN" altLang="en-US" sz="2400" b="0" kern="1200" dirty="0" smtClean="0">
              <a:solidFill>
                <a:schemeClr val="lt1">
                  <a:lumMod val="10000"/>
                </a:schemeClr>
              </a:solidFill>
              <a:latin typeface="+mn-lt"/>
              <a:ea typeface="+mn-ea"/>
            </a:endParaRPr>
          </a:p>
        </p:txBody>
      </p:sp>
      <mc:AlternateContent xmlns:mc="http://schemas.openxmlformats.org/markup-compatibility/2006">
        <mc:Choice xmlns:a14="http://schemas.microsoft.com/office/drawing/2010/main" Requires="a14">
          <p:sp>
            <p:nvSpPr>
              <p:cNvPr id="8" name="矩形 7"/>
              <p:cNvSpPr/>
              <p:nvPr>
                <p:custDataLst>
                  <p:tags r:id="rId7"/>
                </p:custDataLst>
              </p:nvPr>
            </p:nvSpPr>
            <p:spPr>
              <a:xfrm>
                <a:off x="287524" y="3006775"/>
                <a:ext cx="8604956" cy="525780"/>
              </a:xfrm>
              <a:prstGeom prst="rect">
                <a:avLst/>
              </a:prstGeom>
            </p:spPr>
            <p:txBody>
              <a:bodyPr wrap="square">
                <a:normAutofit/>
              </a:bodyPr>
              <a:lstStyle/>
              <a:p>
                <a14:m>
                  <m:oMathPara xmlns:m="http://schemas.openxmlformats.org/officeDocument/2006/math">
                    <m:oMathParaPr>
                      <m:jc m:val="center"/>
                    </m:oMathParaPr>
                    <m:oMath xmlns:m="http://schemas.openxmlformats.org/officeDocument/2006/math">
                      <m:r>
                        <a:rPr lang="zh-CN" altLang="en-US" sz="2800" b="1" i="1" smtClean="0">
                          <a:latin typeface="Cambria Math" panose="02040503050406030204" pitchFamily="18" charset="0"/>
                          <a:ea typeface="MS Mincho" charset="0"/>
                          <a:cs typeface="Cambria Math" panose="02040503050406030204" pitchFamily="18" charset="0"/>
                        </a:rPr>
                        <m:t>则：</m:t>
                      </m:r>
                      <m:r>
                        <a:rPr lang="en-US" altLang="zh-CN" sz="2800" i="1" smtClean="0">
                          <a:latin typeface="Cambria Math" panose="02040503050406030204" pitchFamily="18" charset="0"/>
                          <a:ea typeface="+mn-ea"/>
                          <a:cs typeface="Cambria Math" panose="02040503050406030204" pitchFamily="18" charset="0"/>
                        </a:rPr>
                        <m:t>𝑻</m:t>
                      </m:r>
                      <m:d>
                        <m:dPr>
                          <m:ctrlPr>
                            <a:rPr lang="en-US" altLang="zh-CN" sz="2800" i="1">
                              <a:latin typeface="Cambria Math" panose="02040503050406030204" pitchFamily="18" charset="0"/>
                              <a:ea typeface="+mn-ea"/>
                              <a:cs typeface="Cambria Math" panose="02040503050406030204" pitchFamily="18" charset="0"/>
                            </a:rPr>
                          </m:ctrlPr>
                        </m:dPr>
                        <m:e>
                          <m:r>
                            <a:rPr lang="en-US" altLang="zh-CN" sz="2800" i="1">
                              <a:latin typeface="Cambria Math" panose="02040503050406030204" pitchFamily="18" charset="0"/>
                              <a:ea typeface="+mn-ea"/>
                              <a:cs typeface="Cambria Math" panose="02040503050406030204" pitchFamily="18" charset="0"/>
                            </a:rPr>
                            <m:t>𝒏</m:t>
                          </m:r>
                        </m:e>
                      </m:d>
                      <m:r>
                        <m:rPr>
                          <m:nor/>
                        </m:rPr>
                        <a:rPr lang="en-US" altLang="zh-CN" sz="2800">
                          <a:latin typeface="Cambria Math" panose="02040503050406030204" pitchFamily="18" charset="0"/>
                          <a:ea typeface="MS Mincho" charset="0"/>
                          <a:cs typeface="Cambria Math" panose="02040503050406030204" pitchFamily="18" charset="0"/>
                        </a:rPr>
                        <m:t> </m:t>
                      </m:r>
                      <m:r>
                        <m:rPr>
                          <m:nor/>
                        </m:rPr>
                        <a:rPr lang="en-US" altLang="zh-CN" sz="2800" b="1" i="0" dirty="0" smtClean="0">
                          <a:latin typeface="Cambria Math" panose="02040503050406030204" pitchFamily="18" charset="0"/>
                          <a:ea typeface="MS Mincho" charset="0"/>
                          <a:cs typeface="Cambria Math" panose="02040503050406030204" pitchFamily="18" charset="0"/>
                        </a:rPr>
                        <m:t>= </m:t>
                      </m:r>
                      <m:r>
                        <m:rPr>
                          <m:nor/>
                        </m:rPr>
                        <a:rPr lang="en-US" altLang="zh-CN" sz="2800" dirty="0">
                          <a:latin typeface="Cambria Math" panose="02040503050406030204" pitchFamily="18" charset="0"/>
                          <a:ea typeface="+mn-ea"/>
                          <a:cs typeface="Cambria Math" panose="02040503050406030204" pitchFamily="18" charset="0"/>
                        </a:rPr>
                        <m:t>Θ</m:t>
                      </m:r>
                      <m:r>
                        <a:rPr lang="en-US" altLang="zh-CN" sz="2800" i="1" dirty="0">
                          <a:latin typeface="Cambria Math" panose="02040503050406030204" pitchFamily="18" charset="0"/>
                          <a:ea typeface="MS Mincho" charset="0"/>
                          <a:cs typeface="Cambria Math" panose="02040503050406030204" pitchFamily="18" charset="0"/>
                        </a:rPr>
                        <m:t>(</m:t>
                      </m:r>
                      <m:sSup>
                        <m:sSupPr>
                          <m:ctrlPr>
                            <a:rPr lang="en-US" altLang="zh-CN" sz="2800" i="1" dirty="0">
                              <a:latin typeface="Cambria Math" panose="02040503050406030204" pitchFamily="18" charset="0"/>
                              <a:ea typeface="+mn-ea"/>
                              <a:cs typeface="Cambria Math" panose="02040503050406030204" pitchFamily="18" charset="0"/>
                            </a:rPr>
                          </m:ctrlPr>
                        </m:sSupPr>
                        <m:e>
                          <m:r>
                            <a:rPr lang="en-US" altLang="zh-CN" sz="2800" i="1" dirty="0">
                              <a:latin typeface="Cambria Math" panose="02040503050406030204" pitchFamily="18" charset="0"/>
                              <a:ea typeface="+mn-ea"/>
                              <a:cs typeface="Cambria Math" panose="02040503050406030204" pitchFamily="18" charset="0"/>
                            </a:rPr>
                            <m:t>𝒏</m:t>
                          </m:r>
                        </m:e>
                        <m:sup>
                          <m:sSub>
                            <m:sSubPr>
                              <m:ctrlPr>
                                <a:rPr lang="en-US" altLang="zh-CN" sz="2800" i="1" dirty="0">
                                  <a:latin typeface="Cambria Math" panose="02040503050406030204" pitchFamily="18" charset="0"/>
                                  <a:ea typeface="+mn-ea"/>
                                  <a:cs typeface="Cambria Math" panose="02040503050406030204" pitchFamily="18" charset="0"/>
                                </a:rPr>
                              </m:ctrlPr>
                            </m:sSubPr>
                            <m:e>
                              <m:r>
                                <a:rPr lang="en-US" altLang="zh-CN" sz="2800" i="1" dirty="0">
                                  <a:latin typeface="Cambria Math" panose="02040503050406030204" pitchFamily="18" charset="0"/>
                                  <a:ea typeface="+mn-ea"/>
                                  <a:cs typeface="Cambria Math" panose="02040503050406030204" pitchFamily="18" charset="0"/>
                                </a:rPr>
                                <m:t>𝒍𝒐𝒈</m:t>
                              </m:r>
                            </m:e>
                            <m:sub>
                              <m:r>
                                <a:rPr lang="en-US" altLang="zh-CN" sz="2800" i="1" dirty="0" smtClean="0">
                                  <a:solidFill>
                                    <a:srgbClr val="FF0000"/>
                                  </a:solidFill>
                                  <a:latin typeface="Cambria Math" panose="02040503050406030204" pitchFamily="18" charset="0"/>
                                  <a:ea typeface="+mn-ea"/>
                                  <a:cs typeface="Cambria Math" panose="02040503050406030204" pitchFamily="18" charset="0"/>
                                </a:rPr>
                                <m:t>𝒃</m:t>
                              </m:r>
                            </m:sub>
                          </m:sSub>
                          <m:r>
                            <a:rPr lang="en-US" altLang="zh-CN" sz="2800" i="1" dirty="0" smtClean="0">
                              <a:solidFill>
                                <a:srgbClr val="0000FF"/>
                              </a:solidFill>
                              <a:latin typeface="Cambria Math" panose="02040503050406030204" pitchFamily="18" charset="0"/>
                              <a:ea typeface="+mn-ea"/>
                              <a:cs typeface="Cambria Math" panose="02040503050406030204" pitchFamily="18" charset="0"/>
                            </a:rPr>
                            <m:t>𝒂</m:t>
                          </m:r>
                        </m:sup>
                      </m:sSup>
                      <m:r>
                        <a:rPr lang="en-US" altLang="zh-CN" sz="2800" i="1" dirty="0">
                          <a:latin typeface="Cambria Math" panose="02040503050406030204" pitchFamily="18" charset="0"/>
                          <a:ea typeface="MS Mincho" charset="0"/>
                          <a:cs typeface="Cambria Math" panose="02040503050406030204" pitchFamily="18" charset="0"/>
                        </a:rPr>
                        <m:t>)</m:t>
                      </m:r>
                    </m:oMath>
                  </m:oMathPara>
                </a14:m>
                <a:endParaRPr lang="zh-CN" altLang="en-US" sz="2800" dirty="0">
                  <a:latin typeface="+mn-lt"/>
                  <a:ea typeface="+mn-ea"/>
                </a:endParaRPr>
              </a:p>
            </p:txBody>
          </p:sp>
        </mc:Choice>
        <mc:Fallback>
          <p:sp>
            <p:nvSpPr>
              <p:cNvPr id="8" name="矩形 7"/>
              <p:cNvSpPr>
                <a:spLocks noRot="1" noChangeAspect="1" noMove="1" noResize="1" noEditPoints="1" noAdjustHandles="1" noChangeArrowheads="1" noChangeShapeType="1" noTextEdit="1"/>
              </p:cNvSpPr>
              <p:nvPr>
                <p:custDataLst>
                  <p:tags r:id="rId8"/>
                </p:custDataLst>
              </p:nvPr>
            </p:nvSpPr>
            <p:spPr>
              <a:xfrm>
                <a:off x="287524" y="3006775"/>
                <a:ext cx="8604956" cy="525780"/>
              </a:xfrm>
              <a:prstGeom prst="rect">
                <a:avLst/>
              </a:prstGeom>
              <a:blipFill rotWithShape="1">
                <a:blip r:embed="rId9"/>
                <a:stretch>
                  <a:fillRect l="-6" t="-10" r="7"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custDataLst>
                  <p:tags r:id="rId10"/>
                </p:custDataLst>
              </p:nvPr>
            </p:nvSpPr>
            <p:spPr>
              <a:xfrm>
                <a:off x="4427984" y="2239624"/>
                <a:ext cx="3096344" cy="695185"/>
              </a:xfrm>
              <a:prstGeom prst="rect">
                <a:avLst/>
              </a:prstGeom>
            </p:spPr>
            <p:txBody>
              <a:bodyPr wrap="none" tIns="108000">
                <a:noAutofit/>
              </a:bodyPr>
              <a:lstStyle/>
              <a:p>
                <a14:m>
                  <m:oMathPara xmlns:m="http://schemas.openxmlformats.org/officeDocument/2006/math">
                    <m:oMathParaPr>
                      <m:jc m:val="left"/>
                    </m:oMathParaPr>
                    <m:oMath xmlns:m="http://schemas.openxmlformats.org/officeDocument/2006/math">
                      <m:r>
                        <a:rPr lang="en-US" altLang="zh-CN" sz="2800" i="1" smtClean="0">
                          <a:solidFill>
                            <a:schemeClr val="tx1"/>
                          </a:solidFill>
                          <a:latin typeface="Cambria Math" panose="02040503050406030204" pitchFamily="18" charset="0"/>
                          <a:ea typeface="+mn-ea"/>
                          <a:cs typeface="Cambria Math" panose="02040503050406030204" pitchFamily="18" charset="0"/>
                        </a:rPr>
                        <m:t>𝒇</m:t>
                      </m:r>
                      <m:d>
                        <m:d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b="1" i="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dirty="0" smtClean="0">
                          <a:solidFill>
                            <a:schemeClr val="tx1"/>
                          </a:solidFill>
                          <a:latin typeface="Cambria Math" panose="02040503050406030204" pitchFamily="18" charset="0"/>
                          <a:ea typeface="+mn-ea"/>
                          <a:cs typeface="Cambria Math" panose="02040503050406030204" pitchFamily="18" charset="0"/>
                        </a:rPr>
                        <m:t>𝑶</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sSup>
                        <m:sSup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sSupPr>
                        <m:e>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𝒏</m:t>
                          </m:r>
                        </m:e>
                        <m:sup>
                          <m:sSub>
                            <m:sSub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sSubPr>
                            <m:e>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𝒍𝒐𝒈</m:t>
                              </m:r>
                            </m:e>
                            <m:sub>
                              <m:r>
                                <a:rPr lang="en-US" altLang="zh-CN" sz="2800" b="1" i="1" dirty="0" smtClean="0">
                                  <a:solidFill>
                                    <a:schemeClr val="accent1">
                                      <a:lumMod val="50000"/>
                                      <a:hueOff val="10800000"/>
                                    </a:schemeClr>
                                  </a:solidFill>
                                  <a:latin typeface="Cambria Math" panose="02040503050406030204" pitchFamily="18" charset="0"/>
                                  <a:ea typeface="+mn-ea"/>
                                  <a:cs typeface="Cambria Math" panose="02040503050406030204" pitchFamily="18" charset="0"/>
                                </a:rPr>
                                <m:t>𝒃</m:t>
                              </m:r>
                            </m:sub>
                          </m:sSub>
                          <m:r>
                            <a:rPr lang="en-US" altLang="zh-CN" sz="2800" b="1" i="1" dirty="0" smtClean="0">
                              <a:solidFill>
                                <a:schemeClr val="accent1">
                                  <a:lumMod val="50000"/>
                                  <a:hueOff val="9600000"/>
                                </a:schemeClr>
                              </a:solidFill>
                              <a:latin typeface="Cambria Math" panose="02040503050406030204" pitchFamily="18" charset="0"/>
                              <a:ea typeface="+mn-ea"/>
                              <a:cs typeface="Cambria Math" panose="02040503050406030204" pitchFamily="18" charset="0"/>
                            </a:rPr>
                            <m:t>𝒂</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r>
                            <a:rPr lang="zh-CN" altLang="en-US" sz="2800" b="1" i="1" dirty="0" smtClean="0">
                              <a:solidFill>
                                <a:schemeClr val="tx1"/>
                              </a:solidFill>
                              <a:latin typeface="Cambria Math" panose="02040503050406030204" pitchFamily="18" charset="0"/>
                              <a:ea typeface="MS Mincho" charset="0"/>
                              <a:cs typeface="Cambria Math" panose="02040503050406030204" pitchFamily="18" charset="0"/>
                            </a:rPr>
                            <m:t>𝝐</m:t>
                          </m:r>
                        </m:sup>
                      </m:sSup>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oMath>
                  </m:oMathPara>
                </a14:m>
                <a:endParaRPr lang="en-US" altLang="zh-CN" sz="2800" b="1" i="1" dirty="0" smtClean="0">
                  <a:solidFill>
                    <a:schemeClr val="tx1"/>
                  </a:solidFill>
                  <a:latin typeface="+mn-lt"/>
                  <a:ea typeface="+mn-ea"/>
                  <a:cs typeface="Cambria Math" panose="02040503050406030204" pitchFamily="18" charset="0"/>
                </a:endParaRPr>
              </a:p>
            </p:txBody>
          </p:sp>
        </mc:Choice>
        <mc:Fallback>
          <p:sp>
            <p:nvSpPr>
              <p:cNvPr id="18" name="矩形 17"/>
              <p:cNvSpPr>
                <a:spLocks noRot="1" noChangeAspect="1" noMove="1" noResize="1" noEditPoints="1" noAdjustHandles="1" noChangeArrowheads="1" noChangeShapeType="1" noTextEdit="1"/>
              </p:cNvSpPr>
              <p:nvPr>
                <p:custDataLst>
                  <p:tags r:id="rId11"/>
                </p:custDataLst>
              </p:nvPr>
            </p:nvSpPr>
            <p:spPr>
              <a:xfrm>
                <a:off x="4427984" y="2239624"/>
                <a:ext cx="3096344" cy="695185"/>
              </a:xfrm>
              <a:prstGeom prst="rect">
                <a:avLst/>
              </a:prstGeom>
              <a:blipFill rotWithShape="1">
                <a:blip r:embed="rId12"/>
                <a:stretch>
                  <a:fillRect l="-4" t="-88" r="7" b="68"/>
                </a:stretch>
              </a:blipFill>
            </p:spPr>
            <p:txBody>
              <a:bodyPr/>
              <a:lstStyle/>
              <a:p>
                <a:r>
                  <a:rPr lang="zh-CN" altLang="en-US">
                    <a:noFill/>
                  </a:rPr>
                  <a:t> </a:t>
                </a:r>
              </a:p>
            </p:txBody>
          </p:sp>
        </mc:Fallback>
      </mc:AlternateContent>
      <p:sp>
        <p:nvSpPr>
          <p:cNvPr id="19" name="标题 1"/>
          <p:cNvSpPr txBox="1"/>
          <p:nvPr>
            <p:custDataLst>
              <p:tags r:id="rId13"/>
            </p:custDataLst>
          </p:nvPr>
        </p:nvSpPr>
        <p:spPr bwMode="black">
          <a:xfrm>
            <a:off x="107504" y="3599814"/>
            <a:ext cx="18002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sz="2400" kern="1200" dirty="0" smtClean="0">
                <a:solidFill>
                  <a:schemeClr val="lt1">
                    <a:lumMod val="10000"/>
                  </a:schemeClr>
                </a:solidFill>
                <a:latin typeface="+mn-lt"/>
                <a:ea typeface="+mn-ea"/>
              </a:rPr>
              <a:t>（</a:t>
            </a:r>
            <a:r>
              <a:rPr lang="en-US" altLang="zh-CN" sz="2400" kern="1200" dirty="0" smtClean="0">
                <a:solidFill>
                  <a:schemeClr val="lt1">
                    <a:lumMod val="10000"/>
                  </a:schemeClr>
                </a:solidFill>
                <a:latin typeface="+mn-lt"/>
                <a:ea typeface="+mn-ea"/>
              </a:rPr>
              <a:t>2</a:t>
            </a:r>
            <a:r>
              <a:rPr lang="zh-CN" altLang="en-US" sz="2400" kern="1200" dirty="0" smtClean="0">
                <a:solidFill>
                  <a:schemeClr val="lt1">
                    <a:lumMod val="10000"/>
                  </a:schemeClr>
                </a:solidFill>
                <a:latin typeface="+mn-lt"/>
                <a:ea typeface="+mn-ea"/>
              </a:rPr>
              <a:t>）</a:t>
            </a:r>
            <a:r>
              <a:rPr lang="zh-CN" altLang="en-US" sz="2400" b="0" kern="1200" dirty="0" smtClean="0">
                <a:solidFill>
                  <a:schemeClr val="lt1">
                    <a:lumMod val="10000"/>
                  </a:schemeClr>
                </a:solidFill>
                <a:latin typeface="+mn-lt"/>
                <a:ea typeface="+mn-ea"/>
              </a:rPr>
              <a:t>若：</a:t>
            </a:r>
            <a:endParaRPr lang="zh-CN" altLang="en-US" sz="2400" b="0" kern="1200" dirty="0" smtClean="0">
              <a:solidFill>
                <a:schemeClr val="lt1">
                  <a:lumMod val="10000"/>
                </a:schemeClr>
              </a:solidFill>
              <a:latin typeface="+mn-lt"/>
              <a:ea typeface="+mn-ea"/>
            </a:endParaRPr>
          </a:p>
        </p:txBody>
      </p:sp>
      <mc:AlternateContent xmlns:mc="http://schemas.openxmlformats.org/markup-compatibility/2006">
        <mc:Choice xmlns:a14="http://schemas.microsoft.com/office/drawing/2010/main" Requires="a14">
          <p:sp>
            <p:nvSpPr>
              <p:cNvPr id="20" name="矩形 19"/>
              <p:cNvSpPr/>
              <p:nvPr>
                <p:custDataLst>
                  <p:tags r:id="rId14"/>
                </p:custDataLst>
              </p:nvPr>
            </p:nvSpPr>
            <p:spPr>
              <a:xfrm>
                <a:off x="287524" y="4329717"/>
                <a:ext cx="8604956" cy="525780"/>
              </a:xfrm>
              <a:prstGeom prst="rect">
                <a:avLst/>
              </a:prstGeom>
            </p:spPr>
            <p:txBody>
              <a:bodyPr wrap="square">
                <a:normAutofit/>
              </a:bodyPr>
              <a:lstStyle/>
              <a:p>
                <a14:m>
                  <m:oMathPara xmlns:m="http://schemas.openxmlformats.org/officeDocument/2006/math">
                    <m:oMathParaPr>
                      <m:jc m:val="center"/>
                    </m:oMathParaPr>
                    <m:oMath xmlns:m="http://schemas.openxmlformats.org/officeDocument/2006/math">
                      <m:r>
                        <a:rPr lang="zh-CN" altLang="en-US" sz="2800" b="1" i="1" smtClean="0">
                          <a:solidFill>
                            <a:schemeClr val="tx1"/>
                          </a:solidFill>
                          <a:latin typeface="Cambria Math" panose="02040503050406030204" pitchFamily="18" charset="0"/>
                          <a:ea typeface="MS Mincho" charset="0"/>
                          <a:cs typeface="Cambria Math" panose="02040503050406030204" pitchFamily="18" charset="0"/>
                        </a:rPr>
                        <m:t>则：</m:t>
                      </m:r>
                      <m:r>
                        <a:rPr lang="en-US" altLang="zh-CN" sz="2800"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i="1">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n-ea"/>
                          <a:cs typeface="Cambria Math" panose="02040503050406030204" pitchFamily="18" charset="0"/>
                        </a:rPr>
                        <m:t>Θ</m:t>
                      </m:r>
                      <m:r>
                        <a:rPr lang="en-US" altLang="zh-CN" sz="2800" i="1" dirty="0">
                          <a:solidFill>
                            <a:schemeClr val="tx1"/>
                          </a:solidFill>
                          <a:latin typeface="Cambria Math" panose="02040503050406030204" pitchFamily="18" charset="0"/>
                          <a:ea typeface="MS Mincho" charset="0"/>
                          <a:cs typeface="Cambria Math" panose="02040503050406030204" pitchFamily="18" charset="0"/>
                        </a:rPr>
                        <m:t>(</m:t>
                      </m:r>
                      <m:sSup>
                        <m:sSupPr>
                          <m:ctrlPr>
                            <a:rPr lang="en-US" altLang="zh-CN" sz="2800" i="1" dirty="0">
                              <a:solidFill>
                                <a:schemeClr val="tx1"/>
                              </a:solidFill>
                              <a:latin typeface="Cambria Math" panose="02040503050406030204" pitchFamily="18" charset="0"/>
                              <a:ea typeface="+mn-ea"/>
                              <a:cs typeface="Cambria Math" panose="02040503050406030204" pitchFamily="18" charset="0"/>
                            </a:rPr>
                          </m:ctrlPr>
                        </m:sSupPr>
                        <m:e>
                          <m:r>
                            <a:rPr lang="en-US" altLang="zh-CN" sz="2800" i="1" dirty="0">
                              <a:solidFill>
                                <a:schemeClr val="tx1"/>
                              </a:solidFill>
                              <a:latin typeface="Cambria Math" panose="02040503050406030204" pitchFamily="18" charset="0"/>
                              <a:ea typeface="+mn-ea"/>
                              <a:cs typeface="Cambria Math" panose="02040503050406030204" pitchFamily="18" charset="0"/>
                            </a:rPr>
                            <m:t>𝒏</m:t>
                          </m:r>
                        </m:e>
                        <m:sup>
                          <m:sSub>
                            <m:sSubPr>
                              <m:ctrlPr>
                                <a:rPr lang="en-US" altLang="zh-CN" sz="2800" i="1" dirty="0">
                                  <a:solidFill>
                                    <a:schemeClr val="tx1"/>
                                  </a:solidFill>
                                  <a:latin typeface="Cambria Math" panose="02040503050406030204" pitchFamily="18" charset="0"/>
                                  <a:ea typeface="+mn-ea"/>
                                  <a:cs typeface="Cambria Math" panose="02040503050406030204" pitchFamily="18" charset="0"/>
                                </a:rPr>
                              </m:ctrlPr>
                            </m:sSubPr>
                            <m:e>
                              <m:r>
                                <a:rPr lang="en-US" altLang="zh-CN" sz="2800" i="1" dirty="0">
                                  <a:solidFill>
                                    <a:schemeClr val="tx1"/>
                                  </a:solidFill>
                                  <a:latin typeface="Cambria Math" panose="02040503050406030204" pitchFamily="18" charset="0"/>
                                  <a:ea typeface="+mn-ea"/>
                                  <a:cs typeface="Cambria Math" panose="02040503050406030204" pitchFamily="18" charset="0"/>
                                </a:rPr>
                                <m:t>𝒍𝒐𝒈</m:t>
                              </m:r>
                            </m:e>
                            <m:sub>
                              <m:r>
                                <a:rPr lang="en-US" altLang="zh-CN" sz="2800" i="1" dirty="0" smtClean="0">
                                  <a:solidFill>
                                    <a:schemeClr val="tx1"/>
                                  </a:solidFill>
                                  <a:latin typeface="Cambria Math" panose="02040503050406030204" pitchFamily="18" charset="0"/>
                                  <a:ea typeface="+mn-ea"/>
                                  <a:cs typeface="Cambria Math" panose="02040503050406030204" pitchFamily="18" charset="0"/>
                                </a:rPr>
                                <m:t>𝒃</m:t>
                              </m:r>
                            </m:sub>
                          </m:sSub>
                          <m:r>
                            <a:rPr lang="en-US" altLang="zh-CN" sz="2800" i="1" dirty="0" smtClean="0">
                              <a:solidFill>
                                <a:schemeClr val="tx1"/>
                              </a:solidFill>
                              <a:latin typeface="Cambria Math" panose="02040503050406030204" pitchFamily="18" charset="0"/>
                              <a:ea typeface="+mn-ea"/>
                              <a:cs typeface="Cambria Math" panose="02040503050406030204" pitchFamily="18" charset="0"/>
                            </a:rPr>
                            <m:t>𝒂</m:t>
                          </m:r>
                        </m:sup>
                      </m:sSup>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𝒍𝒐𝒈𝒏</m:t>
                      </m:r>
                      <m:r>
                        <a:rPr lang="en-US" altLang="zh-CN" sz="2800" i="1" dirty="0">
                          <a:solidFill>
                            <a:schemeClr val="tx1"/>
                          </a:solidFill>
                          <a:latin typeface="Cambria Math" panose="02040503050406030204" pitchFamily="18" charset="0"/>
                          <a:ea typeface="MS Mincho" charset="0"/>
                          <a:cs typeface="Cambria Math" panose="02040503050406030204" pitchFamily="18" charset="0"/>
                        </a:rPr>
                        <m:t>)</m:t>
                      </m:r>
                    </m:oMath>
                  </m:oMathPara>
                </a14:m>
                <a:endParaRPr lang="en-US" altLang="zh-CN" sz="2800" i="1" dirty="0">
                  <a:solidFill>
                    <a:schemeClr val="tx1"/>
                  </a:solidFill>
                  <a:latin typeface="+mn-lt"/>
                  <a:ea typeface="+mn-ea"/>
                  <a:cs typeface="Cambria Math" panose="02040503050406030204" pitchFamily="18" charset="0"/>
                </a:endParaRPr>
              </a:p>
            </p:txBody>
          </p:sp>
        </mc:Choice>
        <mc:Fallback>
          <p:sp>
            <p:nvSpPr>
              <p:cNvPr id="20" name="矩形 19"/>
              <p:cNvSpPr>
                <a:spLocks noRot="1" noChangeAspect="1" noMove="1" noResize="1" noEditPoints="1" noAdjustHandles="1" noChangeArrowheads="1" noChangeShapeType="1" noTextEdit="1"/>
              </p:cNvSpPr>
              <p:nvPr>
                <p:custDataLst>
                  <p:tags r:id="rId15"/>
                </p:custDataLst>
              </p:nvPr>
            </p:nvSpPr>
            <p:spPr>
              <a:xfrm>
                <a:off x="287524" y="4329717"/>
                <a:ext cx="8604956" cy="525780"/>
              </a:xfrm>
              <a:prstGeom prst="rect">
                <a:avLst/>
              </a:prstGeom>
              <a:blipFill rotWithShape="1">
                <a:blip r:embed="rId16"/>
                <a:stretch>
                  <a:fillRect l="-6" t="-55" r="7"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矩形 28"/>
              <p:cNvSpPr/>
              <p:nvPr>
                <p:custDataLst>
                  <p:tags r:id="rId17"/>
                </p:custDataLst>
              </p:nvPr>
            </p:nvSpPr>
            <p:spPr>
              <a:xfrm>
                <a:off x="1547664" y="3591594"/>
                <a:ext cx="3384376" cy="695185"/>
              </a:xfrm>
              <a:prstGeom prst="rect">
                <a:avLst/>
              </a:prstGeom>
            </p:spPr>
            <p:txBody>
              <a:bodyPr wrap="none" tIns="108000">
                <a:noAutofit/>
              </a:bodyPr>
              <a:lstStyle/>
              <a:p>
                <a14:m>
                  <m:oMathPara xmlns:m="http://schemas.openxmlformats.org/officeDocument/2006/math">
                    <m:oMathParaPr>
                      <m:jc m:val="left"/>
                    </m:oMathParaPr>
                    <m:oMath xmlns:m="http://schemas.openxmlformats.org/officeDocument/2006/math">
                      <m:r>
                        <a:rPr lang="en-US" altLang="zh-CN" sz="2800" i="1" smtClean="0">
                          <a:solidFill>
                            <a:schemeClr val="tx1"/>
                          </a:solidFill>
                          <a:latin typeface="Cambria Math" panose="02040503050406030204" pitchFamily="18" charset="0"/>
                          <a:ea typeface="+mn-ea"/>
                          <a:cs typeface="Cambria Math" panose="02040503050406030204" pitchFamily="18" charset="0"/>
                        </a:rPr>
                        <m:t>𝒇</m:t>
                      </m:r>
                      <m:d>
                        <m:d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b="1" i="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m:rPr>
                          <m:nor/>
                        </m:rP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n-ea"/>
                          <a:cs typeface="Cambria Math" panose="02040503050406030204" pitchFamily="18" charset="0"/>
                        </a:rPr>
                        <m:t>Θ</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sSup>
                        <m:sSup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sSupPr>
                        <m:e>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𝒏</m:t>
                          </m:r>
                        </m:e>
                        <m:sup>
                          <m:sSub>
                            <m:sSub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sSubPr>
                            <m:e>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𝒍𝒐𝒈</m:t>
                              </m:r>
                            </m:e>
                            <m:sub>
                              <m:r>
                                <a:rPr lang="en-US" altLang="zh-CN" sz="2800" b="1" i="1" dirty="0" smtClean="0">
                                  <a:solidFill>
                                    <a:schemeClr val="accent1">
                                      <a:lumMod val="50000"/>
                                      <a:hueOff val="10800000"/>
                                    </a:schemeClr>
                                  </a:solidFill>
                                  <a:latin typeface="Cambria Math" panose="02040503050406030204" pitchFamily="18" charset="0"/>
                                  <a:ea typeface="+mn-ea"/>
                                  <a:cs typeface="Cambria Math" panose="02040503050406030204" pitchFamily="18" charset="0"/>
                                </a:rPr>
                                <m:t>𝒃</m:t>
                              </m:r>
                            </m:sub>
                          </m:sSub>
                          <m:r>
                            <a:rPr lang="en-US" altLang="zh-CN" sz="2800" b="1" i="1" dirty="0" smtClean="0">
                              <a:solidFill>
                                <a:schemeClr val="accent1">
                                  <a:lumMod val="50000"/>
                                  <a:hueOff val="9600000"/>
                                </a:schemeClr>
                              </a:solidFill>
                              <a:latin typeface="Cambria Math" panose="02040503050406030204" pitchFamily="18" charset="0"/>
                              <a:ea typeface="+mn-ea"/>
                              <a:cs typeface="Cambria Math" panose="02040503050406030204" pitchFamily="18" charset="0"/>
                            </a:rPr>
                            <m:t>𝒂</m:t>
                          </m:r>
                        </m:sup>
                      </m:sSup>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oMath>
                  </m:oMathPara>
                </a14:m>
                <a:endParaRPr lang="en-US" altLang="zh-CN" sz="2800" b="1" i="1" dirty="0" smtClean="0">
                  <a:solidFill>
                    <a:schemeClr val="tx1"/>
                  </a:solidFill>
                  <a:latin typeface="+mn-lt"/>
                  <a:ea typeface="+mn-ea"/>
                  <a:cs typeface="Cambria Math" panose="02040503050406030204" pitchFamily="18" charset="0"/>
                </a:endParaRPr>
              </a:p>
            </p:txBody>
          </p:sp>
        </mc:Choice>
        <mc:Fallback>
          <p:sp>
            <p:nvSpPr>
              <p:cNvPr id="29" name="矩形 28"/>
              <p:cNvSpPr>
                <a:spLocks noRot="1" noChangeAspect="1" noMove="1" noResize="1" noEditPoints="1" noAdjustHandles="1" noChangeArrowheads="1" noChangeShapeType="1" noTextEdit="1"/>
              </p:cNvSpPr>
              <p:nvPr>
                <p:custDataLst>
                  <p:tags r:id="rId18"/>
                </p:custDataLst>
              </p:nvPr>
            </p:nvSpPr>
            <p:spPr>
              <a:xfrm>
                <a:off x="1547664" y="3591594"/>
                <a:ext cx="3384376" cy="695185"/>
              </a:xfrm>
              <a:prstGeom prst="rect">
                <a:avLst/>
              </a:prstGeom>
              <a:blipFill rotWithShape="1">
                <a:blip r:embed="rId19"/>
                <a:stretch>
                  <a:fillRect l="-5" t="-5" r="19" b="76"/>
                </a:stretch>
              </a:blipFill>
            </p:spPr>
            <p:txBody>
              <a:bodyPr/>
              <a:lstStyle/>
              <a:p>
                <a:r>
                  <a:rPr lang="zh-CN" altLang="en-US">
                    <a:noFill/>
                  </a:rPr>
                  <a:t> </a:t>
                </a:r>
              </a:p>
            </p:txBody>
          </p:sp>
        </mc:Fallback>
      </mc:AlternateContent>
      <p:sp>
        <p:nvSpPr>
          <p:cNvPr id="30" name="标题 1"/>
          <p:cNvSpPr txBox="1"/>
          <p:nvPr>
            <p:custDataLst>
              <p:tags r:id="rId20"/>
            </p:custDataLst>
          </p:nvPr>
        </p:nvSpPr>
        <p:spPr bwMode="black">
          <a:xfrm>
            <a:off x="107504" y="5039974"/>
            <a:ext cx="4338482"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sz="2400" kern="1200" dirty="0" smtClean="0">
                <a:solidFill>
                  <a:schemeClr val="bg1">
                    <a:lumMod val="10000"/>
                  </a:schemeClr>
                </a:solidFill>
                <a:latin typeface="+mn-lt"/>
                <a:ea typeface="+mn-ea"/>
              </a:rPr>
              <a:t>（</a:t>
            </a:r>
            <a:r>
              <a:rPr lang="en-US" altLang="zh-CN" sz="2400" kern="1200" dirty="0" smtClean="0">
                <a:solidFill>
                  <a:schemeClr val="bg1">
                    <a:lumMod val="10000"/>
                  </a:schemeClr>
                </a:solidFill>
                <a:latin typeface="+mn-lt"/>
                <a:ea typeface="+mn-ea"/>
              </a:rPr>
              <a:t>3</a:t>
            </a:r>
            <a:r>
              <a:rPr lang="zh-CN" altLang="en-US" sz="2400" kern="1200" dirty="0" smtClean="0">
                <a:solidFill>
                  <a:schemeClr val="bg1">
                    <a:lumMod val="10000"/>
                  </a:schemeClr>
                </a:solidFill>
                <a:latin typeface="+mn-lt"/>
                <a:ea typeface="+mn-ea"/>
              </a:rPr>
              <a:t>）</a:t>
            </a:r>
            <a:r>
              <a:rPr lang="zh-CN" altLang="en-US" sz="2400" b="0" kern="1200" dirty="0" smtClean="0">
                <a:solidFill>
                  <a:schemeClr val="bg1">
                    <a:lumMod val="10000"/>
                  </a:schemeClr>
                </a:solidFill>
                <a:latin typeface="+mn-lt"/>
                <a:ea typeface="+mn-ea"/>
              </a:rPr>
              <a:t>若对于某常数 </a:t>
            </a:r>
            <a:r>
              <a:rPr lang="en-US" altLang="zh-CN" sz="2400" b="0" kern="1200" dirty="0" smtClean="0">
                <a:solidFill>
                  <a:schemeClr val="bg1">
                    <a:lumMod val="10000"/>
                  </a:schemeClr>
                </a:solidFill>
                <a:latin typeface="+mn-lt"/>
                <a:ea typeface="+mn-ea"/>
              </a:rPr>
              <a:t>ε&gt;0</a:t>
            </a:r>
            <a:r>
              <a:rPr lang="zh-CN" altLang="en-US" sz="2400" b="0" kern="1200" dirty="0" smtClean="0">
                <a:solidFill>
                  <a:schemeClr val="bg1">
                    <a:lumMod val="10000"/>
                  </a:schemeClr>
                </a:solidFill>
                <a:latin typeface="+mn-lt"/>
                <a:ea typeface="+mn-ea"/>
              </a:rPr>
              <a:t>，有：</a:t>
            </a:r>
            <a:endParaRPr lang="zh-CN" altLang="en-US" sz="2400" b="0" kern="1200" dirty="0" smtClean="0">
              <a:solidFill>
                <a:schemeClr val="bg1">
                  <a:lumMod val="10000"/>
                </a:schemeClr>
              </a:solidFill>
              <a:latin typeface="+mn-lt"/>
              <a:ea typeface="+mn-ea"/>
            </a:endParaRPr>
          </a:p>
        </p:txBody>
      </p:sp>
      <mc:AlternateContent xmlns:mc="http://schemas.openxmlformats.org/markup-compatibility/2006">
        <mc:Choice xmlns:a14="http://schemas.microsoft.com/office/drawing/2010/main" Requires="a14">
          <p:sp>
            <p:nvSpPr>
              <p:cNvPr id="31" name="矩形 30"/>
              <p:cNvSpPr/>
              <p:nvPr/>
            </p:nvSpPr>
            <p:spPr>
              <a:xfrm>
                <a:off x="287524" y="5661248"/>
                <a:ext cx="8604956" cy="538480"/>
              </a:xfrm>
              <a:prstGeom prst="rect">
                <a:avLst/>
              </a:prstGeom>
            </p:spPr>
            <p:txBody>
              <a:bodyPr wrap="square">
                <a:normAutofit fontScale="90000"/>
              </a:bodyPr>
              <a:lstStyle/>
              <a:p>
                <a:r>
                  <a:rPr lang="zh-CN" altLang="en-US" sz="2800" b="1" dirty="0" smtClean="0">
                    <a:solidFill>
                      <a:schemeClr val="tx1"/>
                    </a:solidFill>
                    <a:latin typeface="+mn-lt"/>
                    <a:ea typeface="+mn-ea"/>
                  </a:rPr>
                  <a:t>且对于</a:t>
                </a:r>
                <a14:m>
                  <m:oMath xmlns:m="http://schemas.openxmlformats.org/officeDocument/2006/math">
                    <m:r>
                      <a:rPr lang="en-US" altLang="zh-CN" sz="2800" b="1" i="0" smtClean="0">
                        <a:solidFill>
                          <a:schemeClr val="tx1"/>
                        </a:solidFill>
                        <a:latin typeface="Cambria Math" panose="02040503050406030204" pitchFamily="18" charset="0"/>
                        <a:ea typeface="+mn-ea"/>
                        <a:cs typeface="Cambria Math" panose="02040503050406030204" pitchFamily="18" charset="0"/>
                      </a:rPr>
                      <m:t>𝐜</m:t>
                    </m:r>
                    <m:r>
                      <a:rPr lang="en-US" altLang="zh-CN" sz="2800" b="1" i="0" smtClean="0">
                        <a:solidFill>
                          <a:schemeClr val="tx1"/>
                        </a:solidFill>
                        <a:latin typeface="Cambria Math" panose="02040503050406030204" pitchFamily="18" charset="0"/>
                        <a:ea typeface="MS Mincho" charset="0"/>
                        <a:cs typeface="Cambria Math" panose="02040503050406030204" pitchFamily="18" charset="0"/>
                      </a:rPr>
                      <m:t>&lt;</m:t>
                    </m:r>
                    <m:r>
                      <a:rPr lang="en-US" altLang="zh-CN" sz="2800" b="1" i="0" smtClean="0">
                        <a:solidFill>
                          <a:schemeClr val="tx1"/>
                        </a:solidFill>
                        <a:latin typeface="Cambria Math" panose="02040503050406030204" pitchFamily="18" charset="0"/>
                        <a:ea typeface="+mn-ea"/>
                        <a:cs typeface="Cambria Math" panose="02040503050406030204" pitchFamily="18" charset="0"/>
                      </a:rPr>
                      <m:t>𝟏</m:t>
                    </m:r>
                    <m:r>
                      <a:rPr lang="zh-CN" altLang="en-US" sz="2800" b="1" i="1" smtClean="0">
                        <a:solidFill>
                          <a:schemeClr val="tx1"/>
                        </a:solidFill>
                        <a:latin typeface="Cambria Math" panose="02040503050406030204" pitchFamily="18" charset="0"/>
                        <a:ea typeface="MS Mincho" charset="0"/>
                        <a:cs typeface="Cambria Math" panose="02040503050406030204" pitchFamily="18" charset="0"/>
                      </a:rPr>
                      <m:t>，当</m:t>
                    </m:r>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r>
                      <a:rPr lang="zh-CN" altLang="en-US" sz="2800" i="1">
                        <a:solidFill>
                          <a:schemeClr val="tx1"/>
                        </a:solidFill>
                        <a:latin typeface="Cambria Math" panose="02040503050406030204" pitchFamily="18" charset="0"/>
                        <a:ea typeface="MS Mincho" charset="0"/>
                        <a:cs typeface="Cambria Math" panose="02040503050406030204" pitchFamily="18" charset="0"/>
                      </a:rPr>
                      <m:t>足够大</m:t>
                    </m:r>
                    <m:r>
                      <a:rPr lang="zh-CN" altLang="en-US" sz="2800" b="1" i="1" smtClean="0">
                        <a:solidFill>
                          <a:schemeClr val="tx1"/>
                        </a:solidFill>
                        <a:latin typeface="Cambria Math" panose="02040503050406030204" pitchFamily="18" charset="0"/>
                        <a:ea typeface="MS Mincho" charset="0"/>
                        <a:cs typeface="Cambria Math" panose="02040503050406030204" pitchFamily="18" charset="0"/>
                      </a:rPr>
                      <m:t>，有：</m:t>
                    </m:r>
                    <m:r>
                      <a:rPr lang="en-US" altLang="zh-CN" sz="2800" b="1" i="1" smtClean="0">
                        <a:solidFill>
                          <a:schemeClr val="accent1">
                            <a:lumMod val="50000"/>
                            <a:hueOff val="9600000"/>
                          </a:schemeClr>
                        </a:solidFill>
                        <a:latin typeface="Cambria Math" panose="02040503050406030204" pitchFamily="18" charset="0"/>
                        <a:ea typeface="+mn-ea"/>
                        <a:cs typeface="Cambria Math" panose="02040503050406030204" pitchFamily="18" charset="0"/>
                      </a:rPr>
                      <m:t>𝒂</m:t>
                    </m:r>
                    <m:r>
                      <a:rPr lang="en-US" altLang="zh-CN" sz="2800" i="1">
                        <a:solidFill>
                          <a:schemeClr val="tx1"/>
                        </a:solidFill>
                        <a:latin typeface="Cambria Math" panose="02040503050406030204" pitchFamily="18" charset="0"/>
                        <a:ea typeface="+mn-ea"/>
                        <a:cs typeface="Cambria Math" panose="02040503050406030204" pitchFamily="18" charset="0"/>
                      </a:rPr>
                      <m:t>𝒇</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i="1">
                            <a:solidFill>
                              <a:schemeClr val="tx1"/>
                            </a:solidFill>
                            <a:latin typeface="Cambria Math" panose="02040503050406030204" pitchFamily="18" charset="0"/>
                            <a:ea typeface="+mn-ea"/>
                            <a:cs typeface="Cambria Math" panose="02040503050406030204" pitchFamily="18" charset="0"/>
                          </a:rPr>
                          <m:t>𝒏</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accent1">
                                <a:lumMod val="50000"/>
                                <a:hueOff val="10800000"/>
                              </a:schemeClr>
                            </a:solidFill>
                            <a:latin typeface="Cambria Math" panose="02040503050406030204" pitchFamily="18" charset="0"/>
                            <a:ea typeface="+mn-ea"/>
                            <a:cs typeface="Cambria Math" panose="02040503050406030204" pitchFamily="18" charset="0"/>
                          </a:rPr>
                          <m:t>𝒃</m:t>
                        </m:r>
                      </m:e>
                    </m:d>
                    <m:r>
                      <a:rPr lang="en-US" altLang="zh-CN" sz="2800"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𝒄𝒇</m:t>
                    </m:r>
                    <m:r>
                      <a:rPr lang="en-US" altLang="zh-CN" sz="2800" b="1" i="1" smtClean="0">
                        <a:solidFill>
                          <a:schemeClr val="tx1"/>
                        </a:solidFill>
                        <a:latin typeface="Cambria Math" panose="02040503050406030204" pitchFamily="18" charset="0"/>
                        <a:ea typeface="MS Mincho" charset="0"/>
                        <a:cs typeface="Cambria Math" panose="02040503050406030204" pitchFamily="18" charset="0"/>
                      </a:rPr>
                      <m:t>(</m:t>
                    </m:r>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r>
                      <a:rPr lang="en-US" altLang="zh-CN" sz="2800" i="1" dirty="0">
                        <a:solidFill>
                          <a:schemeClr val="tx1"/>
                        </a:solidFill>
                        <a:latin typeface="Cambria Math" panose="02040503050406030204" pitchFamily="18" charset="0"/>
                        <a:ea typeface="MS Mincho" charset="0"/>
                        <a:cs typeface="Cambria Math" panose="02040503050406030204" pitchFamily="18" charset="0"/>
                      </a:rPr>
                      <m:t>)</m:t>
                    </m:r>
                  </m:oMath>
                </a14:m>
                <a:endParaRPr lang="en-US" altLang="zh-CN" sz="2800" i="1" dirty="0">
                  <a:solidFill>
                    <a:schemeClr val="tx1"/>
                  </a:solidFill>
                  <a:latin typeface="+mn-lt"/>
                  <a:ea typeface="+mn-ea"/>
                  <a:cs typeface="Cambria Math" panose="02040503050406030204" pitchFamily="18" charset="0"/>
                </a:endParaRPr>
              </a:p>
            </p:txBody>
          </p:sp>
        </mc:Choice>
        <mc:Fallback>
          <p:sp>
            <p:nvSpPr>
              <p:cNvPr id="31" name="矩形 30"/>
              <p:cNvSpPr>
                <a:spLocks noRot="1" noChangeAspect="1" noMove="1" noResize="1" noEditPoints="1" noAdjustHandles="1" noChangeArrowheads="1" noChangeShapeType="1" noTextEdit="1"/>
              </p:cNvSpPr>
              <p:nvPr/>
            </p:nvSpPr>
            <p:spPr>
              <a:xfrm>
                <a:off x="287524" y="5661248"/>
                <a:ext cx="8604956" cy="538480"/>
              </a:xfrm>
              <a:prstGeom prst="rect">
                <a:avLst/>
              </a:prstGeom>
              <a:blipFill rotWithShape="1">
                <a:blip r:embed="rId21"/>
                <a:stretch>
                  <a:fillRect l="-6" t="-41" r="7" b="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矩形 31"/>
              <p:cNvSpPr/>
              <p:nvPr/>
            </p:nvSpPr>
            <p:spPr>
              <a:xfrm>
                <a:off x="4398956" y="5017240"/>
                <a:ext cx="3096344" cy="695185"/>
              </a:xfrm>
              <a:prstGeom prst="rect">
                <a:avLst/>
              </a:prstGeom>
            </p:spPr>
            <p:txBody>
              <a:bodyPr wrap="none" tIns="108000">
                <a:noAutofit/>
              </a:bodyPr>
              <a:lstStyle/>
              <a:p>
                <a14:m>
                  <m:oMathPara xmlns:m="http://schemas.openxmlformats.org/officeDocument/2006/math">
                    <m:oMathParaPr>
                      <m:jc m:val="left"/>
                    </m:oMathParaPr>
                    <m:oMath xmlns:m="http://schemas.openxmlformats.org/officeDocument/2006/math">
                      <m:r>
                        <a:rPr lang="en-US" altLang="zh-CN" sz="2800" i="1" smtClean="0">
                          <a:solidFill>
                            <a:schemeClr val="tx1"/>
                          </a:solidFill>
                          <a:latin typeface="Cambria Math" panose="02040503050406030204" pitchFamily="18" charset="0"/>
                          <a:ea typeface="+mn-ea"/>
                          <a:cs typeface="Cambria Math" panose="02040503050406030204" pitchFamily="18" charset="0"/>
                        </a:rPr>
                        <m:t>𝒇</m:t>
                      </m:r>
                      <m:d>
                        <m:dPr>
                          <m:ctrlPr>
                            <a:rPr lang="en-US" altLang="zh-CN" sz="2800" b="1" i="1" smtClean="0">
                              <a:solidFill>
                                <a:schemeClr val="tx1"/>
                              </a:solidFill>
                              <a:latin typeface="Cambria Math" panose="02040503050406030204" pitchFamily="18" charset="0"/>
                              <a:ea typeface="+mn-ea"/>
                              <a:cs typeface="Cambria Math" panose="02040503050406030204" pitchFamily="18" charset="0"/>
                            </a:rPr>
                          </m:ctrlPr>
                        </m:dPr>
                        <m:e>
                          <m:r>
                            <a:rPr lang="en-US" altLang="zh-CN" sz="2800" b="1" i="1" smtClean="0">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b="1" i="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 </m:t>
                      </m:r>
                      <m: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𝛀</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sSup>
                        <m:sSup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sSupPr>
                        <m:e>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𝒏</m:t>
                          </m:r>
                        </m:e>
                        <m:sup>
                          <m:sSub>
                            <m:sSubPr>
                              <m:ctrlPr>
                                <a:rPr lang="en-US" altLang="zh-CN" sz="2800" b="1" i="1" dirty="0" smtClean="0">
                                  <a:solidFill>
                                    <a:schemeClr val="tx1"/>
                                  </a:solidFill>
                                  <a:latin typeface="Cambria Math" panose="02040503050406030204" pitchFamily="18" charset="0"/>
                                  <a:ea typeface="+mn-ea"/>
                                  <a:cs typeface="Cambria Math" panose="02040503050406030204" pitchFamily="18" charset="0"/>
                                </a:rPr>
                              </m:ctrlPr>
                            </m:sSubPr>
                            <m:e>
                              <m:r>
                                <a:rPr lang="en-US" altLang="zh-CN" sz="2800" b="1" i="1" dirty="0" smtClean="0">
                                  <a:solidFill>
                                    <a:schemeClr val="tx1"/>
                                  </a:solidFill>
                                  <a:latin typeface="Cambria Math" panose="02040503050406030204" pitchFamily="18" charset="0"/>
                                  <a:ea typeface="+mn-ea"/>
                                  <a:cs typeface="Cambria Math" panose="02040503050406030204" pitchFamily="18" charset="0"/>
                                </a:rPr>
                                <m:t>𝒍𝒐𝒈</m:t>
                              </m:r>
                            </m:e>
                            <m:sub>
                              <m:r>
                                <a:rPr lang="en-US" altLang="zh-CN" sz="2800" b="1" i="1" dirty="0" smtClean="0">
                                  <a:solidFill>
                                    <a:schemeClr val="accent1">
                                      <a:lumMod val="50000"/>
                                      <a:hueOff val="10800000"/>
                                    </a:schemeClr>
                                  </a:solidFill>
                                  <a:latin typeface="Cambria Math" panose="02040503050406030204" pitchFamily="18" charset="0"/>
                                  <a:ea typeface="+mn-ea"/>
                                  <a:cs typeface="Cambria Math" panose="02040503050406030204" pitchFamily="18" charset="0"/>
                                </a:rPr>
                                <m:t>𝒃</m:t>
                              </m:r>
                            </m:sub>
                          </m:sSub>
                          <m:r>
                            <a:rPr lang="en-US" altLang="zh-CN" sz="2800" b="1" i="1" dirty="0" smtClean="0">
                              <a:solidFill>
                                <a:schemeClr val="accent1">
                                  <a:lumMod val="50000"/>
                                  <a:hueOff val="9600000"/>
                                </a:schemeClr>
                              </a:solidFill>
                              <a:latin typeface="Cambria Math" panose="02040503050406030204" pitchFamily="18" charset="0"/>
                              <a:ea typeface="+mn-ea"/>
                              <a:cs typeface="Cambria Math" panose="02040503050406030204" pitchFamily="18" charset="0"/>
                            </a:rPr>
                            <m:t>𝒂</m:t>
                          </m:r>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r>
                            <a:rPr lang="zh-CN" altLang="en-US" sz="2800" b="1" i="1" dirty="0" smtClean="0">
                              <a:solidFill>
                                <a:schemeClr val="tx1"/>
                              </a:solidFill>
                              <a:latin typeface="Cambria Math" panose="02040503050406030204" pitchFamily="18" charset="0"/>
                              <a:ea typeface="MS Mincho" charset="0"/>
                              <a:cs typeface="Cambria Math" panose="02040503050406030204" pitchFamily="18" charset="0"/>
                            </a:rPr>
                            <m:t>𝝐</m:t>
                          </m:r>
                        </m:sup>
                      </m:sSup>
                      <m:r>
                        <a:rPr lang="en-US" altLang="zh-CN" sz="2800" b="1" i="1" dirty="0" smtClean="0">
                          <a:solidFill>
                            <a:schemeClr val="tx1"/>
                          </a:solidFill>
                          <a:latin typeface="Cambria Math" panose="02040503050406030204" pitchFamily="18" charset="0"/>
                          <a:ea typeface="MS Mincho" charset="0"/>
                          <a:cs typeface="Cambria Math" panose="02040503050406030204" pitchFamily="18" charset="0"/>
                        </a:rPr>
                        <m:t>)</m:t>
                      </m:r>
                    </m:oMath>
                  </m:oMathPara>
                </a14:m>
                <a:endParaRPr lang="en-US" altLang="zh-CN" sz="2800" b="1" i="1" dirty="0" smtClean="0">
                  <a:solidFill>
                    <a:schemeClr val="tx1"/>
                  </a:solidFill>
                  <a:latin typeface="+mn-lt"/>
                  <a:ea typeface="+mn-ea"/>
                  <a:cs typeface="Cambria Math" panose="02040503050406030204" pitchFamily="18" charset="0"/>
                </a:endParaRPr>
              </a:p>
            </p:txBody>
          </p:sp>
        </mc:Choice>
        <mc:Fallback>
          <p:sp>
            <p:nvSpPr>
              <p:cNvPr id="32" name="矩形 31"/>
              <p:cNvSpPr>
                <a:spLocks noRot="1" noChangeAspect="1" noMove="1" noResize="1" noEditPoints="1" noAdjustHandles="1" noChangeArrowheads="1" noChangeShapeType="1" noTextEdit="1"/>
              </p:cNvSpPr>
              <p:nvPr/>
            </p:nvSpPr>
            <p:spPr>
              <a:xfrm>
                <a:off x="4398956" y="5017240"/>
                <a:ext cx="3096344" cy="695185"/>
              </a:xfrm>
              <a:prstGeom prst="rect">
                <a:avLst/>
              </a:prstGeom>
              <a:blipFill rotWithShape="1">
                <a:blip r:embed="rId22"/>
                <a:stretch>
                  <a:fillRect l="-10" t="-15" r="-1915"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矩形 32"/>
              <p:cNvSpPr/>
              <p:nvPr/>
            </p:nvSpPr>
            <p:spPr>
              <a:xfrm>
                <a:off x="287524" y="6201925"/>
                <a:ext cx="8604956" cy="555625"/>
              </a:xfrm>
              <a:prstGeom prst="rect">
                <a:avLst/>
              </a:prstGeom>
            </p:spPr>
            <p:txBody>
              <a:bodyPr wrap="square">
                <a:normAutofit/>
              </a:bodyPr>
              <a:lstStyle/>
              <a:p>
                <a14:m>
                  <m:oMathPara xmlns:m="http://schemas.openxmlformats.org/officeDocument/2006/math">
                    <m:oMathParaPr>
                      <m:jc m:val="center"/>
                    </m:oMathParaPr>
                    <m:oMath xmlns:m="http://schemas.openxmlformats.org/officeDocument/2006/math">
                      <m:r>
                        <a:rPr lang="zh-CN" altLang="en-US" sz="2800" b="1" i="1" smtClean="0">
                          <a:solidFill>
                            <a:schemeClr val="tx1"/>
                          </a:solidFill>
                          <a:latin typeface="Cambria Math" panose="02040503050406030204" pitchFamily="18" charset="0"/>
                          <a:ea typeface="MS Mincho" charset="0"/>
                          <a:cs typeface="Cambria Math" panose="02040503050406030204" pitchFamily="18" charset="0"/>
                        </a:rPr>
                        <m:t>则：</m:t>
                      </m:r>
                      <m:r>
                        <a:rPr lang="en-US" altLang="zh-CN" sz="2800" i="1" smtClean="0">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i="1">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b="1" i="0" dirty="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n-ea"/>
                          <a:cs typeface="Cambria Math" panose="02040503050406030204" pitchFamily="18" charset="0"/>
                        </a:rPr>
                        <m:t>Θ</m:t>
                      </m:r>
                      <m:r>
                        <a:rPr lang="en-US" altLang="zh-CN" sz="2800" i="1"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i="1">
                          <a:solidFill>
                            <a:schemeClr val="tx1"/>
                          </a:solidFill>
                          <a:latin typeface="Cambria Math" panose="02040503050406030204" pitchFamily="18" charset="0"/>
                          <a:ea typeface="+mn-ea"/>
                          <a:cs typeface="Cambria Math" panose="02040503050406030204" pitchFamily="18" charset="0"/>
                        </a:rPr>
                        <m:t>𝒇</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i="1">
                              <a:solidFill>
                                <a:schemeClr val="tx1"/>
                              </a:solidFill>
                              <a:latin typeface="Cambria Math" panose="02040503050406030204" pitchFamily="18" charset="0"/>
                              <a:ea typeface="+mn-ea"/>
                              <a:cs typeface="Cambria Math" panose="02040503050406030204" pitchFamily="18" charset="0"/>
                            </a:rPr>
                            <m:t>𝒏</m:t>
                          </m:r>
                        </m:e>
                      </m:d>
                      <m:r>
                        <a:rPr lang="en-US" altLang="zh-CN" sz="2800" i="1" dirty="0">
                          <a:solidFill>
                            <a:schemeClr val="tx1"/>
                          </a:solidFill>
                          <a:latin typeface="Cambria Math" panose="02040503050406030204" pitchFamily="18" charset="0"/>
                          <a:ea typeface="MS Mincho" charset="0"/>
                          <a:cs typeface="Cambria Math" panose="02040503050406030204" pitchFamily="18" charset="0"/>
                        </a:rPr>
                        <m:t>)</m:t>
                      </m:r>
                    </m:oMath>
                  </m:oMathPara>
                </a14:m>
                <a:endParaRPr lang="en-US" altLang="zh-CN" sz="2800" i="1" dirty="0">
                  <a:solidFill>
                    <a:schemeClr val="tx1"/>
                  </a:solidFill>
                  <a:latin typeface="+mn-lt"/>
                  <a:ea typeface="+mn-ea"/>
                  <a:cs typeface="Cambria Math" panose="02040503050406030204" pitchFamily="18" charset="0"/>
                </a:endParaRPr>
              </a:p>
            </p:txBody>
          </p:sp>
        </mc:Choice>
        <mc:Fallback>
          <p:sp>
            <p:nvSpPr>
              <p:cNvPr id="33" name="矩形 32"/>
              <p:cNvSpPr>
                <a:spLocks noRot="1" noChangeAspect="1" noMove="1" noResize="1" noEditPoints="1" noAdjustHandles="1" noChangeArrowheads="1" noChangeShapeType="1" noTextEdit="1"/>
              </p:cNvSpPr>
              <p:nvPr/>
            </p:nvSpPr>
            <p:spPr>
              <a:xfrm>
                <a:off x="287524" y="6201925"/>
                <a:ext cx="8604956" cy="555625"/>
              </a:xfrm>
              <a:prstGeom prst="rect">
                <a:avLst/>
              </a:prstGeom>
              <a:blipFill rotWithShape="1">
                <a:blip r:embed="rId23"/>
                <a:stretch>
                  <a:fillRect l="-6" t="-93" r="7" b="93"/>
                </a:stretch>
              </a:blipFill>
            </p:spPr>
            <p:txBody>
              <a:bodyPr/>
              <a:lstStyle/>
              <a:p>
                <a:r>
                  <a:rPr lang="zh-CN" altLang="en-US">
                    <a:noFill/>
                  </a:rPr>
                  <a:t> </a:t>
                </a:r>
              </a:p>
            </p:txBody>
          </p:sp>
        </mc:Fallback>
      </mc:AlternateContent>
    </p:spTree>
    <p:custDataLst>
      <p:tags r:id="rId2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left)">
                                      <p:cBhvr>
                                        <p:cTn id="39" dur="500"/>
                                        <p:tgtEl>
                                          <p:spTgt spid="2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left)">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wipe(left)">
                                      <p:cBhvr>
                                        <p:cTn id="49" dur="500"/>
                                        <p:tgtEl>
                                          <p:spTgt spid="30"/>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left)">
                                      <p:cBhvr>
                                        <p:cTn id="53" dur="500"/>
                                        <p:tgtEl>
                                          <p:spTgt spid="3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wipe(left)">
                                      <p:cBhvr>
                                        <p:cTn id="58" dur="500"/>
                                        <p:tgtEl>
                                          <p:spTgt spid="3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wipe(left)">
                                      <p:cBhvr>
                                        <p:cTn id="6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6" grpId="0"/>
      <p:bldP spid="22" grpId="0"/>
      <p:bldP spid="8" grpId="0"/>
      <p:bldP spid="18" grpId="0"/>
      <p:bldP spid="19" grpId="0"/>
      <p:bldP spid="20" grpId="0"/>
      <p:bldP spid="29" grpId="0"/>
      <p:bldP spid="30" grpId="0"/>
      <p:bldP spid="31" grpId="0"/>
      <p:bldP spid="32" grpId="0"/>
      <p:bldP spid="3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2" name="标题 1"/>
              <p:cNvSpPr txBox="1"/>
              <p:nvPr>
                <p:custDataLst>
                  <p:tags r:id="rId1"/>
                </p:custDataLst>
              </p:nvPr>
            </p:nvSpPr>
            <p:spPr bwMode="black">
              <a:xfrm>
                <a:off x="0" y="771154"/>
                <a:ext cx="9144000" cy="78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kern="1200" dirty="0" smtClean="0">
                    <a:solidFill>
                      <a:schemeClr val="lt1">
                        <a:lumMod val="10000"/>
                      </a:schemeClr>
                    </a:solidFill>
                    <a:latin typeface="+mn-lt"/>
                    <a:ea typeface="+mn-ea"/>
                  </a:rPr>
                  <a:t>（</a:t>
                </a:r>
                <a:r>
                  <a:rPr lang="en-US" altLang="zh-CN" kern="1200" dirty="0" smtClean="0">
                    <a:solidFill>
                      <a:schemeClr val="lt1">
                        <a:lumMod val="10000"/>
                      </a:schemeClr>
                    </a:solidFill>
                    <a:latin typeface="+mn-lt"/>
                    <a:ea typeface="+mn-ea"/>
                  </a:rPr>
                  <a:t>1</a:t>
                </a:r>
                <a:r>
                  <a:rPr lang="zh-CN" altLang="en-US" kern="1200" dirty="0" smtClean="0">
                    <a:solidFill>
                      <a:schemeClr val="lt1">
                        <a:lumMod val="10000"/>
                      </a:schemeClr>
                    </a:solidFill>
                    <a:latin typeface="+mn-lt"/>
                    <a:ea typeface="+mn-ea"/>
                  </a:rPr>
                  <a:t>）</a:t>
                </a:r>
                <a:r>
                  <a:rPr lang="zh-CN" altLang="en-US" b="0" kern="1200" dirty="0" smtClean="0">
                    <a:solidFill>
                      <a:schemeClr val="lt1">
                        <a:lumMod val="10000"/>
                      </a:schemeClr>
                    </a:solidFill>
                    <a:latin typeface="+mn-lt"/>
                    <a:ea typeface="+mn-ea"/>
                  </a:rPr>
                  <a:t>若：</a:t>
                </a:r>
                <a14:m>
                  <m:oMath xmlns:m="http://schemas.openxmlformats.org/officeDocument/2006/math">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𝒇</m:t>
                    </m:r>
                    <m:d>
                      <m:dPr>
                        <m:ctrlPr>
                          <a:rPr lang="en-US" altLang="zh-CN" i="1">
                            <a:solidFill>
                              <a:schemeClr val="lt1">
                                <a:lumMod val="10000"/>
                              </a:schemeClr>
                            </a:solidFill>
                            <a:latin typeface="Cambria Math" panose="02040503050406030204" pitchFamily="18" charset="0"/>
                            <a:ea typeface="+mn-ea"/>
                            <a:cs typeface="Cambria Math" panose="02040503050406030204" pitchFamily="18" charset="0"/>
                          </a:rPr>
                        </m:ctrlPr>
                      </m:dPr>
                      <m:e>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𝒏</m:t>
                        </m:r>
                      </m:e>
                    </m:d>
                    <m:r>
                      <m:rPr>
                        <m:nor/>
                      </m:rPr>
                      <a:rPr lang="en-US" altLang="zh-CN">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S Mincho" charset="0"/>
                        <a:cs typeface="Cambria Math" panose="02040503050406030204" pitchFamily="18" charset="0"/>
                      </a:rPr>
                      <m:t>=</m:t>
                    </m:r>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𝑶</m:t>
                    </m:r>
                    <m:d>
                      <m:d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dPr>
                      <m:e>
                        <m:sSup>
                          <m:sSup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p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𝒏</m:t>
                            </m:r>
                          </m:e>
                          <m:sup>
                            <m:sSub>
                              <m:sSub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b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𝒍𝒐𝒈</m:t>
                                </m:r>
                              </m:e>
                              <m: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𝒃</m:t>
                                </m:r>
                              </m:sub>
                            </m:s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𝒂</m:t>
                            </m:r>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r>
                              <a:rPr lang="zh-CN" altLang="en-US" i="1" dirty="0">
                                <a:solidFill>
                                  <a:schemeClr val="lt1">
                                    <a:lumMod val="10000"/>
                                  </a:schemeClr>
                                </a:solidFill>
                                <a:latin typeface="Cambria Math" panose="02040503050406030204" pitchFamily="18" charset="0"/>
                                <a:ea typeface="MS Mincho" charset="0"/>
                                <a:cs typeface="Cambria Math" panose="02040503050406030204" pitchFamily="18" charset="0"/>
                              </a:rPr>
                              <m:t>𝝐</m:t>
                            </m:r>
                          </m:sup>
                        </m:sSup>
                      </m:e>
                    </m:d>
                    <m:r>
                      <a:rPr lang="en-US" altLang="zh-CN" b="1" i="1" dirty="0" smtClean="0">
                        <a:solidFill>
                          <a:schemeClr val="lt1">
                            <a:lumMod val="10000"/>
                          </a:schemeClr>
                        </a:solidFill>
                        <a:latin typeface="Cambria Math" panose="02040503050406030204" pitchFamily="18" charset="0"/>
                        <a:ea typeface="MS Mincho" charset="0"/>
                        <a:cs typeface="Cambria Math" panose="02040503050406030204" pitchFamily="18" charset="0"/>
                      </a:rPr>
                      <m:t>  </m:t>
                    </m:r>
                    <m:r>
                      <a:rPr lang="zh-CN" altLang="en-US" i="1">
                        <a:solidFill>
                          <a:schemeClr val="lt1">
                            <a:lumMod val="10000"/>
                          </a:schemeClr>
                        </a:solidFill>
                        <a:latin typeface="Cambria Math" panose="02040503050406030204" pitchFamily="18" charset="0"/>
                        <a:ea typeface="MS Mincho" charset="0"/>
                        <a:cs typeface="Cambria Math" panose="02040503050406030204" pitchFamily="18" charset="0"/>
                      </a:rPr>
                      <m:t>则：</m:t>
                    </m:r>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𝑻</m:t>
                    </m:r>
                    <m:d>
                      <m:dPr>
                        <m:ctrlPr>
                          <a:rPr lang="en-US" altLang="zh-CN" i="1">
                            <a:solidFill>
                              <a:schemeClr val="lt1">
                                <a:lumMod val="10000"/>
                              </a:schemeClr>
                            </a:solidFill>
                            <a:latin typeface="Cambria Math" panose="02040503050406030204" pitchFamily="18" charset="0"/>
                            <a:ea typeface="+mn-ea"/>
                            <a:cs typeface="Cambria Math" panose="02040503050406030204" pitchFamily="18" charset="0"/>
                          </a:rPr>
                        </m:ctrlPr>
                      </m:dPr>
                      <m:e>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𝒏</m:t>
                        </m:r>
                      </m:e>
                    </m:d>
                    <m:r>
                      <m:rPr>
                        <m:nor/>
                      </m:rPr>
                      <a:rPr lang="en-US" altLang="zh-CN">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n-ea"/>
                        <a:cs typeface="Cambria Math" panose="02040503050406030204" pitchFamily="18" charset="0"/>
                      </a:rPr>
                      <m:t>Θ</m:t>
                    </m:r>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sSup>
                      <m:sSup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p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𝒏</m:t>
                        </m:r>
                      </m:e>
                      <m:sup>
                        <m:sSub>
                          <m:sSub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b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𝒍𝒐𝒈</m:t>
                            </m:r>
                          </m:e>
                          <m: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𝒃</m:t>
                            </m:r>
                          </m:sub>
                        </m:s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𝒂</m:t>
                        </m:r>
                      </m:sup>
                    </m:sSup>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oMath>
                </a14:m>
                <a:endParaRPr lang="en-US" altLang="zh-CN" i="1" dirty="0">
                  <a:solidFill>
                    <a:schemeClr val="lt1">
                      <a:lumMod val="10000"/>
                    </a:schemeClr>
                  </a:solidFill>
                  <a:latin typeface="+mn-lt"/>
                  <a:ea typeface="+mn-ea"/>
                  <a:cs typeface="Cambria Math" panose="02040503050406030204" pitchFamily="18" charset="0"/>
                </a:endParaRPr>
              </a:p>
            </p:txBody>
          </p:sp>
        </mc:Choice>
        <mc:Fallback>
          <p:sp>
            <p:nvSpPr>
              <p:cNvPr id="22" name="标题 1"/>
              <p:cNvSpPr txBox="1">
                <a:spLocks noRot="1" noChangeAspect="1" noMove="1" noResize="1" noEditPoints="1" noAdjustHandles="1" noChangeArrowheads="1" noChangeShapeType="1" noTextEdit="1"/>
              </p:cNvSpPr>
              <p:nvPr>
                <p:custDataLst>
                  <p:tags r:id="rId2"/>
                </p:custDataLst>
              </p:nvPr>
            </p:nvSpPr>
            <p:spPr bwMode="black">
              <a:xfrm>
                <a:off x="0" y="771154"/>
                <a:ext cx="9144000" cy="785638"/>
              </a:xfrm>
              <a:prstGeom prst="rect">
                <a:avLst/>
              </a:prstGeom>
              <a:blipFill rotWithShape="1">
                <a:blip r:embed="rId3"/>
                <a:stretch>
                  <a:fillRect t="-34" b="5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19"/>
              <p:cNvSpPr/>
              <p:nvPr>
                <p:custDataLst>
                  <p:tags r:id="rId4"/>
                </p:custDataLst>
              </p:nvPr>
            </p:nvSpPr>
            <p:spPr>
              <a:xfrm>
                <a:off x="0" y="4126004"/>
                <a:ext cx="9144000" cy="512445"/>
              </a:xfrm>
              <a:prstGeom prst="rect">
                <a:avLst/>
              </a:prstGeom>
            </p:spPr>
            <p:txBody>
              <a:bodyPr wrap="square">
                <a:normAutofit/>
              </a:bodyPr>
              <a:lstStyle/>
              <a:p>
                <a:pPr algn="ctr"/>
                <a14:m>
                  <m:oMathPara xmlns:m="http://schemas.openxmlformats.org/officeDocument/2006/math">
                    <m:oMathParaPr>
                      <m:jc m:val="left"/>
                    </m:oMathParaPr>
                    <m:oMath xmlns:m="http://schemas.openxmlformats.org/officeDocument/2006/math">
                      <m:r>
                        <a:rPr lang="zh-CN" altLang="en-US" sz="2800" i="1" smtClean="0">
                          <a:solidFill>
                            <a:schemeClr val="tx1"/>
                          </a:solidFill>
                          <a:latin typeface="Cambria Math" panose="02040503050406030204" pitchFamily="18" charset="0"/>
                          <a:ea typeface="MS Mincho" charset="0"/>
                          <a:cs typeface="Cambria Math" panose="02040503050406030204" pitchFamily="18" charset="0"/>
                        </a:rPr>
                        <m:t>已知归并</m:t>
                      </m:r>
                      <m:r>
                        <a:rPr lang="zh-CN" altLang="en-US" sz="2800" i="1">
                          <a:solidFill>
                            <a:schemeClr val="tx1"/>
                          </a:solidFill>
                          <a:latin typeface="Cambria Math" panose="02040503050406030204" pitchFamily="18" charset="0"/>
                          <a:ea typeface="MS Mincho" charset="0"/>
                          <a:cs typeface="Cambria Math" panose="02040503050406030204" pitchFamily="18" charset="0"/>
                        </a:rPr>
                        <m:t>排序</m:t>
                      </m:r>
                      <m:r>
                        <a:rPr lang="zh-CN" altLang="en-US" sz="2800" b="0" i="1" smtClean="0">
                          <a:solidFill>
                            <a:schemeClr val="tx1"/>
                          </a:solidFill>
                          <a:latin typeface="Cambria Math" panose="02040503050406030204" pitchFamily="18" charset="0"/>
                          <a:ea typeface="MS Mincho" charset="0"/>
                          <a:cs typeface="Cambria Math" panose="02040503050406030204" pitchFamily="18" charset="0"/>
                        </a:rPr>
                        <m:t>的</m:t>
                      </m:r>
                      <m:r>
                        <a:rPr lang="zh-CN" altLang="en-US" sz="2800" i="1">
                          <a:solidFill>
                            <a:schemeClr val="tx1"/>
                          </a:solidFill>
                          <a:latin typeface="Cambria Math" panose="02040503050406030204" pitchFamily="18" charset="0"/>
                          <a:ea typeface="MS Mincho" charset="0"/>
                          <a:cs typeface="Cambria Math" panose="02040503050406030204" pitchFamily="18" charset="0"/>
                        </a:rPr>
                        <m:t>复杂度</m:t>
                      </m:r>
                      <m:r>
                        <a:rPr lang="zh-CN" altLang="en-US" sz="2800" i="1" smtClean="0">
                          <a:solidFill>
                            <a:schemeClr val="tx1"/>
                          </a:solidFill>
                          <a:latin typeface="Cambria Math" panose="02040503050406030204" pitchFamily="18" charset="0"/>
                          <a:ea typeface="MS Mincho" charset="0"/>
                          <a:cs typeface="Cambria Math" panose="02040503050406030204" pitchFamily="18" charset="0"/>
                        </a:rPr>
                        <m:t>解析式</m:t>
                      </m:r>
                      <m:r>
                        <a:rPr lang="zh-CN" altLang="en-US" sz="2800">
                          <a:solidFill>
                            <a:schemeClr val="tx1"/>
                          </a:solidFill>
                          <a:latin typeface="Cambria Math" panose="02040503050406030204" pitchFamily="18" charset="0"/>
                          <a:ea typeface="MS Mincho" charset="0"/>
                          <a:cs typeface="Cambria Math" panose="02040503050406030204" pitchFamily="18" charset="0"/>
                        </a:rPr>
                        <m:t>：</m:t>
                      </m:r>
                      <m:r>
                        <a:rPr lang="en-US" altLang="zh-CN" sz="2800">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a:rPr lang="en-US" altLang="zh-CN" sz="2800" dirty="0">
                          <a:solidFill>
                            <a:schemeClr val="tx1"/>
                          </a:solidFill>
                          <a:latin typeface="Cambria Math" panose="02040503050406030204" pitchFamily="18" charset="0"/>
                          <a:ea typeface="MS Mincho" charset="0"/>
                          <a:cs typeface="Cambria Math" panose="02040503050406030204" pitchFamily="18" charset="0"/>
                        </a:rPr>
                        <m:t> </m:t>
                      </m:r>
                      <m:r>
                        <a:rPr lang="en-US" altLang="zh-CN" sz="2800">
                          <a:solidFill>
                            <a:schemeClr val="tx1"/>
                          </a:solidFill>
                          <a:latin typeface="Cambria Math" panose="02040503050406030204" pitchFamily="18" charset="0"/>
                          <a:ea typeface="+mn-ea"/>
                          <a:cs typeface="Cambria Math" panose="02040503050406030204" pitchFamily="18" charset="0"/>
                        </a:rPr>
                        <m:t>𝟐</m:t>
                      </m:r>
                      <m:r>
                        <a:rPr lang="en-US" altLang="zh-CN" sz="2800">
                          <a:solidFill>
                            <a:schemeClr val="tx1"/>
                          </a:solidFill>
                          <a:latin typeface="Cambria Math" panose="02040503050406030204" pitchFamily="18" charset="0"/>
                          <a:ea typeface="+mn-ea"/>
                          <a:cs typeface="Cambria Math" panose="02040503050406030204" pitchFamily="18" charset="0"/>
                        </a:rPr>
                        <m:t>𝑻</m:t>
                      </m:r>
                      <m:r>
                        <a:rPr lang="en-US" altLang="zh-CN" sz="2800">
                          <a:solidFill>
                            <a:schemeClr val="tx1"/>
                          </a:solidFill>
                          <a:latin typeface="Cambria Math" panose="02040503050406030204" pitchFamily="18" charset="0"/>
                          <a:ea typeface="MS Mincho" charset="0"/>
                          <a:cs typeface="Cambria Math" panose="02040503050406030204" pitchFamily="18" charset="0"/>
                        </a:rPr>
                        <m:t>(</m:t>
                      </m:r>
                      <m:r>
                        <a:rPr lang="en-US" altLang="zh-CN" sz="2800">
                          <a:solidFill>
                            <a:schemeClr val="tx1"/>
                          </a:solidFill>
                          <a:latin typeface="Cambria Math" panose="02040503050406030204" pitchFamily="18" charset="0"/>
                          <a:ea typeface="+mn-ea"/>
                          <a:cs typeface="Cambria Math" panose="02040503050406030204" pitchFamily="18" charset="0"/>
                        </a:rPr>
                        <m:t>𝒏</m:t>
                      </m:r>
                      <m:r>
                        <a:rPr lang="en-US" altLang="zh-CN" sz="2800">
                          <a:solidFill>
                            <a:schemeClr val="tx1"/>
                          </a:solidFill>
                          <a:latin typeface="Cambria Math" panose="02040503050406030204" pitchFamily="18" charset="0"/>
                          <a:ea typeface="MS Mincho" charset="0"/>
                          <a:cs typeface="Cambria Math" panose="02040503050406030204" pitchFamily="18" charset="0"/>
                        </a:rPr>
                        <m:t>/</m:t>
                      </m:r>
                      <m:r>
                        <a:rPr lang="en-US" altLang="zh-CN" sz="2800">
                          <a:solidFill>
                            <a:schemeClr val="tx1"/>
                          </a:solidFill>
                          <a:latin typeface="Cambria Math" panose="02040503050406030204" pitchFamily="18" charset="0"/>
                          <a:ea typeface="+mn-ea"/>
                          <a:cs typeface="Cambria Math" panose="02040503050406030204" pitchFamily="18" charset="0"/>
                        </a:rPr>
                        <m:t>𝟐</m:t>
                      </m:r>
                      <m:r>
                        <a:rPr lang="en-US" altLang="zh-CN" sz="2800">
                          <a:solidFill>
                            <a:schemeClr val="tx1"/>
                          </a:solidFill>
                          <a:latin typeface="Cambria Math" panose="02040503050406030204" pitchFamily="18" charset="0"/>
                          <a:ea typeface="MS Mincho" charset="0"/>
                          <a:cs typeface="Cambria Math" panose="02040503050406030204" pitchFamily="18" charset="0"/>
                        </a:rPr>
                        <m:t>)</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 + </m:t>
                      </m:r>
                      <m:r>
                        <m:rPr>
                          <m:nor/>
                        </m:rPr>
                        <a:rPr lang="en-US" altLang="zh-CN" sz="2800" dirty="0">
                          <a:solidFill>
                            <a:schemeClr val="tx1"/>
                          </a:solidFill>
                          <a:latin typeface="Cambria Math" panose="02040503050406030204" pitchFamily="18" charset="0"/>
                          <a:ea typeface="+mn-ea"/>
                          <a:cs typeface="Cambria Math" panose="02040503050406030204" pitchFamily="18" charset="0"/>
                        </a:rPr>
                        <m:t>Θ</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r>
                        <m:rPr>
                          <m:nor/>
                        </m:rPr>
                        <a:rPr lang="en-US" altLang="zh-CN" sz="2800" dirty="0">
                          <a:solidFill>
                            <a:schemeClr val="tx1"/>
                          </a:solidFill>
                          <a:latin typeface="Cambria Math" panose="02040503050406030204" pitchFamily="18" charset="0"/>
                          <a:ea typeface="+mn-ea"/>
                          <a:cs typeface="Cambria Math" panose="02040503050406030204" pitchFamily="18" charset="0"/>
                        </a:rPr>
                        <m:t>n</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m:t>
                      </m:r>
                    </m:oMath>
                  </m:oMathPara>
                </a14:m>
                <a:endParaRPr lang="en-US" altLang="zh-CN" sz="2800" dirty="0">
                  <a:solidFill>
                    <a:schemeClr val="tx1"/>
                  </a:solidFill>
                  <a:latin typeface="+mn-lt"/>
                  <a:ea typeface="+mn-ea"/>
                  <a:cs typeface="Cambria Math" panose="02040503050406030204" pitchFamily="18" charset="0"/>
                </a:endParaRPr>
              </a:p>
            </p:txBody>
          </p:sp>
        </mc:Choice>
        <mc:Fallback>
          <p:sp>
            <p:nvSpPr>
              <p:cNvPr id="20" name="矩形 19"/>
              <p:cNvSpPr>
                <a:spLocks noRot="1" noChangeAspect="1" noMove="1" noResize="1" noEditPoints="1" noAdjustHandles="1" noChangeArrowheads="1" noChangeShapeType="1" noTextEdit="1"/>
              </p:cNvSpPr>
              <p:nvPr>
                <p:custDataLst>
                  <p:tags r:id="rId5"/>
                </p:custDataLst>
              </p:nvPr>
            </p:nvSpPr>
            <p:spPr>
              <a:xfrm>
                <a:off x="0" y="4126004"/>
                <a:ext cx="9144000" cy="512445"/>
              </a:xfrm>
              <a:prstGeom prst="rect">
                <a:avLst/>
              </a:prstGeom>
              <a:blipFill rotWithShape="1">
                <a:blip r:embed="rId6"/>
                <a:stretch>
                  <a:fillRect t="-80" b="80"/>
                </a:stretch>
              </a:blipFill>
            </p:spPr>
            <p:txBody>
              <a:bodyPr/>
              <a:lstStyle/>
              <a:p>
                <a:r>
                  <a:rPr lang="zh-CN" altLang="en-US">
                    <a:noFill/>
                  </a:rPr>
                  <a:t> </a:t>
                </a:r>
              </a:p>
            </p:txBody>
          </p:sp>
        </mc:Fallback>
      </mc:AlternateContent>
      <p:sp>
        <p:nvSpPr>
          <p:cNvPr id="30" name="标题 1"/>
          <p:cNvSpPr txBox="1"/>
          <p:nvPr>
            <p:custDataLst>
              <p:tags r:id="rId7"/>
            </p:custDataLst>
          </p:nvPr>
        </p:nvSpPr>
        <p:spPr bwMode="black">
          <a:xfrm>
            <a:off x="0" y="4929022"/>
            <a:ext cx="3995936"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b="0" dirty="0" smtClean="0">
                <a:solidFill>
                  <a:schemeClr val="lt1"/>
                </a:solidFill>
                <a:latin typeface="+mn-lt"/>
                <a:ea typeface="+mn-ea"/>
              </a:rPr>
              <a:t>显然：</a:t>
            </a:r>
            <a:r>
              <a:rPr lang="en-US" altLang="zh-CN" b="0" dirty="0" smtClean="0">
                <a:solidFill>
                  <a:schemeClr val="lt1"/>
                </a:solidFill>
                <a:latin typeface="+mn-lt"/>
                <a:ea typeface="+mn-ea"/>
              </a:rPr>
              <a:t>a</a:t>
            </a:r>
            <a:r>
              <a:rPr lang="en-US" altLang="zh-CN" b="0" kern="1200" dirty="0" smtClean="0">
                <a:solidFill>
                  <a:schemeClr val="lt1"/>
                </a:solidFill>
                <a:latin typeface="+mn-lt"/>
                <a:ea typeface="+mn-ea"/>
              </a:rPr>
              <a:t> = 2</a:t>
            </a:r>
            <a:r>
              <a:rPr lang="zh-CN" altLang="en-US" b="0" kern="1200" dirty="0" smtClean="0">
                <a:solidFill>
                  <a:schemeClr val="lt1"/>
                </a:solidFill>
                <a:latin typeface="+mn-lt"/>
                <a:ea typeface="+mn-ea"/>
              </a:rPr>
              <a:t>；</a:t>
            </a:r>
            <a:r>
              <a:rPr lang="en-US" altLang="zh-CN" b="0" kern="1200" dirty="0" smtClean="0">
                <a:solidFill>
                  <a:schemeClr val="lt1"/>
                </a:solidFill>
                <a:latin typeface="+mn-lt"/>
                <a:ea typeface="+mn-ea"/>
              </a:rPr>
              <a:t>b = 2</a:t>
            </a:r>
            <a:r>
              <a:rPr lang="zh-CN" altLang="en-US" b="0" kern="1200" dirty="0" smtClean="0">
                <a:solidFill>
                  <a:schemeClr val="lt1"/>
                </a:solidFill>
                <a:latin typeface="+mn-lt"/>
                <a:ea typeface="+mn-ea"/>
              </a:rPr>
              <a:t>；</a:t>
            </a:r>
            <a:endParaRPr lang="zh-CN" altLang="en-US" b="0" kern="1200" dirty="0" smtClean="0">
              <a:solidFill>
                <a:schemeClr val="lt1"/>
              </a:solidFill>
              <a:latin typeface="+mn-lt"/>
              <a:ea typeface="+mn-ea"/>
            </a:endParaRPr>
          </a:p>
        </p:txBody>
      </p:sp>
      <mc:AlternateContent xmlns:mc="http://schemas.openxmlformats.org/markup-compatibility/2006">
        <mc:Choice xmlns:a14="http://schemas.microsoft.com/office/drawing/2010/main" Requires="a14">
          <p:sp>
            <p:nvSpPr>
              <p:cNvPr id="17" name="标题 1"/>
              <p:cNvSpPr txBox="1"/>
              <p:nvPr>
                <p:custDataLst>
                  <p:tags r:id="rId8"/>
                </p:custDataLst>
              </p:nvPr>
            </p:nvSpPr>
            <p:spPr bwMode="black">
              <a:xfrm>
                <a:off x="0" y="1628800"/>
                <a:ext cx="9144000" cy="78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r>
                  <a:rPr lang="zh-CN" altLang="en-US" kern="1200" dirty="0" smtClean="0">
                    <a:solidFill>
                      <a:schemeClr val="lt1">
                        <a:lumMod val="10000"/>
                      </a:schemeClr>
                    </a:solidFill>
                    <a:latin typeface="+mn-lt"/>
                    <a:ea typeface="+mn-ea"/>
                  </a:rPr>
                  <a:t>（</a:t>
                </a:r>
                <a:r>
                  <a:rPr lang="en-US" altLang="zh-CN" kern="1200" dirty="0" smtClean="0">
                    <a:solidFill>
                      <a:schemeClr val="lt1">
                        <a:lumMod val="10000"/>
                      </a:schemeClr>
                    </a:solidFill>
                    <a:latin typeface="+mn-lt"/>
                    <a:ea typeface="+mn-ea"/>
                  </a:rPr>
                  <a:t>2</a:t>
                </a:r>
                <a:r>
                  <a:rPr lang="zh-CN" altLang="en-US" kern="1200" dirty="0" smtClean="0">
                    <a:solidFill>
                      <a:schemeClr val="lt1">
                        <a:lumMod val="10000"/>
                      </a:schemeClr>
                    </a:solidFill>
                    <a:latin typeface="+mn-lt"/>
                    <a:ea typeface="+mn-ea"/>
                  </a:rPr>
                  <a:t>）</a:t>
                </a:r>
                <a:r>
                  <a:rPr lang="zh-CN" altLang="en-US" b="0" kern="1200" dirty="0" smtClean="0">
                    <a:solidFill>
                      <a:schemeClr val="lt1">
                        <a:lumMod val="10000"/>
                      </a:schemeClr>
                    </a:solidFill>
                    <a:latin typeface="+mn-lt"/>
                    <a:ea typeface="+mn-ea"/>
                  </a:rPr>
                  <a:t>若：</a:t>
                </a:r>
                <a14:m>
                  <m:oMath xmlns:m="http://schemas.openxmlformats.org/officeDocument/2006/math">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𝒇</m:t>
                    </m:r>
                    <m:d>
                      <m:dPr>
                        <m:ctrlPr>
                          <a:rPr lang="en-US" altLang="zh-CN" i="1">
                            <a:solidFill>
                              <a:schemeClr val="lt1">
                                <a:lumMod val="10000"/>
                              </a:schemeClr>
                            </a:solidFill>
                            <a:latin typeface="Cambria Math" panose="02040503050406030204" pitchFamily="18" charset="0"/>
                            <a:ea typeface="+mn-ea"/>
                            <a:cs typeface="Cambria Math" panose="02040503050406030204" pitchFamily="18" charset="0"/>
                          </a:rPr>
                        </m:ctrlPr>
                      </m:dPr>
                      <m:e>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𝒏</m:t>
                        </m:r>
                      </m:e>
                    </m:d>
                    <m:r>
                      <m:rPr>
                        <m:nor/>
                      </m:rPr>
                      <a:rPr lang="en-US" altLang="zh-CN">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n-ea"/>
                        <a:cs typeface="Cambria Math" panose="02040503050406030204" pitchFamily="18" charset="0"/>
                      </a:rPr>
                      <m:t>Θ</m:t>
                    </m:r>
                    <m:d>
                      <m:d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dPr>
                      <m:e>
                        <m:sSup>
                          <m:sSup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p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𝒏</m:t>
                            </m:r>
                          </m:e>
                          <m:sup>
                            <m:sSub>
                              <m:sSub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b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𝒍𝒐𝒈</m:t>
                                </m:r>
                              </m:e>
                              <m: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𝒃</m:t>
                                </m:r>
                              </m:sub>
                            </m:s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𝒂</m:t>
                            </m:r>
                          </m:sup>
                        </m:sSup>
                      </m:e>
                    </m:d>
                    <m:r>
                      <a:rPr lang="en-US" altLang="zh-CN" b="1" i="1" dirty="0" smtClean="0">
                        <a:solidFill>
                          <a:schemeClr val="lt1">
                            <a:lumMod val="10000"/>
                          </a:schemeClr>
                        </a:solidFill>
                        <a:latin typeface="Cambria Math" panose="02040503050406030204" pitchFamily="18" charset="0"/>
                        <a:ea typeface="MS Mincho" charset="0"/>
                        <a:cs typeface="Cambria Math" panose="02040503050406030204" pitchFamily="18" charset="0"/>
                      </a:rPr>
                      <m:t>    </m:t>
                    </m:r>
                    <m:r>
                      <a:rPr lang="zh-CN" altLang="en-US" i="1" smtClean="0">
                        <a:solidFill>
                          <a:schemeClr val="lt1">
                            <a:lumMod val="10000"/>
                          </a:schemeClr>
                        </a:solidFill>
                        <a:latin typeface="Cambria Math" panose="02040503050406030204" pitchFamily="18" charset="0"/>
                        <a:ea typeface="MS Mincho" charset="0"/>
                        <a:cs typeface="Cambria Math" panose="02040503050406030204" pitchFamily="18" charset="0"/>
                      </a:rPr>
                      <m:t>则</m:t>
                    </m:r>
                    <m:r>
                      <a:rPr lang="zh-CN" altLang="en-US" i="1">
                        <a:solidFill>
                          <a:schemeClr val="lt1">
                            <a:lumMod val="10000"/>
                          </a:schemeClr>
                        </a:solidFill>
                        <a:latin typeface="Cambria Math" panose="02040503050406030204" pitchFamily="18" charset="0"/>
                        <a:ea typeface="MS Mincho" charset="0"/>
                        <a:cs typeface="Cambria Math" panose="02040503050406030204" pitchFamily="18" charset="0"/>
                      </a:rPr>
                      <m:t>：</m:t>
                    </m:r>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𝑻</m:t>
                    </m:r>
                    <m:d>
                      <m:dPr>
                        <m:ctrlPr>
                          <a:rPr lang="en-US" altLang="zh-CN" i="1">
                            <a:solidFill>
                              <a:schemeClr val="lt1">
                                <a:lumMod val="10000"/>
                              </a:schemeClr>
                            </a:solidFill>
                            <a:latin typeface="Cambria Math" panose="02040503050406030204" pitchFamily="18" charset="0"/>
                            <a:ea typeface="+mn-ea"/>
                            <a:cs typeface="Cambria Math" panose="02040503050406030204" pitchFamily="18" charset="0"/>
                          </a:rPr>
                        </m:ctrlPr>
                      </m:dPr>
                      <m:e>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𝒏</m:t>
                        </m:r>
                      </m:e>
                    </m:d>
                    <m:r>
                      <m:rPr>
                        <m:nor/>
                      </m:rPr>
                      <a:rPr lang="en-US" altLang="zh-CN">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n-ea"/>
                        <a:cs typeface="Cambria Math" panose="02040503050406030204" pitchFamily="18" charset="0"/>
                      </a:rPr>
                      <m:t>Θ</m:t>
                    </m:r>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sSup>
                      <m:sSup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p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𝒏</m:t>
                        </m:r>
                      </m:e>
                      <m:sup>
                        <m:sSub>
                          <m:sSub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b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𝒍𝒐𝒈</m:t>
                            </m:r>
                          </m:e>
                          <m: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𝒃</m:t>
                            </m:r>
                          </m:sub>
                        </m:s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𝒂</m:t>
                        </m:r>
                      </m:sup>
                    </m:sSup>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𝒍𝒐𝒈𝒏</m:t>
                    </m:r>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oMath>
                </a14:m>
                <a:endParaRPr lang="en-US" altLang="zh-CN" i="1" dirty="0">
                  <a:solidFill>
                    <a:schemeClr val="lt1">
                      <a:lumMod val="10000"/>
                    </a:schemeClr>
                  </a:solidFill>
                  <a:latin typeface="+mn-lt"/>
                  <a:ea typeface="+mn-ea"/>
                  <a:cs typeface="Cambria Math" panose="02040503050406030204" pitchFamily="18" charset="0"/>
                </a:endParaRPr>
              </a:p>
            </p:txBody>
          </p:sp>
        </mc:Choice>
        <mc:Fallback>
          <p:sp>
            <p:nvSpPr>
              <p:cNvPr id="17" name="标题 1"/>
              <p:cNvSpPr txBox="1">
                <a:spLocks noRot="1" noChangeAspect="1" noMove="1" noResize="1" noEditPoints="1" noAdjustHandles="1" noChangeArrowheads="1" noChangeShapeType="1" noTextEdit="1"/>
              </p:cNvSpPr>
              <p:nvPr>
                <p:custDataLst>
                  <p:tags r:id="rId9"/>
                </p:custDataLst>
              </p:nvPr>
            </p:nvSpPr>
            <p:spPr bwMode="black">
              <a:xfrm>
                <a:off x="0" y="1628800"/>
                <a:ext cx="9144000" cy="785638"/>
              </a:xfrm>
              <a:prstGeom prst="rect">
                <a:avLst/>
              </a:prstGeom>
              <a:blipFill rotWithShape="1">
                <a:blip r:embed="rId10"/>
                <a:stretch>
                  <a:fillRect t="-3" b="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标题 1"/>
              <p:cNvSpPr txBox="1"/>
              <p:nvPr>
                <p:custDataLst>
                  <p:tags r:id="rId11"/>
                </p:custDataLst>
              </p:nvPr>
            </p:nvSpPr>
            <p:spPr bwMode="black">
              <a:xfrm>
                <a:off x="0" y="2492896"/>
                <a:ext cx="9144000" cy="1265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kern="1200" dirty="0" smtClean="0">
                    <a:solidFill>
                      <a:schemeClr val="lt1">
                        <a:lumMod val="10000"/>
                      </a:schemeClr>
                    </a:solidFill>
                    <a:latin typeface="+mn-lt"/>
                    <a:ea typeface="+mn-ea"/>
                  </a:rPr>
                  <a:t>（</a:t>
                </a:r>
                <a:r>
                  <a:rPr lang="en-US" altLang="zh-CN" kern="1200" dirty="0" smtClean="0">
                    <a:solidFill>
                      <a:schemeClr val="lt1">
                        <a:lumMod val="10000"/>
                      </a:schemeClr>
                    </a:solidFill>
                    <a:latin typeface="+mn-lt"/>
                    <a:ea typeface="+mn-ea"/>
                  </a:rPr>
                  <a:t>3</a:t>
                </a:r>
                <a:r>
                  <a:rPr lang="zh-CN" altLang="en-US" kern="1200" dirty="0" smtClean="0">
                    <a:solidFill>
                      <a:schemeClr val="lt1">
                        <a:lumMod val="10000"/>
                      </a:schemeClr>
                    </a:solidFill>
                    <a:latin typeface="+mn-lt"/>
                    <a:ea typeface="+mn-ea"/>
                  </a:rPr>
                  <a:t>）</a:t>
                </a:r>
                <a:r>
                  <a:rPr lang="zh-CN" altLang="en-US" b="0" kern="1200" dirty="0" smtClean="0">
                    <a:solidFill>
                      <a:schemeClr val="lt1">
                        <a:lumMod val="10000"/>
                      </a:schemeClr>
                    </a:solidFill>
                    <a:latin typeface="+mn-lt"/>
                    <a:ea typeface="+mn-ea"/>
                  </a:rPr>
                  <a:t>若：</a:t>
                </a:r>
                <a14:m>
                  <m:oMath xmlns:m="http://schemas.openxmlformats.org/officeDocument/2006/math">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𝒇</m:t>
                    </m:r>
                    <m:d>
                      <m:dPr>
                        <m:ctrlPr>
                          <a:rPr lang="en-US" altLang="zh-CN" i="1">
                            <a:solidFill>
                              <a:schemeClr val="lt1">
                                <a:lumMod val="10000"/>
                              </a:schemeClr>
                            </a:solidFill>
                            <a:latin typeface="Cambria Math" panose="02040503050406030204" pitchFamily="18" charset="0"/>
                            <a:ea typeface="+mn-ea"/>
                            <a:cs typeface="Cambria Math" panose="02040503050406030204" pitchFamily="18" charset="0"/>
                          </a:rPr>
                        </m:ctrlPr>
                      </m:dPr>
                      <m:e>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𝒏</m:t>
                        </m:r>
                      </m:e>
                    </m:d>
                    <m:r>
                      <m:rPr>
                        <m:nor/>
                      </m:rPr>
                      <a:rPr lang="en-US" altLang="zh-CN">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S Mincho" charset="0"/>
                        <a:cs typeface="Cambria Math" panose="02040503050406030204" pitchFamily="18" charset="0"/>
                      </a:rPr>
                      <m:t>=</m:t>
                    </m:r>
                    <m:r>
                      <a:rPr lang="en-US" altLang="zh-CN" dirty="0">
                        <a:solidFill>
                          <a:schemeClr val="lt1">
                            <a:lumMod val="10000"/>
                          </a:schemeClr>
                        </a:solidFill>
                        <a:latin typeface="Cambria Math" panose="02040503050406030204" pitchFamily="18" charset="0"/>
                        <a:ea typeface="MS Mincho" charset="0"/>
                        <a:cs typeface="Cambria Math" panose="02040503050406030204" pitchFamily="18" charset="0"/>
                      </a:rPr>
                      <m:t> </m:t>
                    </m:r>
                    <m:r>
                      <a:rPr lang="en-US" altLang="zh-CN" dirty="0">
                        <a:solidFill>
                          <a:schemeClr val="lt1">
                            <a:lumMod val="10000"/>
                          </a:schemeClr>
                        </a:solidFill>
                        <a:latin typeface="Cambria Math" panose="02040503050406030204" pitchFamily="18" charset="0"/>
                        <a:ea typeface="MS Mincho" charset="0"/>
                        <a:cs typeface="Cambria Math" panose="02040503050406030204" pitchFamily="18" charset="0"/>
                      </a:rPr>
                      <m:t>𝛀</m:t>
                    </m:r>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sSup>
                      <m:sSup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p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𝒏</m:t>
                        </m:r>
                      </m:e>
                      <m:sup>
                        <m:sSub>
                          <m:sSub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b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𝒍𝒐𝒈</m:t>
                            </m:r>
                          </m:e>
                          <m: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𝒃</m:t>
                            </m:r>
                          </m:sub>
                        </m:s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𝒂</m:t>
                        </m:r>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r>
                          <a:rPr lang="zh-CN" altLang="en-US" i="1" dirty="0">
                            <a:solidFill>
                              <a:schemeClr val="lt1">
                                <a:lumMod val="10000"/>
                              </a:schemeClr>
                            </a:solidFill>
                            <a:latin typeface="Cambria Math" panose="02040503050406030204" pitchFamily="18" charset="0"/>
                            <a:ea typeface="MS Mincho" charset="0"/>
                            <a:cs typeface="Cambria Math" panose="02040503050406030204" pitchFamily="18" charset="0"/>
                          </a:rPr>
                          <m:t>𝝐</m:t>
                        </m:r>
                      </m:sup>
                    </m:sSup>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oMath>
                </a14:m>
                <a:r>
                  <a:rPr lang="zh-CN" altLang="en-US" dirty="0" smtClean="0">
                    <a:solidFill>
                      <a:schemeClr val="lt1">
                        <a:lumMod val="10000"/>
                      </a:schemeClr>
                    </a:solidFill>
                    <a:latin typeface="+mn-lt"/>
                    <a:ea typeface="+mn-ea"/>
                  </a:rPr>
                  <a:t> </a:t>
                </a:r>
                <a:endParaRPr lang="en-US" altLang="zh-CN" dirty="0" smtClean="0">
                  <a:solidFill>
                    <a:schemeClr val="lt1">
                      <a:lumMod val="10000"/>
                    </a:schemeClr>
                  </a:solidFill>
                  <a:latin typeface="+mn-lt"/>
                  <a:ea typeface="+mn-ea"/>
                </a:endParaRPr>
              </a:p>
              <a:p>
                <a:pPr algn="l" eaLnBrk="1" hangingPunct="1">
                  <a:defRPr/>
                </a:pPr>
                <a:r>
                  <a:rPr lang="en-US" altLang="zh-CN" b="0" dirty="0">
                    <a:solidFill>
                      <a:schemeClr val="lt1">
                        <a:lumMod val="10000"/>
                      </a:schemeClr>
                    </a:solidFill>
                    <a:latin typeface="+mn-lt"/>
                    <a:ea typeface="+mn-ea"/>
                  </a:rPr>
                  <a:t> </a:t>
                </a:r>
                <a:r>
                  <a:rPr lang="en-US" altLang="zh-CN" b="0" dirty="0" smtClean="0">
                    <a:solidFill>
                      <a:schemeClr val="lt1">
                        <a:lumMod val="10000"/>
                      </a:schemeClr>
                    </a:solidFill>
                    <a:latin typeface="+mn-lt"/>
                    <a:ea typeface="+mn-ea"/>
                  </a:rPr>
                  <a:t>        </a:t>
                </a:r>
                <a:r>
                  <a:rPr lang="zh-CN" altLang="en-US" b="0" dirty="0" smtClean="0">
                    <a:solidFill>
                      <a:schemeClr val="lt1">
                        <a:lumMod val="10000"/>
                      </a:schemeClr>
                    </a:solidFill>
                    <a:latin typeface="+mn-lt"/>
                    <a:ea typeface="+mn-ea"/>
                  </a:rPr>
                  <a:t>且</a:t>
                </a:r>
                <a14:m>
                  <m:oMath xmlns:m="http://schemas.openxmlformats.org/officeDocument/2006/math">
                    <m:r>
                      <a:rPr lang="zh-CN" altLang="en-US" b="0" i="1">
                        <a:solidFill>
                          <a:schemeClr val="lt1">
                            <a:lumMod val="10000"/>
                          </a:schemeClr>
                        </a:solidFill>
                        <a:latin typeface="Cambria Math" panose="02040503050406030204" pitchFamily="18" charset="0"/>
                        <a:ea typeface="MS Mincho" charset="0"/>
                        <a:cs typeface="Cambria Math" panose="02040503050406030204" pitchFamily="18" charset="0"/>
                      </a:rPr>
                      <m:t>：</m:t>
                    </m:r>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𝒂𝒇</m:t>
                    </m:r>
                    <m:d>
                      <m:dPr>
                        <m:ctrlPr>
                          <a:rPr lang="en-US" altLang="zh-CN" i="1">
                            <a:solidFill>
                              <a:schemeClr val="lt1">
                                <a:lumMod val="10000"/>
                              </a:schemeClr>
                            </a:solidFill>
                            <a:latin typeface="Cambria Math" panose="02040503050406030204" pitchFamily="18" charset="0"/>
                            <a:ea typeface="+mn-ea"/>
                            <a:cs typeface="Cambria Math" panose="02040503050406030204" pitchFamily="18" charset="0"/>
                          </a:rPr>
                        </m:ctrlPr>
                      </m:dPr>
                      <m:e>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𝒏</m:t>
                        </m:r>
                        <m:r>
                          <a:rPr lang="en-US" altLang="zh-CN" i="1">
                            <a:solidFill>
                              <a:schemeClr val="lt1">
                                <a:lumMod val="10000"/>
                              </a:schemeClr>
                            </a:solidFill>
                            <a:latin typeface="Cambria Math" panose="02040503050406030204" pitchFamily="18" charset="0"/>
                            <a:ea typeface="MS Mincho" charset="0"/>
                            <a:cs typeface="Cambria Math" panose="02040503050406030204" pitchFamily="18" charset="0"/>
                          </a:rPr>
                          <m:t>/</m:t>
                        </m:r>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𝒃</m:t>
                        </m:r>
                      </m:e>
                    </m:d>
                    <m:r>
                      <a:rPr lang="en-US" altLang="zh-CN" i="1">
                        <a:solidFill>
                          <a:schemeClr val="lt1">
                            <a:lumMod val="10000"/>
                          </a:schemeClr>
                        </a:solidFill>
                        <a:latin typeface="Cambria Math" panose="02040503050406030204" pitchFamily="18" charset="0"/>
                        <a:ea typeface="MS Mincho" charset="0"/>
                        <a:cs typeface="Cambria Math" panose="02040503050406030204" pitchFamily="18" charset="0"/>
                      </a:rPr>
                      <m:t>≤</m:t>
                    </m:r>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𝒄𝒇</m:t>
                    </m:r>
                    <m:d>
                      <m:dPr>
                        <m:ctrlPr>
                          <a:rPr lang="en-US" altLang="zh-CN" i="1">
                            <a:solidFill>
                              <a:schemeClr val="lt1">
                                <a:lumMod val="10000"/>
                              </a:schemeClr>
                            </a:solidFill>
                            <a:latin typeface="Cambria Math" panose="02040503050406030204" pitchFamily="18" charset="0"/>
                            <a:ea typeface="+mn-ea"/>
                            <a:cs typeface="Cambria Math" panose="02040503050406030204" pitchFamily="18" charset="0"/>
                          </a:rPr>
                        </m:ctrlPr>
                      </m:dPr>
                      <m:e>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𝒏</m:t>
                        </m:r>
                      </m:e>
                    </m:d>
                    <m:r>
                      <a:rPr lang="en-US" altLang="zh-CN" b="1" i="1" dirty="0" smtClean="0">
                        <a:solidFill>
                          <a:schemeClr val="lt1">
                            <a:lumMod val="10000"/>
                          </a:schemeClr>
                        </a:solidFill>
                        <a:latin typeface="Cambria Math" panose="02040503050406030204" pitchFamily="18" charset="0"/>
                        <a:ea typeface="MS Mincho" charset="0"/>
                        <a:cs typeface="Cambria Math" panose="02040503050406030204" pitchFamily="18" charset="0"/>
                      </a:rPr>
                      <m:t>    </m:t>
                    </m:r>
                    <m:r>
                      <a:rPr lang="zh-CN" altLang="en-US" i="1">
                        <a:solidFill>
                          <a:schemeClr val="lt1">
                            <a:lumMod val="10000"/>
                          </a:schemeClr>
                        </a:solidFill>
                        <a:latin typeface="Cambria Math" panose="02040503050406030204" pitchFamily="18" charset="0"/>
                        <a:ea typeface="MS Mincho" charset="0"/>
                        <a:cs typeface="Cambria Math" panose="02040503050406030204" pitchFamily="18" charset="0"/>
                      </a:rPr>
                      <m:t>则：</m:t>
                    </m:r>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𝑻</m:t>
                    </m:r>
                    <m:d>
                      <m:dPr>
                        <m:ctrlPr>
                          <a:rPr lang="en-US" altLang="zh-CN" i="1">
                            <a:solidFill>
                              <a:schemeClr val="lt1">
                                <a:lumMod val="10000"/>
                              </a:schemeClr>
                            </a:solidFill>
                            <a:latin typeface="Cambria Math" panose="02040503050406030204" pitchFamily="18" charset="0"/>
                            <a:ea typeface="+mn-ea"/>
                            <a:cs typeface="Cambria Math" panose="02040503050406030204" pitchFamily="18" charset="0"/>
                          </a:rPr>
                        </m:ctrlPr>
                      </m:dPr>
                      <m:e>
                        <m:r>
                          <a:rPr lang="en-US" altLang="zh-CN" i="1">
                            <a:solidFill>
                              <a:schemeClr val="lt1">
                                <a:lumMod val="10000"/>
                              </a:schemeClr>
                            </a:solidFill>
                            <a:latin typeface="Cambria Math" panose="02040503050406030204" pitchFamily="18" charset="0"/>
                            <a:ea typeface="+mn-ea"/>
                            <a:cs typeface="Cambria Math" panose="02040503050406030204" pitchFamily="18" charset="0"/>
                          </a:rPr>
                          <m:t>𝒏</m:t>
                        </m:r>
                      </m:e>
                    </m:d>
                    <m:r>
                      <m:rPr>
                        <m:nor/>
                      </m:rPr>
                      <a:rPr lang="en-US" altLang="zh-CN">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S Mincho" charset="0"/>
                        <a:cs typeface="Cambria Math" panose="02040503050406030204" pitchFamily="18" charset="0"/>
                      </a:rPr>
                      <m:t>= </m:t>
                    </m:r>
                    <m:r>
                      <m:rPr>
                        <m:nor/>
                      </m:rPr>
                      <a:rPr lang="en-US" altLang="zh-CN" dirty="0">
                        <a:solidFill>
                          <a:schemeClr val="lt1">
                            <a:lumMod val="10000"/>
                          </a:schemeClr>
                        </a:solidFill>
                        <a:latin typeface="Cambria Math" panose="02040503050406030204" pitchFamily="18" charset="0"/>
                        <a:ea typeface="+mn-ea"/>
                        <a:cs typeface="Cambria Math" panose="02040503050406030204" pitchFamily="18" charset="0"/>
                      </a:rPr>
                      <m:t>Θ</m:t>
                    </m:r>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sSup>
                      <m:sSup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p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𝒏</m:t>
                        </m:r>
                      </m:e>
                      <m:sup>
                        <m:sSub>
                          <m:sSub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b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𝒍𝒐𝒈</m:t>
                            </m:r>
                          </m:e>
                          <m: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𝒃</m:t>
                            </m:r>
                          </m:sub>
                        </m:s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𝒂</m:t>
                        </m:r>
                      </m:sup>
                    </m:sSup>
                    <m:r>
                      <a:rPr lang="en-US" altLang="zh-CN" i="1" dirty="0">
                        <a:solidFill>
                          <a:schemeClr val="lt1">
                            <a:lumMod val="10000"/>
                          </a:schemeClr>
                        </a:solidFill>
                        <a:latin typeface="Cambria Math" panose="02040503050406030204" pitchFamily="18" charset="0"/>
                        <a:ea typeface="MS Mincho" charset="0"/>
                        <a:cs typeface="Cambria Math" panose="02040503050406030204" pitchFamily="18" charset="0"/>
                      </a:rPr>
                      <m:t>)</m:t>
                    </m:r>
                  </m:oMath>
                </a14:m>
                <a:endParaRPr lang="en-US" altLang="zh-CN" i="1" dirty="0">
                  <a:solidFill>
                    <a:schemeClr val="lt1">
                      <a:lumMod val="10000"/>
                    </a:schemeClr>
                  </a:solidFill>
                  <a:latin typeface="+mn-lt"/>
                  <a:ea typeface="+mn-ea"/>
                  <a:cs typeface="Cambria Math" panose="02040503050406030204" pitchFamily="18" charset="0"/>
                </a:endParaRPr>
              </a:p>
            </p:txBody>
          </p:sp>
        </mc:Choice>
        <mc:Fallback>
          <p:sp>
            <p:nvSpPr>
              <p:cNvPr id="21" name="标题 1"/>
              <p:cNvSpPr txBox="1">
                <a:spLocks noRot="1" noChangeAspect="1" noMove="1" noResize="1" noEditPoints="1" noAdjustHandles="1" noChangeArrowheads="1" noChangeShapeType="1" noTextEdit="1"/>
              </p:cNvSpPr>
              <p:nvPr>
                <p:custDataLst>
                  <p:tags r:id="rId12"/>
                </p:custDataLst>
              </p:nvPr>
            </p:nvSpPr>
            <p:spPr bwMode="black">
              <a:xfrm>
                <a:off x="0" y="2492896"/>
                <a:ext cx="9144000" cy="1265277"/>
              </a:xfrm>
              <a:prstGeom prst="rect">
                <a:avLst/>
              </a:prstGeom>
              <a:blipFill rotWithShape="1">
                <a:blip r:embed="rId13"/>
                <a:stretch>
                  <a:fillRect t="-41" b="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标题 1"/>
              <p:cNvSpPr txBox="1"/>
              <p:nvPr>
                <p:custDataLst>
                  <p:tags r:id="rId14"/>
                </p:custDataLst>
              </p:nvPr>
            </p:nvSpPr>
            <p:spPr bwMode="black">
              <a:xfrm>
                <a:off x="3851920" y="4929022"/>
                <a:ext cx="5328084"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2pPr>
                <a:lvl3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3pPr>
                <a:lvl4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4pPr>
                <a:lvl5pPr algn="ctr" rtl="0" eaLnBrk="0" fontAlgn="base" hangingPunct="0">
                  <a:spcBef>
                    <a:spcPct val="0"/>
                  </a:spcBef>
                  <a:spcAft>
                    <a:spcPct val="0"/>
                  </a:spcAft>
                  <a:defRPr sz="2800" b="1">
                    <a:solidFill>
                      <a:srgbClr val="4D4D4D"/>
                    </a:solidFill>
                    <a:latin typeface="微软雅黑" panose="020B0503020204020204" pitchFamily="34" charset="-122"/>
                    <a:ea typeface="微软雅黑" panose="020B0503020204020204" pitchFamily="34" charset="-122"/>
                  </a:defRPr>
                </a:lvl5pPr>
                <a:lvl6pPr marL="4572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6pPr>
                <a:lvl7pPr marL="9144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7pPr>
                <a:lvl8pPr marL="13716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8pPr>
                <a:lvl9pPr marL="1828800" algn="ctr" rtl="0" fontAlgn="base">
                  <a:spcBef>
                    <a:spcPct val="0"/>
                  </a:spcBef>
                  <a:spcAft>
                    <a:spcPct val="0"/>
                  </a:spcAft>
                  <a:defRPr sz="2800" b="1">
                    <a:solidFill>
                      <a:srgbClr val="4D4D4D"/>
                    </a:solidFill>
                    <a:latin typeface="Verdana" panose="020B0604030504040204" pitchFamily="34" charset="0"/>
                    <a:ea typeface="楷体_GB2312" panose="02010609030101010101" pitchFamily="49" charset="-122"/>
                  </a:defRPr>
                </a:lvl9pPr>
              </a:lstStyle>
              <a:p>
                <a:pPr algn="l" eaLnBrk="1" hangingPunct="1">
                  <a:defRPr/>
                </a:pPr>
                <a:r>
                  <a:rPr lang="zh-CN" altLang="en-US" b="0" dirty="0" smtClean="0">
                    <a:solidFill>
                      <a:schemeClr val="lt1">
                        <a:lumMod val="10000"/>
                      </a:schemeClr>
                    </a:solidFill>
                    <a:latin typeface="+mn-lt"/>
                    <a:ea typeface="+mn-ea"/>
                  </a:rPr>
                  <a:t>可知：</a:t>
                </a:r>
                <a14:m>
                  <m:oMath xmlns:m="http://schemas.openxmlformats.org/officeDocument/2006/math">
                    <m:sSup>
                      <m:sSup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p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𝒏</m:t>
                        </m:r>
                      </m:e>
                      <m:sup>
                        <m:sSub>
                          <m:sSubPr>
                            <m:ctrlP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ctrlPr>
                          </m:sSubPr>
                          <m:e>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𝒍𝒐𝒈</m:t>
                            </m:r>
                          </m:e>
                          <m: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𝒃</m:t>
                            </m:r>
                          </m:sub>
                        </m:sSub>
                        <m:r>
                          <a:rPr lang="en-US" altLang="zh-CN" i="1" dirty="0">
                            <a:solidFill>
                              <a:schemeClr val="lt1">
                                <a:lumMod val="10000"/>
                              </a:schemeClr>
                            </a:solidFill>
                            <a:latin typeface="Cambria Math" panose="02040503050406030204" pitchFamily="18" charset="0"/>
                            <a:ea typeface="+mn-ea"/>
                            <a:cs typeface="Cambria Math" panose="02040503050406030204" pitchFamily="18" charset="0"/>
                          </a:rPr>
                          <m:t>𝒂</m:t>
                        </m:r>
                      </m:sup>
                    </m:sSup>
                  </m:oMath>
                </a14:m>
                <a:r>
                  <a:rPr lang="en-US" altLang="zh-CN" b="0" dirty="0">
                    <a:solidFill>
                      <a:schemeClr val="lt1">
                        <a:lumMod val="10000"/>
                      </a:schemeClr>
                    </a:solidFill>
                    <a:latin typeface="+mn-lt"/>
                    <a:ea typeface="+mn-ea"/>
                  </a:rPr>
                  <a:t>=</a:t>
                </a:r>
                <a:r>
                  <a:rPr lang="en-US" altLang="zh-CN" b="0" dirty="0" smtClean="0">
                    <a:solidFill>
                      <a:schemeClr val="lt1">
                        <a:lumMod val="10000"/>
                      </a:schemeClr>
                    </a:solidFill>
                    <a:latin typeface="+mn-lt"/>
                    <a:ea typeface="+mn-ea"/>
                  </a:rPr>
                  <a:t>n</a:t>
                </a:r>
                <a:endParaRPr lang="en-US" altLang="zh-CN" b="0" kern="1200" dirty="0" smtClean="0">
                  <a:solidFill>
                    <a:schemeClr val="lt1">
                      <a:lumMod val="10000"/>
                    </a:schemeClr>
                  </a:solidFill>
                  <a:latin typeface="+mn-lt"/>
                  <a:ea typeface="+mn-ea"/>
                </a:endParaRPr>
              </a:p>
            </p:txBody>
          </p:sp>
        </mc:Choice>
        <mc:Fallback>
          <p:sp>
            <p:nvSpPr>
              <p:cNvPr id="23" name="标题 1"/>
              <p:cNvSpPr txBox="1">
                <a:spLocks noRot="1" noChangeAspect="1" noMove="1" noResize="1" noEditPoints="1" noAdjustHandles="1" noChangeArrowheads="1" noChangeShapeType="1" noTextEdit="1"/>
              </p:cNvSpPr>
              <p:nvPr>
                <p:custDataLst>
                  <p:tags r:id="rId15"/>
                </p:custDataLst>
              </p:nvPr>
            </p:nvSpPr>
            <p:spPr bwMode="black">
              <a:xfrm>
                <a:off x="3851920" y="4929022"/>
                <a:ext cx="5328084" cy="649287"/>
              </a:xfrm>
              <a:prstGeom prst="rect">
                <a:avLst/>
              </a:prstGeom>
              <a:blipFill rotWithShape="1">
                <a:blip r:embed="rId16"/>
                <a:stretch>
                  <a:fillRect t="-23" r="8" b="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矩形 23"/>
              <p:cNvSpPr/>
              <p:nvPr>
                <p:custDataLst>
                  <p:tags r:id="rId17"/>
                </p:custDataLst>
              </p:nvPr>
            </p:nvSpPr>
            <p:spPr>
              <a:xfrm>
                <a:off x="0" y="5854196"/>
                <a:ext cx="9144000" cy="542290"/>
              </a:xfrm>
              <a:prstGeom prst="rect">
                <a:avLst/>
              </a:prstGeom>
            </p:spPr>
            <p:txBody>
              <a:bodyPr wrap="square">
                <a:normAutofit fontScale="90000"/>
              </a:bodyPr>
              <a:lstStyle/>
              <a:p>
                <a:r>
                  <a:rPr lang="zh-CN" altLang="en-US" sz="2800" dirty="0" smtClean="0">
                    <a:solidFill>
                      <a:schemeClr val="tx1"/>
                    </a:solidFill>
                    <a:latin typeface="+mn-lt"/>
                    <a:ea typeface="+mn-ea"/>
                    <a:cs typeface="+mj-cs"/>
                  </a:rPr>
                  <a:t>满足</a:t>
                </a:r>
                <a14:m>
                  <m:oMath xmlns:m="http://schemas.openxmlformats.org/officeDocument/2006/math">
                    <m:d>
                      <m:dPr>
                        <m:begChr m:val="（"/>
                        <m:endChr m:val="）"/>
                        <m:ctrlPr>
                          <a:rPr lang="zh-CN" altLang="en-US" sz="2800" b="0" i="1" smtClean="0">
                            <a:solidFill>
                              <a:schemeClr val="tx1"/>
                            </a:solidFill>
                            <a:latin typeface="Cambria Math" panose="02040503050406030204" pitchFamily="18" charset="0"/>
                            <a:ea typeface="+mn-ea"/>
                            <a:cs typeface="Cambria Math" panose="02040503050406030204" pitchFamily="18" charset="0"/>
                          </a:rPr>
                        </m:ctrlPr>
                      </m:dPr>
                      <m:e>
                        <m:r>
                          <a:rPr lang="en-US" altLang="zh-CN" sz="2800" b="0" i="0" smtClean="0">
                            <a:solidFill>
                              <a:schemeClr val="tx1"/>
                            </a:solidFill>
                            <a:latin typeface="Cambria Math" panose="02040503050406030204" pitchFamily="18" charset="0"/>
                            <a:ea typeface="MS Mincho" charset="0"/>
                            <a:cs typeface="Cambria Math" panose="02040503050406030204" pitchFamily="18" charset="0"/>
                          </a:rPr>
                          <m:t>2</m:t>
                        </m:r>
                      </m:e>
                    </m:d>
                    <m:r>
                      <a:rPr lang="zh-CN" altLang="en-US" sz="2800" b="0" i="1" smtClean="0">
                        <a:solidFill>
                          <a:schemeClr val="tx1"/>
                        </a:solidFill>
                        <a:latin typeface="Cambria Math" panose="02040503050406030204" pitchFamily="18" charset="0"/>
                        <a:ea typeface="MS Mincho" charset="0"/>
                        <a:cs typeface="Cambria Math" panose="02040503050406030204" pitchFamily="18" charset="0"/>
                      </a:rPr>
                      <m:t>的</m:t>
                    </m:r>
                    <m:r>
                      <a:rPr lang="zh-CN" altLang="en-US" sz="2800" i="1">
                        <a:solidFill>
                          <a:schemeClr val="tx1"/>
                        </a:solidFill>
                        <a:latin typeface="Cambria Math" panose="02040503050406030204" pitchFamily="18" charset="0"/>
                        <a:ea typeface="MS Mincho" charset="0"/>
                        <a:cs typeface="Cambria Math" panose="02040503050406030204" pitchFamily="18" charset="0"/>
                      </a:rPr>
                      <m:t>条件</m:t>
                    </m:r>
                    <m:r>
                      <a:rPr lang="zh-CN" altLang="en-US" sz="2800" b="0" i="1" smtClean="0">
                        <a:solidFill>
                          <a:schemeClr val="tx1"/>
                        </a:solidFill>
                        <a:latin typeface="Cambria Math" panose="02040503050406030204" pitchFamily="18" charset="0"/>
                        <a:ea typeface="MS Mincho" charset="0"/>
                        <a:cs typeface="Cambria Math" panose="02040503050406030204" pitchFamily="18" charset="0"/>
                      </a:rPr>
                      <m:t>，</m:t>
                    </m:r>
                    <m:r>
                      <a:rPr lang="zh-CN" altLang="en-US" sz="2800" i="1">
                        <a:solidFill>
                          <a:schemeClr val="tx1"/>
                        </a:solidFill>
                        <a:latin typeface="Cambria Math" panose="02040503050406030204" pitchFamily="18" charset="0"/>
                        <a:ea typeface="MS Mincho" charset="0"/>
                        <a:cs typeface="Cambria Math" panose="02040503050406030204" pitchFamily="18" charset="0"/>
                      </a:rPr>
                      <m:t>因此</m:t>
                    </m:r>
                    <m:r>
                      <a:rPr lang="zh-CN" altLang="en-US" sz="2800" b="0" i="1" smtClean="0">
                        <a:solidFill>
                          <a:schemeClr val="tx1"/>
                        </a:solidFill>
                        <a:latin typeface="Cambria Math" panose="02040503050406030204" pitchFamily="18" charset="0"/>
                        <a:ea typeface="MS Mincho" charset="0"/>
                        <a:cs typeface="Cambria Math" panose="02040503050406030204" pitchFamily="18" charset="0"/>
                      </a:rPr>
                      <m:t>有</m:t>
                    </m:r>
                    <m:r>
                      <a:rPr lang="zh-CN" altLang="en-US" sz="2800">
                        <a:solidFill>
                          <a:schemeClr val="tx1"/>
                        </a:solidFill>
                        <a:latin typeface="Cambria Math" panose="02040503050406030204" pitchFamily="18" charset="0"/>
                        <a:ea typeface="MS Mincho" charset="0"/>
                        <a:cs typeface="Cambria Math" panose="02040503050406030204" pitchFamily="18" charset="0"/>
                      </a:rPr>
                      <m:t>：</m:t>
                    </m:r>
                    <m:r>
                      <a:rPr lang="en-US" altLang="zh-CN" sz="2800">
                        <a:solidFill>
                          <a:schemeClr val="tx1"/>
                        </a:solidFill>
                        <a:latin typeface="Cambria Math" panose="02040503050406030204" pitchFamily="18" charset="0"/>
                        <a:ea typeface="+mn-ea"/>
                        <a:cs typeface="Cambria Math" panose="02040503050406030204" pitchFamily="18" charset="0"/>
                      </a:rPr>
                      <m:t>𝑻</m:t>
                    </m:r>
                    <m:d>
                      <m:dPr>
                        <m:ctrlPr>
                          <a:rPr lang="en-US" altLang="zh-CN" sz="2800" i="1">
                            <a:solidFill>
                              <a:schemeClr val="tx1"/>
                            </a:solidFill>
                            <a:latin typeface="Cambria Math" panose="02040503050406030204" pitchFamily="18" charset="0"/>
                            <a:ea typeface="+mn-ea"/>
                            <a:cs typeface="Cambria Math" panose="02040503050406030204" pitchFamily="18" charset="0"/>
                          </a:rPr>
                        </m:ctrlPr>
                      </m:dPr>
                      <m:e>
                        <m:r>
                          <a:rPr lang="en-US" altLang="zh-CN" sz="2800">
                            <a:solidFill>
                              <a:schemeClr val="tx1"/>
                            </a:solidFill>
                            <a:latin typeface="Cambria Math" panose="02040503050406030204" pitchFamily="18" charset="0"/>
                            <a:ea typeface="+mn-ea"/>
                            <a:cs typeface="Cambria Math" panose="02040503050406030204" pitchFamily="18" charset="0"/>
                          </a:rPr>
                          <m:t>𝒏</m:t>
                        </m:r>
                      </m:e>
                    </m:d>
                    <m:r>
                      <m:rPr>
                        <m:nor/>
                      </m:rPr>
                      <a:rPr lang="en-US" altLang="zh-CN" sz="2800" b="0" i="0" smtClean="0">
                        <a:solidFill>
                          <a:schemeClr val="tx1"/>
                        </a:solidFill>
                        <a:latin typeface="Cambria Math" panose="02040503050406030204" pitchFamily="18" charset="0"/>
                        <a:ea typeface="MS Mincho" charset="0"/>
                        <a:cs typeface="Cambria Math" panose="02040503050406030204" pitchFamily="18" charset="0"/>
                      </a:rPr>
                      <m:t> </m:t>
                    </m:r>
                    <m:r>
                      <m:rPr>
                        <m:nor/>
                      </m:rPr>
                      <a:rPr lang="en-US" altLang="zh-CN" sz="2800" dirty="0">
                        <a:solidFill>
                          <a:schemeClr val="tx1"/>
                        </a:solidFill>
                        <a:latin typeface="Cambria Math" panose="02040503050406030204" pitchFamily="18" charset="0"/>
                        <a:ea typeface="MS Mincho" charset="0"/>
                        <a:cs typeface="Cambria Math" panose="02040503050406030204" pitchFamily="18" charset="0"/>
                      </a:rPr>
                      <m:t>= </m:t>
                    </m:r>
                    <m:r>
                      <a:rPr lang="en-US" altLang="zh-CN" sz="2800" i="1">
                        <a:solidFill>
                          <a:schemeClr val="tx1"/>
                        </a:solidFill>
                        <a:latin typeface="Cambria Math" panose="02040503050406030204" pitchFamily="18" charset="0"/>
                        <a:ea typeface="+mn-ea"/>
                        <a:cs typeface="Cambria Math" panose="02040503050406030204" pitchFamily="18" charset="0"/>
                      </a:rPr>
                      <m:t>𝑶</m:t>
                    </m:r>
                    <m:r>
                      <a:rPr lang="en-US" altLang="zh-CN" sz="2800" i="1">
                        <a:solidFill>
                          <a:schemeClr val="tx1"/>
                        </a:solidFill>
                        <a:latin typeface="Cambria Math" panose="02040503050406030204" pitchFamily="18" charset="0"/>
                        <a:ea typeface="MS Mincho" charset="0"/>
                        <a:cs typeface="Cambria Math" panose="02040503050406030204" pitchFamily="18" charset="0"/>
                      </a:rPr>
                      <m:t>(</m:t>
                    </m:r>
                    <m:r>
                      <a:rPr lang="en-US" altLang="zh-CN" sz="2800" i="1">
                        <a:solidFill>
                          <a:schemeClr val="tx1"/>
                        </a:solidFill>
                        <a:latin typeface="Cambria Math" panose="02040503050406030204" pitchFamily="18" charset="0"/>
                        <a:ea typeface="+mn-ea"/>
                        <a:cs typeface="Cambria Math" panose="02040503050406030204" pitchFamily="18" charset="0"/>
                      </a:rPr>
                      <m:t>𝒏𝒍𝒐𝒈𝒏</m:t>
                    </m:r>
                    <m:r>
                      <a:rPr lang="en-US" altLang="zh-CN" sz="2800" i="1">
                        <a:solidFill>
                          <a:schemeClr val="tx1"/>
                        </a:solidFill>
                        <a:latin typeface="Cambria Math" panose="02040503050406030204" pitchFamily="18" charset="0"/>
                        <a:ea typeface="MS Mincho" charset="0"/>
                        <a:cs typeface="Cambria Math" panose="02040503050406030204" pitchFamily="18" charset="0"/>
                      </a:rPr>
                      <m:t>)</m:t>
                    </m:r>
                  </m:oMath>
                </a14:m>
                <a:endParaRPr lang="en-US" altLang="zh-CN" sz="2800" i="1" dirty="0">
                  <a:solidFill>
                    <a:schemeClr val="tx1"/>
                  </a:solidFill>
                  <a:latin typeface="+mn-lt"/>
                  <a:ea typeface="+mn-ea"/>
                  <a:cs typeface="Cambria Math" panose="02040503050406030204" pitchFamily="18" charset="0"/>
                </a:endParaRPr>
              </a:p>
            </p:txBody>
          </p:sp>
        </mc:Choice>
        <mc:Fallback>
          <p:sp>
            <p:nvSpPr>
              <p:cNvPr id="24" name="矩形 23"/>
              <p:cNvSpPr>
                <a:spLocks noRot="1" noChangeAspect="1" noMove="1" noResize="1" noEditPoints="1" noAdjustHandles="1" noChangeArrowheads="1" noChangeShapeType="1" noTextEdit="1"/>
              </p:cNvSpPr>
              <p:nvPr>
                <p:custDataLst>
                  <p:tags r:id="rId18"/>
                </p:custDataLst>
              </p:nvPr>
            </p:nvSpPr>
            <p:spPr>
              <a:xfrm>
                <a:off x="0" y="5854196"/>
                <a:ext cx="9144000" cy="542290"/>
              </a:xfrm>
              <a:prstGeom prst="rect">
                <a:avLst/>
              </a:prstGeom>
              <a:blipFill rotWithShape="1">
                <a:blip r:embed="rId19"/>
                <a:stretch>
                  <a:fillRect t="-24"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a:spLocks noGrp="1"/>
              </p:cNvSpPr>
              <p:nvPr>
                <p:ph type="title" idx="4294967295"/>
              </p:nvPr>
            </p:nvSpPr>
            <p:spPr>
              <a:xfrm>
                <a:off x="0" y="31115"/>
                <a:ext cx="9144000" cy="648970"/>
              </a:xfrm>
              <a:prstGeom prst="rect">
                <a:avLst/>
              </a:prstGeom>
            </p:spPr>
            <p:txBody>
              <a:bodyPr vert="horz" wrap="square" lIns="0" tIns="0" rIns="0" bIns="0" rtlCol="0" anchor="ctr">
                <a:normAutofit/>
              </a:bodyPr>
              <a:lstStyle/>
              <a:p>
                <a:pPr lvl="0" algn="l">
                  <a:buClrTx/>
                  <a:buSzTx/>
                  <a:buFontTx/>
                </a:pPr>
                <a:r>
                  <a:rPr lang="zh-CN" altLang="en-US" dirty="0">
                    <a:sym typeface="+mn-ea"/>
                  </a:rPr>
                  <a:t>主</a:t>
                </a:r>
                <a:r>
                  <a:rPr lang="zh-CN" altLang="en-US" dirty="0">
                    <a:sym typeface="+mn-ea"/>
                  </a:rPr>
                  <a:t>定</a:t>
                </a:r>
                <a:r>
                  <a:rPr lang="zh-CN" altLang="en-US" dirty="0">
                    <a:sym typeface="+mn-ea"/>
                  </a:rPr>
                  <a:t>理的应用：</a:t>
                </a:r>
                <a14:m>
                  <m:oMath xmlns:m="http://schemas.openxmlformats.org/officeDocument/2006/math">
                    <m:r>
                      <a:rPr lang="zh-CN" altLang="en-US" dirty="0">
                        <a:sym typeface="+mn-ea"/>
                      </a:rPr>
                      <m:t>𝑻</m:t>
                    </m:r>
                    <m:d>
                      <m:dPr>
                        <m:ctrlPr>
                          <a:rPr lang="zh-CN" altLang="en-US" dirty="0">
                            <a:sym typeface="+mn-ea"/>
                          </a:rPr>
                        </m:ctrlPr>
                      </m:dPr>
                      <m:e>
                        <m:r>
                          <a:rPr lang="zh-CN" altLang="en-US" dirty="0">
                            <a:sym typeface="+mn-ea"/>
                          </a:rPr>
                          <m:t>𝒏</m:t>
                        </m:r>
                      </m:e>
                    </m:d>
                    <m:r>
                      <m:rPr>
                        <m:nor/>
                      </m:rPr>
                      <a:rPr lang="zh-CN" altLang="en-US" dirty="0">
                        <a:sym typeface="+mn-ea"/>
                      </a:rPr>
                      <m:t> </m:t>
                    </m:r>
                    <m:r>
                      <m:rPr>
                        <m:nor/>
                      </m:rPr>
                      <a:rPr lang="zh-CN" altLang="en-US" dirty="0">
                        <a:sym typeface="+mn-ea"/>
                      </a:rPr>
                      <m:t>=</m:t>
                    </m:r>
                    <m:r>
                      <a:rPr lang="zh-CN" altLang="en-US" dirty="0">
                        <a:sym typeface="+mn-ea"/>
                      </a:rPr>
                      <m:t> </m:t>
                    </m:r>
                    <m:r>
                      <a:rPr lang="zh-CN" altLang="en-US" dirty="0">
                        <a:sym typeface="+mn-ea"/>
                      </a:rPr>
                      <m:t>𝒂</m:t>
                    </m:r>
                    <m:r>
                      <a:rPr lang="zh-CN" altLang="en-US" dirty="0">
                        <a:sym typeface="+mn-ea"/>
                      </a:rPr>
                      <m:t>𝑻</m:t>
                    </m:r>
                    <m:r>
                      <a:rPr lang="zh-CN" altLang="en-US" dirty="0">
                        <a:sym typeface="+mn-ea"/>
                      </a:rPr>
                      <m:t>(</m:t>
                    </m:r>
                    <m:r>
                      <a:rPr lang="zh-CN" altLang="en-US" dirty="0">
                        <a:sym typeface="+mn-ea"/>
                      </a:rPr>
                      <m:t>𝒏</m:t>
                    </m:r>
                    <m:r>
                      <a:rPr lang="zh-CN" altLang="en-US" dirty="0">
                        <a:sym typeface="+mn-ea"/>
                      </a:rPr>
                      <m:t>/</m:t>
                    </m:r>
                    <m:r>
                      <a:rPr lang="zh-CN" altLang="en-US" dirty="0">
                        <a:sym typeface="+mn-ea"/>
                      </a:rPr>
                      <m:t>𝒃</m:t>
                    </m:r>
                    <m:r>
                      <a:rPr lang="zh-CN" altLang="en-US" dirty="0">
                        <a:sym typeface="+mn-ea"/>
                      </a:rPr>
                      <m:t>)</m:t>
                    </m:r>
                  </m:oMath>
                </a14:m>
                <a:r>
                  <a:rPr lang="zh-CN" altLang="en-US" dirty="0">
                    <a:sym typeface="+mn-ea"/>
                  </a:rPr>
                  <a:t> + </a:t>
                </a:r>
                <a14:m>
                  <m:oMath xmlns:m="http://schemas.openxmlformats.org/officeDocument/2006/math">
                    <m:r>
                      <a:rPr lang="zh-CN" altLang="en-US" dirty="0">
                        <a:sym typeface="+mn-ea"/>
                      </a:rPr>
                      <m:t>𝒇</m:t>
                    </m:r>
                    <m:d>
                      <m:dPr>
                        <m:ctrlPr>
                          <a:rPr lang="zh-CN" altLang="en-US" dirty="0">
                            <a:sym typeface="+mn-ea"/>
                          </a:rPr>
                        </m:ctrlPr>
                      </m:dPr>
                      <m:e>
                        <m:r>
                          <a:rPr lang="zh-CN" altLang="en-US" dirty="0">
                            <a:sym typeface="+mn-ea"/>
                          </a:rPr>
                          <m:t>𝒏</m:t>
                        </m:r>
                      </m:e>
                    </m:d>
                  </m:oMath>
                </a14:m>
                <a:endParaRPr lang="zh-CN" altLang="en-US" dirty="0">
                  <a:sym typeface="+mn-ea"/>
                </a:endParaRPr>
              </a:p>
            </p:txBody>
          </p:sp>
        </mc:Choice>
        <mc:Fallback>
          <p:sp>
            <p:nvSpPr>
              <p:cNvPr id="2" name="标题 1"/>
              <p:cNvSpPr>
                <a:spLocks noRot="1" noChangeAspect="1" noMove="1" noResize="1" noEditPoints="1" noAdjustHandles="1" noChangeArrowheads="1" noChangeShapeType="1" noTextEdit="1"/>
              </p:cNvSpPr>
              <p:nvPr>
                <p:ph type="title" idx="4294967295"/>
              </p:nvPr>
            </p:nvSpPr>
            <p:spPr>
              <a:xfrm>
                <a:off x="0" y="31115"/>
                <a:ext cx="9144000" cy="648970"/>
              </a:xfrm>
              <a:prstGeom prst="rect">
                <a:avLst/>
              </a:prstGeom>
              <a:blipFill rotWithShape="1">
                <a:blip r:embed="rId20"/>
                <a:stretch>
                  <a:fillRect/>
                </a:stretch>
              </a:blipFill>
            </p:spPr>
            <p:txBody>
              <a:bodyPr/>
              <a:lstStyle/>
              <a:p>
                <a:r>
                  <a:rPr lang="zh-CN" altLang="en-US">
                    <a:noFill/>
                  </a:rPr>
                  <a:t> </a:t>
                </a:r>
              </a:p>
            </p:txBody>
          </p:sp>
        </mc:Fallback>
      </mc:AlternateContent>
    </p:spTree>
    <p:custDataLst>
      <p:tags r:id="rId2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0" grpId="0"/>
      <p:bldP spid="23" grpId="0"/>
      <p:bldP spid="2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8" name="Rectangle 4"/>
          <p:cNvSpPr>
            <a:spLocks noChangeArrowheads="1"/>
          </p:cNvSpPr>
          <p:nvPr>
            <p:custDataLst>
              <p:tags r:id="rId1"/>
            </p:custDataLst>
          </p:nvPr>
        </p:nvSpPr>
        <p:spPr bwMode="auto">
          <a:xfrm>
            <a:off x="251520" y="764704"/>
            <a:ext cx="8676580" cy="597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marL="609600" indent="-609600" eaLnBrk="0" hangingPunct="0">
              <a:spcBef>
                <a:spcPts val="1200"/>
              </a:spcBef>
              <a:buFont typeface="Wingdings" panose="05000000000000000000" pitchFamily="2" charset="2"/>
              <a:buChar char=""/>
              <a:defRPr sz="2800" b="1">
                <a:solidFill>
                  <a:srgbClr val="161616"/>
                </a:solidFill>
                <a:latin typeface="微软雅黑" panose="020B0503020204020204" pitchFamily="34" charset="-122"/>
                <a:ea typeface="微软雅黑" panose="020B0503020204020204" pitchFamily="34" charset="-122"/>
              </a:defRPr>
            </a:lvl1pPr>
            <a:lvl2pPr marL="990600" indent="-533400" eaLnBrk="0" hangingPunct="0">
              <a:spcBef>
                <a:spcPts val="1200"/>
              </a:spcBef>
              <a:buFont typeface="Wingdings" panose="05000000000000000000" pitchFamily="2" charset="2"/>
              <a:buChar char="±"/>
              <a:defRPr sz="2800">
                <a:solidFill>
                  <a:srgbClr val="161616"/>
                </a:solidFill>
                <a:latin typeface="微软雅黑" panose="020B0503020204020204" pitchFamily="34" charset="-122"/>
                <a:ea typeface="微软雅黑" panose="020B0503020204020204" pitchFamily="34" charset="-122"/>
              </a:defRPr>
            </a:lvl2pPr>
            <a:lvl3pPr marL="1371600" indent="-457200" eaLnBrk="0" hangingPunct="0">
              <a:spcBef>
                <a:spcPts val="1200"/>
              </a:spcBef>
              <a:buChar char="•"/>
              <a:defRPr sz="2400">
                <a:solidFill>
                  <a:srgbClr val="161616"/>
                </a:solidFill>
                <a:latin typeface="微软雅黑" panose="020B0503020204020204" pitchFamily="34" charset="-122"/>
                <a:ea typeface="微软雅黑" panose="020B0503020204020204" pitchFamily="34" charset="-122"/>
              </a:defRPr>
            </a:lvl3pPr>
            <a:lvl4pPr marL="1752600" indent="-381000" eaLnBrk="0" hangingPunct="0">
              <a:spcBef>
                <a:spcPts val="1200"/>
              </a:spcBef>
              <a:buChar char="–"/>
              <a:defRPr sz="2000">
                <a:solidFill>
                  <a:srgbClr val="161616"/>
                </a:solidFill>
                <a:latin typeface="微软雅黑" panose="020B0503020204020204" pitchFamily="34" charset="-122"/>
                <a:ea typeface="微软雅黑" panose="020B0503020204020204" pitchFamily="34" charset="-122"/>
              </a:defRPr>
            </a:lvl4pPr>
            <a:lvl5pPr marL="2209800" indent="-381000" eaLnBrk="0" hangingPunct="0">
              <a:spcBef>
                <a:spcPts val="1200"/>
              </a:spcBef>
              <a:buChar char="»"/>
              <a:defRPr sz="2000">
                <a:solidFill>
                  <a:srgbClr val="161616"/>
                </a:solidFill>
                <a:latin typeface="微软雅黑" panose="020B0503020204020204" pitchFamily="34" charset="-122"/>
                <a:ea typeface="微软雅黑" panose="020B0503020204020204" pitchFamily="34" charset="-122"/>
              </a:defRPr>
            </a:lvl5pPr>
            <a:lvl6pPr marL="2667000" indent="-3810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6pPr>
            <a:lvl7pPr marL="3124200" indent="-3810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7pPr>
            <a:lvl8pPr marL="3581400" indent="-3810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8pPr>
            <a:lvl9pPr marL="4038600" indent="-38100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9pPr>
          </a:lstStyle>
          <a:p>
            <a:pPr marL="467995" lvl="1" indent="-467995">
              <a:lnSpc>
                <a:spcPct val="150000"/>
              </a:lnSpc>
              <a:buClr>
                <a:schemeClr val="tx1"/>
              </a:buClr>
              <a:buSzPct val="100000"/>
              <a:buFont typeface="Wingdings" panose="05000000000000000000" pitchFamily="2" charset="2"/>
              <a:buChar char=""/>
              <a:defRPr/>
            </a:pPr>
            <a:r>
              <a:rPr lang="zh-CN" altLang="en-US" dirty="0">
                <a:solidFill>
                  <a:schemeClr val="tx1"/>
                </a:solidFill>
                <a:latin typeface="+mn-lt"/>
                <a:ea typeface="+mn-ea"/>
                <a:cs typeface="Verdana" panose="020B0604030504040204" pitchFamily="34" charset="0"/>
              </a:rPr>
              <a:t>对数复杂度从何而来？</a:t>
            </a:r>
            <a:endParaRPr lang="en-US" altLang="zh-CN" dirty="0">
              <a:solidFill>
                <a:schemeClr val="tx1"/>
              </a:solidFill>
              <a:latin typeface="+mn-lt"/>
              <a:ea typeface="+mn-ea"/>
              <a:cs typeface="Verdana" panose="020B0604030504040204" pitchFamily="34" charset="0"/>
            </a:endParaRPr>
          </a:p>
          <a:p>
            <a:pPr marL="467995" lvl="1" indent="-467995">
              <a:lnSpc>
                <a:spcPct val="150000"/>
              </a:lnSpc>
              <a:buClr>
                <a:schemeClr val="tx1"/>
              </a:buClr>
              <a:buSzPct val="100000"/>
              <a:buFont typeface="Wingdings" panose="05000000000000000000" pitchFamily="2" charset="2"/>
              <a:buChar char=""/>
              <a:defRPr/>
            </a:pPr>
            <a:r>
              <a:rPr lang="zh-CN" altLang="en-US" dirty="0">
                <a:solidFill>
                  <a:schemeClr val="tx1"/>
                </a:solidFill>
                <a:latin typeface="+mn-lt"/>
                <a:ea typeface="+mn-ea"/>
                <a:cs typeface="Verdana" panose="020B0604030504040204" pitchFamily="34" charset="0"/>
              </a:rPr>
              <a:t>经验法则</a:t>
            </a:r>
            <a:r>
              <a:rPr lang="zh-CN" altLang="en-US" dirty="0" smtClean="0">
                <a:solidFill>
                  <a:schemeClr val="tx1"/>
                </a:solidFill>
                <a:latin typeface="+mn-lt"/>
                <a:ea typeface="+mn-ea"/>
                <a:cs typeface="Verdana" panose="020B0604030504040204" pitchFamily="34" charset="0"/>
              </a:rPr>
              <a:t>：</a:t>
            </a:r>
            <a:endParaRPr lang="en-US" altLang="zh-CN" dirty="0" smtClean="0">
              <a:solidFill>
                <a:schemeClr val="tx1"/>
              </a:solidFill>
              <a:latin typeface="+mn-lt"/>
              <a:ea typeface="+mn-ea"/>
              <a:cs typeface="Verdana" panose="020B0604030504040204" pitchFamily="34" charset="0"/>
            </a:endParaRPr>
          </a:p>
          <a:p>
            <a:pPr marL="742950" lvl="1" indent="-285750">
              <a:lnSpc>
                <a:spcPct val="150000"/>
              </a:lnSpc>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如果一个算法用常数时间（</a:t>
            </a:r>
            <a:r>
              <a:rPr lang="en-US" altLang="zh-CN" sz="2400" dirty="0">
                <a:solidFill>
                  <a:schemeClr val="tx1"/>
                </a:solidFill>
                <a:latin typeface="+mn-lt"/>
                <a:ea typeface="+mn-ea"/>
              </a:rPr>
              <a:t>O (1)</a:t>
            </a:r>
            <a:r>
              <a:rPr lang="zh-CN" altLang="en-US" sz="2400" dirty="0">
                <a:solidFill>
                  <a:schemeClr val="tx1"/>
                </a:solidFill>
                <a:latin typeface="+mn-lt"/>
                <a:ea typeface="+mn-ea"/>
              </a:rPr>
              <a:t>） 将问题的规模削减为原始问题的一部分，则该算法的复杂度为：</a:t>
            </a:r>
            <a:r>
              <a:rPr lang="en-US" altLang="zh-CN" sz="2400" dirty="0">
                <a:solidFill>
                  <a:schemeClr val="tx1"/>
                </a:solidFill>
                <a:latin typeface="+mn-lt"/>
                <a:ea typeface="+mn-ea"/>
              </a:rPr>
              <a:t>O (</a:t>
            </a:r>
            <a:r>
              <a:rPr lang="en-US" altLang="zh-CN" sz="2400" dirty="0" err="1">
                <a:solidFill>
                  <a:schemeClr val="tx1"/>
                </a:solidFill>
                <a:latin typeface="+mn-lt"/>
                <a:ea typeface="+mn-ea"/>
              </a:rPr>
              <a:t>logn</a:t>
            </a:r>
            <a:r>
              <a:rPr lang="en-US" altLang="zh-CN" sz="2400" dirty="0">
                <a:solidFill>
                  <a:schemeClr val="tx1"/>
                </a:solidFill>
                <a:latin typeface="+mn-lt"/>
                <a:ea typeface="+mn-ea"/>
              </a:rPr>
              <a:t>)</a:t>
            </a:r>
            <a:endParaRPr lang="en-US" altLang="zh-CN" sz="2400" dirty="0">
              <a:solidFill>
                <a:schemeClr val="tx1"/>
              </a:solidFill>
              <a:latin typeface="+mn-lt"/>
              <a:ea typeface="+mn-ea"/>
            </a:endParaRPr>
          </a:p>
          <a:p>
            <a:pPr marL="467995" lvl="1" indent="-467995">
              <a:lnSpc>
                <a:spcPct val="150000"/>
              </a:lnSpc>
              <a:buClr>
                <a:schemeClr val="tx1"/>
              </a:buClr>
              <a:buSzPct val="100000"/>
              <a:buFont typeface="Wingdings" panose="05000000000000000000" pitchFamily="2" charset="2"/>
              <a:buChar char=""/>
              <a:defRPr/>
            </a:pPr>
            <a:r>
              <a:rPr lang="zh-CN" altLang="en-US" dirty="0">
                <a:solidFill>
                  <a:schemeClr val="tx1"/>
                </a:solidFill>
                <a:latin typeface="+mn-lt"/>
                <a:ea typeface="+mn-ea"/>
                <a:cs typeface="Verdana" panose="020B0604030504040204" pitchFamily="34" charset="0"/>
              </a:rPr>
              <a:t>分治法典型示例：</a:t>
            </a:r>
            <a:endParaRPr lang="zh-CN" altLang="en-US" dirty="0">
              <a:solidFill>
                <a:schemeClr val="tx1"/>
              </a:solidFill>
              <a:latin typeface="+mn-lt"/>
              <a:ea typeface="+mn-ea"/>
              <a:cs typeface="Verdana" panose="020B0604030504040204" pitchFamily="34" charset="0"/>
            </a:endParaRPr>
          </a:p>
          <a:p>
            <a:pPr marL="742950" lvl="1" indent="-285750">
              <a:lnSpc>
                <a:spcPct val="150000"/>
              </a:lnSpc>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幂运算</a:t>
            </a:r>
            <a:endParaRPr lang="zh-CN" altLang="en-US" sz="2400" dirty="0">
              <a:solidFill>
                <a:schemeClr val="tx1"/>
              </a:solidFill>
              <a:latin typeface="+mn-lt"/>
              <a:ea typeface="+mn-ea"/>
            </a:endParaRPr>
          </a:p>
          <a:p>
            <a:pPr marL="742950" lvl="1" indent="-285750">
              <a:lnSpc>
                <a:spcPct val="150000"/>
              </a:lnSpc>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折半查找</a:t>
            </a:r>
            <a:endParaRPr lang="zh-CN" altLang="en-US" sz="2400" dirty="0">
              <a:solidFill>
                <a:schemeClr val="tx1"/>
              </a:solidFill>
              <a:latin typeface="+mn-lt"/>
              <a:ea typeface="+mn-ea"/>
            </a:endParaRPr>
          </a:p>
          <a:p>
            <a:pPr marL="742950" lvl="1" indent="-285750">
              <a:lnSpc>
                <a:spcPct val="150000"/>
              </a:lnSpc>
              <a:buClr>
                <a:schemeClr val="tx1"/>
              </a:buClr>
              <a:buSzPct val="60000"/>
              <a:buFont typeface="Wingdings" panose="05000000000000000000" pitchFamily="2" charset="2"/>
              <a:buChar char="l"/>
              <a:defRPr/>
            </a:pPr>
            <a:r>
              <a:rPr lang="zh-CN" altLang="en-US" sz="2400" dirty="0">
                <a:solidFill>
                  <a:schemeClr val="tx1"/>
                </a:solidFill>
                <a:latin typeface="+mn-lt"/>
                <a:ea typeface="+mn-ea"/>
              </a:rPr>
              <a:t>欧几里德算法（辗转相除法）</a:t>
            </a:r>
            <a:endParaRPr lang="zh-CN" altLang="en-US" sz="2400" dirty="0">
              <a:solidFill>
                <a:schemeClr val="tx1"/>
              </a:solidFill>
              <a:latin typeface="+mn-lt"/>
              <a:ea typeface="+mn-ea"/>
            </a:endParaRPr>
          </a:p>
        </p:txBody>
      </p:sp>
      <p:sp>
        <p:nvSpPr>
          <p:cNvPr id="11" name="内容占位符 10"/>
          <p:cNvSpPr>
            <a:spLocks noGrp="1"/>
          </p:cNvSpPr>
          <p:nvPr>
            <p:ph idx="1"/>
            <p:custDataLst>
              <p:tags r:id="rId2"/>
            </p:custDataLst>
          </p:nvPr>
        </p:nvSpPr>
        <p:spPr/>
        <p:txBody>
          <a:bodyPr/>
          <a:p>
            <a:endParaRPr lang="zh-CN" altLang="en-US"/>
          </a:p>
        </p:txBody>
      </p:sp>
      <p:sp>
        <p:nvSpPr>
          <p:cNvPr id="2" name="矩形 1"/>
          <p:cNvSpPr/>
          <p:nvPr>
            <p:custDataLst>
              <p:tags r:id="rId3"/>
            </p:custDataLst>
          </p:nvPr>
        </p:nvSpPr>
        <p:spPr>
          <a:xfrm>
            <a:off x="4571281" y="832298"/>
            <a:ext cx="4105175" cy="650875"/>
          </a:xfrm>
          <a:prstGeom prst="rect">
            <a:avLst/>
          </a:prstGeom>
        </p:spPr>
        <p:txBody>
          <a:bodyPr wrap="square">
            <a:normAutofit/>
          </a:bodyPr>
          <a:lstStyle/>
          <a:p>
            <a:pPr eaLnBrk="0" hangingPunct="0">
              <a:lnSpc>
                <a:spcPct val="130000"/>
              </a:lnSpc>
              <a:spcBef>
                <a:spcPct val="20000"/>
              </a:spcBef>
            </a:pPr>
            <a:r>
              <a:rPr lang="en-US" altLang="zh-CN" sz="2800" dirty="0">
                <a:solidFill>
                  <a:schemeClr val="accent1">
                    <a:lumMod val="50000"/>
                  </a:schemeClr>
                </a:solidFill>
                <a:latin typeface="+mn-lt"/>
                <a:ea typeface="+mn-ea"/>
              </a:rPr>
              <a:t>Divide-and-Conquer</a:t>
            </a:r>
            <a:endParaRPr lang="en-US" altLang="zh-CN" sz="2800" dirty="0">
              <a:solidFill>
                <a:schemeClr val="accent1">
                  <a:lumMod val="50000"/>
                </a:schemeClr>
              </a:solidFill>
              <a:latin typeface="+mn-lt"/>
              <a:ea typeface="+mn-ea"/>
            </a:endParaRPr>
          </a:p>
        </p:txBody>
      </p:sp>
      <p:sp>
        <p:nvSpPr>
          <p:cNvPr id="9" name="标题 8"/>
          <p:cNvSpPr>
            <a:spLocks noGrp="1"/>
          </p:cNvSpPr>
          <p:nvPr>
            <p:ph type="title"/>
            <p:custDataLst>
              <p:tags r:id="rId4"/>
            </p:custDataLst>
          </p:nvPr>
        </p:nvSpPr>
        <p:spPr/>
        <p:txBody>
          <a:bodyPr vert="horz" wrap="square" lIns="0" tIns="0" rIns="0" bIns="0" rtlCol="0" anchor="ctr">
            <a:normAutofit/>
          </a:bodyPr>
          <a:lstStyle/>
          <a:p>
            <a:pPr lvl="0" algn="l">
              <a:buClrTx/>
              <a:buSzTx/>
              <a:buFontTx/>
            </a:pPr>
            <a:r>
              <a:rPr lang="zh-CN" altLang="en-US" dirty="0">
                <a:sym typeface="+mn-ea"/>
              </a:rPr>
              <a:t>关于对数复杂度</a:t>
            </a:r>
            <a:endParaRPr lang="zh-CN" altLang="en-US" dirty="0">
              <a:sym typeface="+mn-ea"/>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1188">
                                            <p:txEl>
                                              <p:pRg st="0" end="0"/>
                                            </p:txEl>
                                          </p:spTgt>
                                        </p:tgtEl>
                                        <p:attrNameLst>
                                          <p:attrName>style.visibility</p:attrName>
                                        </p:attrNameLst>
                                      </p:cBhvr>
                                      <p:to>
                                        <p:strVal val="visible"/>
                                      </p:to>
                                    </p:set>
                                    <p:animEffect transition="in" filter="wipe(left)">
                                      <p:cBhvr>
                                        <p:cTn id="7" dur="500"/>
                                        <p:tgtEl>
                                          <p:spTgt spid="2211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21188">
                                            <p:txEl>
                                              <p:pRg st="1" end="1"/>
                                            </p:txEl>
                                          </p:spTgt>
                                        </p:tgtEl>
                                        <p:attrNameLst>
                                          <p:attrName>style.visibility</p:attrName>
                                        </p:attrNameLst>
                                      </p:cBhvr>
                                      <p:to>
                                        <p:strVal val="visible"/>
                                      </p:to>
                                    </p:set>
                                    <p:animEffect transition="in" filter="wipe(up)">
                                      <p:cBhvr>
                                        <p:cTn id="17" dur="500"/>
                                        <p:tgtEl>
                                          <p:spTgt spid="22118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21188">
                                            <p:txEl>
                                              <p:pRg st="2" end="2"/>
                                            </p:txEl>
                                          </p:spTgt>
                                        </p:tgtEl>
                                        <p:attrNameLst>
                                          <p:attrName>style.visibility</p:attrName>
                                        </p:attrNameLst>
                                      </p:cBhvr>
                                      <p:to>
                                        <p:strVal val="visible"/>
                                      </p:to>
                                    </p:set>
                                    <p:animEffect transition="in" filter="wipe(up)">
                                      <p:cBhvr>
                                        <p:cTn id="22" dur="500"/>
                                        <p:tgtEl>
                                          <p:spTgt spid="22118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1188">
                                            <p:txEl>
                                              <p:pRg st="3" end="3"/>
                                            </p:txEl>
                                          </p:spTgt>
                                        </p:tgtEl>
                                        <p:attrNameLst>
                                          <p:attrName>style.visibility</p:attrName>
                                        </p:attrNameLst>
                                      </p:cBhvr>
                                      <p:to>
                                        <p:strVal val="visible"/>
                                      </p:to>
                                    </p:set>
                                    <p:animEffect transition="in" filter="wipe(left)">
                                      <p:cBhvr>
                                        <p:cTn id="27" dur="500"/>
                                        <p:tgtEl>
                                          <p:spTgt spid="22118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1188">
                                            <p:txEl>
                                              <p:pRg st="4" end="4"/>
                                            </p:txEl>
                                          </p:spTgt>
                                        </p:tgtEl>
                                        <p:attrNameLst>
                                          <p:attrName>style.visibility</p:attrName>
                                        </p:attrNameLst>
                                      </p:cBhvr>
                                      <p:to>
                                        <p:strVal val="visible"/>
                                      </p:to>
                                    </p:set>
                                    <p:animEffect transition="in" filter="wipe(left)">
                                      <p:cBhvr>
                                        <p:cTn id="32" dur="500"/>
                                        <p:tgtEl>
                                          <p:spTgt spid="22118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1188">
                                            <p:txEl>
                                              <p:pRg st="5" end="5"/>
                                            </p:txEl>
                                          </p:spTgt>
                                        </p:tgtEl>
                                        <p:attrNameLst>
                                          <p:attrName>style.visibility</p:attrName>
                                        </p:attrNameLst>
                                      </p:cBhvr>
                                      <p:to>
                                        <p:strVal val="visible"/>
                                      </p:to>
                                    </p:set>
                                    <p:animEffect transition="in" filter="wipe(left)">
                                      <p:cBhvr>
                                        <p:cTn id="37" dur="500"/>
                                        <p:tgtEl>
                                          <p:spTgt spid="22118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1188">
                                            <p:txEl>
                                              <p:pRg st="6" end="6"/>
                                            </p:txEl>
                                          </p:spTgt>
                                        </p:tgtEl>
                                        <p:attrNameLst>
                                          <p:attrName>style.visibility</p:attrName>
                                        </p:attrNameLst>
                                      </p:cBhvr>
                                      <p:to>
                                        <p:strVal val="visible"/>
                                      </p:to>
                                    </p:set>
                                    <p:animEffect transition="in" filter="wipe(left)">
                                      <p:cBhvr>
                                        <p:cTn id="42" dur="500"/>
                                        <p:tgtEl>
                                          <p:spTgt spid="22118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Text Box 2"/>
          <p:cNvSpPr txBox="1">
            <a:spLocks noChangeArrowheads="1"/>
          </p:cNvSpPr>
          <p:nvPr>
            <p:custDataLst>
              <p:tags r:id="rId1"/>
            </p:custDataLst>
          </p:nvPr>
        </p:nvSpPr>
        <p:spPr bwMode="auto">
          <a:xfrm>
            <a:off x="323528" y="905247"/>
            <a:ext cx="8569647" cy="5836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eaLnBrk="1" hangingPunct="1">
              <a:spcBef>
                <a:spcPts val="600"/>
              </a:spcBef>
            </a:pPr>
            <a:r>
              <a:rPr kumimoji="1" lang="en-US" altLang="zh-CN" sz="2800" dirty="0" err="1">
                <a:solidFill>
                  <a:schemeClr val="bg1">
                    <a:lumMod val="10000"/>
                  </a:schemeClr>
                </a:solidFill>
                <a:latin typeface="+mn-lt"/>
                <a:ea typeface="+mn-ea"/>
              </a:rPr>
              <a:t>int</a:t>
            </a:r>
            <a:r>
              <a:rPr kumimoji="1" lang="en-US" altLang="zh-CN" sz="2800" dirty="0">
                <a:solidFill>
                  <a:schemeClr val="bg1">
                    <a:lumMod val="10000"/>
                  </a:schemeClr>
                </a:solidFill>
                <a:latin typeface="+mn-lt"/>
                <a:ea typeface="+mn-ea"/>
              </a:rPr>
              <a:t> </a:t>
            </a:r>
            <a:r>
              <a:rPr kumimoji="1" lang="en-US" altLang="zh-CN" sz="2800" dirty="0" smtClean="0">
                <a:solidFill>
                  <a:schemeClr val="accent1">
                    <a:lumMod val="50000"/>
                  </a:schemeClr>
                </a:solidFill>
                <a:latin typeface="+mn-lt"/>
                <a:ea typeface="+mn-ea"/>
              </a:rPr>
              <a:t>power</a:t>
            </a:r>
            <a:r>
              <a:rPr kumimoji="1" lang="en-US" altLang="zh-CN" sz="2800" dirty="0" smtClean="0">
                <a:solidFill>
                  <a:schemeClr val="bg1">
                    <a:lumMod val="10000"/>
                  </a:schemeClr>
                </a:solidFill>
                <a:latin typeface="+mn-lt"/>
                <a:ea typeface="+mn-ea"/>
              </a:rPr>
              <a:t>( </a:t>
            </a:r>
            <a:r>
              <a:rPr kumimoji="1" lang="en-US" altLang="zh-CN" sz="2800" dirty="0" err="1">
                <a:solidFill>
                  <a:schemeClr val="bg1">
                    <a:lumMod val="10000"/>
                  </a:schemeClr>
                </a:solidFill>
                <a:latin typeface="+mn-lt"/>
                <a:ea typeface="+mn-ea"/>
              </a:rPr>
              <a:t>int</a:t>
            </a:r>
            <a:r>
              <a:rPr kumimoji="1" lang="en-US" altLang="zh-CN" sz="2800" dirty="0">
                <a:solidFill>
                  <a:schemeClr val="bg1">
                    <a:lumMod val="10000"/>
                  </a:schemeClr>
                </a:solidFill>
                <a:latin typeface="+mn-lt"/>
                <a:ea typeface="+mn-ea"/>
              </a:rPr>
              <a:t> x, </a:t>
            </a:r>
            <a:r>
              <a:rPr kumimoji="1" lang="en-US" altLang="zh-CN" sz="2800" dirty="0" err="1">
                <a:solidFill>
                  <a:schemeClr val="bg1">
                    <a:lumMod val="10000"/>
                  </a:schemeClr>
                </a:solidFill>
                <a:latin typeface="+mn-lt"/>
                <a:ea typeface="+mn-ea"/>
              </a:rPr>
              <a:t>int</a:t>
            </a:r>
            <a:r>
              <a:rPr kumimoji="1" lang="en-US" altLang="zh-CN" sz="2800" dirty="0">
                <a:solidFill>
                  <a:schemeClr val="bg1">
                    <a:lumMod val="10000"/>
                  </a:schemeClr>
                </a:solidFill>
                <a:latin typeface="+mn-lt"/>
                <a:ea typeface="+mn-ea"/>
              </a:rPr>
              <a:t> n)</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	if( n == 0 )</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		return 1;</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	if( n == 1 )</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		return x;</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	if(  n % 2 )</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		return( </a:t>
            </a:r>
            <a:r>
              <a:rPr kumimoji="1" lang="en-US" altLang="zh-CN" sz="2800" dirty="0">
                <a:solidFill>
                  <a:schemeClr val="accent1">
                    <a:lumMod val="50000"/>
                  </a:schemeClr>
                </a:solidFill>
                <a:latin typeface="+mn-lt"/>
                <a:ea typeface="+mn-ea"/>
              </a:rPr>
              <a:t>power</a:t>
            </a:r>
            <a:r>
              <a:rPr kumimoji="1" lang="en-US" altLang="zh-CN" sz="2800" dirty="0" smtClean="0">
                <a:solidFill>
                  <a:schemeClr val="bg1">
                    <a:lumMod val="10000"/>
                  </a:schemeClr>
                </a:solidFill>
                <a:latin typeface="+mn-lt"/>
                <a:ea typeface="+mn-ea"/>
              </a:rPr>
              <a:t>( </a:t>
            </a:r>
            <a:r>
              <a:rPr kumimoji="1" lang="en-US" altLang="zh-CN" sz="2800" dirty="0">
                <a:solidFill>
                  <a:schemeClr val="bg1">
                    <a:lumMod val="10000"/>
                  </a:schemeClr>
                </a:solidFill>
                <a:latin typeface="+mn-lt"/>
                <a:ea typeface="+mn-ea"/>
              </a:rPr>
              <a:t>x*x, n/2 ) * x );</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	else</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		return( </a:t>
            </a:r>
            <a:r>
              <a:rPr kumimoji="1" lang="en-US" altLang="zh-CN" sz="2800" dirty="0">
                <a:solidFill>
                  <a:schemeClr val="accent1">
                    <a:lumMod val="50000"/>
                  </a:schemeClr>
                </a:solidFill>
                <a:latin typeface="+mn-lt"/>
                <a:ea typeface="+mn-ea"/>
              </a:rPr>
              <a:t>power</a:t>
            </a:r>
            <a:r>
              <a:rPr kumimoji="1" lang="en-US" altLang="zh-CN" sz="2800" dirty="0" smtClean="0">
                <a:solidFill>
                  <a:schemeClr val="bg1">
                    <a:lumMod val="10000"/>
                  </a:schemeClr>
                </a:solidFill>
                <a:latin typeface="+mn-lt"/>
                <a:ea typeface="+mn-ea"/>
              </a:rPr>
              <a:t>( </a:t>
            </a:r>
            <a:r>
              <a:rPr kumimoji="1" lang="en-US" altLang="zh-CN" sz="2800" dirty="0">
                <a:solidFill>
                  <a:schemeClr val="bg1">
                    <a:lumMod val="10000"/>
                  </a:schemeClr>
                </a:solidFill>
                <a:latin typeface="+mn-lt"/>
                <a:ea typeface="+mn-ea"/>
              </a:rPr>
              <a:t>x*x, n/2 ) );</a:t>
            </a:r>
            <a:endParaRPr kumimoji="1" lang="en-US" altLang="zh-CN" sz="2800" dirty="0">
              <a:solidFill>
                <a:schemeClr val="bg1">
                  <a:lumMod val="10000"/>
                </a:schemeClr>
              </a:solidFill>
              <a:latin typeface="+mn-lt"/>
              <a:ea typeface="+mn-ea"/>
            </a:endParaRPr>
          </a:p>
          <a:p>
            <a:pPr eaLnBrk="1" hangingPunct="1">
              <a:spcBef>
                <a:spcPts val="600"/>
              </a:spcBef>
            </a:pPr>
            <a:r>
              <a:rPr kumimoji="1" lang="en-US" altLang="zh-CN" sz="2800" dirty="0">
                <a:solidFill>
                  <a:schemeClr val="bg1">
                    <a:lumMod val="10000"/>
                  </a:schemeClr>
                </a:solidFill>
                <a:latin typeface="+mn-lt"/>
                <a:ea typeface="+mn-ea"/>
              </a:rPr>
              <a:t>}</a:t>
            </a:r>
            <a:endParaRPr kumimoji="1" lang="en-US" altLang="zh-CN" sz="2800" dirty="0">
              <a:solidFill>
                <a:schemeClr val="bg1">
                  <a:lumMod val="10000"/>
                </a:schemeClr>
              </a:solidFill>
              <a:latin typeface="+mn-lt"/>
              <a:ea typeface="+mn-ea"/>
            </a:endParaRPr>
          </a:p>
        </p:txBody>
      </p:sp>
      <p:sp>
        <p:nvSpPr>
          <p:cNvPr id="9" name="内容占位符 8"/>
          <p:cNvSpPr>
            <a:spLocks noGrp="1"/>
          </p:cNvSpPr>
          <p:nvPr>
            <p:ph idx="1"/>
            <p:custDataLst>
              <p:tags r:id="rId2"/>
            </p:custDataLst>
          </p:nvPr>
        </p:nvSpPr>
        <p:spPr/>
        <p:txBody>
          <a:bodyPr/>
          <a:p>
            <a:endParaRPr lang="zh-CN" altLang="en-US"/>
          </a:p>
        </p:txBody>
      </p:sp>
      <p:sp>
        <p:nvSpPr>
          <p:cNvPr id="229380" name="Text Box 4"/>
          <p:cNvSpPr txBox="1">
            <a:spLocks noChangeArrowheads="1"/>
          </p:cNvSpPr>
          <p:nvPr>
            <p:custDataLst>
              <p:tags r:id="rId3"/>
            </p:custDataLst>
          </p:nvPr>
        </p:nvSpPr>
        <p:spPr bwMode="auto">
          <a:xfrm>
            <a:off x="4151762" y="1772816"/>
            <a:ext cx="47529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90000"/>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r" eaLnBrk="1" hangingPunct="1"/>
            <a:r>
              <a:rPr kumimoji="1" lang="zh-CN" altLang="en-US" sz="2800" dirty="0">
                <a:solidFill>
                  <a:schemeClr val="bg1">
                    <a:lumMod val="10000"/>
                  </a:schemeClr>
                </a:solidFill>
                <a:latin typeface="+mn-lt"/>
                <a:ea typeface="+mn-ea"/>
              </a:rPr>
              <a:t>时间复杂度</a:t>
            </a:r>
            <a:r>
              <a:rPr kumimoji="1" lang="en-US" altLang="zh-CN" sz="2800" dirty="0">
                <a:solidFill>
                  <a:schemeClr val="bg1">
                    <a:lumMod val="10000"/>
                  </a:schemeClr>
                </a:solidFill>
                <a:latin typeface="+mn-lt"/>
                <a:ea typeface="+mn-ea"/>
              </a:rPr>
              <a:t>: </a:t>
            </a:r>
            <a:r>
              <a:rPr kumimoji="1" lang="en-US" altLang="zh-CN" sz="2800" i="1" dirty="0" smtClean="0">
                <a:solidFill>
                  <a:schemeClr val="accent1">
                    <a:lumMod val="50000"/>
                  </a:schemeClr>
                </a:solidFill>
                <a:latin typeface="+mn-lt"/>
                <a:ea typeface="+mn-ea"/>
                <a:cs typeface="Verdana" panose="020B0604030504040204" pitchFamily="34" charset="0"/>
              </a:rPr>
              <a:t>O( </a:t>
            </a:r>
            <a:r>
              <a:rPr kumimoji="1" lang="en-US" altLang="zh-CN" sz="2800" i="1" dirty="0" err="1" smtClean="0">
                <a:solidFill>
                  <a:schemeClr val="accent1">
                    <a:lumMod val="50000"/>
                  </a:schemeClr>
                </a:solidFill>
                <a:latin typeface="+mn-lt"/>
                <a:ea typeface="+mn-ea"/>
                <a:cs typeface="Verdana" panose="020B0604030504040204" pitchFamily="34" charset="0"/>
              </a:rPr>
              <a:t>logn</a:t>
            </a:r>
            <a:r>
              <a:rPr kumimoji="1" lang="en-US" altLang="zh-CN" sz="2800" i="1" dirty="0" smtClean="0">
                <a:solidFill>
                  <a:schemeClr val="accent1">
                    <a:lumMod val="50000"/>
                  </a:schemeClr>
                </a:solidFill>
                <a:latin typeface="+mn-lt"/>
                <a:ea typeface="+mn-ea"/>
                <a:cs typeface="Verdana" panose="020B0604030504040204" pitchFamily="34" charset="0"/>
              </a:rPr>
              <a:t> )</a:t>
            </a:r>
            <a:endParaRPr kumimoji="1" lang="en-US" altLang="zh-CN" sz="2800" i="1" dirty="0" smtClean="0">
              <a:solidFill>
                <a:schemeClr val="accent1">
                  <a:lumMod val="50000"/>
                </a:schemeClr>
              </a:solidFill>
              <a:latin typeface="+mn-lt"/>
              <a:ea typeface="+mn-ea"/>
              <a:cs typeface="Verdana" panose="020B0604030504040204" pitchFamily="34" charset="0"/>
            </a:endParaRPr>
          </a:p>
        </p:txBody>
      </p:sp>
      <p:sp>
        <p:nvSpPr>
          <p:cNvPr id="7" name="标题 6"/>
          <p:cNvSpPr>
            <a:spLocks noGrp="1"/>
          </p:cNvSpPr>
          <p:nvPr>
            <p:ph type="title"/>
            <p:custDataLst>
              <p:tags r:id="rId4"/>
            </p:custDataLst>
          </p:nvPr>
        </p:nvSpPr>
        <p:spPr/>
        <p:txBody>
          <a:bodyPr vert="horz" wrap="square" lIns="0" tIns="0" rIns="0" bIns="0" rtlCol="0" anchor="ctr">
            <a:normAutofit/>
          </a:bodyPr>
          <a:lstStyle/>
          <a:p>
            <a:pPr lvl="0" algn="l">
              <a:buClrTx/>
              <a:buSzTx/>
              <a:buFontTx/>
            </a:pPr>
            <a:r>
              <a:rPr lang="zh-CN" altLang="en-US" dirty="0">
                <a:sym typeface="+mn-ea"/>
              </a:rPr>
              <a:t>对数复杂度示例：幂运算</a:t>
            </a:r>
            <a:endParaRPr lang="zh-CN" altLang="en-US" dirty="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9378"/>
                                        </p:tgtEl>
                                        <p:attrNameLst>
                                          <p:attrName>style.visibility</p:attrName>
                                        </p:attrNameLst>
                                      </p:cBhvr>
                                      <p:to>
                                        <p:strVal val="visible"/>
                                      </p:to>
                                    </p:set>
                                    <p:animEffect transition="in" filter="wipe(up)">
                                      <p:cBhvr>
                                        <p:cTn id="7" dur="500"/>
                                        <p:tgtEl>
                                          <p:spTgt spid="2293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9380"/>
                                        </p:tgtEl>
                                        <p:attrNameLst>
                                          <p:attrName>style.visibility</p:attrName>
                                        </p:attrNameLst>
                                      </p:cBhvr>
                                      <p:to>
                                        <p:strVal val="visible"/>
                                      </p:to>
                                    </p:set>
                                    <p:animEffect transition="in" filter="wipe(left)">
                                      <p:cBhvr>
                                        <p:cTn id="12" dur="500"/>
                                        <p:tgtEl>
                                          <p:spTgt spid="229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p:bldP spid="229380" grpId="0" bldLvl="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p:cNvSpPr txBox="1">
            <a:spLocks noChangeArrowheads="1"/>
          </p:cNvSpPr>
          <p:nvPr>
            <p:custDataLst>
              <p:tags r:id="rId1"/>
            </p:custDataLst>
          </p:nvPr>
        </p:nvSpPr>
        <p:spPr bwMode="auto">
          <a:xfrm>
            <a:off x="144463" y="836340"/>
            <a:ext cx="8891587" cy="6049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eaLnBrk="1" hangingPunct="1">
              <a:spcBef>
                <a:spcPts val="600"/>
              </a:spcBef>
            </a:pPr>
            <a:r>
              <a:rPr kumimoji="1" lang="en-US" altLang="zh-CN" sz="2400" dirty="0" err="1">
                <a:solidFill>
                  <a:schemeClr val="bg1">
                    <a:lumMod val="10000"/>
                  </a:schemeClr>
                </a:solidFill>
                <a:latin typeface="+mn-lt"/>
                <a:ea typeface="+mn-ea"/>
              </a:rPr>
              <a:t>int</a:t>
            </a:r>
            <a:r>
              <a:rPr kumimoji="1" lang="en-US" altLang="zh-CN" sz="2400" dirty="0">
                <a:solidFill>
                  <a:schemeClr val="bg1">
                    <a:lumMod val="10000"/>
                  </a:schemeClr>
                </a:solidFill>
                <a:latin typeface="+mn-lt"/>
                <a:ea typeface="+mn-ea"/>
              </a:rPr>
              <a:t> </a:t>
            </a:r>
            <a:r>
              <a:rPr kumimoji="1" lang="en-US" altLang="zh-CN" sz="2400" dirty="0" err="1">
                <a:solidFill>
                  <a:schemeClr val="bg1">
                    <a:lumMod val="10000"/>
                  </a:schemeClr>
                </a:solidFill>
                <a:latin typeface="+mn-lt"/>
                <a:ea typeface="+mn-ea"/>
              </a:rPr>
              <a:t>binary_search</a:t>
            </a:r>
            <a:r>
              <a:rPr kumimoji="1" lang="en-US" altLang="zh-CN" sz="2400" dirty="0">
                <a:solidFill>
                  <a:schemeClr val="bg1">
                    <a:lumMod val="10000"/>
                  </a:schemeClr>
                </a:solidFill>
                <a:latin typeface="+mn-lt"/>
                <a:ea typeface="+mn-ea"/>
              </a:rPr>
              <a:t>( </a:t>
            </a:r>
            <a:r>
              <a:rPr kumimoji="1" lang="en-US" altLang="zh-CN" sz="2400" dirty="0" err="1">
                <a:solidFill>
                  <a:schemeClr val="bg1">
                    <a:lumMod val="10000"/>
                  </a:schemeClr>
                </a:solidFill>
                <a:latin typeface="+mn-lt"/>
                <a:ea typeface="+mn-ea"/>
              </a:rPr>
              <a:t>int</a:t>
            </a:r>
            <a:r>
              <a:rPr kumimoji="1" lang="en-US" altLang="zh-CN" sz="2400" dirty="0">
                <a:solidFill>
                  <a:schemeClr val="bg1">
                    <a:lumMod val="10000"/>
                  </a:schemeClr>
                </a:solidFill>
                <a:latin typeface="+mn-lt"/>
                <a:ea typeface="+mn-ea"/>
              </a:rPr>
              <a:t> a[ ], </a:t>
            </a:r>
            <a:r>
              <a:rPr kumimoji="1" lang="en-US" altLang="zh-CN" sz="2400" dirty="0" err="1">
                <a:solidFill>
                  <a:schemeClr val="bg1">
                    <a:lumMod val="10000"/>
                  </a:schemeClr>
                </a:solidFill>
                <a:latin typeface="+mn-lt"/>
                <a:ea typeface="+mn-ea"/>
              </a:rPr>
              <a:t>int</a:t>
            </a:r>
            <a:r>
              <a:rPr kumimoji="1" lang="en-US" altLang="zh-CN" sz="2400" dirty="0">
                <a:solidFill>
                  <a:schemeClr val="bg1">
                    <a:lumMod val="10000"/>
                  </a:schemeClr>
                </a:solidFill>
                <a:latin typeface="+mn-lt"/>
                <a:ea typeface="+mn-ea"/>
              </a:rPr>
              <a:t> x, </a:t>
            </a:r>
            <a:r>
              <a:rPr kumimoji="1" lang="en-US" altLang="zh-CN" sz="2400" dirty="0" err="1">
                <a:solidFill>
                  <a:schemeClr val="bg1">
                    <a:lumMod val="10000"/>
                  </a:schemeClr>
                </a:solidFill>
                <a:latin typeface="+mn-lt"/>
                <a:ea typeface="+mn-ea"/>
              </a:rPr>
              <a:t>int</a:t>
            </a:r>
            <a:r>
              <a:rPr kumimoji="1" lang="en-US" altLang="zh-CN" sz="2400" dirty="0">
                <a:solidFill>
                  <a:schemeClr val="bg1">
                    <a:lumMod val="10000"/>
                  </a:schemeClr>
                </a:solidFill>
                <a:latin typeface="+mn-lt"/>
                <a:ea typeface="+mn-ea"/>
              </a:rPr>
              <a:t> n </a:t>
            </a:r>
            <a:r>
              <a:rPr kumimoji="1" lang="en-US" altLang="zh-CN" sz="2400" dirty="0" smtClean="0">
                <a:solidFill>
                  <a:schemeClr val="bg1">
                    <a:lumMod val="10000"/>
                  </a:schemeClr>
                </a:solidFill>
                <a:latin typeface="+mn-lt"/>
                <a:ea typeface="+mn-ea"/>
              </a:rPr>
              <a:t>){</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a:t>
            </a:r>
            <a:r>
              <a:rPr kumimoji="1" lang="en-US" altLang="zh-CN" sz="2400" dirty="0" err="1">
                <a:solidFill>
                  <a:schemeClr val="bg1">
                    <a:lumMod val="10000"/>
                  </a:schemeClr>
                </a:solidFill>
                <a:latin typeface="+mn-lt"/>
                <a:ea typeface="+mn-ea"/>
              </a:rPr>
              <a:t>int</a:t>
            </a:r>
            <a:r>
              <a:rPr kumimoji="1" lang="en-US" altLang="zh-CN" sz="2400" dirty="0">
                <a:solidFill>
                  <a:schemeClr val="bg1">
                    <a:lumMod val="10000"/>
                  </a:schemeClr>
                </a:solidFill>
                <a:latin typeface="+mn-lt"/>
                <a:ea typeface="+mn-ea"/>
              </a:rPr>
              <a:t> low = 0, mid, high = n - </a:t>
            </a:r>
            <a:r>
              <a:rPr kumimoji="1" lang="en-US" altLang="zh-CN" sz="2400" dirty="0" smtClean="0">
                <a:solidFill>
                  <a:schemeClr val="bg1">
                    <a:lumMod val="10000"/>
                  </a:schemeClr>
                </a:solidFill>
                <a:latin typeface="+mn-lt"/>
                <a:ea typeface="+mn-ea"/>
              </a:rPr>
              <a:t>1;       </a:t>
            </a:r>
            <a:endParaRPr kumimoji="1" lang="en-US" altLang="zh-CN" sz="2400" dirty="0" smtClean="0">
              <a:solidFill>
                <a:schemeClr val="bg1">
                  <a:lumMod val="10000"/>
                </a:schemeClr>
              </a:solidFill>
              <a:latin typeface="+mn-lt"/>
              <a:ea typeface="+mn-ea"/>
            </a:endParaRPr>
          </a:p>
          <a:p>
            <a:pPr eaLnBrk="1" hangingPunct="1">
              <a:spcBef>
                <a:spcPts val="600"/>
              </a:spcBef>
            </a:pPr>
            <a:r>
              <a:rPr kumimoji="1" lang="en-US" altLang="zh-CN" sz="2400" dirty="0" smtClean="0">
                <a:solidFill>
                  <a:schemeClr val="bg1">
                    <a:lumMod val="10000"/>
                  </a:schemeClr>
                </a:solidFill>
                <a:latin typeface="+mn-lt"/>
                <a:ea typeface="+mn-ea"/>
              </a:rPr>
              <a:t>	while( low &lt;= high ){ </a:t>
            </a:r>
            <a:endParaRPr kumimoji="1" lang="en-US" altLang="zh-CN" sz="2400" dirty="0" smtClean="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mid = (low + high)/2;</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if( a[mid] &lt; x )</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low = mid + 1;</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else if ( a[mid] &gt; x )</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high = mid - 1;</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else</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return( mid );  </a:t>
            </a:r>
            <a:r>
              <a:rPr kumimoji="1" lang="en-US" altLang="zh-CN" sz="2400" dirty="0" smtClean="0">
                <a:solidFill>
                  <a:schemeClr val="bg1">
                    <a:lumMod val="10000"/>
                  </a:schemeClr>
                </a:solidFill>
                <a:latin typeface="+mn-lt"/>
                <a:ea typeface="+mn-ea"/>
              </a:rPr>
              <a:t>// found</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    </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	return -1;</a:t>
            </a:r>
            <a:endParaRPr kumimoji="1" lang="en-US" altLang="zh-CN" sz="2400" dirty="0">
              <a:solidFill>
                <a:schemeClr val="bg1">
                  <a:lumMod val="10000"/>
                </a:schemeClr>
              </a:solidFill>
              <a:latin typeface="+mn-lt"/>
              <a:ea typeface="+mn-ea"/>
            </a:endParaRPr>
          </a:p>
          <a:p>
            <a:pPr eaLnBrk="1" hangingPunct="1">
              <a:spcBef>
                <a:spcPts val="600"/>
              </a:spcBef>
            </a:pPr>
            <a:r>
              <a:rPr kumimoji="1" lang="en-US" altLang="zh-CN" sz="2400" dirty="0">
                <a:solidFill>
                  <a:schemeClr val="bg1">
                    <a:lumMod val="10000"/>
                  </a:schemeClr>
                </a:solidFill>
                <a:latin typeface="+mn-lt"/>
                <a:ea typeface="+mn-ea"/>
              </a:rPr>
              <a:t>}</a:t>
            </a:r>
            <a:endParaRPr kumimoji="1" lang="en-US" altLang="zh-CN" sz="2400" dirty="0">
              <a:solidFill>
                <a:schemeClr val="bg1">
                  <a:lumMod val="10000"/>
                </a:schemeClr>
              </a:solidFill>
              <a:latin typeface="+mn-lt"/>
              <a:ea typeface="+mn-ea"/>
            </a:endParaRPr>
          </a:p>
        </p:txBody>
      </p:sp>
      <p:sp>
        <p:nvSpPr>
          <p:cNvPr id="9" name="内容占位符 8"/>
          <p:cNvSpPr>
            <a:spLocks noGrp="1"/>
          </p:cNvSpPr>
          <p:nvPr>
            <p:ph idx="1"/>
            <p:custDataLst>
              <p:tags r:id="rId2"/>
            </p:custDataLst>
          </p:nvPr>
        </p:nvSpPr>
        <p:spPr/>
        <p:txBody>
          <a:bodyPr/>
          <a:p>
            <a:endParaRPr lang="zh-CN" altLang="en-US"/>
          </a:p>
        </p:txBody>
      </p:sp>
      <p:sp>
        <p:nvSpPr>
          <p:cNvPr id="223236" name="Text Box 4"/>
          <p:cNvSpPr txBox="1">
            <a:spLocks noChangeArrowheads="1"/>
          </p:cNvSpPr>
          <p:nvPr>
            <p:custDataLst>
              <p:tags r:id="rId3"/>
            </p:custDataLst>
          </p:nvPr>
        </p:nvSpPr>
        <p:spPr bwMode="auto">
          <a:xfrm>
            <a:off x="3923928" y="6021288"/>
            <a:ext cx="4320481"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90000"/>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r" eaLnBrk="1" hangingPunct="1"/>
            <a:r>
              <a:rPr kumimoji="1" lang="zh-CN" altLang="en-US" sz="2800" dirty="0">
                <a:solidFill>
                  <a:schemeClr val="bg1">
                    <a:lumMod val="10000"/>
                  </a:schemeClr>
                </a:solidFill>
                <a:latin typeface="+mn-lt"/>
                <a:ea typeface="+mn-ea"/>
              </a:rPr>
              <a:t>时间复杂度</a:t>
            </a:r>
            <a:r>
              <a:rPr kumimoji="1" lang="en-US" altLang="zh-CN" sz="2800" dirty="0">
                <a:solidFill>
                  <a:schemeClr val="bg1">
                    <a:lumMod val="10000"/>
                  </a:schemeClr>
                </a:solidFill>
                <a:latin typeface="+mn-lt"/>
                <a:ea typeface="+mn-ea"/>
              </a:rPr>
              <a:t>: </a:t>
            </a:r>
            <a:r>
              <a:rPr kumimoji="1" lang="en-US" altLang="zh-CN" sz="2800" i="1" dirty="0">
                <a:solidFill>
                  <a:schemeClr val="accent1">
                    <a:lumMod val="50000"/>
                  </a:schemeClr>
                </a:solidFill>
                <a:latin typeface="+mn-lt"/>
                <a:ea typeface="+mn-ea"/>
                <a:cs typeface="Verdana" panose="020B0604030504040204" pitchFamily="34" charset="0"/>
              </a:rPr>
              <a:t>O( </a:t>
            </a:r>
            <a:r>
              <a:rPr kumimoji="1" lang="en-US" altLang="zh-CN" sz="2800" i="1" dirty="0" err="1">
                <a:solidFill>
                  <a:schemeClr val="accent1">
                    <a:lumMod val="50000"/>
                  </a:schemeClr>
                </a:solidFill>
                <a:latin typeface="+mn-lt"/>
                <a:ea typeface="+mn-ea"/>
                <a:cs typeface="Verdana" panose="020B0604030504040204" pitchFamily="34" charset="0"/>
              </a:rPr>
              <a:t>logn</a:t>
            </a:r>
            <a:r>
              <a:rPr kumimoji="1" lang="en-US" altLang="zh-CN" sz="2800" i="1" dirty="0">
                <a:solidFill>
                  <a:schemeClr val="accent1">
                    <a:lumMod val="50000"/>
                  </a:schemeClr>
                </a:solidFill>
                <a:latin typeface="+mn-lt"/>
                <a:ea typeface="+mn-ea"/>
                <a:cs typeface="Verdana" panose="020B0604030504040204" pitchFamily="34" charset="0"/>
              </a:rPr>
              <a:t> )</a:t>
            </a:r>
            <a:endParaRPr kumimoji="1" lang="en-US" altLang="zh-CN" sz="2800" i="1" dirty="0">
              <a:solidFill>
                <a:schemeClr val="accent1">
                  <a:lumMod val="50000"/>
                </a:schemeClr>
              </a:solidFill>
              <a:latin typeface="+mn-lt"/>
              <a:ea typeface="+mn-ea"/>
              <a:cs typeface="Verdana" panose="020B0604030504040204" pitchFamily="34" charset="0"/>
            </a:endParaRPr>
          </a:p>
        </p:txBody>
      </p:sp>
      <p:sp>
        <p:nvSpPr>
          <p:cNvPr id="7" name="标题 6"/>
          <p:cNvSpPr>
            <a:spLocks noGrp="1"/>
          </p:cNvSpPr>
          <p:nvPr>
            <p:ph type="title"/>
            <p:custDataLst>
              <p:tags r:id="rId4"/>
            </p:custDataLst>
          </p:nvPr>
        </p:nvSpPr>
        <p:spPr/>
        <p:txBody>
          <a:bodyPr vert="horz" wrap="square" lIns="0" tIns="0" rIns="0" bIns="0" rtlCol="0" anchor="ctr">
            <a:normAutofit/>
          </a:bodyPr>
          <a:lstStyle/>
          <a:p>
            <a:pPr lvl="0" algn="l">
              <a:buClrTx/>
              <a:buSzTx/>
              <a:buFontTx/>
            </a:pPr>
            <a:r>
              <a:rPr lang="zh-CN" altLang="en-US" dirty="0">
                <a:sym typeface="+mn-ea"/>
              </a:rPr>
              <a:t>对数复杂度示例：折半查找（数据有序排列）</a:t>
            </a:r>
            <a:endParaRPr lang="zh-CN" altLang="en-US" dirty="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3234"/>
                                        </p:tgtEl>
                                        <p:attrNameLst>
                                          <p:attrName>style.visibility</p:attrName>
                                        </p:attrNameLst>
                                      </p:cBhvr>
                                      <p:to>
                                        <p:strVal val="visible"/>
                                      </p:to>
                                    </p:set>
                                    <p:animEffect transition="in" filter="wipe(up)">
                                      <p:cBhvr>
                                        <p:cTn id="7" dur="500"/>
                                        <p:tgtEl>
                                          <p:spTgt spid="2232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3236"/>
                                        </p:tgtEl>
                                        <p:attrNameLst>
                                          <p:attrName>style.visibility</p:attrName>
                                        </p:attrNameLst>
                                      </p:cBhvr>
                                      <p:to>
                                        <p:strVal val="visible"/>
                                      </p:to>
                                    </p:set>
                                    <p:animEffect transition="in" filter="wipe(left)">
                                      <p:cBhvr>
                                        <p:cTn id="12" dur="500"/>
                                        <p:tgtEl>
                                          <p:spTgt spid="223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autoUpdateAnimBg="0"/>
      <p:bldP spid="223236" grpId="0" bldLvl="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ext Box 2"/>
          <p:cNvSpPr txBox="1">
            <a:spLocks noChangeArrowheads="1"/>
          </p:cNvSpPr>
          <p:nvPr>
            <p:custDataLst>
              <p:tags r:id="rId1"/>
            </p:custDataLst>
          </p:nvPr>
        </p:nvSpPr>
        <p:spPr bwMode="auto">
          <a:xfrm>
            <a:off x="323528" y="836712"/>
            <a:ext cx="8569647" cy="5904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eaLnBrk="1" hangingPunct="1">
              <a:spcBef>
                <a:spcPts val="600"/>
              </a:spcBef>
              <a:spcAft>
                <a:spcPts val="0"/>
              </a:spcAft>
            </a:pPr>
            <a:r>
              <a:rPr kumimoji="1" lang="en-US" altLang="zh-CN" sz="2800" dirty="0" err="1">
                <a:solidFill>
                  <a:schemeClr val="bg1">
                    <a:lumMod val="10000"/>
                  </a:schemeClr>
                </a:solidFill>
                <a:latin typeface="+mn-lt"/>
                <a:ea typeface="+mn-ea"/>
              </a:rPr>
              <a:t>int</a:t>
            </a:r>
            <a:r>
              <a:rPr kumimoji="1" lang="en-US" altLang="zh-CN" sz="2800" dirty="0">
                <a:solidFill>
                  <a:schemeClr val="bg1">
                    <a:lumMod val="10000"/>
                  </a:schemeClr>
                </a:solidFill>
                <a:latin typeface="+mn-lt"/>
                <a:ea typeface="+mn-ea"/>
              </a:rPr>
              <a:t> </a:t>
            </a:r>
            <a:r>
              <a:rPr kumimoji="1" lang="en-US" altLang="zh-CN" sz="2800" dirty="0" err="1">
                <a:solidFill>
                  <a:schemeClr val="bg1">
                    <a:lumMod val="10000"/>
                  </a:schemeClr>
                </a:solidFill>
                <a:latin typeface="+mn-lt"/>
                <a:ea typeface="+mn-ea"/>
              </a:rPr>
              <a:t>gcd</a:t>
            </a:r>
            <a:r>
              <a:rPr kumimoji="1" lang="en-US" altLang="zh-CN" sz="2800" dirty="0">
                <a:solidFill>
                  <a:schemeClr val="bg1">
                    <a:lumMod val="10000"/>
                  </a:schemeClr>
                </a:solidFill>
                <a:latin typeface="+mn-lt"/>
                <a:ea typeface="+mn-ea"/>
              </a:rPr>
              <a:t>( </a:t>
            </a:r>
            <a:r>
              <a:rPr kumimoji="1" lang="en-US" altLang="zh-CN" sz="2800" dirty="0" err="1">
                <a:solidFill>
                  <a:schemeClr val="bg1">
                    <a:lumMod val="10000"/>
                  </a:schemeClr>
                </a:solidFill>
                <a:latin typeface="+mn-lt"/>
                <a:ea typeface="+mn-ea"/>
              </a:rPr>
              <a:t>int</a:t>
            </a:r>
            <a:r>
              <a:rPr kumimoji="1" lang="en-US" altLang="zh-CN" sz="2800" dirty="0">
                <a:solidFill>
                  <a:schemeClr val="bg1">
                    <a:lumMod val="10000"/>
                  </a:schemeClr>
                </a:solidFill>
                <a:latin typeface="+mn-lt"/>
                <a:ea typeface="+mn-ea"/>
              </a:rPr>
              <a:t> m, </a:t>
            </a:r>
            <a:r>
              <a:rPr kumimoji="1" lang="en-US" altLang="zh-CN" sz="2800" dirty="0" err="1">
                <a:solidFill>
                  <a:schemeClr val="bg1">
                    <a:lumMod val="10000"/>
                  </a:schemeClr>
                </a:solidFill>
                <a:latin typeface="+mn-lt"/>
                <a:ea typeface="+mn-ea"/>
              </a:rPr>
              <a:t>int</a:t>
            </a:r>
            <a:r>
              <a:rPr kumimoji="1" lang="en-US" altLang="zh-CN" sz="2800" dirty="0">
                <a:solidFill>
                  <a:schemeClr val="bg1">
                    <a:lumMod val="10000"/>
                  </a:schemeClr>
                </a:solidFill>
                <a:latin typeface="+mn-lt"/>
                <a:ea typeface="+mn-ea"/>
              </a:rPr>
              <a:t> n )</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	unsigned </a:t>
            </a:r>
            <a:r>
              <a:rPr kumimoji="1" lang="en-US" altLang="zh-CN" sz="2800" dirty="0" err="1">
                <a:solidFill>
                  <a:schemeClr val="bg1">
                    <a:lumMod val="10000"/>
                  </a:schemeClr>
                </a:solidFill>
                <a:latin typeface="+mn-lt"/>
                <a:ea typeface="+mn-ea"/>
              </a:rPr>
              <a:t>int</a:t>
            </a:r>
            <a:r>
              <a:rPr kumimoji="1" lang="en-US" altLang="zh-CN" sz="2800" dirty="0">
                <a:solidFill>
                  <a:schemeClr val="bg1">
                    <a:lumMod val="10000"/>
                  </a:schemeClr>
                </a:solidFill>
                <a:latin typeface="+mn-lt"/>
                <a:ea typeface="+mn-ea"/>
              </a:rPr>
              <a:t> </a:t>
            </a:r>
            <a:r>
              <a:rPr kumimoji="1" lang="en-US" altLang="zh-CN" sz="2800" dirty="0" smtClean="0">
                <a:solidFill>
                  <a:schemeClr val="bg1">
                    <a:lumMod val="10000"/>
                  </a:schemeClr>
                </a:solidFill>
                <a:latin typeface="+mn-lt"/>
                <a:ea typeface="+mn-ea"/>
              </a:rPr>
              <a:t>remainder; </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	while( n &gt; 0 )	</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	{</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		</a:t>
            </a:r>
            <a:r>
              <a:rPr kumimoji="1" lang="en-US" altLang="zh-CN" sz="2800" dirty="0" smtClean="0">
                <a:solidFill>
                  <a:schemeClr val="bg1">
                    <a:lumMod val="10000"/>
                  </a:schemeClr>
                </a:solidFill>
                <a:latin typeface="+mn-lt"/>
                <a:ea typeface="+mn-ea"/>
              </a:rPr>
              <a:t>remainder </a:t>
            </a:r>
            <a:r>
              <a:rPr kumimoji="1" lang="en-US" altLang="zh-CN" sz="2800" dirty="0">
                <a:solidFill>
                  <a:schemeClr val="bg1">
                    <a:lumMod val="10000"/>
                  </a:schemeClr>
                </a:solidFill>
                <a:latin typeface="+mn-lt"/>
                <a:ea typeface="+mn-ea"/>
              </a:rPr>
              <a:t>= m % n;</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		m = n;</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		n = remainder;</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	}</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	return( m );</a:t>
            </a:r>
            <a:endParaRPr kumimoji="1" lang="en-US" altLang="zh-CN" sz="2800" dirty="0">
              <a:solidFill>
                <a:schemeClr val="bg1">
                  <a:lumMod val="10000"/>
                </a:schemeClr>
              </a:solidFill>
              <a:latin typeface="+mn-lt"/>
              <a:ea typeface="+mn-ea"/>
            </a:endParaRPr>
          </a:p>
          <a:p>
            <a:pPr eaLnBrk="1" hangingPunct="1">
              <a:spcBef>
                <a:spcPts val="600"/>
              </a:spcBef>
              <a:spcAft>
                <a:spcPts val="0"/>
              </a:spcAft>
            </a:pPr>
            <a:r>
              <a:rPr kumimoji="1" lang="en-US" altLang="zh-CN" sz="2800" dirty="0">
                <a:solidFill>
                  <a:schemeClr val="bg1">
                    <a:lumMod val="10000"/>
                  </a:schemeClr>
                </a:solidFill>
                <a:latin typeface="+mn-lt"/>
                <a:ea typeface="+mn-ea"/>
              </a:rPr>
              <a:t>}</a:t>
            </a:r>
            <a:endParaRPr kumimoji="1" lang="en-US" altLang="zh-CN" sz="2800" dirty="0">
              <a:solidFill>
                <a:schemeClr val="bg1">
                  <a:lumMod val="10000"/>
                </a:schemeClr>
              </a:solidFill>
              <a:latin typeface="+mn-lt"/>
              <a:ea typeface="+mn-ea"/>
            </a:endParaRPr>
          </a:p>
        </p:txBody>
      </p:sp>
      <p:sp>
        <p:nvSpPr>
          <p:cNvPr id="9" name="内容占位符 8"/>
          <p:cNvSpPr>
            <a:spLocks noGrp="1"/>
          </p:cNvSpPr>
          <p:nvPr>
            <p:ph idx="1"/>
            <p:custDataLst>
              <p:tags r:id="rId2"/>
            </p:custDataLst>
          </p:nvPr>
        </p:nvSpPr>
        <p:spPr/>
        <p:txBody>
          <a:bodyPr/>
          <a:p>
            <a:endParaRPr lang="zh-CN" altLang="en-US"/>
          </a:p>
        </p:txBody>
      </p:sp>
      <p:sp>
        <p:nvSpPr>
          <p:cNvPr id="227332" name="Text Box 4"/>
          <p:cNvSpPr txBox="1">
            <a:spLocks noChangeArrowheads="1"/>
          </p:cNvSpPr>
          <p:nvPr>
            <p:custDataLst>
              <p:tags r:id="rId3"/>
            </p:custDataLst>
          </p:nvPr>
        </p:nvSpPr>
        <p:spPr bwMode="auto">
          <a:xfrm>
            <a:off x="4427984" y="5373216"/>
            <a:ext cx="4608511"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fontScale="90000"/>
          </a:bodyPr>
          <a:lstStyle>
            <a:lvl1pPr eaLnBrk="0" hangingPunct="0">
              <a:defRPr sz="2000" b="1">
                <a:solidFill>
                  <a:srgbClr val="000066"/>
                </a:solidFill>
                <a:latin typeface="Times New Roman" panose="02020603050405020304" pitchFamily="18" charset="0"/>
                <a:ea typeface="宋体" panose="02010600030101010101" pitchFamily="2" charset="-122"/>
              </a:defRPr>
            </a:lvl1pPr>
            <a:lvl2pPr marL="742950" indent="-285750" eaLnBrk="0" hangingPunct="0">
              <a:defRPr sz="2000" b="1">
                <a:solidFill>
                  <a:srgbClr val="000066"/>
                </a:solidFill>
                <a:latin typeface="Times New Roman" panose="02020603050405020304" pitchFamily="18" charset="0"/>
                <a:ea typeface="宋体" panose="02010600030101010101" pitchFamily="2" charset="-122"/>
              </a:defRPr>
            </a:lvl2pPr>
            <a:lvl3pPr marL="1143000" indent="-228600" eaLnBrk="0" hangingPunct="0">
              <a:defRPr sz="2000" b="1">
                <a:solidFill>
                  <a:srgbClr val="000066"/>
                </a:solidFill>
                <a:latin typeface="Times New Roman" panose="02020603050405020304" pitchFamily="18" charset="0"/>
                <a:ea typeface="宋体" panose="02010600030101010101" pitchFamily="2" charset="-122"/>
              </a:defRPr>
            </a:lvl3pPr>
            <a:lvl4pPr marL="1600200" indent="-228600" eaLnBrk="0" hangingPunct="0">
              <a:defRPr sz="2000" b="1">
                <a:solidFill>
                  <a:srgbClr val="000066"/>
                </a:solidFill>
                <a:latin typeface="Times New Roman" panose="02020603050405020304" pitchFamily="18" charset="0"/>
                <a:ea typeface="宋体" panose="02010600030101010101" pitchFamily="2" charset="-122"/>
              </a:defRPr>
            </a:lvl4pPr>
            <a:lvl5pPr marL="2057400" indent="-228600" eaLnBrk="0" hangingPunct="0">
              <a:defRPr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000" b="1">
                <a:solidFill>
                  <a:srgbClr val="000066"/>
                </a:solidFill>
                <a:latin typeface="Times New Roman" panose="02020603050405020304" pitchFamily="18" charset="0"/>
                <a:ea typeface="宋体" panose="02010600030101010101" pitchFamily="2" charset="-122"/>
              </a:defRPr>
            </a:lvl9pPr>
          </a:lstStyle>
          <a:p>
            <a:pPr algn="r" eaLnBrk="1" hangingPunct="1"/>
            <a:r>
              <a:rPr kumimoji="1" lang="zh-CN" altLang="en-US" sz="2800" dirty="0">
                <a:solidFill>
                  <a:schemeClr val="bg1">
                    <a:lumMod val="10000"/>
                  </a:schemeClr>
                </a:solidFill>
                <a:latin typeface="+mn-lt"/>
                <a:ea typeface="+mn-ea"/>
              </a:rPr>
              <a:t>时间复杂度</a:t>
            </a:r>
            <a:r>
              <a:rPr kumimoji="1" lang="en-US" altLang="zh-CN" sz="2800" dirty="0">
                <a:solidFill>
                  <a:schemeClr val="bg1">
                    <a:lumMod val="10000"/>
                  </a:schemeClr>
                </a:solidFill>
                <a:latin typeface="+mn-lt"/>
                <a:ea typeface="+mn-ea"/>
              </a:rPr>
              <a:t>: </a:t>
            </a:r>
            <a:r>
              <a:rPr kumimoji="1" lang="en-US" altLang="zh-CN" sz="2800" i="1" dirty="0">
                <a:solidFill>
                  <a:schemeClr val="accent1">
                    <a:lumMod val="50000"/>
                  </a:schemeClr>
                </a:solidFill>
                <a:latin typeface="+mn-lt"/>
                <a:ea typeface="+mn-ea"/>
                <a:cs typeface="Verdana" panose="020B0604030504040204" pitchFamily="34" charset="0"/>
              </a:rPr>
              <a:t>O( </a:t>
            </a:r>
            <a:r>
              <a:rPr kumimoji="1" lang="en-US" altLang="zh-CN" sz="2800" i="1" dirty="0" err="1">
                <a:solidFill>
                  <a:schemeClr val="accent1">
                    <a:lumMod val="50000"/>
                  </a:schemeClr>
                </a:solidFill>
                <a:latin typeface="+mn-lt"/>
                <a:ea typeface="+mn-ea"/>
                <a:cs typeface="Verdana" panose="020B0604030504040204" pitchFamily="34" charset="0"/>
              </a:rPr>
              <a:t>logn</a:t>
            </a:r>
            <a:r>
              <a:rPr kumimoji="1" lang="en-US" altLang="zh-CN" sz="2800" i="1" dirty="0">
                <a:solidFill>
                  <a:schemeClr val="accent1">
                    <a:lumMod val="50000"/>
                  </a:schemeClr>
                </a:solidFill>
                <a:latin typeface="+mn-lt"/>
                <a:ea typeface="+mn-ea"/>
                <a:cs typeface="Verdana" panose="020B0604030504040204" pitchFamily="34" charset="0"/>
              </a:rPr>
              <a:t> )</a:t>
            </a:r>
            <a:endParaRPr kumimoji="1" lang="en-US" altLang="zh-CN" sz="2800" i="1" dirty="0">
              <a:solidFill>
                <a:schemeClr val="accent1">
                  <a:lumMod val="50000"/>
                </a:schemeClr>
              </a:solidFill>
              <a:latin typeface="+mn-lt"/>
              <a:ea typeface="+mn-ea"/>
              <a:cs typeface="Verdana" panose="020B0604030504040204" pitchFamily="34" charset="0"/>
            </a:endParaRPr>
          </a:p>
        </p:txBody>
      </p:sp>
      <p:sp>
        <p:nvSpPr>
          <p:cNvPr id="7" name="标题 6"/>
          <p:cNvSpPr>
            <a:spLocks noGrp="1"/>
          </p:cNvSpPr>
          <p:nvPr>
            <p:ph type="title"/>
            <p:custDataLst>
              <p:tags r:id="rId4"/>
            </p:custDataLst>
          </p:nvPr>
        </p:nvSpPr>
        <p:spPr/>
        <p:txBody>
          <a:bodyPr vert="horz" wrap="square" lIns="0" tIns="0" rIns="0" bIns="0" rtlCol="0" anchor="ctr">
            <a:normAutofit/>
          </a:bodyPr>
          <a:lstStyle/>
          <a:p>
            <a:pPr lvl="0" algn="l">
              <a:buClrTx/>
              <a:buSzTx/>
              <a:buFontTx/>
            </a:pPr>
            <a:r>
              <a:rPr lang="zh-CN" altLang="en-US" dirty="0">
                <a:sym typeface="+mn-ea"/>
              </a:rPr>
              <a:t>对数复杂度示例：欧几里德算法</a:t>
            </a:r>
            <a:endParaRPr lang="zh-CN" altLang="en-US" dirty="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7330"/>
                                        </p:tgtEl>
                                        <p:attrNameLst>
                                          <p:attrName>style.visibility</p:attrName>
                                        </p:attrNameLst>
                                      </p:cBhvr>
                                      <p:to>
                                        <p:strVal val="visible"/>
                                      </p:to>
                                    </p:set>
                                    <p:animEffect transition="in" filter="wipe(up)">
                                      <p:cBhvr>
                                        <p:cTn id="7" dur="500"/>
                                        <p:tgtEl>
                                          <p:spTgt spid="2273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7332"/>
                                        </p:tgtEl>
                                        <p:attrNameLst>
                                          <p:attrName>style.visibility</p:attrName>
                                        </p:attrNameLst>
                                      </p:cBhvr>
                                      <p:to>
                                        <p:strVal val="visible"/>
                                      </p:to>
                                    </p:set>
                                    <p:animEffect transition="in" filter="wipe(left)">
                                      <p:cBhvr>
                                        <p:cTn id="12" dur="500"/>
                                        <p:tgtEl>
                                          <p:spTgt spid="227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0" grpId="0" autoUpdateAnimBg="0"/>
      <p:bldP spid="227332" grpId="0" bldLvl="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vert="horz" wrap="square" lIns="0" tIns="0" rIns="0" bIns="0" rtlCol="0" anchor="ctr">
            <a:normAutofit/>
          </a:bodyPr>
          <a:lstStyle/>
          <a:p>
            <a:pPr lvl="0" algn="l">
              <a:buClrTx/>
              <a:buSzTx/>
              <a:buFontTx/>
            </a:pPr>
            <a:r>
              <a:rPr lang="zh-CN" altLang="en-US" dirty="0">
                <a:sym typeface="+mn-ea"/>
              </a:rPr>
              <a:t>本章小结</a:t>
            </a:r>
            <a:endParaRPr lang="zh-CN" altLang="en-US" dirty="0">
              <a:sym typeface="+mn-ea"/>
            </a:endParaRPr>
          </a:p>
        </p:txBody>
      </p:sp>
      <p:sp>
        <p:nvSpPr>
          <p:cNvPr id="8" name="内容占位符 7"/>
          <p:cNvSpPr>
            <a:spLocks noGrp="1"/>
          </p:cNvSpPr>
          <p:nvPr>
            <p:ph idx="1"/>
            <p:custDataLst>
              <p:tags r:id="rId2"/>
            </p:custDataLst>
          </p:nvPr>
        </p:nvSpPr>
        <p:spPr/>
        <p:txBody>
          <a:bodyPr/>
          <a:p>
            <a:endParaRPr lang="zh-CN" altLang="en-US"/>
          </a:p>
        </p:txBody>
      </p:sp>
      <p:sp>
        <p:nvSpPr>
          <p:cNvPr id="5" name="Title 1"/>
          <p:cNvSpPr txBox="1"/>
          <p:nvPr>
            <p:custDataLst>
              <p:tags r:id="rId3"/>
            </p:custDataLst>
          </p:nvPr>
        </p:nvSpPr>
        <p:spPr>
          <a:xfrm>
            <a:off x="521970" y="1301749"/>
            <a:ext cx="8100000" cy="4873625"/>
          </a:xfrm>
          <a:prstGeom prst="rect">
            <a:avLst/>
          </a:prstGeom>
        </p:spPr>
        <p:txBody>
          <a:bodyPr wrap="square" anchor="ctr" anchorCtr="1">
            <a:normAutofit/>
          </a:bodyPr>
          <a:lst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Gulim" pitchFamily="34" charset="-127"/>
                <a:ea typeface="Gulim" pitchFamily="34" charset="-127"/>
              </a:defRPr>
            </a:lvl2pPr>
            <a:lvl3pPr algn="ctr" rtl="0" eaLnBrk="0" fontAlgn="base" latinLnBrk="1" hangingPunct="0">
              <a:spcBef>
                <a:spcPct val="0"/>
              </a:spcBef>
              <a:spcAft>
                <a:spcPct val="0"/>
              </a:spcAft>
              <a:defRPr kumimoji="1" sz="4400">
                <a:solidFill>
                  <a:schemeClr val="tx2"/>
                </a:solidFill>
                <a:latin typeface="Gulim" pitchFamily="34" charset="-127"/>
                <a:ea typeface="Gulim" pitchFamily="34" charset="-127"/>
              </a:defRPr>
            </a:lvl3pPr>
            <a:lvl4pPr algn="ctr" rtl="0" eaLnBrk="0" fontAlgn="base" latinLnBrk="1" hangingPunct="0">
              <a:spcBef>
                <a:spcPct val="0"/>
              </a:spcBef>
              <a:spcAft>
                <a:spcPct val="0"/>
              </a:spcAft>
              <a:defRPr kumimoji="1" sz="4400">
                <a:solidFill>
                  <a:schemeClr val="tx2"/>
                </a:solidFill>
                <a:latin typeface="Gulim" pitchFamily="34" charset="-127"/>
                <a:ea typeface="Gulim" pitchFamily="34" charset="-127"/>
              </a:defRPr>
            </a:lvl4pPr>
            <a:lvl5pPr algn="ctr" rtl="0" eaLnBrk="0" fontAlgn="base" latinLnBrk="1" hangingPunct="0">
              <a:spcBef>
                <a:spcPct val="0"/>
              </a:spcBef>
              <a:spcAft>
                <a:spcPct val="0"/>
              </a:spcAft>
              <a:defRPr kumimoji="1" sz="4400">
                <a:solidFill>
                  <a:schemeClr val="tx2"/>
                </a:solidFill>
                <a:latin typeface="Gulim" pitchFamily="34" charset="-127"/>
                <a:ea typeface="Gulim" pitchFamily="34" charset="-127"/>
              </a:defRPr>
            </a:lvl5pPr>
            <a:lvl6pPr marL="457200" algn="ctr" rtl="0" fontAlgn="base" latinLnBrk="1">
              <a:spcBef>
                <a:spcPct val="0"/>
              </a:spcBef>
              <a:spcAft>
                <a:spcPct val="0"/>
              </a:spcAft>
              <a:defRPr kumimoji="1" sz="4400">
                <a:solidFill>
                  <a:schemeClr val="tx2"/>
                </a:solidFill>
                <a:latin typeface="Gulim" pitchFamily="34" charset="-127"/>
                <a:ea typeface="Gulim" pitchFamily="34" charset="-127"/>
              </a:defRPr>
            </a:lvl6pPr>
            <a:lvl7pPr marL="914400" algn="ctr" rtl="0" fontAlgn="base" latinLnBrk="1">
              <a:spcBef>
                <a:spcPct val="0"/>
              </a:spcBef>
              <a:spcAft>
                <a:spcPct val="0"/>
              </a:spcAft>
              <a:defRPr kumimoji="1" sz="4400">
                <a:solidFill>
                  <a:schemeClr val="tx2"/>
                </a:solidFill>
                <a:latin typeface="Gulim" pitchFamily="34" charset="-127"/>
                <a:ea typeface="Gulim" pitchFamily="34" charset="-127"/>
              </a:defRPr>
            </a:lvl7pPr>
            <a:lvl8pPr marL="1371600" algn="ctr" rtl="0" fontAlgn="base" latinLnBrk="1">
              <a:spcBef>
                <a:spcPct val="0"/>
              </a:spcBef>
              <a:spcAft>
                <a:spcPct val="0"/>
              </a:spcAft>
              <a:defRPr kumimoji="1" sz="4400">
                <a:solidFill>
                  <a:schemeClr val="tx2"/>
                </a:solidFill>
                <a:latin typeface="Gulim" pitchFamily="34" charset="-127"/>
                <a:ea typeface="Gulim" pitchFamily="34" charset="-127"/>
              </a:defRPr>
            </a:lvl8pPr>
            <a:lvl9pPr marL="1828800" algn="ctr" rtl="0" fontAlgn="base" latinLnBrk="1">
              <a:spcBef>
                <a:spcPct val="0"/>
              </a:spcBef>
              <a:spcAft>
                <a:spcPct val="0"/>
              </a:spcAft>
              <a:defRPr kumimoji="1" sz="4400">
                <a:solidFill>
                  <a:schemeClr val="tx2"/>
                </a:solidFill>
                <a:latin typeface="Gulim" pitchFamily="34" charset="-127"/>
                <a:ea typeface="Gulim" pitchFamily="34" charset="-127"/>
              </a:defRPr>
            </a:lvl9pPr>
          </a:lstStyle>
          <a:p>
            <a:pPr>
              <a:lnSpc>
                <a:spcPct val="200000"/>
              </a:lnSpc>
            </a:pPr>
            <a:r>
              <a:rPr lang="zh-CN" altLang="en-US" sz="4000" b="1" dirty="0" smtClean="0">
                <a:solidFill>
                  <a:schemeClr val="accent1">
                    <a:lumMod val="50000"/>
                  </a:schemeClr>
                </a:solidFill>
                <a:latin typeface="+mn-lt"/>
                <a:ea typeface="+mn-ea"/>
              </a:rPr>
              <a:t>算</a:t>
            </a:r>
            <a:r>
              <a:rPr lang="zh-CN" altLang="en-US" sz="4000" b="1" dirty="0">
                <a:solidFill>
                  <a:schemeClr val="accent1">
                    <a:lumMod val="50000"/>
                  </a:schemeClr>
                </a:solidFill>
                <a:latin typeface="+mn-lt"/>
                <a:ea typeface="+mn-ea"/>
              </a:rPr>
              <a:t>法和数据结</a:t>
            </a:r>
            <a:r>
              <a:rPr lang="zh-CN" altLang="en-US" sz="4000" b="1" dirty="0" smtClean="0">
                <a:solidFill>
                  <a:schemeClr val="accent1">
                    <a:lumMod val="50000"/>
                  </a:schemeClr>
                </a:solidFill>
                <a:latin typeface="+mn-lt"/>
                <a:ea typeface="+mn-ea"/>
              </a:rPr>
              <a:t>构</a:t>
            </a:r>
            <a:endParaRPr lang="en-US" altLang="zh-CN" sz="4000" b="1" dirty="0" smtClean="0">
              <a:solidFill>
                <a:schemeClr val="accent1">
                  <a:lumMod val="50000"/>
                </a:schemeClr>
              </a:solidFill>
              <a:latin typeface="+mn-lt"/>
              <a:ea typeface="+mn-ea"/>
            </a:endParaRPr>
          </a:p>
          <a:p>
            <a:pPr>
              <a:lnSpc>
                <a:spcPct val="200000"/>
              </a:lnSpc>
            </a:pPr>
            <a:r>
              <a:rPr lang="zh-CN" altLang="en-US" sz="4000" b="1" dirty="0" smtClean="0">
                <a:solidFill>
                  <a:schemeClr val="accent1">
                    <a:lumMod val="50000"/>
                  </a:schemeClr>
                </a:solidFill>
                <a:latin typeface="+mn-lt"/>
                <a:ea typeface="+mn-ea"/>
              </a:rPr>
              <a:t>是</a:t>
            </a:r>
            <a:r>
              <a:rPr lang="zh-CN" altLang="en-US" sz="4000" b="1" dirty="0">
                <a:solidFill>
                  <a:schemeClr val="accent1">
                    <a:lumMod val="50000"/>
                  </a:schemeClr>
                </a:solidFill>
                <a:latin typeface="+mn-lt"/>
                <a:ea typeface="+mn-ea"/>
              </a:rPr>
              <a:t>程序设计的核心关键环节</a:t>
            </a:r>
            <a:endParaRPr lang="zh-CN" altLang="en-US" sz="4000" b="1" dirty="0">
              <a:solidFill>
                <a:schemeClr val="accent1">
                  <a:lumMod val="50000"/>
                </a:schemeClr>
              </a:solidFill>
              <a:latin typeface="+mn-lt"/>
              <a:ea typeface="+mn-ea"/>
            </a:endParaRPr>
          </a:p>
          <a:p>
            <a:pPr>
              <a:lnSpc>
                <a:spcPct val="200000"/>
              </a:lnSpc>
            </a:pPr>
            <a:r>
              <a:rPr lang="zh-CN" altLang="en-US" sz="4000" b="1" dirty="0">
                <a:solidFill>
                  <a:schemeClr val="accent1">
                    <a:lumMod val="50000"/>
                  </a:schemeClr>
                </a:solidFill>
                <a:latin typeface="+mn-lt"/>
                <a:ea typeface="+mn-ea"/>
              </a:rPr>
              <a:t>对算法性能起决定性作用</a:t>
            </a:r>
            <a:endParaRPr lang="zh-CN" altLang="en-US" sz="4000" b="1" dirty="0">
              <a:solidFill>
                <a:schemeClr val="accent1">
                  <a:lumMod val="50000"/>
                </a:schemeClr>
              </a:solidFill>
              <a:latin typeface="+mn-lt"/>
              <a:ea typeface="+mn-ea"/>
            </a:endParaRPr>
          </a:p>
        </p:txBody>
      </p:sp>
    </p:spTree>
    <p:custDataLst>
      <p:tags r:id="rId4"/>
    </p:custDataLst>
  </p:cSld>
  <p:clrMapOvr>
    <a:masterClrMapping/>
  </p:clrMapOvr>
  <p:transition spd="slow">
    <p:push di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10" name="内容占位符 9"/>
          <p:cNvSpPr>
            <a:spLocks noGrp="1"/>
          </p:cNvSpPr>
          <p:nvPr>
            <p:ph idx="1"/>
            <p:custDataLst>
              <p:tags r:id="rId2"/>
            </p:custDataLst>
          </p:nvPr>
        </p:nvSpPr>
        <p:spPr/>
        <p:txBody>
          <a:bodyPr/>
          <a:p>
            <a:endParaRPr lang="zh-CN" altLang="en-US"/>
          </a:p>
        </p:txBody>
      </p:sp>
      <p:grpSp>
        <p:nvGrpSpPr>
          <p:cNvPr id="4" name="组合 3"/>
          <p:cNvGrpSpPr/>
          <p:nvPr/>
        </p:nvGrpSpPr>
        <p:grpSpPr>
          <a:xfrm>
            <a:off x="6660232" y="836712"/>
            <a:ext cx="2379473" cy="3083869"/>
            <a:chOff x="6811833" y="836712"/>
            <a:chExt cx="2379473" cy="3083869"/>
          </a:xfrm>
        </p:grpSpPr>
        <p:pic>
          <p:nvPicPr>
            <p:cNvPr id="5" name="Picture 2" descr="Fibonacci.jpg"/>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7049069" y="836712"/>
              <a:ext cx="1905000" cy="257175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custDataLst>
                <p:tags r:id="rId5"/>
              </p:custDataLst>
            </p:nvPr>
          </p:nvSpPr>
          <p:spPr>
            <a:xfrm>
              <a:off x="6811833" y="3429000"/>
              <a:ext cx="2379473" cy="491581"/>
            </a:xfrm>
            <a:prstGeom prst="rect">
              <a:avLst/>
            </a:prstGeom>
          </p:spPr>
          <p:txBody>
            <a:bodyPr wrap="none">
              <a:noAutofit/>
            </a:bodyPr>
            <a:lstStyle/>
            <a:p>
              <a:r>
                <a:rPr lang="en-US" altLang="zh-CN" sz="2400" dirty="0">
                  <a:solidFill>
                    <a:schemeClr val="tx1"/>
                  </a:solidFill>
                  <a:latin typeface="+mn-lt"/>
                  <a:ea typeface="+mn-ea"/>
                  <a:cs typeface="Verdana" panose="020B0604030504040204" pitchFamily="34" charset="0"/>
                </a:rPr>
                <a:t>《Liber Abaci》</a:t>
              </a:r>
              <a:endParaRPr lang="en-US" altLang="zh-CN" sz="2400" dirty="0">
                <a:solidFill>
                  <a:schemeClr val="tx1"/>
                </a:solidFill>
                <a:latin typeface="+mn-lt"/>
                <a:ea typeface="+mn-ea"/>
                <a:cs typeface="Verdana" panose="020B0604030504040204" pitchFamily="34" charset="0"/>
              </a:endParaRPr>
            </a:p>
          </p:txBody>
        </p:sp>
      </p:grpSp>
      <p:sp>
        <p:nvSpPr>
          <p:cNvPr id="8" name="Content Placeholder 2"/>
          <p:cNvSpPr>
            <a:spLocks noGrp="1"/>
          </p:cNvSpPr>
          <p:nvPr>
            <p:custDataLst>
              <p:tags r:id="rId6"/>
            </p:custDataLst>
          </p:nvPr>
        </p:nvSpPr>
        <p:spPr>
          <a:xfrm>
            <a:off x="456300" y="1490400"/>
            <a:ext cx="8226900" cy="4759200"/>
          </a:xfrm>
          <a:prstGeom prst="rect">
            <a:avLst/>
          </a:prstGeom>
        </p:spPr>
        <p:txBody>
          <a:bodyPr vert="horz" lIns="92075" tIns="46038" rIns="92075" bIns="46038" rtlCol="0">
            <a:normAutofit fontScale="6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a:lnSpc>
                <a:spcPct val="150000"/>
              </a:lnSpc>
              <a:spcBef>
                <a:spcPts val="1200"/>
              </a:spcBef>
              <a:buClr>
                <a:srgbClr val="000000"/>
              </a:buClr>
              <a:buSzPct val="100000"/>
              <a:buFont typeface="Wingdings" panose="05000000000000000000" pitchFamily="2" charset="2"/>
              <a:buChar char=""/>
              <a:defRPr/>
            </a:pPr>
            <a:r>
              <a:rPr lang="zh-CN" altLang="en-US" sz="2800" dirty="0" smtClean="0">
                <a:solidFill>
                  <a:schemeClr val="tx1"/>
                </a:solidFill>
              </a:rPr>
              <a:t> 斐</a:t>
            </a:r>
            <a:r>
              <a:rPr lang="zh-CN" altLang="en-US" sz="2800" dirty="0">
                <a:solidFill>
                  <a:schemeClr val="tx1"/>
                </a:solidFill>
              </a:rPr>
              <a:t>波纳契数列的物理模型</a:t>
            </a:r>
            <a:endParaRPr lang="zh-CN" altLang="en-US" sz="2800" dirty="0">
              <a:solidFill>
                <a:schemeClr val="tx1"/>
              </a:solidFill>
            </a:endParaRPr>
          </a:p>
          <a:p>
            <a:pPr lvl="1">
              <a:lnSpc>
                <a:spcPct val="150000"/>
              </a:lnSpc>
              <a:spcBef>
                <a:spcPts val="1200"/>
              </a:spcBef>
              <a:buClr>
                <a:srgbClr val="000000"/>
              </a:buClr>
              <a:buSzPct val="60000"/>
              <a:buFont typeface="Wingdings" panose="05000000000000000000" pitchFamily="2" charset="2"/>
              <a:buChar char="l"/>
              <a:defRPr/>
            </a:pPr>
            <a:r>
              <a:rPr lang="zh-CN" altLang="en-US" sz="2400" dirty="0">
                <a:solidFill>
                  <a:schemeClr val="tx1"/>
                </a:solidFill>
              </a:rPr>
              <a:t>假设第一个月初有一对刚出生的兔子</a:t>
            </a:r>
            <a:endParaRPr lang="zh-CN" altLang="en-US" sz="2400" dirty="0">
              <a:solidFill>
                <a:schemeClr val="tx1"/>
              </a:solidFill>
            </a:endParaRPr>
          </a:p>
          <a:p>
            <a:pPr lvl="1">
              <a:lnSpc>
                <a:spcPct val="150000"/>
              </a:lnSpc>
              <a:spcBef>
                <a:spcPts val="1200"/>
              </a:spcBef>
              <a:buClr>
                <a:srgbClr val="000000"/>
              </a:buClr>
              <a:buSzPct val="60000"/>
              <a:buFont typeface="Wingdings" panose="05000000000000000000" pitchFamily="2" charset="2"/>
              <a:buChar char="l"/>
              <a:defRPr/>
            </a:pPr>
            <a:r>
              <a:rPr lang="zh-CN" altLang="en-US" sz="2400" dirty="0">
                <a:solidFill>
                  <a:schemeClr val="tx1"/>
                </a:solidFill>
              </a:rPr>
              <a:t>两个月之后（第三个月初）它们可以生育</a:t>
            </a:r>
            <a:endParaRPr lang="zh-CN" altLang="en-US" sz="2400" dirty="0">
              <a:solidFill>
                <a:schemeClr val="tx1"/>
              </a:solidFill>
            </a:endParaRPr>
          </a:p>
          <a:p>
            <a:pPr lvl="1">
              <a:lnSpc>
                <a:spcPct val="150000"/>
              </a:lnSpc>
              <a:spcBef>
                <a:spcPts val="1200"/>
              </a:spcBef>
              <a:buClr>
                <a:srgbClr val="000000"/>
              </a:buClr>
              <a:buSzPct val="60000"/>
              <a:buFont typeface="Wingdings" panose="05000000000000000000" pitchFamily="2" charset="2"/>
              <a:buChar char="l"/>
              <a:defRPr/>
            </a:pPr>
            <a:r>
              <a:rPr lang="zh-CN" altLang="en-US" sz="2400" dirty="0">
                <a:solidFill>
                  <a:schemeClr val="tx1"/>
                </a:solidFill>
              </a:rPr>
              <a:t>每月每对成年的兔子会产下一对小兔子</a:t>
            </a:r>
            <a:endParaRPr lang="zh-CN" altLang="en-US" sz="2400" dirty="0">
              <a:solidFill>
                <a:schemeClr val="tx1"/>
              </a:solidFill>
            </a:endParaRPr>
          </a:p>
          <a:p>
            <a:pPr lvl="1">
              <a:lnSpc>
                <a:spcPct val="150000"/>
              </a:lnSpc>
              <a:spcBef>
                <a:spcPts val="1200"/>
              </a:spcBef>
              <a:buClr>
                <a:srgbClr val="000000"/>
              </a:buClr>
              <a:buSzPct val="60000"/>
              <a:buFont typeface="Wingdings" panose="05000000000000000000" pitchFamily="2" charset="2"/>
              <a:buChar char="l"/>
              <a:defRPr/>
            </a:pPr>
            <a:r>
              <a:rPr lang="zh-CN" altLang="en-US" sz="2400" dirty="0">
                <a:solidFill>
                  <a:schemeClr val="tx1"/>
                </a:solidFill>
              </a:rPr>
              <a:t>假设在考察期间兔子不会死去</a:t>
            </a:r>
            <a:endParaRPr lang="zh-CN" altLang="en-US" sz="2400" dirty="0">
              <a:solidFill>
                <a:schemeClr val="tx1"/>
              </a:solidFill>
            </a:endParaRPr>
          </a:p>
          <a:p>
            <a:pPr eaLnBrk="1" hangingPunct="1">
              <a:lnSpc>
                <a:spcPct val="150000"/>
              </a:lnSpc>
              <a:spcBef>
                <a:spcPts val="1200"/>
              </a:spcBef>
              <a:buClr>
                <a:srgbClr val="000000"/>
              </a:buClr>
              <a:buSzPct val="100000"/>
              <a:buFont typeface="Wingdings" panose="05000000000000000000" pitchFamily="2" charset="2"/>
              <a:buChar char=""/>
              <a:defRPr/>
            </a:pPr>
            <a:r>
              <a:rPr lang="zh-CN" altLang="en-US" sz="2800" dirty="0" smtClean="0">
                <a:solidFill>
                  <a:schemeClr val="tx1"/>
                </a:solidFill>
              </a:rPr>
              <a:t> 斐</a:t>
            </a:r>
            <a:r>
              <a:rPr lang="zh-CN" altLang="en-US" sz="2800" dirty="0">
                <a:solidFill>
                  <a:schemeClr val="tx1"/>
                </a:solidFill>
              </a:rPr>
              <a:t>波纳契数列：</a:t>
            </a:r>
            <a:r>
              <a:rPr lang="en-US" altLang="zh-CN" sz="2800" dirty="0">
                <a:solidFill>
                  <a:schemeClr val="tx1"/>
                </a:solidFill>
                <a:cs typeface="Verdana" panose="020B0604030504040204" pitchFamily="34" charset="0"/>
              </a:rPr>
              <a:t>1</a:t>
            </a:r>
            <a:r>
              <a:rPr lang="zh-CN" altLang="en-US" sz="2800" dirty="0">
                <a:solidFill>
                  <a:schemeClr val="tx1"/>
                </a:solidFill>
                <a:cs typeface="Verdana" panose="020B0604030504040204" pitchFamily="34" charset="0"/>
              </a:rPr>
              <a:t>、</a:t>
            </a:r>
            <a:r>
              <a:rPr lang="en-US" altLang="zh-CN" sz="2800" dirty="0">
                <a:solidFill>
                  <a:schemeClr val="tx1"/>
                </a:solidFill>
                <a:cs typeface="Verdana" panose="020B0604030504040204" pitchFamily="34" charset="0"/>
              </a:rPr>
              <a:t>1</a:t>
            </a:r>
            <a:r>
              <a:rPr lang="zh-CN" altLang="en-US" sz="2800" dirty="0">
                <a:solidFill>
                  <a:schemeClr val="tx1"/>
                </a:solidFill>
                <a:cs typeface="Verdana" panose="020B0604030504040204" pitchFamily="34" charset="0"/>
              </a:rPr>
              <a:t>、</a:t>
            </a:r>
            <a:r>
              <a:rPr lang="en-US" altLang="zh-CN" sz="2800" dirty="0">
                <a:solidFill>
                  <a:schemeClr val="tx1"/>
                </a:solidFill>
                <a:cs typeface="Verdana" panose="020B0604030504040204" pitchFamily="34" charset="0"/>
              </a:rPr>
              <a:t>2</a:t>
            </a:r>
            <a:r>
              <a:rPr lang="zh-CN" altLang="en-US" sz="2800" dirty="0">
                <a:solidFill>
                  <a:schemeClr val="tx1"/>
                </a:solidFill>
                <a:cs typeface="Verdana" panose="020B0604030504040204" pitchFamily="34" charset="0"/>
              </a:rPr>
              <a:t>、</a:t>
            </a:r>
            <a:r>
              <a:rPr lang="en-US" altLang="zh-CN" sz="2800" dirty="0">
                <a:solidFill>
                  <a:schemeClr val="tx1"/>
                </a:solidFill>
                <a:cs typeface="Verdana" panose="020B0604030504040204" pitchFamily="34" charset="0"/>
              </a:rPr>
              <a:t>3</a:t>
            </a:r>
            <a:r>
              <a:rPr lang="zh-CN" altLang="en-US" sz="2800" dirty="0">
                <a:solidFill>
                  <a:schemeClr val="tx1"/>
                </a:solidFill>
                <a:cs typeface="Verdana" panose="020B0604030504040204" pitchFamily="34" charset="0"/>
              </a:rPr>
              <a:t>、</a:t>
            </a:r>
            <a:r>
              <a:rPr lang="en-US" altLang="zh-CN" sz="2800" dirty="0">
                <a:solidFill>
                  <a:schemeClr val="tx1"/>
                </a:solidFill>
                <a:cs typeface="Verdana" panose="020B0604030504040204" pitchFamily="34" charset="0"/>
              </a:rPr>
              <a:t>5</a:t>
            </a:r>
            <a:r>
              <a:rPr lang="zh-CN" altLang="en-US" sz="2800" dirty="0">
                <a:solidFill>
                  <a:schemeClr val="tx1"/>
                </a:solidFill>
                <a:cs typeface="Verdana" panose="020B0604030504040204" pitchFamily="34" charset="0"/>
              </a:rPr>
              <a:t>、</a:t>
            </a:r>
            <a:r>
              <a:rPr lang="en-US" altLang="zh-CN" sz="2800" dirty="0">
                <a:solidFill>
                  <a:schemeClr val="tx1"/>
                </a:solidFill>
                <a:cs typeface="Verdana" panose="020B0604030504040204" pitchFamily="34" charset="0"/>
              </a:rPr>
              <a:t>8</a:t>
            </a:r>
            <a:r>
              <a:rPr lang="zh-CN" altLang="en-US" sz="2800" dirty="0">
                <a:solidFill>
                  <a:schemeClr val="tx1"/>
                </a:solidFill>
                <a:cs typeface="Verdana" panose="020B0604030504040204" pitchFamily="34" charset="0"/>
              </a:rPr>
              <a:t>、</a:t>
            </a:r>
            <a:r>
              <a:rPr lang="en-US" altLang="zh-CN" sz="2800" dirty="0">
                <a:solidFill>
                  <a:schemeClr val="tx1"/>
                </a:solidFill>
                <a:cs typeface="Verdana" panose="020B0604030504040204" pitchFamily="34" charset="0"/>
              </a:rPr>
              <a:t>13</a:t>
            </a:r>
            <a:r>
              <a:rPr lang="zh-CN" altLang="en-US" sz="2800" dirty="0">
                <a:solidFill>
                  <a:schemeClr val="tx1"/>
                </a:solidFill>
                <a:cs typeface="Verdana" panose="020B0604030504040204" pitchFamily="34" charset="0"/>
              </a:rPr>
              <a:t>、</a:t>
            </a:r>
            <a:r>
              <a:rPr lang="en-US" altLang="zh-CN" sz="2800" dirty="0">
                <a:solidFill>
                  <a:schemeClr val="tx1"/>
                </a:solidFill>
                <a:cs typeface="Verdana" panose="020B0604030504040204" pitchFamily="34" charset="0"/>
              </a:rPr>
              <a:t>21</a:t>
            </a:r>
            <a:r>
              <a:rPr lang="zh-CN" altLang="en-US" sz="2800" dirty="0">
                <a:solidFill>
                  <a:schemeClr val="tx1"/>
                </a:solidFill>
                <a:cs typeface="Verdana" panose="020B0604030504040204" pitchFamily="34" charset="0"/>
              </a:rPr>
              <a:t>、</a:t>
            </a:r>
            <a:r>
              <a:rPr lang="en-US" altLang="zh-CN" sz="2800" dirty="0">
                <a:solidFill>
                  <a:schemeClr val="tx1"/>
                </a:solidFill>
                <a:cs typeface="Verdana" panose="020B0604030504040204" pitchFamily="34" charset="0"/>
              </a:rPr>
              <a:t>……</a:t>
            </a:r>
            <a:endParaRPr lang="en-US" altLang="zh-CN" sz="2800" dirty="0">
              <a:solidFill>
                <a:schemeClr val="tx1"/>
              </a:solidFill>
              <a:cs typeface="Verdana" panose="020B0604030504040204" pitchFamily="34" charset="0"/>
            </a:endParaRPr>
          </a:p>
          <a:p>
            <a:pPr lvl="1" eaLnBrk="1" hangingPunct="1">
              <a:lnSpc>
                <a:spcPct val="150000"/>
              </a:lnSpc>
              <a:spcBef>
                <a:spcPts val="1200"/>
              </a:spcBef>
              <a:buClr>
                <a:srgbClr val="000000"/>
              </a:buClr>
              <a:buSzPct val="60000"/>
              <a:buFont typeface="Wingdings" panose="05000000000000000000" pitchFamily="2" charset="2"/>
              <a:buChar char="l"/>
              <a:defRPr/>
            </a:pPr>
            <a:r>
              <a:rPr lang="en-US" altLang="zh-CN" sz="2400" dirty="0" smtClean="0">
                <a:solidFill>
                  <a:schemeClr val="tx1"/>
                </a:solidFill>
                <a:cs typeface="Verdana" panose="020B0604030504040204" pitchFamily="34" charset="0"/>
              </a:rPr>
              <a:t>F0=0</a:t>
            </a:r>
            <a:r>
              <a:rPr lang="zh-CN" altLang="en-US" sz="2400" dirty="0" smtClean="0">
                <a:solidFill>
                  <a:schemeClr val="tx1"/>
                </a:solidFill>
                <a:cs typeface="Verdana" panose="020B0604030504040204" pitchFamily="34" charset="0"/>
              </a:rPr>
              <a:t>，</a:t>
            </a:r>
            <a:r>
              <a:rPr lang="en-US" altLang="zh-CN" sz="2400" dirty="0" smtClean="0">
                <a:solidFill>
                  <a:schemeClr val="tx1"/>
                </a:solidFill>
                <a:cs typeface="Verdana" panose="020B0604030504040204" pitchFamily="34" charset="0"/>
              </a:rPr>
              <a:t>F1=1</a:t>
            </a:r>
            <a:endParaRPr lang="en-US" altLang="zh-CN" sz="2400" dirty="0" smtClean="0">
              <a:solidFill>
                <a:schemeClr val="tx1"/>
              </a:solidFill>
              <a:cs typeface="Verdana" panose="020B0604030504040204" pitchFamily="34" charset="0"/>
            </a:endParaRPr>
          </a:p>
          <a:p>
            <a:pPr lvl="1" eaLnBrk="1" hangingPunct="1">
              <a:lnSpc>
                <a:spcPct val="150000"/>
              </a:lnSpc>
              <a:spcBef>
                <a:spcPts val="1200"/>
              </a:spcBef>
              <a:buClr>
                <a:srgbClr val="000000"/>
              </a:buClr>
              <a:buSzPct val="60000"/>
              <a:buFont typeface="Wingdings" panose="05000000000000000000" pitchFamily="2" charset="2"/>
              <a:buChar char="l"/>
              <a:defRPr/>
            </a:pPr>
            <a:r>
              <a:rPr lang="en-US" altLang="zh-CN" sz="2400" dirty="0" err="1" smtClean="0">
                <a:solidFill>
                  <a:schemeClr val="tx1"/>
                </a:solidFill>
                <a:cs typeface="Verdana" panose="020B0604030504040204" pitchFamily="34" charset="0"/>
              </a:rPr>
              <a:t>Fn</a:t>
            </a:r>
            <a:r>
              <a:rPr lang="en-US" altLang="zh-CN" sz="2400" dirty="0" smtClean="0">
                <a:solidFill>
                  <a:schemeClr val="tx1"/>
                </a:solidFill>
                <a:cs typeface="Verdana" panose="020B0604030504040204" pitchFamily="34" charset="0"/>
              </a:rPr>
              <a:t> = F(n-1) + F(n-2) </a:t>
            </a:r>
            <a:r>
              <a:rPr lang="zh-CN" altLang="en-US" sz="2400" dirty="0" smtClean="0">
                <a:solidFill>
                  <a:schemeClr val="tx1"/>
                </a:solidFill>
                <a:cs typeface="Verdana" panose="020B0604030504040204" pitchFamily="34" charset="0"/>
              </a:rPr>
              <a:t>，（</a:t>
            </a:r>
            <a:r>
              <a:rPr lang="en-US" altLang="zh-CN" sz="2400" dirty="0" smtClean="0">
                <a:solidFill>
                  <a:schemeClr val="tx1"/>
                </a:solidFill>
                <a:cs typeface="Verdana" panose="020B0604030504040204" pitchFamily="34" charset="0"/>
              </a:rPr>
              <a:t>n&gt;=2</a:t>
            </a:r>
            <a:r>
              <a:rPr lang="zh-CN" altLang="en-US" sz="2400" dirty="0" smtClean="0">
                <a:solidFill>
                  <a:schemeClr val="tx1"/>
                </a:solidFill>
                <a:cs typeface="Verdana" panose="020B0604030504040204" pitchFamily="34" charset="0"/>
              </a:rPr>
              <a:t>，</a:t>
            </a:r>
            <a:r>
              <a:rPr lang="en-US" altLang="zh-CN" sz="2400" dirty="0" err="1" smtClean="0">
                <a:solidFill>
                  <a:schemeClr val="tx1"/>
                </a:solidFill>
                <a:cs typeface="Verdana" panose="020B0604030504040204" pitchFamily="34" charset="0"/>
              </a:rPr>
              <a:t>n∈N</a:t>
            </a:r>
            <a:r>
              <a:rPr lang="zh-CN" altLang="en-US" sz="2400" dirty="0" smtClean="0">
                <a:solidFill>
                  <a:schemeClr val="tx1"/>
                </a:solidFill>
                <a:cs typeface="Verdana" panose="020B0604030504040204" pitchFamily="34" charset="0"/>
              </a:rPr>
              <a:t>）</a:t>
            </a:r>
            <a:endParaRPr lang="zh-CN" altLang="en-US" sz="2400" dirty="0" smtClean="0">
              <a:solidFill>
                <a:schemeClr val="tx1"/>
              </a:solidFill>
              <a:cs typeface="Verdana" panose="020B0604030504040204" pitchFamily="34" charset="0"/>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left)">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left)">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wipe(left)">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wipe(left)">
                                      <p:cBhvr>
                                        <p:cTn id="37" dur="500"/>
                                        <p:tgtEl>
                                          <p:spTgt spid="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wipe(left)">
                                      <p:cBhvr>
                                        <p:cTn id="42" dur="500"/>
                                        <p:tgtEl>
                                          <p:spTgt spid="8">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animEffect transition="in" filter="wipe(left)">
                                      <p:cBhvr>
                                        <p:cTn id="47"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4" name="Group 4"/>
          <p:cNvGraphicFramePr>
            <a:graphicFrameLocks noGrp="1"/>
          </p:cNvGraphicFramePr>
          <p:nvPr>
            <p:custDataLst>
              <p:tags r:id="rId1"/>
            </p:custDataLst>
          </p:nvPr>
        </p:nvGraphicFramePr>
        <p:xfrm>
          <a:off x="998538" y="1925960"/>
          <a:ext cx="6813822" cy="1143000"/>
        </p:xfrm>
        <a:graphic>
          <a:graphicData uri="http://schemas.openxmlformats.org/drawingml/2006/table">
            <a:tbl>
              <a:tblPr/>
              <a:tblGrid>
                <a:gridCol w="1135312"/>
                <a:gridCol w="1135312"/>
                <a:gridCol w="1135312"/>
                <a:gridCol w="1135312"/>
                <a:gridCol w="1135312"/>
                <a:gridCol w="1137262"/>
              </a:tblGrid>
              <a:tr h="565150">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rPr>
                        <a:t>1月</a:t>
                      </a:r>
                      <a:endPar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rPr>
                        <a:t>2月</a:t>
                      </a:r>
                      <a:endPar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rPr>
                        <a:t>3月</a:t>
                      </a:r>
                      <a:endPar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rPr>
                        <a:t>4月</a:t>
                      </a:r>
                      <a:endPar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rPr>
                        <a:t>5月</a:t>
                      </a:r>
                      <a:endPar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rPr>
                        <a:t>6月</a:t>
                      </a:r>
                      <a:endParaRPr kumimoji="0" lang="zh-CN" altLang="zh-CN" sz="2000" b="1" i="0" u="none" strike="noStrike" cap="none" normalizeH="0" baseline="0" dirty="0" smtClean="0">
                        <a:ln>
                          <a:noFill/>
                        </a:ln>
                        <a:solidFill>
                          <a:schemeClr val="bg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r>
              <a:tr h="577850">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smtClean="0">
                          <a:ln>
                            <a:noFill/>
                          </a:ln>
                          <a:solidFill>
                            <a:schemeClr val="tx1"/>
                          </a:solidFill>
                          <a:effectLst/>
                          <a:latin typeface="+mn-lt"/>
                          <a:ea typeface="+mn-ea"/>
                          <a:cs typeface="Verdana" panose="020B0604030504040204" pitchFamily="34" charset="0"/>
                          <a:sym typeface="Constantia" panose="02030602050306030303" pitchFamily="18" charset="0"/>
                        </a:rPr>
                        <a:t>1</a:t>
                      </a:r>
                      <a:endParaRPr kumimoji="0" lang="zh-CN" altLang="zh-CN" sz="2000" b="1" i="0" u="none" strike="noStrike" cap="none" normalizeH="0" baseline="0" smtClean="0">
                        <a:ln>
                          <a:noFill/>
                        </a:ln>
                        <a:solidFill>
                          <a:schemeClr val="tx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tx1"/>
                          </a:solidFill>
                          <a:effectLst/>
                          <a:latin typeface="+mn-lt"/>
                          <a:ea typeface="+mn-ea"/>
                          <a:cs typeface="Verdana" panose="020B0604030504040204" pitchFamily="34" charset="0"/>
                          <a:sym typeface="Constantia" panose="02030602050306030303" pitchFamily="18" charset="0"/>
                        </a:rPr>
                        <a:t>1</a:t>
                      </a:r>
                      <a:endParaRPr kumimoji="0" lang="zh-CN" altLang="zh-CN" sz="2000" b="1" i="0" u="none" strike="noStrike" cap="none" normalizeH="0" baseline="0" dirty="0" smtClean="0">
                        <a:ln>
                          <a:noFill/>
                        </a:ln>
                        <a:solidFill>
                          <a:schemeClr val="tx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smtClean="0">
                          <a:ln>
                            <a:noFill/>
                          </a:ln>
                          <a:solidFill>
                            <a:schemeClr val="tx1"/>
                          </a:solidFill>
                          <a:effectLst/>
                          <a:latin typeface="+mn-lt"/>
                          <a:ea typeface="+mn-ea"/>
                          <a:cs typeface="Verdana" panose="020B0604030504040204" pitchFamily="34" charset="0"/>
                          <a:sym typeface="Constantia" panose="02030602050306030303" pitchFamily="18" charset="0"/>
                        </a:rPr>
                        <a:t>2</a:t>
                      </a:r>
                      <a:endParaRPr kumimoji="0" lang="zh-CN" altLang="zh-CN" sz="2000" b="1" i="0" u="none" strike="noStrike" cap="none" normalizeH="0" baseline="0" smtClean="0">
                        <a:ln>
                          <a:noFill/>
                        </a:ln>
                        <a:solidFill>
                          <a:schemeClr val="tx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smtClean="0">
                          <a:ln>
                            <a:noFill/>
                          </a:ln>
                          <a:solidFill>
                            <a:schemeClr val="tx1"/>
                          </a:solidFill>
                          <a:effectLst/>
                          <a:latin typeface="+mn-lt"/>
                          <a:ea typeface="+mn-ea"/>
                          <a:cs typeface="Verdana" panose="020B0604030504040204" pitchFamily="34" charset="0"/>
                          <a:sym typeface="Constantia" panose="02030602050306030303" pitchFamily="18" charset="0"/>
                        </a:rPr>
                        <a:t>3</a:t>
                      </a:r>
                      <a:endParaRPr kumimoji="0" lang="zh-CN" altLang="zh-CN" sz="2000" b="1" i="0" u="none" strike="noStrike" cap="none" normalizeH="0" baseline="0" smtClean="0">
                        <a:ln>
                          <a:noFill/>
                        </a:ln>
                        <a:solidFill>
                          <a:schemeClr val="tx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smtClean="0">
                          <a:ln>
                            <a:noFill/>
                          </a:ln>
                          <a:solidFill>
                            <a:schemeClr val="tx1"/>
                          </a:solidFill>
                          <a:effectLst/>
                          <a:latin typeface="+mn-lt"/>
                          <a:ea typeface="+mn-ea"/>
                          <a:cs typeface="Verdana" panose="020B0604030504040204" pitchFamily="34" charset="0"/>
                          <a:sym typeface="Constantia" panose="02030602050306030303" pitchFamily="18" charset="0"/>
                        </a:rPr>
                        <a:t>5</a:t>
                      </a:r>
                      <a:endParaRPr kumimoji="0" lang="zh-CN" altLang="zh-CN" sz="2000" b="1" i="0" u="none" strike="noStrike" cap="none" normalizeH="0" baseline="0" smtClean="0">
                        <a:ln>
                          <a:noFill/>
                        </a:ln>
                        <a:solidFill>
                          <a:schemeClr val="tx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lvl1pPr defTabSz="0"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defTabSz="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defTabSz="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defTabSz="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tx1"/>
                          </a:solidFill>
                          <a:effectLst/>
                          <a:latin typeface="+mn-lt"/>
                          <a:ea typeface="+mn-ea"/>
                          <a:cs typeface="Verdana" panose="020B0604030504040204" pitchFamily="34" charset="0"/>
                          <a:sym typeface="Constantia" panose="02030602050306030303" pitchFamily="18" charset="0"/>
                        </a:rPr>
                        <a:t>8</a:t>
                      </a:r>
                      <a:endParaRPr kumimoji="0" lang="zh-CN" altLang="zh-CN" sz="2000" b="1" i="0" u="none" strike="noStrike" cap="none" normalizeH="0" baseline="0" dirty="0" smtClean="0">
                        <a:ln>
                          <a:noFill/>
                        </a:ln>
                        <a:solidFill>
                          <a:schemeClr val="tx1"/>
                        </a:solidFill>
                        <a:effectLst/>
                        <a:latin typeface="+mn-lt"/>
                        <a:ea typeface="+mn-ea"/>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r>
            </a:tbl>
          </a:graphicData>
        </a:graphic>
      </p:graphicFrame>
      <p:sp>
        <p:nvSpPr>
          <p:cNvPr id="8" name="内容占位符 7"/>
          <p:cNvSpPr>
            <a:spLocks noGrp="1"/>
          </p:cNvSpPr>
          <p:nvPr>
            <p:ph idx="1"/>
            <p:custDataLst>
              <p:tags r:id="rId2"/>
            </p:custDataLst>
          </p:nvPr>
        </p:nvSpPr>
        <p:spPr/>
        <p:txBody>
          <a:bodyPr/>
          <a:p>
            <a:endParaRPr lang="zh-CN" altLang="en-US"/>
          </a:p>
        </p:txBody>
      </p:sp>
      <p:graphicFrame>
        <p:nvGraphicFramePr>
          <p:cNvPr id="25649" name="Group 49"/>
          <p:cNvGraphicFramePr>
            <a:graphicFrameLocks noGrp="1"/>
          </p:cNvGraphicFramePr>
          <p:nvPr>
            <p:custDataLst>
              <p:tags r:id="rId3"/>
            </p:custDataLst>
          </p:nvPr>
        </p:nvGraphicFramePr>
        <p:xfrm>
          <a:off x="987424" y="3546649"/>
          <a:ext cx="6813823" cy="1106487"/>
        </p:xfrm>
        <a:graphic>
          <a:graphicData uri="http://schemas.openxmlformats.org/drawingml/2006/table">
            <a:tbl>
              <a:tblPr/>
              <a:tblGrid>
                <a:gridCol w="1135312"/>
                <a:gridCol w="1135312"/>
                <a:gridCol w="1135312"/>
                <a:gridCol w="1135312"/>
                <a:gridCol w="1135312"/>
                <a:gridCol w="1137263"/>
              </a:tblGrid>
              <a:tr h="546100">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endPar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rPr>
                        <a:t>8</a:t>
                      </a:r>
                      <a:r>
                        <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rPr>
                        <a:t>月</a:t>
                      </a:r>
                      <a:endPar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rPr>
                        <a:t>9</a:t>
                      </a:r>
                      <a:r>
                        <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rPr>
                        <a:t>月</a:t>
                      </a:r>
                      <a:endPar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rPr>
                        <a:t>10</a:t>
                      </a:r>
                      <a:r>
                        <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rPr>
                        <a:t>月</a:t>
                      </a:r>
                      <a:endPar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smtClean="0">
                          <a:ln>
                            <a:noFill/>
                          </a:ln>
                          <a:solidFill>
                            <a:schemeClr val="bg1"/>
                          </a:solidFill>
                          <a:effectLst/>
                          <a:cs typeface="Verdana" panose="020B0604030504040204" pitchFamily="34" charset="0"/>
                          <a:sym typeface="Constantia" panose="02030602050306030303" pitchFamily="18" charset="0"/>
                        </a:rPr>
                        <a:t>11</a:t>
                      </a:r>
                      <a:r>
                        <a:rPr kumimoji="0" lang="zh-CN" sz="2000" b="1" i="0" u="none" strike="noStrike" cap="none" normalizeH="0" baseline="0" smtClean="0">
                          <a:ln>
                            <a:noFill/>
                          </a:ln>
                          <a:solidFill>
                            <a:schemeClr val="bg1"/>
                          </a:solidFill>
                          <a:effectLst/>
                          <a:cs typeface="Verdana" panose="020B0604030504040204" pitchFamily="34" charset="0"/>
                          <a:sym typeface="Constantia" panose="02030602050306030303" pitchFamily="18" charset="0"/>
                        </a:rPr>
                        <a:t>月</a:t>
                      </a:r>
                      <a:endParaRPr kumimoji="0" lang="zh-CN" sz="2000" b="1" i="0" u="none" strike="noStrike" cap="none" normalizeH="0" baseline="0" smtClean="0">
                        <a:ln>
                          <a:noFill/>
                        </a:ln>
                        <a:solidFill>
                          <a:schemeClr val="bg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rPr>
                        <a:t>12</a:t>
                      </a:r>
                      <a:r>
                        <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rPr>
                        <a:t>月</a:t>
                      </a:r>
                      <a:endParaRPr kumimoji="0" lang="zh-CN" sz="2000" b="1" i="0" u="none" strike="noStrike" cap="none" normalizeH="0" baseline="0" dirty="0" smtClean="0">
                        <a:ln>
                          <a:noFill/>
                        </a:ln>
                        <a:solidFill>
                          <a:schemeClr val="bg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r>
              <a:tr h="560387">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smtClean="0">
                          <a:ln>
                            <a:noFill/>
                          </a:ln>
                          <a:solidFill>
                            <a:schemeClr val="tx1"/>
                          </a:solidFill>
                          <a:effectLst/>
                          <a:cs typeface="Verdana" panose="020B0604030504040204" pitchFamily="34" charset="0"/>
                          <a:sym typeface="Constantia" panose="02030602050306030303" pitchFamily="18" charset="0"/>
                        </a:rPr>
                        <a:t>13</a:t>
                      </a:r>
                      <a:endParaRPr kumimoji="0" lang="zh-CN" altLang="zh-CN" sz="2000" b="1" i="0" u="none" strike="noStrike" cap="none" normalizeH="0" baseline="0" smtClean="0">
                        <a:ln>
                          <a:noFill/>
                        </a:ln>
                        <a:solidFill>
                          <a:schemeClr val="tx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smtClean="0">
                          <a:ln>
                            <a:noFill/>
                          </a:ln>
                          <a:solidFill>
                            <a:schemeClr val="tx1"/>
                          </a:solidFill>
                          <a:effectLst/>
                          <a:cs typeface="Verdana" panose="020B0604030504040204" pitchFamily="34" charset="0"/>
                          <a:sym typeface="Constantia" panose="02030602050306030303" pitchFamily="18" charset="0"/>
                        </a:rPr>
                        <a:t>21</a:t>
                      </a:r>
                      <a:endParaRPr kumimoji="0" lang="zh-CN" altLang="zh-CN" sz="2000" b="1" i="0" u="none" strike="noStrike" cap="none" normalizeH="0" baseline="0" smtClean="0">
                        <a:ln>
                          <a:noFill/>
                        </a:ln>
                        <a:solidFill>
                          <a:schemeClr val="tx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smtClean="0">
                          <a:ln>
                            <a:noFill/>
                          </a:ln>
                          <a:solidFill>
                            <a:schemeClr val="tx1"/>
                          </a:solidFill>
                          <a:effectLst/>
                          <a:cs typeface="Verdana" panose="020B0604030504040204" pitchFamily="34" charset="0"/>
                          <a:sym typeface="Constantia" panose="02030602050306030303" pitchFamily="18" charset="0"/>
                        </a:rPr>
                        <a:t>34</a:t>
                      </a:r>
                      <a:endParaRPr kumimoji="0" lang="zh-CN" altLang="zh-CN" sz="2000" b="1" i="0" u="none" strike="noStrike" cap="none" normalizeH="0" baseline="0" smtClean="0">
                        <a:ln>
                          <a:noFill/>
                        </a:ln>
                        <a:solidFill>
                          <a:schemeClr val="tx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tx1"/>
                          </a:solidFill>
                          <a:effectLst/>
                          <a:cs typeface="Verdana" panose="020B0604030504040204" pitchFamily="34" charset="0"/>
                          <a:sym typeface="Constantia" panose="02030602050306030303" pitchFamily="18" charset="0"/>
                        </a:rPr>
                        <a:t>55</a:t>
                      </a:r>
                      <a:endParaRPr kumimoji="0" lang="zh-CN" altLang="zh-CN" sz="2000" b="1" i="0" u="none" strike="noStrike" cap="none" normalizeH="0" baseline="0" dirty="0" smtClean="0">
                        <a:ln>
                          <a:noFill/>
                        </a:ln>
                        <a:solidFill>
                          <a:schemeClr val="tx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tx1"/>
                          </a:solidFill>
                          <a:effectLst/>
                          <a:cs typeface="Verdana" panose="020B0604030504040204" pitchFamily="34" charset="0"/>
                          <a:sym typeface="Constantia" panose="02030602050306030303" pitchFamily="18" charset="0"/>
                        </a:rPr>
                        <a:t>89</a:t>
                      </a:r>
                      <a:endParaRPr kumimoji="0" lang="zh-CN" altLang="zh-CN" sz="2000" b="1" i="0" u="none" strike="noStrike" cap="none" normalizeH="0" baseline="0" dirty="0" smtClean="0">
                        <a:ln>
                          <a:noFill/>
                        </a:ln>
                        <a:solidFill>
                          <a:schemeClr val="tx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0" rtl="0" eaLnBrk="1" fontAlgn="base" latinLnBrk="0" hangingPunct="1">
                        <a:lnSpc>
                          <a:spcPct val="100000"/>
                        </a:lnSpc>
                        <a:spcBef>
                          <a:spcPct val="20000"/>
                        </a:spcBef>
                        <a:spcAft>
                          <a:spcPct val="0"/>
                        </a:spcAft>
                        <a:buClr>
                          <a:srgbClr val="0BD0D9"/>
                        </a:buClr>
                        <a:buSzPct val="95000"/>
                        <a:buFont typeface="Wingdings 2" pitchFamily="18" charset="2"/>
                        <a:buNone/>
                      </a:pPr>
                      <a:r>
                        <a:rPr kumimoji="0" lang="zh-CN" altLang="zh-CN" sz="2000" b="1" i="0" u="none" strike="noStrike" cap="none" normalizeH="0" baseline="0" dirty="0" smtClean="0">
                          <a:ln>
                            <a:noFill/>
                          </a:ln>
                          <a:solidFill>
                            <a:schemeClr val="tx1"/>
                          </a:solidFill>
                          <a:effectLst/>
                          <a:cs typeface="Verdana" panose="020B0604030504040204" pitchFamily="34" charset="0"/>
                          <a:sym typeface="Constantia" panose="02030602050306030303" pitchFamily="18" charset="0"/>
                        </a:rPr>
                        <a:t>144</a:t>
                      </a:r>
                      <a:endParaRPr kumimoji="0" lang="zh-CN" altLang="zh-CN" sz="2000" b="1" i="0" u="none" strike="noStrike" cap="none" normalizeH="0" baseline="0" dirty="0" smtClean="0">
                        <a:ln>
                          <a:noFill/>
                        </a:ln>
                        <a:solidFill>
                          <a:schemeClr val="tx1"/>
                        </a:solidFill>
                        <a:effectLst/>
                        <a:cs typeface="Verdana" panose="020B0604030504040204" pitchFamily="34" charset="0"/>
                        <a:sym typeface="Constantia" panose="02030602050306030303" pitchFamily="18" charset="0"/>
                      </a:endParaRPr>
                    </a:p>
                  </a:txBody>
                  <a:tcPr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2"/>
                    </a:solidFill>
                  </a:tcPr>
                </a:tc>
              </a:tr>
            </a:tbl>
          </a:graphicData>
        </a:graphic>
      </p:graphicFrame>
      <p:sp>
        <p:nvSpPr>
          <p:cNvPr id="6" name="副标题 2"/>
          <p:cNvSpPr>
            <a:spLocks noGrp="1" noChangeArrowheads="1"/>
          </p:cNvSpPr>
          <p:nvPr>
            <p:custDataLst>
              <p:tags r:id="rId4"/>
            </p:custDataLst>
          </p:nvPr>
        </p:nvSpPr>
        <p:spPr>
          <a:xfrm>
            <a:off x="456300" y="1490400"/>
            <a:ext cx="8226900" cy="4759200"/>
          </a:xfrm>
          <a:prstGeom prst="rect">
            <a:avLst/>
          </a:prstGeom>
        </p:spPr>
        <p:txBody>
          <a:bodyPr vert="horz" lIns="0" tIns="45720" rIns="18288" bIns="45720" rtlCol="0">
            <a:normAutofit fontScale="5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467995" lvl="1" indent="-467995" eaLnBrk="1" hangingPunct="1">
              <a:lnSpc>
                <a:spcPct val="150000"/>
              </a:lnSpc>
              <a:spcBef>
                <a:spcPts val="0"/>
              </a:spcBef>
              <a:buClr>
                <a:srgbClr val="000000"/>
              </a:buClr>
              <a:buSzPct val="100000"/>
              <a:buFont typeface="Wingdings" panose="05000000000000000000" pitchFamily="2" charset="2"/>
              <a:buChar char=""/>
              <a:defRPr/>
            </a:pPr>
            <a:r>
              <a:rPr lang="zh-CN" altLang="zh-CN" dirty="0">
                <a:solidFill>
                  <a:schemeClr val="tx1"/>
                </a:solidFill>
                <a:cs typeface="Verdana" panose="020B0604030504040204" pitchFamily="34" charset="0"/>
              </a:rPr>
              <a:t>可以将结果</a:t>
            </a:r>
            <a:r>
              <a:rPr lang="zh-CN" altLang="en-US" dirty="0">
                <a:solidFill>
                  <a:schemeClr val="tx1"/>
                </a:solidFill>
                <a:cs typeface="Verdana" panose="020B0604030504040204" pitchFamily="34" charset="0"/>
              </a:rPr>
              <a:t>列表如下</a:t>
            </a:r>
            <a:endParaRPr lang="zh-CN" altLang="zh-CN" dirty="0">
              <a:solidFill>
                <a:schemeClr val="tx1"/>
              </a:solidFill>
              <a:cs typeface="Verdana" panose="020B0604030504040204" pitchFamily="34" charset="0"/>
            </a:endParaRPr>
          </a:p>
          <a:p>
            <a:pPr marL="800100" lvl="1" indent="-342900" algn="l" eaLnBrk="1" hangingPunct="1">
              <a:buClr>
                <a:srgbClr val="000000"/>
              </a:buClr>
              <a:buFont typeface="Wingdings" panose="05000000000000000000" pitchFamily="2" charset="2"/>
              <a:buChar char="n"/>
            </a:pPr>
            <a:endParaRPr lang="zh-CN" altLang="zh-CN" dirty="0" smtClean="0">
              <a:solidFill>
                <a:schemeClr val="tx1"/>
              </a:solidFill>
            </a:endParaRPr>
          </a:p>
          <a:p>
            <a:pPr marL="800100" lvl="1" indent="-342900" algn="l" eaLnBrk="1" hangingPunct="1">
              <a:buClr>
                <a:srgbClr val="000000"/>
              </a:buClr>
              <a:buFont typeface="Wingdings" panose="05000000000000000000" pitchFamily="2" charset="2"/>
              <a:buChar char="n"/>
            </a:pPr>
            <a:endParaRPr lang="zh-CN" altLang="zh-CN" dirty="0" smtClean="0">
              <a:solidFill>
                <a:schemeClr val="tx1"/>
              </a:solidFill>
            </a:endParaRPr>
          </a:p>
          <a:p>
            <a:pPr marL="800100" lvl="1" indent="-342900" algn="l" eaLnBrk="1" hangingPunct="1">
              <a:buClr>
                <a:srgbClr val="000000"/>
              </a:buClr>
              <a:buFont typeface="Wingdings" panose="05000000000000000000" pitchFamily="2" charset="2"/>
              <a:buChar char="n"/>
            </a:pPr>
            <a:endParaRPr lang="zh-CN" altLang="zh-CN" dirty="0" smtClean="0">
              <a:solidFill>
                <a:schemeClr val="tx1"/>
              </a:solidFill>
            </a:endParaRPr>
          </a:p>
          <a:p>
            <a:pPr marL="800100" lvl="1" indent="-342900" algn="l" eaLnBrk="1" hangingPunct="1">
              <a:buClr>
                <a:srgbClr val="000000"/>
              </a:buClr>
              <a:buFont typeface="Wingdings" panose="05000000000000000000" pitchFamily="2" charset="2"/>
              <a:buChar char="n"/>
            </a:pPr>
            <a:endParaRPr lang="en-US" altLang="zh-CN" dirty="0" smtClean="0">
              <a:solidFill>
                <a:schemeClr val="tx1"/>
              </a:solidFill>
            </a:endParaRPr>
          </a:p>
          <a:p>
            <a:pPr marL="800100" lvl="1" indent="-342900" algn="l" eaLnBrk="1" hangingPunct="1">
              <a:buClr>
                <a:srgbClr val="000000"/>
              </a:buClr>
              <a:buFont typeface="Wingdings" panose="05000000000000000000" pitchFamily="2" charset="2"/>
              <a:buChar char="n"/>
            </a:pPr>
            <a:endParaRPr lang="zh-CN" altLang="zh-CN" dirty="0" smtClean="0">
              <a:solidFill>
                <a:schemeClr val="tx1"/>
              </a:solidFill>
            </a:endParaRPr>
          </a:p>
          <a:p>
            <a:pPr marL="800100" lvl="1" indent="-342900" algn="l" eaLnBrk="1" hangingPunct="1">
              <a:buClr>
                <a:srgbClr val="000000"/>
              </a:buClr>
              <a:buFont typeface="Wingdings" panose="05000000000000000000" pitchFamily="2" charset="2"/>
              <a:buNone/>
            </a:pPr>
            <a:endParaRPr lang="en-US" altLang="zh-CN" dirty="0" smtClean="0">
              <a:solidFill>
                <a:schemeClr val="tx1"/>
              </a:solidFill>
            </a:endParaRPr>
          </a:p>
          <a:p>
            <a:pPr marL="800100" lvl="1" indent="-342900" algn="l" eaLnBrk="1" hangingPunct="1">
              <a:buClr>
                <a:srgbClr val="000000"/>
              </a:buClr>
              <a:buFont typeface="Wingdings" panose="05000000000000000000" pitchFamily="2" charset="2"/>
              <a:buNone/>
            </a:pPr>
            <a:endParaRPr lang="zh-CN" altLang="zh-CN" dirty="0" smtClean="0">
              <a:solidFill>
                <a:schemeClr val="tx1"/>
              </a:solidFill>
            </a:endParaRPr>
          </a:p>
          <a:p>
            <a:pPr marL="467995" lvl="1" indent="-467995" eaLnBrk="1" hangingPunct="1">
              <a:lnSpc>
                <a:spcPct val="150000"/>
              </a:lnSpc>
              <a:spcBef>
                <a:spcPts val="0"/>
              </a:spcBef>
              <a:buClr>
                <a:srgbClr val="000000"/>
              </a:buClr>
              <a:buSzPct val="100000"/>
              <a:buFont typeface="Wingdings" panose="05000000000000000000" pitchFamily="2" charset="2"/>
              <a:buChar char=""/>
              <a:defRPr/>
            </a:pPr>
            <a:r>
              <a:rPr lang="zh-CN" altLang="zh-CN" dirty="0">
                <a:solidFill>
                  <a:schemeClr val="tx1"/>
                </a:solidFill>
                <a:cs typeface="Verdana" panose="020B0604030504040204" pitchFamily="34" charset="0"/>
              </a:rPr>
              <a:t>12个月以后的小兔子数量是144</a:t>
            </a:r>
            <a:r>
              <a:rPr lang="zh-CN" altLang="en-US" dirty="0">
                <a:solidFill>
                  <a:schemeClr val="tx1"/>
                </a:solidFill>
                <a:cs typeface="Verdana" panose="020B0604030504040204" pitchFamily="34" charset="0"/>
              </a:rPr>
              <a:t>对</a:t>
            </a:r>
            <a:endParaRPr lang="zh-CN" altLang="zh-CN" dirty="0">
              <a:solidFill>
                <a:schemeClr val="tx1"/>
              </a:solidFill>
              <a:cs typeface="Verdana" panose="020B0604030504040204" pitchFamily="34" charset="0"/>
            </a:endParaRPr>
          </a:p>
          <a:p>
            <a:pPr marL="800100" lvl="1" indent="-342900" algn="l" eaLnBrk="1" hangingPunct="1">
              <a:buClr>
                <a:srgbClr val="000000"/>
              </a:buClr>
              <a:buFont typeface="Wingdings" panose="05000000000000000000" pitchFamily="2" charset="2"/>
              <a:buNone/>
            </a:pPr>
            <a:endParaRPr lang="zh-CN" altLang="zh-CN" dirty="0" smtClean="0">
              <a:solidFill>
                <a:schemeClr val="tx1"/>
              </a:solidFill>
            </a:endParaRPr>
          </a:p>
          <a:p>
            <a:pPr marL="800100" lvl="1" indent="-342900" algn="l" eaLnBrk="1" hangingPunct="1">
              <a:buFont typeface="Wingdings" panose="05000000000000000000" pitchFamily="2" charset="2"/>
              <a:buNone/>
            </a:pPr>
            <a:endParaRPr lang="zh-CN" altLang="zh-CN" dirty="0" smtClean="0">
              <a:solidFill>
                <a:schemeClr val="tx1"/>
              </a:solidFill>
            </a:endParaRPr>
          </a:p>
        </p:txBody>
      </p:sp>
      <p:sp>
        <p:nvSpPr>
          <p:cNvPr id="5" name="标题 4"/>
          <p:cNvSpPr>
            <a:spLocks noGrp="1"/>
          </p:cNvSpPr>
          <p:nvPr>
            <p:ph type="title"/>
            <p:custDataLst>
              <p:tags r:id="rId5"/>
            </p:custDataLst>
          </p:nvPr>
        </p:nvSpPr>
        <p:spPr/>
        <p:txBody>
          <a:bodyPr vert="horz" wrap="square" lIns="0" tIns="0" rIns="0" bIns="0" rtlCol="0" anchor="ctr">
            <a:normAutofit/>
          </a:bodyPr>
          <a:lstStyle/>
          <a:p>
            <a:pPr lvl="0" algn="l">
              <a:buClrTx/>
              <a:buSzTx/>
              <a:buFontTx/>
            </a:pPr>
            <a:r>
              <a:rPr lang="zh-CN" altLang="en-US" dirty="0">
                <a:sym typeface="+mn-ea"/>
              </a:rPr>
              <a:t>斐波纳契数列</a:t>
            </a:r>
            <a:endParaRPr lang="zh-CN" altLang="en-US" dirty="0">
              <a:sym typeface="+mn-ea"/>
            </a:endParaRPr>
          </a:p>
        </p:txBody>
      </p:sp>
    </p:spTree>
    <p:custDataLst>
      <p:tags r:id="rId6"/>
    </p:custData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8" name="内容占位符 7"/>
          <p:cNvSpPr>
            <a:spLocks noGrp="1"/>
          </p:cNvSpPr>
          <p:nvPr>
            <p:ph idx="1"/>
            <p:custDataLst>
              <p:tags r:id="rId2"/>
            </p:custDataLst>
          </p:nvPr>
        </p:nvSpPr>
        <p:spPr/>
        <p:txBody>
          <a:bodyPr/>
          <a:p>
            <a:endParaRPr lang="zh-CN" altLang="en-US"/>
          </a:p>
        </p:txBody>
      </p:sp>
      <p:graphicFrame>
        <p:nvGraphicFramePr>
          <p:cNvPr id="2" name="对象 1"/>
          <p:cNvGraphicFramePr/>
          <p:nvPr/>
        </p:nvGraphicFramePr>
        <p:xfrm>
          <a:off x="5401922" y="5033009"/>
          <a:ext cx="2883233" cy="1431052"/>
        </p:xfrm>
        <a:graphic>
          <a:graphicData uri="http://schemas.openxmlformats.org/presentationml/2006/ole">
            <mc:AlternateContent xmlns:mc="http://schemas.openxmlformats.org/markup-compatibility/2006">
              <mc:Choice xmlns:v="urn:schemas-microsoft-com:vml" Requires="v">
                <p:oleObj spid="_x0000_s5158" name="Equation" r:id="rId3" imgW="1218565" imgH="533400" progId="Equation.DSMT4">
                  <p:embed/>
                </p:oleObj>
              </mc:Choice>
              <mc:Fallback>
                <p:oleObj name="Equation" r:id="rId3" imgW="1218565" imgH="533400" progId="Equation.DSMT4">
                  <p:embed/>
                  <p:pic>
                    <p:nvPicPr>
                      <p:cNvPr id="0" name="对象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1922" y="5033009"/>
                        <a:ext cx="2883233" cy="1431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3"/>
          <p:cNvSpPr>
            <a:spLocks noGrp="1" noChangeArrowheads="1"/>
          </p:cNvSpPr>
          <p:nvPr>
            <p:custDataLst>
              <p:tags r:id="rId5"/>
            </p:custDataLst>
          </p:nvPr>
        </p:nvSpPr>
        <p:spPr>
          <a:xfrm>
            <a:off x="456300" y="1490400"/>
            <a:ext cx="8226900" cy="4759200"/>
          </a:xfrm>
          <a:prstGeom prst="rect">
            <a:avLst/>
          </a:prstGeom>
        </p:spPr>
        <p:txBody>
          <a:bodyPr vert="horz" lIns="91440" tIns="45720" rIns="91440" bIns="45720" rtlCol="0">
            <a:normAutofit lnSpcReduction="1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lnSpc>
                <a:spcPct val="130000"/>
              </a:lnSpc>
              <a:buFontTx/>
              <a:buNone/>
            </a:pPr>
            <a:r>
              <a:rPr lang="en-US" altLang="zh-CN" dirty="0" smtClean="0">
                <a:solidFill>
                  <a:schemeClr val="tx1"/>
                </a:solidFill>
              </a:rPr>
              <a:t>long fib1(</a:t>
            </a:r>
            <a:r>
              <a:rPr lang="en-US" altLang="zh-CN" dirty="0" err="1" smtClean="0">
                <a:solidFill>
                  <a:schemeClr val="tx1"/>
                </a:solidFill>
              </a:rPr>
              <a:t>int</a:t>
            </a:r>
            <a:r>
              <a:rPr lang="en-US" altLang="zh-CN" dirty="0" smtClean="0">
                <a:solidFill>
                  <a:schemeClr val="tx1"/>
                </a:solidFill>
              </a:rPr>
              <a:t> n){</a:t>
            </a:r>
            <a:endParaRPr lang="en-US" altLang="zh-CN" dirty="0" smtClean="0">
              <a:solidFill>
                <a:schemeClr val="tx1"/>
              </a:solidFill>
            </a:endParaRPr>
          </a:p>
          <a:p>
            <a:pPr eaLnBrk="1" hangingPunct="1">
              <a:lnSpc>
                <a:spcPct val="130000"/>
              </a:lnSpc>
              <a:buFontTx/>
              <a:buNone/>
            </a:pPr>
            <a:r>
              <a:rPr lang="en-US" altLang="zh-CN" dirty="0" smtClean="0">
                <a:solidFill>
                  <a:schemeClr val="tx1"/>
                </a:solidFill>
              </a:rPr>
              <a:t>    if (n &lt;= 1) {        </a:t>
            </a:r>
            <a:endParaRPr lang="en-US" altLang="zh-CN" dirty="0" smtClean="0">
              <a:solidFill>
                <a:schemeClr val="tx1"/>
              </a:solidFill>
            </a:endParaRPr>
          </a:p>
          <a:p>
            <a:pPr eaLnBrk="1" hangingPunct="1">
              <a:lnSpc>
                <a:spcPct val="130000"/>
              </a:lnSpc>
              <a:buFontTx/>
              <a:buNone/>
            </a:pPr>
            <a:r>
              <a:rPr lang="en-US" altLang="zh-CN" dirty="0" smtClean="0">
                <a:solidFill>
                  <a:schemeClr val="tx1"/>
                </a:solidFill>
              </a:rPr>
              <a:t>        return n;</a:t>
            </a:r>
            <a:endParaRPr lang="en-US" altLang="zh-CN" dirty="0" smtClean="0">
              <a:solidFill>
                <a:schemeClr val="tx1"/>
              </a:solidFill>
            </a:endParaRPr>
          </a:p>
          <a:p>
            <a:pPr eaLnBrk="1" hangingPunct="1">
              <a:lnSpc>
                <a:spcPct val="130000"/>
              </a:lnSpc>
              <a:buFontTx/>
              <a:buNone/>
            </a:pPr>
            <a:r>
              <a:rPr lang="en-US" altLang="zh-CN" dirty="0" smtClean="0">
                <a:solidFill>
                  <a:schemeClr val="tx1"/>
                </a:solidFill>
              </a:rPr>
              <a:t>    } else{</a:t>
            </a:r>
            <a:endParaRPr lang="en-US" altLang="zh-CN" dirty="0" smtClean="0">
              <a:solidFill>
                <a:schemeClr val="tx1"/>
              </a:solidFill>
            </a:endParaRPr>
          </a:p>
          <a:p>
            <a:pPr eaLnBrk="1" hangingPunct="1">
              <a:lnSpc>
                <a:spcPct val="130000"/>
              </a:lnSpc>
              <a:buFontTx/>
              <a:buNone/>
            </a:pPr>
            <a:r>
              <a:rPr lang="en-US" altLang="zh-CN" dirty="0" smtClean="0">
                <a:solidFill>
                  <a:schemeClr val="tx1"/>
                </a:solidFill>
              </a:rPr>
              <a:t>        return fib1(n - 1) + fib1(n - 2);</a:t>
            </a:r>
            <a:endParaRPr lang="en-US" altLang="zh-CN" dirty="0" smtClean="0">
              <a:solidFill>
                <a:schemeClr val="tx1"/>
              </a:solidFill>
            </a:endParaRPr>
          </a:p>
          <a:p>
            <a:pPr eaLnBrk="1" hangingPunct="1">
              <a:lnSpc>
                <a:spcPct val="130000"/>
              </a:lnSpc>
              <a:buFontTx/>
              <a:buNone/>
            </a:pPr>
            <a:r>
              <a:rPr lang="en-US" altLang="zh-CN" dirty="0" smtClean="0">
                <a:solidFill>
                  <a:schemeClr val="tx1"/>
                </a:solidFill>
              </a:rPr>
              <a:t>    } </a:t>
            </a:r>
            <a:endParaRPr lang="en-US" altLang="zh-CN" dirty="0" smtClean="0">
              <a:solidFill>
                <a:schemeClr val="tx1"/>
              </a:solidFill>
            </a:endParaRPr>
          </a:p>
          <a:p>
            <a:pPr eaLnBrk="1" hangingPunct="1">
              <a:lnSpc>
                <a:spcPct val="130000"/>
              </a:lnSpc>
              <a:buFontTx/>
              <a:buNone/>
            </a:pPr>
            <a:r>
              <a:rPr lang="en-US" altLang="zh-CN" dirty="0" smtClean="0">
                <a:solidFill>
                  <a:schemeClr val="tx1"/>
                </a:solidFill>
              </a:rPr>
              <a:t>}</a:t>
            </a:r>
            <a:endParaRPr lang="en-US" altLang="zh-CN" dirty="0" smtClean="0">
              <a:solidFill>
                <a:schemeClr val="tx1"/>
              </a:solidFill>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dissolve">
                                      <p:cBhvr>
                                        <p:cTn id="12" dur="500"/>
                                        <p:tgtEl>
                                          <p:spTgt spid="6">
                                            <p:txEl>
                                              <p:pRg st="0" end="0"/>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dissolve">
                                      <p:cBhvr>
                                        <p:cTn id="15" dur="500"/>
                                        <p:tgtEl>
                                          <p:spTgt spid="6">
                                            <p:txEl>
                                              <p:pRg st="1" end="1"/>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dissolve">
                                      <p:cBhvr>
                                        <p:cTn id="18" dur="500"/>
                                        <p:tgtEl>
                                          <p:spTgt spid="6">
                                            <p:txEl>
                                              <p:pRg st="2" end="2"/>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dissolve">
                                      <p:cBhvr>
                                        <p:cTn id="21" dur="500"/>
                                        <p:tgtEl>
                                          <p:spTgt spid="6">
                                            <p:txEl>
                                              <p:pRg st="3" end="3"/>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dissolve">
                                      <p:cBhvr>
                                        <p:cTn id="24" dur="500"/>
                                        <p:tgtEl>
                                          <p:spTgt spid="6">
                                            <p:txEl>
                                              <p:pRg st="4" end="4"/>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dissolve">
                                      <p:cBhvr>
                                        <p:cTn id="27" dur="500"/>
                                        <p:tgtEl>
                                          <p:spTgt spid="6">
                                            <p:txEl>
                                              <p:pRg st="5" end="5"/>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dissolve">
                                      <p:cBhvr>
                                        <p:cTn id="30"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idx="1"/>
            <p:custDataLst>
              <p:tags r:id="rId1"/>
            </p:custDataLst>
          </p:nvPr>
        </p:nvSpPr>
        <p:spPr/>
        <p:txBody>
          <a:bodyPr/>
          <a:p>
            <a:endParaRPr lang="zh-CN" altLang="en-US"/>
          </a:p>
        </p:txBody>
      </p:sp>
      <p:graphicFrame>
        <p:nvGraphicFramePr>
          <p:cNvPr id="2" name="对象 1"/>
          <p:cNvGraphicFramePr>
            <a:graphicFrameLocks noChangeAspect="1"/>
          </p:cNvGraphicFramePr>
          <p:nvPr/>
        </p:nvGraphicFramePr>
        <p:xfrm>
          <a:off x="3498977" y="6059405"/>
          <a:ext cx="2801215" cy="512330"/>
        </p:xfrm>
        <a:graphic>
          <a:graphicData uri="http://schemas.openxmlformats.org/presentationml/2006/ole">
            <mc:AlternateContent xmlns:mc="http://schemas.openxmlformats.org/markup-compatibility/2006">
              <mc:Choice xmlns:v="urn:schemas-microsoft-com:vml" Requires="v">
                <p:oleObj spid="_x0000_s6216" name="Equation" r:id="rId2" imgW="24993600" imgH="4876800" progId="Equation.DSMT4">
                  <p:embed/>
                </p:oleObj>
              </mc:Choice>
              <mc:Fallback>
                <p:oleObj name="Equation" r:id="rId2" imgW="24993600" imgH="4876800" progId="Equation.DSMT4">
                  <p:embed/>
                  <p:pic>
                    <p:nvPicPr>
                      <p:cNvPr id="0" name="图片 6215"/>
                      <p:cNvPicPr>
                        <a:picLocks noChangeAspect="1" noChangeArrowheads="1"/>
                      </p:cNvPicPr>
                      <p:nvPr/>
                    </p:nvPicPr>
                    <p:blipFill>
                      <a:blip r:embed="rId3"/>
                      <a:srcRect/>
                      <a:stretch>
                        <a:fillRect/>
                      </a:stretch>
                    </p:blipFill>
                    <p:spPr bwMode="auto">
                      <a:xfrm>
                        <a:off x="3498977" y="6059405"/>
                        <a:ext cx="2801215" cy="512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5170" name="Picture 2" descr="E:\资料存档\课堂教学\算法分析与设计\我的课件\graph\fib.emf"/>
          <p:cNvPicPr>
            <a:picLocks noChangeAspect="1" noChangeArrowheads="1"/>
          </p:cNvPicPr>
          <p:nvPr>
            <p:custDataLst>
              <p:tags r:id="rId4"/>
            </p:custDataLst>
          </p:nvPr>
        </p:nvPicPr>
        <p:blipFill>
          <a:blip r:embed="rId5">
            <a:extLst>
              <a:ext uri="{28A0092B-C50C-407E-A947-70E740481C1C}">
                <a14:useLocalDpi xmlns:a14="http://schemas.microsoft.com/office/drawing/2010/main" val="0"/>
              </a:ext>
            </a:extLst>
          </a:blip>
          <a:srcRect/>
          <a:stretch>
            <a:fillRect/>
          </a:stretch>
        </p:blipFill>
        <p:spPr bwMode="auto">
          <a:xfrm>
            <a:off x="161765" y="2693298"/>
            <a:ext cx="8820473" cy="36225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对象 4"/>
          <p:cNvGraphicFramePr>
            <a:graphicFrameLocks noChangeAspect="1"/>
          </p:cNvGraphicFramePr>
          <p:nvPr/>
        </p:nvGraphicFramePr>
        <p:xfrm>
          <a:off x="821820" y="1471799"/>
          <a:ext cx="7488802" cy="989235"/>
        </p:xfrm>
        <a:graphic>
          <a:graphicData uri="http://schemas.openxmlformats.org/presentationml/2006/ole">
            <mc:AlternateContent xmlns:mc="http://schemas.openxmlformats.org/markup-compatibility/2006">
              <mc:Choice xmlns:v="urn:schemas-microsoft-com:vml" Requires="v">
                <p:oleObj spid="_x0000_s6217" name="Equation" r:id="rId6" imgW="73456800" imgH="10363200" progId="Equation.DSMT4">
                  <p:embed/>
                </p:oleObj>
              </mc:Choice>
              <mc:Fallback>
                <p:oleObj name="Equation" r:id="rId6" imgW="73456800" imgH="10363200" progId="Equation.DSMT4">
                  <p:embed/>
                  <p:pic>
                    <p:nvPicPr>
                      <p:cNvPr id="0" name="图片 6216"/>
                      <p:cNvPicPr>
                        <a:picLocks noChangeAspect="1" noChangeArrowheads="1"/>
                      </p:cNvPicPr>
                      <p:nvPr/>
                    </p:nvPicPr>
                    <p:blipFill>
                      <a:blip r:embed="rId7"/>
                      <a:srcRect/>
                      <a:stretch>
                        <a:fillRect/>
                      </a:stretch>
                    </p:blipFill>
                    <p:spPr bwMode="auto">
                      <a:xfrm>
                        <a:off x="821820" y="1471799"/>
                        <a:ext cx="7488802" cy="9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副标题 2"/>
          <p:cNvSpPr>
            <a:spLocks noGrp="1" noChangeArrowheads="1"/>
          </p:cNvSpPr>
          <p:nvPr>
            <p:custDataLst>
              <p:tags r:id="rId8"/>
            </p:custDataLst>
          </p:nvPr>
        </p:nvSpPr>
        <p:spPr>
          <a:xfrm>
            <a:off x="456300" y="1490400"/>
            <a:ext cx="8226900" cy="4759200"/>
          </a:xfrm>
          <a:prstGeom prst="rect">
            <a:avLst/>
          </a:prstGeom>
        </p:spPr>
        <p:txBody>
          <a:bodyPr vert="horz" lIns="0" tIns="45720" rIns="18288" bIns="45720" rtlCol="0">
            <a:normAutofit/>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marL="467995" lvl="1" indent="-467995" eaLnBrk="1" hangingPunct="1">
              <a:lnSpc>
                <a:spcPct val="150000"/>
              </a:lnSpc>
              <a:spcBef>
                <a:spcPts val="0"/>
              </a:spcBef>
              <a:buClr>
                <a:srgbClr val="000000"/>
              </a:buClr>
              <a:buSzPct val="100000"/>
              <a:buFont typeface="Wingdings" panose="05000000000000000000" pitchFamily="2" charset="2"/>
              <a:buChar char=""/>
              <a:defRPr/>
            </a:pPr>
            <a:r>
              <a:rPr lang="zh-CN" altLang="en-US" sz="2400" dirty="0">
                <a:solidFill>
                  <a:schemeClr val="tx1"/>
                </a:solidFill>
                <a:cs typeface="Verdana" panose="020B0604030504040204" pitchFamily="34" charset="0"/>
              </a:rPr>
              <a:t>fibonacci(5)的递归求解过程</a:t>
            </a:r>
            <a:endParaRPr lang="zh-CN" altLang="zh-CN" sz="2400" dirty="0">
              <a:solidFill>
                <a:schemeClr val="tx1"/>
              </a:solidFill>
              <a:cs typeface="Verdana" panose="020B0604030504040204" pitchFamily="34" charset="0"/>
            </a:endParaRPr>
          </a:p>
          <a:p>
            <a:pPr marL="800100" lvl="1" indent="-342900" algn="l" eaLnBrk="1" hangingPunct="1">
              <a:buFont typeface="Wingdings" panose="05000000000000000000" pitchFamily="2" charset="2"/>
              <a:buNone/>
            </a:pPr>
            <a:endParaRPr lang="zh-CN" altLang="zh-CN" sz="2400" dirty="0" smtClean="0">
              <a:solidFill>
                <a:schemeClr val="tx1"/>
              </a:solidFill>
              <a:cs typeface="Verdana" panose="020B0604030504040204" pitchFamily="34" charset="0"/>
            </a:endParaRPr>
          </a:p>
        </p:txBody>
      </p:sp>
      <p:sp>
        <p:nvSpPr>
          <p:cNvPr id="8" name="标题 7"/>
          <p:cNvSpPr>
            <a:spLocks noGrp="1"/>
          </p:cNvSpPr>
          <p:nvPr>
            <p:ph type="title"/>
            <p:custDataLst>
              <p:tags r:id="rId9"/>
            </p:custDataLst>
          </p:nvPr>
        </p:nvSpPr>
        <p:spPr/>
        <p:txBody>
          <a:bodyPr vert="horz" wrap="square" lIns="0" tIns="0" rIns="0" bIns="0" rtlCol="0" anchor="ctr">
            <a:normAutofit/>
          </a:bodyPr>
          <a:lstStyle/>
          <a:p>
            <a:pPr lvl="0" algn="l">
              <a:buClrTx/>
              <a:buSzTx/>
              <a:buFontTx/>
            </a:pPr>
            <a:r>
              <a:rPr lang="zh-CN" altLang="en-US" dirty="0">
                <a:sym typeface="+mn-ea"/>
              </a:rPr>
              <a:t>斐波那契数列的递归求解过程</a:t>
            </a:r>
            <a:endParaRPr lang="zh-CN" altLang="en-US" dirty="0">
              <a:sym typeface="+mn-ea"/>
            </a:endParaRPr>
          </a:p>
        </p:txBody>
      </p:sp>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5170"/>
                                        </p:tgtEl>
                                        <p:attrNameLst>
                                          <p:attrName>style.visibility</p:attrName>
                                        </p:attrNameLst>
                                      </p:cBhvr>
                                      <p:to>
                                        <p:strVal val="visible"/>
                                      </p:to>
                                    </p:set>
                                    <p:animEffect transition="in" filter="wipe(up)">
                                      <p:cBhvr>
                                        <p:cTn id="7" dur="500"/>
                                        <p:tgtEl>
                                          <p:spTgt spid="1351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10" name="内容占位符 9"/>
          <p:cNvSpPr>
            <a:spLocks noGrp="1"/>
          </p:cNvSpPr>
          <p:nvPr>
            <p:ph idx="1"/>
            <p:custDataLst>
              <p:tags r:id="rId2"/>
            </p:custDataLst>
          </p:nvPr>
        </p:nvSpPr>
        <p:spPr/>
        <p:txBody>
          <a:bodyPr/>
          <a:p>
            <a:endParaRPr lang="zh-CN" altLang="en-US"/>
          </a:p>
        </p:txBody>
      </p:sp>
      <p:sp>
        <p:nvSpPr>
          <p:cNvPr id="5" name="副标题 2"/>
          <p:cNvSpPr txBox="1">
            <a:spLocks noChangeArrowheads="1"/>
          </p:cNvSpPr>
          <p:nvPr>
            <p:custDataLst>
              <p:tags r:id="rId3"/>
            </p:custDataLst>
          </p:nvPr>
        </p:nvSpPr>
        <p:spPr>
          <a:xfrm>
            <a:off x="323528" y="708706"/>
            <a:ext cx="8568951" cy="1640174"/>
          </a:xfrm>
          <a:prstGeom prst="rect">
            <a:avLst/>
          </a:prstGeom>
        </p:spPr>
        <p:txBody>
          <a:bodyPr lIns="0" rIns="18288"/>
          <a:lstStyle>
            <a:lvl1pPr marL="342900" indent="-342900" algn="l" rtl="0" eaLnBrk="0" fontAlgn="base" hangingPunct="0">
              <a:spcBef>
                <a:spcPts val="1200"/>
              </a:spcBef>
              <a:spcAft>
                <a:spcPct val="0"/>
              </a:spcAft>
              <a:buFont typeface="Wingdings" panose="05000000000000000000" pitchFamily="2" charset="2"/>
              <a:buChar char=""/>
              <a:defRPr sz="2800" b="1">
                <a:solidFill>
                  <a:srgbClr val="161616"/>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ts val="1200"/>
              </a:spcBef>
              <a:spcAft>
                <a:spcPct val="0"/>
              </a:spcAft>
              <a:buFont typeface="Wingdings" panose="05000000000000000000" pitchFamily="2" charset="2"/>
              <a:buChar char="±"/>
              <a:defRPr sz="2800">
                <a:solidFill>
                  <a:srgbClr val="161616"/>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ts val="1200"/>
              </a:spcBef>
              <a:spcAft>
                <a:spcPct val="0"/>
              </a:spcAft>
              <a:buChar char="•"/>
              <a:defRPr sz="2400">
                <a:solidFill>
                  <a:srgbClr val="161616"/>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4pPr>
            <a:lvl5pPr marL="2057400" indent="-228600" algn="l" rtl="0" eaLnBrk="0" fontAlgn="base" hangingPunct="0">
              <a:spcBef>
                <a:spcPts val="1200"/>
              </a:spcBef>
              <a:spcAft>
                <a:spcPct val="0"/>
              </a:spcAft>
              <a:buChar char="»"/>
              <a:defRPr sz="2000">
                <a:solidFill>
                  <a:srgbClr val="161616"/>
                </a:solidFill>
                <a:latin typeface="微软雅黑" panose="020B0503020204020204" pitchFamily="34" charset="-122"/>
                <a:ea typeface="微软雅黑" panose="020B0503020204020204" pitchFamily="34" charset="-122"/>
              </a:defRPr>
            </a:lvl5pPr>
            <a:lvl6pPr marL="2514600" indent="-228600" algn="l" rtl="0" fontAlgn="base">
              <a:spcBef>
                <a:spcPct val="20000"/>
              </a:spcBef>
              <a:spcAft>
                <a:spcPct val="0"/>
              </a:spcAft>
              <a:buChar char="»"/>
              <a:defRPr sz="2000">
                <a:solidFill>
                  <a:schemeClr val="tx1"/>
                </a:solidFill>
                <a:latin typeface="Arial" panose="020B0604020202020204" pitchFamily="34" charset="0"/>
              </a:defRPr>
            </a:lvl6pPr>
            <a:lvl7pPr marL="2971800" indent="-228600" algn="l" rtl="0" fontAlgn="base">
              <a:spcBef>
                <a:spcPct val="20000"/>
              </a:spcBef>
              <a:spcAft>
                <a:spcPct val="0"/>
              </a:spcAft>
              <a:buChar char="»"/>
              <a:defRPr sz="2000">
                <a:solidFill>
                  <a:schemeClr val="tx1"/>
                </a:solidFill>
                <a:latin typeface="Arial" panose="020B0604020202020204" pitchFamily="34" charset="0"/>
              </a:defRPr>
            </a:lvl7pPr>
            <a:lvl8pPr marL="3429000" indent="-228600" algn="l" rtl="0" fontAlgn="base">
              <a:spcBef>
                <a:spcPct val="20000"/>
              </a:spcBef>
              <a:spcAft>
                <a:spcPct val="0"/>
              </a:spcAft>
              <a:buChar char="»"/>
              <a:defRPr sz="2000">
                <a:solidFill>
                  <a:schemeClr val="tx1"/>
                </a:solidFill>
                <a:latin typeface="Arial" panose="020B0604020202020204" pitchFamily="34" charset="0"/>
              </a:defRPr>
            </a:lvl8pPr>
            <a:lvl9pPr marL="3886200" indent="-228600" algn="l" rtl="0" fontAlgn="base">
              <a:spcBef>
                <a:spcPct val="20000"/>
              </a:spcBef>
              <a:spcAft>
                <a:spcPct val="0"/>
              </a:spcAft>
              <a:buChar char="»"/>
              <a:defRPr sz="2000">
                <a:solidFill>
                  <a:schemeClr val="tx1"/>
                </a:solidFill>
                <a:latin typeface="Arial" panose="020B0604020202020204" pitchFamily="34" charset="0"/>
              </a:defRPr>
            </a:lvl9pPr>
          </a:lstStyle>
          <a:p>
            <a:pPr marL="0" lvl="1" indent="0" eaLnBrk="1" hangingPunct="1">
              <a:lnSpc>
                <a:spcPct val="150000"/>
              </a:lnSpc>
              <a:spcBef>
                <a:spcPts val="0"/>
              </a:spcBef>
              <a:buNone/>
            </a:pPr>
            <a:r>
              <a:rPr lang="zh-CN" altLang="en-US" sz="2400" kern="0" dirty="0" smtClean="0">
                <a:solidFill>
                  <a:schemeClr val="tx1"/>
                </a:solidFill>
                <a:latin typeface="+mn-lt"/>
                <a:ea typeface="+mn-ea"/>
              </a:rPr>
              <a:t>递归解法的问题在于：重复求解子问题</a:t>
            </a:r>
            <a:endParaRPr lang="en-US" altLang="zh-CN" sz="2400" kern="0" dirty="0" smtClean="0">
              <a:solidFill>
                <a:schemeClr val="tx1"/>
              </a:solidFill>
              <a:latin typeface="+mn-lt"/>
              <a:ea typeface="+mn-ea"/>
            </a:endParaRPr>
          </a:p>
          <a:p>
            <a:pPr marL="0" lvl="1" indent="0" eaLnBrk="1" hangingPunct="1">
              <a:lnSpc>
                <a:spcPct val="150000"/>
              </a:lnSpc>
              <a:spcBef>
                <a:spcPts val="0"/>
              </a:spcBef>
              <a:buNone/>
            </a:pPr>
            <a:r>
              <a:rPr lang="zh-CN" altLang="en-US" sz="2400" kern="0" dirty="0" smtClean="0">
                <a:solidFill>
                  <a:schemeClr val="tx1"/>
                </a:solidFill>
                <a:latin typeface="+mn-lt"/>
                <a:ea typeface="+mn-ea"/>
              </a:rPr>
              <a:t>观</a:t>
            </a:r>
            <a:r>
              <a:rPr lang="zh-CN" altLang="en-US" sz="2400" kern="0" dirty="0">
                <a:solidFill>
                  <a:schemeClr val="tx1"/>
                </a:solidFill>
                <a:latin typeface="+mn-lt"/>
                <a:ea typeface="+mn-ea"/>
              </a:rPr>
              <a:t>察</a:t>
            </a:r>
            <a:r>
              <a:rPr lang="en-US" altLang="zh-CN" sz="2400" b="1" kern="0" dirty="0" smtClean="0">
                <a:solidFill>
                  <a:schemeClr val="tx1"/>
                </a:solidFill>
                <a:latin typeface="+mn-lt"/>
                <a:ea typeface="+mn-ea"/>
              </a:rPr>
              <a:t>Fib(n)</a:t>
            </a:r>
            <a:r>
              <a:rPr lang="zh-CN" altLang="en-US" sz="2400" b="1" kern="0" dirty="0" smtClean="0">
                <a:solidFill>
                  <a:schemeClr val="tx1"/>
                </a:solidFill>
                <a:latin typeface="+mn-lt"/>
                <a:ea typeface="+mn-ea"/>
              </a:rPr>
              <a:t>的定义：</a:t>
            </a:r>
            <a:r>
              <a:rPr lang="en-US" altLang="zh-CN" sz="2400" b="1" kern="0" dirty="0" smtClean="0">
                <a:solidFill>
                  <a:schemeClr val="tx1"/>
                </a:solidFill>
                <a:latin typeface="+mn-lt"/>
                <a:ea typeface="+mn-ea"/>
              </a:rPr>
              <a:t>F</a:t>
            </a:r>
            <a:r>
              <a:rPr lang="zh-CN" altLang="en-US" sz="2400" kern="0" dirty="0" smtClean="0">
                <a:solidFill>
                  <a:schemeClr val="tx1"/>
                </a:solidFill>
                <a:latin typeface="+mn-lt"/>
                <a:ea typeface="+mn-ea"/>
                <a:cs typeface="Arial" panose="020B0604020202020204" pitchFamily="34" charset="0"/>
              </a:rPr>
              <a:t>(</a:t>
            </a:r>
            <a:r>
              <a:rPr lang="en-US" altLang="zh-CN" sz="2400" kern="0" dirty="0" smtClean="0">
                <a:solidFill>
                  <a:schemeClr val="tx1"/>
                </a:solidFill>
                <a:latin typeface="+mn-lt"/>
                <a:ea typeface="+mn-ea"/>
                <a:cs typeface="Arial" panose="020B0604020202020204" pitchFamily="34" charset="0"/>
              </a:rPr>
              <a:t>n</a:t>
            </a:r>
            <a:r>
              <a:rPr lang="zh-CN" altLang="en-US" sz="2400" kern="0" dirty="0" smtClean="0">
                <a:solidFill>
                  <a:schemeClr val="tx1"/>
                </a:solidFill>
                <a:latin typeface="+mn-lt"/>
                <a:ea typeface="+mn-ea"/>
                <a:cs typeface="Arial" panose="020B0604020202020204" pitchFamily="34" charset="0"/>
              </a:rPr>
              <a:t>) = </a:t>
            </a:r>
            <a:r>
              <a:rPr lang="en-US" altLang="zh-CN" sz="2400" kern="0" dirty="0" smtClean="0">
                <a:solidFill>
                  <a:schemeClr val="tx1"/>
                </a:solidFill>
                <a:latin typeface="+mn-lt"/>
                <a:ea typeface="+mn-ea"/>
                <a:cs typeface="Arial" panose="020B0604020202020204" pitchFamily="34" charset="0"/>
              </a:rPr>
              <a:t>F(n-1) + F(n-2);  (n&gt;=2)</a:t>
            </a:r>
            <a:endParaRPr lang="en-US" altLang="zh-CN" sz="2400" kern="0" dirty="0" smtClean="0">
              <a:solidFill>
                <a:schemeClr val="tx1"/>
              </a:solidFill>
              <a:latin typeface="+mn-lt"/>
              <a:ea typeface="+mn-ea"/>
              <a:cs typeface="Arial" panose="020B0604020202020204" pitchFamily="34" charset="0"/>
            </a:endParaRPr>
          </a:p>
          <a:p>
            <a:pPr marL="0" lvl="1" indent="0" eaLnBrk="1" hangingPunct="1">
              <a:lnSpc>
                <a:spcPct val="150000"/>
              </a:lnSpc>
              <a:spcBef>
                <a:spcPts val="0"/>
              </a:spcBef>
              <a:buNone/>
            </a:pPr>
            <a:r>
              <a:rPr lang="en-US" altLang="zh-CN" sz="2400" kern="0" dirty="0">
                <a:solidFill>
                  <a:schemeClr val="tx1"/>
                </a:solidFill>
                <a:latin typeface="+mn-lt"/>
                <a:ea typeface="+mn-ea"/>
              </a:rPr>
              <a:t>F(n) </a:t>
            </a:r>
            <a:r>
              <a:rPr lang="zh-CN" altLang="en-US" sz="2400" kern="0" dirty="0" smtClean="0">
                <a:solidFill>
                  <a:schemeClr val="tx1"/>
                </a:solidFill>
                <a:latin typeface="+mn-lt"/>
                <a:ea typeface="+mn-ea"/>
              </a:rPr>
              <a:t>具有“无后效性”：只需“记住”前两个状态的结果即可</a:t>
            </a:r>
            <a:endParaRPr lang="zh-CN" altLang="en-US" sz="2400" kern="0" dirty="0" smtClean="0">
              <a:solidFill>
                <a:schemeClr val="tx1"/>
              </a:solidFill>
              <a:latin typeface="+mn-lt"/>
              <a:ea typeface="+mn-ea"/>
            </a:endParaRPr>
          </a:p>
        </p:txBody>
      </p:sp>
      <p:grpSp>
        <p:nvGrpSpPr>
          <p:cNvPr id="2" name="组合 1"/>
          <p:cNvGrpSpPr/>
          <p:nvPr/>
        </p:nvGrpSpPr>
        <p:grpSpPr>
          <a:xfrm>
            <a:off x="3635896" y="5661248"/>
            <a:ext cx="4608512" cy="756294"/>
            <a:chOff x="3635896" y="5178472"/>
            <a:chExt cx="4608512" cy="756294"/>
          </a:xfrm>
        </p:grpSpPr>
        <p:sp>
          <p:nvSpPr>
            <p:cNvPr id="330756" name="Rectangle 4"/>
            <p:cNvSpPr>
              <a:spLocks noChangeArrowheads="1"/>
            </p:cNvSpPr>
            <p:nvPr>
              <p:custDataLst>
                <p:tags r:id="rId4"/>
              </p:custDataLst>
            </p:nvPr>
          </p:nvSpPr>
          <p:spPr bwMode="auto">
            <a:xfrm>
              <a:off x="3635896" y="5230813"/>
              <a:ext cx="2808659" cy="610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defRPr/>
              </a:pPr>
              <a:r>
                <a:rPr lang="zh-CN" altLang="en-US" sz="3200" dirty="0" smtClean="0">
                  <a:solidFill>
                    <a:schemeClr val="tx1"/>
                  </a:solidFill>
                  <a:latin typeface="+mn-lt"/>
                  <a:ea typeface="+mn-ea"/>
                </a:rPr>
                <a:t>算法复杂度：</a:t>
              </a:r>
              <a:endParaRPr lang="zh-CN" altLang="en-US" sz="3200" dirty="0" smtClean="0">
                <a:solidFill>
                  <a:schemeClr val="tx1"/>
                </a:solidFill>
                <a:latin typeface="+mn-lt"/>
                <a:ea typeface="+mn-ea"/>
              </a:endParaRPr>
            </a:p>
          </p:txBody>
        </p:sp>
        <p:sp>
          <p:nvSpPr>
            <p:cNvPr id="6" name="Rectangle 4"/>
            <p:cNvSpPr>
              <a:spLocks noChangeArrowheads="1"/>
            </p:cNvSpPr>
            <p:nvPr>
              <p:custDataLst>
                <p:tags r:id="rId5"/>
              </p:custDataLst>
            </p:nvPr>
          </p:nvSpPr>
          <p:spPr bwMode="auto">
            <a:xfrm>
              <a:off x="6083821" y="5178472"/>
              <a:ext cx="2160587" cy="75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defRPr/>
              </a:pPr>
              <a:r>
                <a:rPr lang="en-US" altLang="zh-CN" sz="3600" b="1" i="1" dirty="0">
                  <a:solidFill>
                    <a:schemeClr val="accent1">
                      <a:lumMod val="50000"/>
                      <a:hueOff val="9600000"/>
                    </a:schemeClr>
                  </a:solidFill>
                  <a:latin typeface="+mn-lt"/>
                  <a:ea typeface="+mn-ea"/>
                  <a:cs typeface="Verdana" panose="020B0604030504040204" pitchFamily="34" charset="0"/>
                </a:rPr>
                <a:t>O(</a:t>
              </a:r>
              <a:r>
                <a:rPr kumimoji="1" lang="en-US" altLang="zh-CN" sz="3600" b="1" i="1" dirty="0">
                  <a:solidFill>
                    <a:schemeClr val="accent1">
                      <a:lumMod val="50000"/>
                      <a:hueOff val="10800000"/>
                    </a:schemeClr>
                  </a:solidFill>
                  <a:latin typeface="+mn-lt"/>
                  <a:ea typeface="+mn-ea"/>
                  <a:cs typeface="Verdana" panose="020B0604030504040204" pitchFamily="34" charset="0"/>
                </a:rPr>
                <a:t>n</a:t>
              </a:r>
              <a:r>
                <a:rPr lang="en-US" altLang="zh-CN" sz="3600" b="1" i="1" dirty="0">
                  <a:solidFill>
                    <a:schemeClr val="accent1">
                      <a:lumMod val="50000"/>
                      <a:hueOff val="9600000"/>
                    </a:schemeClr>
                  </a:solidFill>
                  <a:latin typeface="+mn-lt"/>
                  <a:ea typeface="+mn-ea"/>
                  <a:cs typeface="Verdana" panose="020B0604030504040204" pitchFamily="34" charset="0"/>
                </a:rPr>
                <a:t>)</a:t>
              </a:r>
              <a:endParaRPr lang="en-US" altLang="zh-CN" sz="3600" b="1" i="1" dirty="0">
                <a:solidFill>
                  <a:schemeClr val="accent1">
                    <a:lumMod val="50000"/>
                    <a:hueOff val="9600000"/>
                  </a:schemeClr>
                </a:solidFill>
                <a:latin typeface="+mn-lt"/>
                <a:ea typeface="+mn-ea"/>
                <a:cs typeface="Verdana" panose="020B0604030504040204" pitchFamily="34" charset="0"/>
              </a:endParaRPr>
            </a:p>
          </p:txBody>
        </p:sp>
      </p:grpSp>
      <p:sp>
        <p:nvSpPr>
          <p:cNvPr id="8" name="Rectangle 3"/>
          <p:cNvSpPr>
            <a:spLocks noGrp="1" noChangeArrowheads="1"/>
          </p:cNvSpPr>
          <p:nvPr>
            <p:custDataLst>
              <p:tags r:id="rId6"/>
            </p:custDataLst>
          </p:nvPr>
        </p:nvSpPr>
        <p:spPr>
          <a:xfrm>
            <a:off x="456300" y="1490400"/>
            <a:ext cx="8226900" cy="4759200"/>
          </a:xfrm>
          <a:prstGeom prst="rect">
            <a:avLst/>
          </a:prstGeom>
        </p:spPr>
        <p:txBody>
          <a:bodyPr vert="horz" lIns="91440" tIns="45720" rIns="91440" bIns="45720" rtlCol="0">
            <a:normAutofit lnSpcReduction="10000"/>
          </a:bodyPr>
          <a:lstStyle>
            <a:lvl1pPr marL="342900" marR="0" indent="-342900" algn="l" defTabSz="685800" rtl="0" eaLnBrk="1" fontAlgn="base" latinLnBrk="0" hangingPunct="1">
              <a:lnSpc>
                <a:spcPct val="130000"/>
              </a:lnSpc>
              <a:spcBef>
                <a:spcPts val="600"/>
              </a:spcBef>
              <a:spcAft>
                <a:spcPts val="600"/>
              </a:spcAft>
              <a:buClrTx/>
              <a:buSzPct val="60000"/>
              <a:buFont typeface="Wingdings" panose="05000000000000000000" pitchFamily="2" charset="2"/>
              <a:buChar char="l"/>
              <a:defRPr kumimoji="0" lang="zh-CN" altLang="en-US" sz="2800" b="1" i="0" u="none" strike="noStrike" kern="1200" cap="none" spc="0" normalizeH="0" baseline="0" noProof="1" dirty="0">
                <a:solidFill>
                  <a:srgbClr val="000000"/>
                </a:solidFill>
                <a:uFillTx/>
                <a:latin typeface="+mn-lt"/>
                <a:ea typeface="+mn-ea"/>
                <a:cs typeface="+mn-cs"/>
              </a:defRPr>
            </a:lvl1pPr>
            <a:lvl2pPr marL="742950" marR="0" lvl="1" indent="-285750" algn="l" defTabSz="685800" rtl="0" eaLnBrk="1" fontAlgn="base" latinLnBrk="0" hangingPunct="1">
              <a:lnSpc>
                <a:spcPct val="150000"/>
              </a:lnSpc>
              <a:spcBef>
                <a:spcPct val="30000"/>
              </a:spcBef>
              <a:spcAft>
                <a:spcPts val="600"/>
              </a:spcAft>
              <a:buClrTx/>
              <a:buSzTx/>
              <a:buFont typeface="Arial" panose="020B0604020202020204" pitchFamily="34" charset="0"/>
              <a:buChar char="–"/>
              <a:tabLst>
                <a:tab pos="1207135" algn="l"/>
                <a:tab pos="1207135" algn="l"/>
                <a:tab pos="1207135" algn="l"/>
                <a:tab pos="1207135" algn="l"/>
              </a:tabLst>
              <a:defRPr kumimoji="0" lang="en-US" altLang="zh-CN" sz="2800" b="1" i="0" u="none" strike="noStrike" kern="1200" cap="none" spc="0" normalizeH="0" baseline="0" noProof="1" dirty="0" smtClean="0">
                <a:solidFill>
                  <a:srgbClr val="000000"/>
                </a:solidFill>
                <a:uFillTx/>
                <a:latin typeface="+mn-lt"/>
                <a:ea typeface="+mn-ea"/>
                <a:cs typeface="+mn-cs"/>
              </a:defRPr>
            </a:lvl2pPr>
            <a:lvl3pPr marL="1143000" marR="0" lvl="2" indent="-228600" algn="l" defTabSz="685800" rtl="0" eaLnBrk="1" fontAlgn="base" latinLnBrk="0" hangingPunct="1">
              <a:lnSpc>
                <a:spcPct val="150000"/>
              </a:lnSpc>
              <a:spcBef>
                <a:spcPct val="30000"/>
              </a:spcBef>
              <a:spcAft>
                <a:spcPts val="600"/>
              </a:spcAft>
              <a:buClrTx/>
              <a:buSzTx/>
              <a:buFont typeface="Arial" panose="020B0604020202020204" pitchFamily="34" charset="0"/>
              <a:buChar char="•"/>
              <a:defRPr kumimoji="0" lang="zh-CN" altLang="en-US" sz="2500" b="0" i="0" u="none" strike="noStrike" kern="1200" cap="none" spc="0" normalizeH="0" baseline="0" noProof="1" dirty="0" smtClean="0">
                <a:solidFill>
                  <a:srgbClr val="000000"/>
                </a:solidFill>
                <a:uFillTx/>
                <a:latin typeface="+mn-lt"/>
                <a:ea typeface="+mn-ea"/>
                <a:cs typeface="+mn-cs"/>
              </a:defRPr>
            </a:lvl3pPr>
            <a:lvl4pPr marL="1600200" lvl="3"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4pPr>
            <a:lvl5pPr marL="2057400" lvl="4" indent="-228600" algn="l" defTabSz="685800" rtl="0" eaLnBrk="1" fontAlgn="base" latinLnBrk="0" hangingPunct="1">
              <a:lnSpc>
                <a:spcPct val="120000"/>
              </a:lnSpc>
              <a:spcBef>
                <a:spcPct val="20000"/>
              </a:spcBef>
              <a:spcAft>
                <a:spcPct val="0"/>
              </a:spcAft>
              <a:buFont typeface="Arial" panose="020B0604020202020204" pitchFamily="34" charset="0"/>
              <a:buChar char="»"/>
              <a:defRPr sz="2000" b="0" u="none" strike="noStrike" kern="1200" cap="none" spc="150" normalizeH="0" baseline="0">
                <a:solidFill>
                  <a:srgbClr val="000000"/>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mn-lt"/>
                <a:ea typeface="+mn-ea"/>
                <a:cs typeface="+mn-cs"/>
              </a:defRPr>
            </a:lvl9pPr>
          </a:lstStyle>
          <a:p>
            <a:pPr eaLnBrk="1" hangingPunct="1">
              <a:lnSpc>
                <a:spcPct val="130000"/>
              </a:lnSpc>
              <a:spcBef>
                <a:spcPts val="600"/>
              </a:spcBef>
              <a:buFontTx/>
              <a:buNone/>
            </a:pPr>
            <a:r>
              <a:rPr lang="en-US" altLang="zh-CN" sz="2400" dirty="0" smtClean="0">
                <a:solidFill>
                  <a:schemeClr val="tx1"/>
                </a:solidFill>
              </a:rPr>
              <a:t>long fib2(</a:t>
            </a:r>
            <a:r>
              <a:rPr lang="en-US" altLang="zh-CN" sz="2400" dirty="0" err="1" smtClean="0">
                <a:solidFill>
                  <a:schemeClr val="tx1"/>
                </a:solidFill>
              </a:rPr>
              <a:t>int</a:t>
            </a:r>
            <a:r>
              <a:rPr lang="en-US" altLang="zh-CN" sz="2400" dirty="0" smtClean="0">
                <a:solidFill>
                  <a:schemeClr val="tx1"/>
                </a:solidFill>
              </a:rPr>
              <a:t> n){</a:t>
            </a:r>
            <a:endParaRPr lang="en-US" altLang="zh-CN" sz="2400" dirty="0" smtClean="0">
              <a:solidFill>
                <a:schemeClr val="tx1"/>
              </a:solidFill>
            </a:endParaRPr>
          </a:p>
          <a:p>
            <a:pPr eaLnBrk="1" hangingPunct="1">
              <a:lnSpc>
                <a:spcPct val="130000"/>
              </a:lnSpc>
              <a:spcBef>
                <a:spcPts val="600"/>
              </a:spcBef>
              <a:buFontTx/>
              <a:buNone/>
            </a:pPr>
            <a:r>
              <a:rPr lang="en-US" altLang="zh-CN" sz="2400" dirty="0" smtClean="0">
                <a:solidFill>
                  <a:schemeClr val="tx1"/>
                </a:solidFill>
              </a:rPr>
              <a:t>    long f1 = 0, f2 = 1, </a:t>
            </a:r>
            <a:r>
              <a:rPr lang="en-US" altLang="zh-CN" sz="2400" dirty="0" err="1" smtClean="0">
                <a:solidFill>
                  <a:schemeClr val="tx1"/>
                </a:solidFill>
              </a:rPr>
              <a:t>fu</a:t>
            </a:r>
            <a:r>
              <a:rPr lang="en-US" altLang="zh-CN" sz="2400" dirty="0" smtClean="0">
                <a:solidFill>
                  <a:schemeClr val="tx1"/>
                </a:solidFill>
              </a:rPr>
              <a:t>; </a:t>
            </a:r>
            <a:endParaRPr lang="en-US" altLang="zh-CN" sz="2400" dirty="0" smtClean="0">
              <a:solidFill>
                <a:schemeClr val="tx1"/>
              </a:solidFill>
            </a:endParaRPr>
          </a:p>
          <a:p>
            <a:pPr eaLnBrk="1" hangingPunct="1">
              <a:lnSpc>
                <a:spcPct val="130000"/>
              </a:lnSpc>
              <a:spcBef>
                <a:spcPts val="600"/>
              </a:spcBef>
              <a:buFontTx/>
              <a:buNone/>
            </a:pPr>
            <a:r>
              <a:rPr lang="en-US" altLang="zh-CN" sz="2400" dirty="0" smtClean="0">
                <a:solidFill>
                  <a:schemeClr val="tx1"/>
                </a:solidFill>
              </a:rPr>
              <a:t>    for(</a:t>
            </a:r>
            <a:r>
              <a:rPr lang="en-US" altLang="zh-CN" sz="2400" dirty="0" err="1" smtClean="0">
                <a:solidFill>
                  <a:schemeClr val="tx1"/>
                </a:solidFill>
              </a:rPr>
              <a:t>int</a:t>
            </a:r>
            <a:r>
              <a:rPr lang="en-US" altLang="zh-CN" sz="2400" dirty="0" smtClean="0">
                <a:solidFill>
                  <a:schemeClr val="tx1"/>
                </a:solidFill>
              </a:rPr>
              <a:t> </a:t>
            </a:r>
            <a:r>
              <a:rPr lang="en-US" altLang="zh-CN" sz="2400" dirty="0" err="1" smtClean="0">
                <a:solidFill>
                  <a:schemeClr val="tx1"/>
                </a:solidFill>
              </a:rPr>
              <a:t>i</a:t>
            </a:r>
            <a:r>
              <a:rPr lang="en-US" altLang="zh-CN" sz="2400" dirty="0" smtClean="0">
                <a:solidFill>
                  <a:schemeClr val="tx1"/>
                </a:solidFill>
              </a:rPr>
              <a:t> = 2; </a:t>
            </a:r>
            <a:r>
              <a:rPr lang="en-US" altLang="zh-CN" sz="2400" dirty="0" err="1" smtClean="0">
                <a:solidFill>
                  <a:schemeClr val="tx1"/>
                </a:solidFill>
              </a:rPr>
              <a:t>i</a:t>
            </a:r>
            <a:r>
              <a:rPr lang="en-US" altLang="zh-CN" sz="2400" dirty="0" smtClean="0">
                <a:solidFill>
                  <a:schemeClr val="tx1"/>
                </a:solidFill>
              </a:rPr>
              <a:t> &lt;= n; ++</a:t>
            </a:r>
            <a:r>
              <a:rPr lang="en-US" altLang="zh-CN" sz="2400" dirty="0" err="1" smtClean="0">
                <a:solidFill>
                  <a:schemeClr val="tx1"/>
                </a:solidFill>
              </a:rPr>
              <a:t>i</a:t>
            </a:r>
            <a:r>
              <a:rPr lang="en-US" altLang="zh-CN" sz="2400" dirty="0" smtClean="0">
                <a:solidFill>
                  <a:schemeClr val="tx1"/>
                </a:solidFill>
              </a:rPr>
              <a:t>){</a:t>
            </a:r>
            <a:endParaRPr lang="en-US" altLang="zh-CN" sz="2400" dirty="0" smtClean="0">
              <a:solidFill>
                <a:schemeClr val="tx1"/>
              </a:solidFill>
            </a:endParaRPr>
          </a:p>
          <a:p>
            <a:pPr eaLnBrk="1" hangingPunct="1">
              <a:lnSpc>
                <a:spcPct val="130000"/>
              </a:lnSpc>
              <a:spcBef>
                <a:spcPts val="600"/>
              </a:spcBef>
              <a:buFontTx/>
              <a:buNone/>
            </a:pPr>
            <a:r>
              <a:rPr lang="en-US" altLang="zh-CN" sz="2400" dirty="0" smtClean="0">
                <a:solidFill>
                  <a:schemeClr val="tx1"/>
                </a:solidFill>
              </a:rPr>
              <a:t>        </a:t>
            </a:r>
            <a:r>
              <a:rPr lang="en-US" altLang="zh-CN" sz="2400" dirty="0" err="1" smtClean="0">
                <a:solidFill>
                  <a:schemeClr val="tx1"/>
                </a:solidFill>
              </a:rPr>
              <a:t>fu</a:t>
            </a:r>
            <a:r>
              <a:rPr lang="en-US" altLang="zh-CN" sz="2400" dirty="0" smtClean="0">
                <a:solidFill>
                  <a:schemeClr val="tx1"/>
                </a:solidFill>
              </a:rPr>
              <a:t> = f1 + f2;</a:t>
            </a:r>
            <a:endParaRPr lang="en-US" altLang="zh-CN" sz="2400" dirty="0" smtClean="0">
              <a:solidFill>
                <a:schemeClr val="tx1"/>
              </a:solidFill>
            </a:endParaRPr>
          </a:p>
          <a:p>
            <a:pPr eaLnBrk="1" hangingPunct="1">
              <a:lnSpc>
                <a:spcPct val="130000"/>
              </a:lnSpc>
              <a:spcBef>
                <a:spcPts val="600"/>
              </a:spcBef>
              <a:buFontTx/>
              <a:buNone/>
            </a:pPr>
            <a:r>
              <a:rPr lang="en-US" altLang="zh-CN" sz="2400" dirty="0" smtClean="0">
                <a:solidFill>
                  <a:schemeClr val="tx1"/>
                </a:solidFill>
              </a:rPr>
              <a:t>        f1 = f2; f2 = </a:t>
            </a:r>
            <a:r>
              <a:rPr lang="en-US" altLang="zh-CN" sz="2400" dirty="0" err="1" smtClean="0">
                <a:solidFill>
                  <a:schemeClr val="tx1"/>
                </a:solidFill>
              </a:rPr>
              <a:t>fu</a:t>
            </a:r>
            <a:r>
              <a:rPr lang="en-US" altLang="zh-CN" sz="2400" dirty="0" smtClean="0">
                <a:solidFill>
                  <a:schemeClr val="tx1"/>
                </a:solidFill>
              </a:rPr>
              <a:t>;  // </a:t>
            </a:r>
            <a:r>
              <a:rPr lang="zh-CN" altLang="en-US" sz="2400" dirty="0" smtClean="0">
                <a:solidFill>
                  <a:schemeClr val="tx1"/>
                </a:solidFill>
              </a:rPr>
              <a:t>记忆</a:t>
            </a:r>
            <a:endParaRPr lang="en-US" altLang="zh-CN" sz="2400" dirty="0" smtClean="0">
              <a:solidFill>
                <a:schemeClr val="tx1"/>
              </a:solidFill>
            </a:endParaRPr>
          </a:p>
          <a:p>
            <a:pPr eaLnBrk="1" hangingPunct="1">
              <a:lnSpc>
                <a:spcPct val="130000"/>
              </a:lnSpc>
              <a:spcBef>
                <a:spcPts val="600"/>
              </a:spcBef>
              <a:buFontTx/>
              <a:buNone/>
            </a:pPr>
            <a:r>
              <a:rPr lang="en-US" altLang="zh-CN" sz="2400" dirty="0" smtClean="0">
                <a:solidFill>
                  <a:schemeClr val="tx1"/>
                </a:solidFill>
              </a:rPr>
              <a:t>    }</a:t>
            </a:r>
            <a:endParaRPr lang="en-US" altLang="zh-CN" sz="2400" dirty="0" smtClean="0">
              <a:solidFill>
                <a:schemeClr val="tx1"/>
              </a:solidFill>
            </a:endParaRPr>
          </a:p>
          <a:p>
            <a:pPr eaLnBrk="1" hangingPunct="1">
              <a:lnSpc>
                <a:spcPct val="130000"/>
              </a:lnSpc>
              <a:spcBef>
                <a:spcPts val="600"/>
              </a:spcBef>
              <a:buFontTx/>
              <a:buNone/>
            </a:pPr>
            <a:r>
              <a:rPr lang="en-US" altLang="zh-CN" sz="2400" dirty="0" smtClean="0">
                <a:solidFill>
                  <a:schemeClr val="tx1"/>
                </a:solidFill>
              </a:rPr>
              <a:t>    return </a:t>
            </a:r>
            <a:r>
              <a:rPr lang="en-US" altLang="zh-CN" sz="2400" dirty="0" err="1" smtClean="0">
                <a:solidFill>
                  <a:schemeClr val="tx1"/>
                </a:solidFill>
              </a:rPr>
              <a:t>fu</a:t>
            </a:r>
            <a:r>
              <a:rPr lang="en-US" altLang="zh-CN" sz="2400" dirty="0" smtClean="0">
                <a:solidFill>
                  <a:schemeClr val="tx1"/>
                </a:solidFill>
              </a:rPr>
              <a:t>;</a:t>
            </a:r>
            <a:endParaRPr lang="en-US" altLang="zh-CN" sz="2400" dirty="0" smtClean="0">
              <a:solidFill>
                <a:schemeClr val="tx1"/>
              </a:solidFill>
            </a:endParaRPr>
          </a:p>
          <a:p>
            <a:pPr eaLnBrk="1" hangingPunct="1">
              <a:lnSpc>
                <a:spcPct val="130000"/>
              </a:lnSpc>
              <a:spcBef>
                <a:spcPts val="600"/>
              </a:spcBef>
              <a:buFontTx/>
              <a:buNone/>
            </a:pPr>
            <a:r>
              <a:rPr lang="en-US" altLang="zh-CN" sz="2400" dirty="0" smtClean="0">
                <a:solidFill>
                  <a:schemeClr val="tx1"/>
                </a:solidFill>
              </a:rPr>
              <a:t>}</a:t>
            </a:r>
            <a:endParaRPr lang="en-US" altLang="zh-CN" sz="2400" dirty="0" smtClean="0">
              <a:solidFill>
                <a:schemeClr val="tx1"/>
              </a:solidFill>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Effect transition="in" filter="dissolve">
                                      <p:cBhvr>
                                        <p:cTn id="31" dur="500"/>
                                        <p:tgtEl>
                                          <p:spTgt spid="8">
                                            <p:txEl>
                                              <p:pRg st="0" end="0"/>
                                            </p:txEl>
                                          </p:spTgt>
                                        </p:tgtEl>
                                      </p:cBhvr>
                                    </p:animEffect>
                                  </p:childTnLst>
                                </p:cTn>
                              </p:par>
                              <p:par>
                                <p:cTn id="32" presetID="9" presetClass="entr" presetSubtype="0" fill="hold" nodeType="withEffect">
                                  <p:stCondLst>
                                    <p:cond delay="0"/>
                                  </p:stCondLst>
                                  <p:childTnLst>
                                    <p:set>
                                      <p:cBhvr>
                                        <p:cTn id="33" dur="1" fill="hold">
                                          <p:stCondLst>
                                            <p:cond delay="0"/>
                                          </p:stCondLst>
                                        </p:cTn>
                                        <p:tgtEl>
                                          <p:spTgt spid="8">
                                            <p:txEl>
                                              <p:pRg st="1" end="1"/>
                                            </p:txEl>
                                          </p:spTgt>
                                        </p:tgtEl>
                                        <p:attrNameLst>
                                          <p:attrName>style.visibility</p:attrName>
                                        </p:attrNameLst>
                                      </p:cBhvr>
                                      <p:to>
                                        <p:strVal val="visible"/>
                                      </p:to>
                                    </p:set>
                                    <p:animEffect transition="in" filter="dissolve">
                                      <p:cBhvr>
                                        <p:cTn id="34" dur="500"/>
                                        <p:tgtEl>
                                          <p:spTgt spid="8">
                                            <p:txEl>
                                              <p:pRg st="1" end="1"/>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dissolve">
                                      <p:cBhvr>
                                        <p:cTn id="37" dur="500"/>
                                        <p:tgtEl>
                                          <p:spTgt spid="8">
                                            <p:txEl>
                                              <p:pRg st="2" end="2"/>
                                            </p:txEl>
                                          </p:spTgt>
                                        </p:tgtEl>
                                      </p:cBhvr>
                                    </p:animEffect>
                                  </p:childTnLst>
                                </p:cTn>
                              </p:par>
                              <p:par>
                                <p:cTn id="38" presetID="9" presetClass="entr" presetSubtype="0" fill="hold" nodeType="withEffect">
                                  <p:stCondLst>
                                    <p:cond delay="0"/>
                                  </p:stCondLst>
                                  <p:childTnLst>
                                    <p:set>
                                      <p:cBhvr>
                                        <p:cTn id="39" dur="1" fill="hold">
                                          <p:stCondLst>
                                            <p:cond delay="0"/>
                                          </p:stCondLst>
                                        </p:cTn>
                                        <p:tgtEl>
                                          <p:spTgt spid="8">
                                            <p:txEl>
                                              <p:pRg st="3" end="3"/>
                                            </p:txEl>
                                          </p:spTgt>
                                        </p:tgtEl>
                                        <p:attrNameLst>
                                          <p:attrName>style.visibility</p:attrName>
                                        </p:attrNameLst>
                                      </p:cBhvr>
                                      <p:to>
                                        <p:strVal val="visible"/>
                                      </p:to>
                                    </p:set>
                                    <p:animEffect transition="in" filter="dissolve">
                                      <p:cBhvr>
                                        <p:cTn id="40" dur="500"/>
                                        <p:tgtEl>
                                          <p:spTgt spid="8">
                                            <p:txEl>
                                              <p:pRg st="3" end="3"/>
                                            </p:txEl>
                                          </p:spTgt>
                                        </p:tgtEl>
                                      </p:cBhvr>
                                    </p:animEffect>
                                  </p:childTnLst>
                                </p:cTn>
                              </p:par>
                              <p:par>
                                <p:cTn id="41" presetID="9" presetClass="entr" presetSubtype="0" fill="hold" nodeType="withEffect">
                                  <p:stCondLst>
                                    <p:cond delay="0"/>
                                  </p:stCondLst>
                                  <p:childTnLst>
                                    <p:set>
                                      <p:cBhvr>
                                        <p:cTn id="42" dur="1" fill="hold">
                                          <p:stCondLst>
                                            <p:cond delay="0"/>
                                          </p:stCondLst>
                                        </p:cTn>
                                        <p:tgtEl>
                                          <p:spTgt spid="8">
                                            <p:txEl>
                                              <p:pRg st="4" end="4"/>
                                            </p:txEl>
                                          </p:spTgt>
                                        </p:tgtEl>
                                        <p:attrNameLst>
                                          <p:attrName>style.visibility</p:attrName>
                                        </p:attrNameLst>
                                      </p:cBhvr>
                                      <p:to>
                                        <p:strVal val="visible"/>
                                      </p:to>
                                    </p:set>
                                    <p:animEffect transition="in" filter="dissolve">
                                      <p:cBhvr>
                                        <p:cTn id="43" dur="500"/>
                                        <p:tgtEl>
                                          <p:spTgt spid="8">
                                            <p:txEl>
                                              <p:pRg st="4" end="4"/>
                                            </p:txEl>
                                          </p:spTgt>
                                        </p:tgtEl>
                                      </p:cBhvr>
                                    </p:animEffect>
                                  </p:childTnLst>
                                </p:cTn>
                              </p:par>
                              <p:par>
                                <p:cTn id="44" presetID="9" presetClass="entr" presetSubtype="0" fill="hold" nodeType="withEffect">
                                  <p:stCondLst>
                                    <p:cond delay="0"/>
                                  </p:stCondLst>
                                  <p:childTnLst>
                                    <p:set>
                                      <p:cBhvr>
                                        <p:cTn id="45" dur="1" fill="hold">
                                          <p:stCondLst>
                                            <p:cond delay="0"/>
                                          </p:stCondLst>
                                        </p:cTn>
                                        <p:tgtEl>
                                          <p:spTgt spid="8">
                                            <p:txEl>
                                              <p:pRg st="5" end="5"/>
                                            </p:txEl>
                                          </p:spTgt>
                                        </p:tgtEl>
                                        <p:attrNameLst>
                                          <p:attrName>style.visibility</p:attrName>
                                        </p:attrNameLst>
                                      </p:cBhvr>
                                      <p:to>
                                        <p:strVal val="visible"/>
                                      </p:to>
                                    </p:set>
                                    <p:animEffect transition="in" filter="dissolve">
                                      <p:cBhvr>
                                        <p:cTn id="46" dur="500"/>
                                        <p:tgtEl>
                                          <p:spTgt spid="8">
                                            <p:txEl>
                                              <p:pRg st="5" end="5"/>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8">
                                            <p:txEl>
                                              <p:pRg st="6" end="6"/>
                                            </p:txEl>
                                          </p:spTgt>
                                        </p:tgtEl>
                                        <p:attrNameLst>
                                          <p:attrName>style.visibility</p:attrName>
                                        </p:attrNameLst>
                                      </p:cBhvr>
                                      <p:to>
                                        <p:strVal val="visible"/>
                                      </p:to>
                                    </p:set>
                                    <p:animEffect transition="in" filter="dissolve">
                                      <p:cBhvr>
                                        <p:cTn id="49" dur="500"/>
                                        <p:tgtEl>
                                          <p:spTgt spid="8">
                                            <p:txEl>
                                              <p:pRg st="6" end="6"/>
                                            </p:txEl>
                                          </p:spTgt>
                                        </p:tgtEl>
                                      </p:cBhvr>
                                    </p:animEffect>
                                  </p:childTnLst>
                                </p:cTn>
                              </p:par>
                              <p:par>
                                <p:cTn id="50" presetID="9" presetClass="entr" presetSubtype="0" fill="hold" nodeType="withEffect">
                                  <p:stCondLst>
                                    <p:cond delay="0"/>
                                  </p:stCondLst>
                                  <p:childTnLst>
                                    <p:set>
                                      <p:cBhvr>
                                        <p:cTn id="51" dur="1" fill="hold">
                                          <p:stCondLst>
                                            <p:cond delay="0"/>
                                          </p:stCondLst>
                                        </p:cTn>
                                        <p:tgtEl>
                                          <p:spTgt spid="8">
                                            <p:txEl>
                                              <p:pRg st="7" end="7"/>
                                            </p:txEl>
                                          </p:spTgt>
                                        </p:tgtEl>
                                        <p:attrNameLst>
                                          <p:attrName>style.visibility</p:attrName>
                                        </p:attrNameLst>
                                      </p:cBhvr>
                                      <p:to>
                                        <p:strVal val="visible"/>
                                      </p:to>
                                    </p:set>
                                    <p:animEffect transition="in" filter="dissolve">
                                      <p:cBhvr>
                                        <p:cTn id="52"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1"/>
            </p:custDataLst>
          </p:nvPr>
        </p:nvSpPr>
        <p:spPr/>
        <p:txBody>
          <a:bodyPr vert="horz" wrap="square" lIns="0" tIns="0" rIns="0" bIns="0" rtlCol="0" anchor="ctr">
            <a:normAutofit/>
          </a:bodyPr>
          <a:lstStyle/>
          <a:p>
            <a:pPr lvl="0" algn="l">
              <a:buClrTx/>
              <a:buSzTx/>
              <a:buFontTx/>
            </a:pPr>
            <a:endParaRPr lang="zh-CN" altLang="en-US" dirty="0">
              <a:sym typeface="+mn-ea"/>
            </a:endParaRPr>
          </a:p>
        </p:txBody>
      </p:sp>
      <p:sp>
        <p:nvSpPr>
          <p:cNvPr id="13" name="内容占位符 12"/>
          <p:cNvSpPr>
            <a:spLocks noGrp="1"/>
          </p:cNvSpPr>
          <p:nvPr>
            <p:ph idx="1"/>
            <p:custDataLst>
              <p:tags r:id="rId2"/>
            </p:custDataLst>
          </p:nvPr>
        </p:nvSpPr>
        <p:spPr/>
        <p:txBody>
          <a:bodyPr/>
          <a:p>
            <a:endParaRPr lang="zh-CN" altLang="en-US"/>
          </a:p>
        </p:txBody>
      </p:sp>
      <p:sp>
        <p:nvSpPr>
          <p:cNvPr id="332810" name="Rectangle 10"/>
          <p:cNvSpPr>
            <a:spLocks noChangeArrowheads="1"/>
          </p:cNvSpPr>
          <p:nvPr>
            <p:custDataLst>
              <p:tags r:id="rId3"/>
            </p:custDataLst>
          </p:nvPr>
        </p:nvSpPr>
        <p:spPr bwMode="auto">
          <a:xfrm>
            <a:off x="3059906" y="5517902"/>
            <a:ext cx="3024187" cy="79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ctr">
              <a:defRPr/>
            </a:pPr>
            <a:r>
              <a:rPr lang="en-US" altLang="zh-CN" sz="4000" b="1" i="1" dirty="0">
                <a:solidFill>
                  <a:schemeClr val="accent1">
                    <a:lumMod val="50000"/>
                    <a:hueOff val="9600000"/>
                  </a:schemeClr>
                </a:solidFill>
                <a:latin typeface="+mn-lt"/>
                <a:ea typeface="+mn-ea"/>
                <a:cs typeface="Verdana" panose="020B0604030504040204" pitchFamily="34" charset="0"/>
              </a:rPr>
              <a:t>O(</a:t>
            </a:r>
            <a:r>
              <a:rPr kumimoji="1" lang="en-US" altLang="zh-CN" sz="4000" b="1" i="1" dirty="0">
                <a:solidFill>
                  <a:schemeClr val="accent1">
                    <a:lumMod val="50000"/>
                    <a:hueOff val="10800000"/>
                  </a:schemeClr>
                </a:solidFill>
                <a:latin typeface="+mn-lt"/>
                <a:ea typeface="+mn-ea"/>
                <a:cs typeface="Verdana" panose="020B0604030504040204" pitchFamily="34" charset="0"/>
              </a:rPr>
              <a:t>log(n)</a:t>
            </a:r>
            <a:r>
              <a:rPr lang="en-US" altLang="zh-CN" sz="4000" b="1" i="1" dirty="0">
                <a:solidFill>
                  <a:schemeClr val="accent1">
                    <a:lumMod val="50000"/>
                    <a:hueOff val="9600000"/>
                  </a:schemeClr>
                </a:solidFill>
                <a:latin typeface="+mn-lt"/>
                <a:ea typeface="+mn-ea"/>
                <a:cs typeface="Verdana" panose="020B0604030504040204" pitchFamily="34" charset="0"/>
              </a:rPr>
              <a:t>)</a:t>
            </a:r>
            <a:endParaRPr lang="en-US" altLang="zh-CN" sz="4000" b="1" i="1" dirty="0">
              <a:solidFill>
                <a:schemeClr val="accent1">
                  <a:lumMod val="50000"/>
                  <a:hueOff val="9600000"/>
                </a:schemeClr>
              </a:solidFill>
              <a:latin typeface="+mn-lt"/>
              <a:ea typeface="+mn-ea"/>
              <a:cs typeface="Verdana" panose="020B0604030504040204" pitchFamily="34" charset="0"/>
            </a:endParaRPr>
          </a:p>
        </p:txBody>
      </p:sp>
      <p:graphicFrame>
        <p:nvGraphicFramePr>
          <p:cNvPr id="2" name="对象 1"/>
          <p:cNvGraphicFramePr>
            <a:graphicFrameLocks noChangeAspect="1"/>
          </p:cNvGraphicFramePr>
          <p:nvPr/>
        </p:nvGraphicFramePr>
        <p:xfrm>
          <a:off x="1411576" y="1901369"/>
          <a:ext cx="1576248" cy="1167591"/>
        </p:xfrm>
        <a:graphic>
          <a:graphicData uri="http://schemas.openxmlformats.org/presentationml/2006/ole">
            <mc:AlternateContent xmlns:mc="http://schemas.openxmlformats.org/markup-compatibility/2006">
              <mc:Choice xmlns:v="urn:schemas-microsoft-com:vml" Requires="v">
                <p:oleObj spid="_x0000_s4215" name="Equation" r:id="rId4" imgW="16459200" imgH="12192000" progId="Equation.DSMT4">
                  <p:embed/>
                </p:oleObj>
              </mc:Choice>
              <mc:Fallback>
                <p:oleObj name="Equation" r:id="rId4" imgW="16459200" imgH="12192000" progId="Equation.DSMT4">
                  <p:embed/>
                  <p:pic>
                    <p:nvPicPr>
                      <p:cNvPr id="0" name="图片 4214"/>
                      <p:cNvPicPr/>
                      <p:nvPr/>
                    </p:nvPicPr>
                    <p:blipFill>
                      <a:blip r:embed="rId5"/>
                      <a:stretch>
                        <a:fillRect/>
                      </a:stretch>
                    </p:blipFill>
                    <p:spPr>
                      <a:xfrm>
                        <a:off x="1411576" y="1901369"/>
                        <a:ext cx="1576248" cy="1167591"/>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4067944" y="1901369"/>
          <a:ext cx="3269255" cy="1167591"/>
        </p:xfrm>
        <a:graphic>
          <a:graphicData uri="http://schemas.openxmlformats.org/presentationml/2006/ole">
            <mc:AlternateContent xmlns:mc="http://schemas.openxmlformats.org/markup-compatibility/2006">
              <mc:Choice xmlns:v="urn:schemas-microsoft-com:vml" Requires="v">
                <p:oleObj spid="_x0000_s4216" name="Equation" r:id="rId6" imgW="34137600" imgH="12192000" progId="Equation.DSMT4">
                  <p:embed/>
                </p:oleObj>
              </mc:Choice>
              <mc:Fallback>
                <p:oleObj name="Equation" r:id="rId6" imgW="34137600" imgH="12192000" progId="Equation.DSMT4">
                  <p:embed/>
                  <p:pic>
                    <p:nvPicPr>
                      <p:cNvPr id="0" name="图片 4215"/>
                      <p:cNvPicPr>
                        <a:picLocks noChangeAspect="1" noChangeArrowheads="1"/>
                      </p:cNvPicPr>
                      <p:nvPr/>
                    </p:nvPicPr>
                    <p:blipFill>
                      <a:blip r:embed="rId7"/>
                      <a:srcRect/>
                      <a:stretch>
                        <a:fillRect/>
                      </a:stretch>
                    </p:blipFill>
                    <p:spPr bwMode="auto">
                      <a:xfrm>
                        <a:off x="4067944" y="1901369"/>
                        <a:ext cx="3269255" cy="1167591"/>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nvGraphicFramePr>
        <p:xfrm>
          <a:off x="149746" y="3717032"/>
          <a:ext cx="8844507" cy="1225971"/>
        </p:xfrm>
        <a:graphic>
          <a:graphicData uri="http://schemas.openxmlformats.org/presentationml/2006/ole">
            <mc:AlternateContent xmlns:mc="http://schemas.openxmlformats.org/markup-compatibility/2006">
              <mc:Choice xmlns:v="urn:schemas-microsoft-com:vml" Requires="v">
                <p:oleObj spid="_x0000_s4217" name="Equation" r:id="rId8" imgW="92354400" imgH="12801600" progId="Equation.DSMT4">
                  <p:embed/>
                </p:oleObj>
              </mc:Choice>
              <mc:Fallback>
                <p:oleObj name="Equation" r:id="rId8" imgW="92354400" imgH="12801600" progId="Equation.DSMT4">
                  <p:embed/>
                  <p:pic>
                    <p:nvPicPr>
                      <p:cNvPr id="0" name="图片 4216"/>
                      <p:cNvPicPr>
                        <a:picLocks noChangeAspect="1" noChangeArrowheads="1"/>
                      </p:cNvPicPr>
                      <p:nvPr/>
                    </p:nvPicPr>
                    <p:blipFill>
                      <a:blip r:embed="rId9"/>
                      <a:srcRect/>
                      <a:stretch>
                        <a:fillRect/>
                      </a:stretch>
                    </p:blipFill>
                    <p:spPr bwMode="auto">
                      <a:xfrm>
                        <a:off x="149746" y="3717032"/>
                        <a:ext cx="8844507" cy="1225971"/>
                      </a:xfrm>
                      <a:prstGeom prst="rect">
                        <a:avLst/>
                      </a:prstGeom>
                      <a:noFill/>
                      <a:ln>
                        <a:noFill/>
                      </a:ln>
                    </p:spPr>
                  </p:pic>
                </p:oleObj>
              </mc:Fallback>
            </mc:AlternateContent>
          </a:graphicData>
        </a:graphic>
      </p:graphicFrame>
      <p:sp>
        <p:nvSpPr>
          <p:cNvPr id="6" name="矩形 5"/>
          <p:cNvSpPr/>
          <p:nvPr>
            <p:custDataLst>
              <p:tags r:id="rId10"/>
            </p:custDataLst>
          </p:nvPr>
        </p:nvSpPr>
        <p:spPr>
          <a:xfrm>
            <a:off x="-1" y="752339"/>
            <a:ext cx="9144000" cy="737235"/>
          </a:xfrm>
          <a:prstGeom prst="rect">
            <a:avLst/>
          </a:prstGeom>
        </p:spPr>
        <p:txBody>
          <a:bodyPr wrap="square">
            <a:normAutofit/>
          </a:bodyPr>
          <a:lstStyle/>
          <a:p>
            <a:pPr marL="0" lvl="1" algn="ctr" eaLnBrk="1" hangingPunct="1">
              <a:lnSpc>
                <a:spcPct val="150000"/>
              </a:lnSpc>
              <a:spcBef>
                <a:spcPts val="1200"/>
              </a:spcBef>
              <a:buClr>
                <a:schemeClr val="tx1"/>
              </a:buClr>
              <a:buSzPct val="60000"/>
              <a:defRPr/>
            </a:pPr>
            <a:r>
              <a:rPr lang="en-US" altLang="zh-CN" sz="2800" dirty="0" smtClean="0">
                <a:solidFill>
                  <a:schemeClr val="tx1"/>
                </a:solidFill>
                <a:latin typeface="+mn-lt"/>
                <a:ea typeface="+mn-ea"/>
                <a:cs typeface="Verdana" panose="020B0604030504040204" pitchFamily="34" charset="0"/>
              </a:rPr>
              <a:t>F1=1</a:t>
            </a:r>
            <a:r>
              <a:rPr lang="zh-CN" altLang="en-US" sz="2800" dirty="0" smtClean="0">
                <a:solidFill>
                  <a:schemeClr val="tx1"/>
                </a:solidFill>
                <a:latin typeface="+mn-lt"/>
                <a:ea typeface="+mn-ea"/>
                <a:cs typeface="Verdana" panose="020B0604030504040204" pitchFamily="34" charset="0"/>
              </a:rPr>
              <a:t>，</a:t>
            </a:r>
            <a:r>
              <a:rPr lang="en-US" altLang="zh-CN" sz="2800" dirty="0" smtClean="0">
                <a:solidFill>
                  <a:schemeClr val="tx1"/>
                </a:solidFill>
                <a:latin typeface="+mn-lt"/>
                <a:ea typeface="+mn-ea"/>
                <a:cs typeface="Verdana" panose="020B0604030504040204" pitchFamily="34" charset="0"/>
              </a:rPr>
              <a:t>F2=1</a:t>
            </a:r>
            <a:r>
              <a:rPr lang="zh-CN" altLang="en-US" sz="2800" dirty="0" smtClean="0">
                <a:solidFill>
                  <a:schemeClr val="tx1"/>
                </a:solidFill>
                <a:latin typeface="+mn-lt"/>
                <a:ea typeface="+mn-ea"/>
                <a:cs typeface="Verdana" panose="020B0604030504040204" pitchFamily="34" charset="0"/>
              </a:rPr>
              <a:t>，</a:t>
            </a:r>
            <a:r>
              <a:rPr lang="en-US" altLang="zh-CN" sz="2800" dirty="0" err="1" smtClean="0">
                <a:solidFill>
                  <a:schemeClr val="tx1"/>
                </a:solidFill>
                <a:latin typeface="+mn-lt"/>
                <a:ea typeface="+mn-ea"/>
                <a:cs typeface="Verdana" panose="020B0604030504040204" pitchFamily="34" charset="0"/>
              </a:rPr>
              <a:t>Fn</a:t>
            </a:r>
            <a:r>
              <a:rPr lang="en-US" altLang="zh-CN" sz="2800" dirty="0" smtClean="0">
                <a:solidFill>
                  <a:schemeClr val="tx1"/>
                </a:solidFill>
                <a:latin typeface="+mn-lt"/>
                <a:ea typeface="+mn-ea"/>
                <a:cs typeface="Verdana" panose="020B0604030504040204" pitchFamily="34" charset="0"/>
              </a:rPr>
              <a:t> </a:t>
            </a:r>
            <a:r>
              <a:rPr lang="en-US" altLang="zh-CN" sz="2800" dirty="0">
                <a:solidFill>
                  <a:schemeClr val="tx1"/>
                </a:solidFill>
                <a:latin typeface="+mn-lt"/>
                <a:ea typeface="+mn-ea"/>
                <a:cs typeface="Verdana" panose="020B0604030504040204" pitchFamily="34" charset="0"/>
              </a:rPr>
              <a:t>= F(n-1) + F(n-2) </a:t>
            </a:r>
            <a:r>
              <a:rPr lang="zh-CN" altLang="en-US" sz="2800" dirty="0" smtClean="0">
                <a:solidFill>
                  <a:schemeClr val="tx1"/>
                </a:solidFill>
                <a:latin typeface="+mn-lt"/>
                <a:ea typeface="+mn-ea"/>
                <a:cs typeface="Verdana" panose="020B0604030504040204" pitchFamily="34" charset="0"/>
              </a:rPr>
              <a:t>（</a:t>
            </a:r>
            <a:r>
              <a:rPr lang="en-US" altLang="zh-CN" sz="2800" dirty="0">
                <a:solidFill>
                  <a:schemeClr val="tx1"/>
                </a:solidFill>
                <a:latin typeface="+mn-lt"/>
                <a:ea typeface="+mn-ea"/>
                <a:cs typeface="Verdana" panose="020B0604030504040204" pitchFamily="34" charset="0"/>
              </a:rPr>
              <a:t>n&gt;=</a:t>
            </a:r>
            <a:r>
              <a:rPr lang="en-US" altLang="zh-CN" sz="2800" dirty="0" smtClean="0">
                <a:solidFill>
                  <a:schemeClr val="tx1"/>
                </a:solidFill>
                <a:latin typeface="+mn-lt"/>
                <a:ea typeface="+mn-ea"/>
                <a:cs typeface="Verdana" panose="020B0604030504040204" pitchFamily="34" charset="0"/>
              </a:rPr>
              <a:t>2</a:t>
            </a:r>
            <a:r>
              <a:rPr lang="en-US" altLang="zh-CN" sz="2800" dirty="0">
                <a:solidFill>
                  <a:schemeClr val="tx1"/>
                </a:solidFill>
                <a:latin typeface="+mn-lt"/>
                <a:ea typeface="+mn-ea"/>
                <a:cs typeface="Verdana" panose="020B0604030504040204" pitchFamily="34" charset="0"/>
              </a:rPr>
              <a:t>)</a:t>
            </a:r>
            <a:endParaRPr lang="en-US" altLang="zh-CN" sz="2800" dirty="0">
              <a:solidFill>
                <a:schemeClr val="tx1"/>
              </a:solidFill>
              <a:latin typeface="+mn-lt"/>
              <a:ea typeface="+mn-ea"/>
              <a:cs typeface="Verdana" panose="020B0604030504040204" pitchFamily="34" charset="0"/>
            </a:endParaRPr>
          </a:p>
        </p:txBody>
      </p:sp>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32810"/>
                                        </p:tgtEl>
                                        <p:attrNameLst>
                                          <p:attrName>style.visibility</p:attrName>
                                        </p:attrNameLst>
                                      </p:cBhvr>
                                      <p:to>
                                        <p:strVal val="visible"/>
                                      </p:to>
                                    </p:set>
                                    <p:animEffect transition="in" filter="dissolve">
                                      <p:cBhvr>
                                        <p:cTn id="27" dur="500"/>
                                        <p:tgtEl>
                                          <p:spTgt spid="332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10" grpId="0"/>
      <p:bldP spid="6"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3.0"/>
  <p:tag name="KSO_WM_BEAUTIFY_FLAG" val="#wm#"/>
  <p:tag name="KSO_WM_UNIT_TYPE" val="i"/>
  <p:tag name="KSO_WM_UNIT_INDEX" val="3"/>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PRESET_TEXT" val="公司名占位符"/>
  <p:tag name="KSO_WM_UNIT_NOCLEAR" val="0"/>
  <p:tag name="KSO_WM_UNIT_VALUE" val="96"/>
  <p:tag name="KSO_WM_UNIT_TYPE" val="f"/>
  <p:tag name="KSO_WM_UNIT_INDEX" val="1"/>
  <p:tag name="KSO_WM_UNIT_SUBTYPE" val="g"/>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2"/>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2"/>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4"/>
  <p:tag name="KSO_WM_UNIT_LAYERLEVEL" val="1"/>
  <p:tag name="KSO_WM_TAG_VERSION" val="3.0"/>
  <p:tag name="KSO_WM_BEAUTIFY_FLAG" val="#wm#"/>
  <p:tag name="KSO_WM_UNIT_TYPE" val="i"/>
  <p:tag name="KSO_WM_UNIT_INDEX" val="4"/>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BEAUTIFY_FLAG" val="#wm#"/>
  <p:tag name="KSO_WM_UNIT_TYPE" val="i"/>
  <p:tag name="KSO_WM_UNIT_INDEX" val="5"/>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160"/>
  <p:tag name="KSO_WM_UNIT_TYPE" val="f"/>
  <p:tag name="KSO_WM_UNIT_INDEX"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160"/>
  <p:tag name="KSO_WM_UNIT_TYPE" val="f"/>
  <p:tag name="KSO_WM_UNIT_INDEX" val="2"/>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1"/>
  <p:tag name="KSO_WM_UNIT_LAYERLEVEL" val="1"/>
  <p:tag name="KSO_WM_TAG_VERSION" val="3.0"/>
  <p:tag name="KSO_WM_BEAUTIFY_FLAG" val="#wm#"/>
  <p:tag name="KSO_WM_UNIT_PRESET_TEXT" val="公司名占位符"/>
  <p:tag name="KSO_WM_UNIT_NOCLEAR" val="0"/>
  <p:tag name="KSO_WM_UNIT_VALUE" val="96"/>
  <p:tag name="KSO_WM_UNIT_TYPE" val="f"/>
  <p:tag name="KSO_WM_UNIT_INDEX" val="1"/>
  <p:tag name="KSO_WM_UNIT_SUBTYPE" val="g"/>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2"/>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2"/>
</p:tagLst>
</file>

<file path=ppt/tags/tag6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983"/>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983"/>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983"/>
  <p:tag name="KSO_WM_TEMPLATE_THUMBS_INDEX" val="1、9"/>
</p:tagLst>
</file>

<file path=ppt/tags/tag7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0983_1*a*1"/>
  <p:tag name="KSO_WM_TEMPLATE_CATEGORY" val="custom"/>
  <p:tag name="KSO_WM_TEMPLATE_INDEX" val="20230983"/>
  <p:tag name="KSO_WM_UNIT_LAYERLEVEL" val="1"/>
  <p:tag name="KSO_WM_TAG_VERSION" val="3.0"/>
  <p:tag name="KSO_WM_BEAUTIFY_FLAG" val="#wm#"/>
  <p:tag name="KSO_WM_UNIT_PRESET_TEXT" val="单击添加文档标题"/>
  <p:tag name="KSO_WM_UNIT_TEXT_TYPE" val="1"/>
</p:tagLst>
</file>

<file path=ppt/tags/tag76.xml><?xml version="1.0" encoding="utf-8"?>
<p:tagLst xmlns:p="http://schemas.openxmlformats.org/presentationml/2006/main">
  <p:tag name="KSO_WM_SLIDE_ID" val="custom20230983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983"/>
  <p:tag name="KSO_WM_SLIDE_LAYOUT" val="a_b_f"/>
  <p:tag name="KSO_WM_SLIDE_LAYOUT_CNT" val="1_1_2"/>
  <p:tag name="KSO_WM_SLIDE_TYPE" val="title"/>
  <p:tag name="KSO_WM_SLIDE_SUBTYPE" val="pureTxt"/>
  <p:tag name="KSO_WM_TEMPLATE_THUMBS_INDEX" val="1、9"/>
  <p:tag name="KSO_WM_SLIDE_THEME_ID" val="3312678"/>
  <p:tag name="KSO_WM_SLIDE_THEME_NAME" val="红色极简风纸张翻页效果主题"/>
</p:tagLst>
</file>

<file path=ppt/tags/tag77.xml><?xml version="1.0" encoding="utf-8"?>
<p:tagLst xmlns:p="http://schemas.openxmlformats.org/presentationml/2006/main">
  <p:tag name="KSO_WM_UNIT_INDEX" val="9"/>
  <p:tag name="KSO_WM_UNIT_TYPE" val="f"/>
  <p:tag name="KSO_WM_UNIT_SUBTYPE" val="a"/>
  <p:tag name="KSO_WM_BEAUTIFY_FLAG" val="#wm#"/>
</p:tagLst>
</file>

<file path=ppt/tags/tag78.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79.xml><?xml version="1.0" encoding="utf-8"?>
<p:tagLst xmlns:p="http://schemas.openxmlformats.org/presentationml/2006/main">
  <p:tag name="KSO_WM_UNIT_INDEX" val="10"/>
  <p:tag name="KSO_WM_UNIT_TYPE" val="f"/>
  <p:tag name="KSO_WM_UNIT_SUBTYPE" val="a"/>
  <p:tag name="KSO_WM_BEAUTIFY_FLAG" val="#wm#"/>
</p:tagLst>
</file>

<file path=ppt/tags/tag80.xml><?xml version="1.0" encoding="utf-8"?>
<p:tagLst xmlns:p="http://schemas.openxmlformats.org/presentationml/2006/main">
  <p:tag name="KSO_WM_UNIT_INDEX" val="11"/>
  <p:tag name="KSO_WM_UNIT_TYPE" val="f"/>
  <p:tag name="KSO_WM_UNIT_SUBTYPE" val="a"/>
  <p:tag name="KSO_WM_BEAUTIFY_FLAG" val="#wm#"/>
</p:tagLst>
</file>

<file path=ppt/tags/tag81.xml><?xml version="1.0" encoding="utf-8"?>
<p:tagLst xmlns:p="http://schemas.openxmlformats.org/presentationml/2006/main">
  <p:tag name="KSO_WM_UNIT_INDEX" val="12"/>
  <p:tag name="KSO_WM_UNIT_TYPE" val="f"/>
  <p:tag name="KSO_WM_UNIT_SUBTYPE" val="a"/>
  <p:tag name="KSO_WM_BEAUTIFY_FLAG" val="#wm#"/>
</p:tagLst>
</file>

<file path=ppt/tags/tag82.xml><?xml version="1.0" encoding="utf-8"?>
<p:tagLst xmlns:p="http://schemas.openxmlformats.org/presentationml/2006/main">
  <p:tag name="KSO_WM_UNIT_INDEX" val="13"/>
  <p:tag name="KSO_WM_UNIT_TYPE" val="f"/>
  <p:tag name="KSO_WM_UNIT_SUBTYPE" val="a"/>
  <p:tag name="KSO_WM_BEAUTIFY_FLAG" val="#wm#"/>
</p:tagLst>
</file>

<file path=ppt/tags/tag83.xml><?xml version="1.0" encoding="utf-8"?>
<p:tagLst xmlns:p="http://schemas.openxmlformats.org/presentationml/2006/main">
  <p:tag name="KSO_WM_UNIT_INDEX" val="14"/>
  <p:tag name="KSO_WM_UNIT_TYPE" val="f"/>
  <p:tag name="KSO_WM_UNIT_SUBTYPE" val="a"/>
  <p:tag name="KSO_WM_BEAUTIFY_FLAG" val="#wm#"/>
</p:tagLst>
</file>

<file path=ppt/tags/tag84.xml><?xml version="1.0" encoding="utf-8"?>
<p:tagLst xmlns:p="http://schemas.openxmlformats.org/presentationml/2006/main">
  <p:tag name="KSO_WM_UNIT_TEXT" val="教材与参考书推荐"/>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85.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3_7*a*1"/>
  <p:tag name="KSO_WM_TEMPLATE_CATEGORY" val="custom"/>
  <p:tag name="KSO_WM_TEMPLATE_INDEX" val="20230983"/>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添加章节标题"/>
  <p:tag name="KSO_WM_UNIT_TEXT_TYPE" val="1"/>
</p:tagLst>
</file>

<file path=ppt/tags/tag87.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83_7*e*1"/>
  <p:tag name="KSO_WM_TEMPLATE_CATEGORY" val="custom"/>
  <p:tag name="KSO_WM_TEMPLATE_INDEX" val="20230983"/>
  <p:tag name="KSO_WM_UNIT_LAYERLEVEL" val="1"/>
  <p:tag name="KSO_WM_TAG_VERSION" val="3.0"/>
  <p:tag name="KSO_WM_BEAUTIFY_FLAG" val="#wm#"/>
  <p:tag name="KSO_WM_UNIT_NOCLEAR" val="0"/>
  <p:tag name="KSO_WM_UNIT_VALUE" val="13"/>
  <p:tag name="KSO_WM_UNIT_TYPE" val="e"/>
  <p:tag name="KSO_WM_UNIT_INDEX" val="1"/>
</p:tagLst>
</file>

<file path=ppt/tags/tag88.xml><?xml version="1.0" encoding="utf-8"?>
<p:tagLst xmlns:p="http://schemas.openxmlformats.org/presentationml/2006/main">
  <p:tag name="KSO_WM_SLIDE_ID" val="custom20230983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983"/>
  <p:tag name="KSO_WM_SLIDE_TYPE" val="sectionTitle"/>
  <p:tag name="KSO_WM_SLIDE_SUBTYPE" val="pureTxt"/>
  <p:tag name="KSO_WM_SLIDE_LAYOUT" val="a_e"/>
  <p:tag name="KSO_WM_SLIDE_LAYOUT_CNT" val="1_1"/>
  <p:tag name="KSO_WM_SLIDE_THEME_ID" val="3312678"/>
  <p:tag name="KSO_WM_SLIDE_THEME_NAME" val="红色极简风纸张翻页效果主题"/>
</p:tagLst>
</file>

<file path=ppt/tags/tag89.xml><?xml version="1.0" encoding="utf-8"?>
<p:tagLst xmlns:p="http://schemas.openxmlformats.org/presentationml/2006/main">
  <p:tag name="KSO_WM_UNIT_INDEX" val="4"/>
  <p:tag name="KSO_WM_UNIT_TYPE" val="f"/>
  <p:tag name="KSO_WM_UNIT_SUBTYPE" val="a"/>
  <p:tag name="KSO_WM_BEAUTIFY_FLAG" val="#wm#"/>
</p:tagLst>
</file>

<file path=ppt/tags/tag90.xml><?xml version="1.0" encoding="utf-8"?>
<p:tagLst xmlns:p="http://schemas.openxmlformats.org/presentationml/2006/main">
  <p:tag name="KSO_WM_UNIT_INDEX" val="2"/>
  <p:tag name="KSO_WM_UNIT_TYPE" val="f"/>
  <p:tag name="KSO_WM_UNIT_SUBTYPE" val="a"/>
  <p:tag name="KSO_WM_BEAUTIFY_FLAG" val="#wm#"/>
</p:tagLst>
</file>

<file path=ppt/tags/tag91.xml><?xml version="1.0" encoding="utf-8"?>
<p:tagLst xmlns:p="http://schemas.openxmlformats.org/presentationml/2006/main">
  <p:tag name="KSO_WM_UNIT_INDEX" val="1"/>
  <p:tag name="KSO_WM_UNIT_TYPE" val="a"/>
  <p:tag name="KSO_WM_BEAUTIFY_FLAG" val="#wm#"/>
</p:tagLst>
</file>

<file path=ppt/tags/tag92.xml><?xml version="1.0" encoding="utf-8"?>
<p:tagLst xmlns:p="http://schemas.openxmlformats.org/presentationml/2006/main">
  <p:tag name="KSO_WM_UNIT_INDEX" val="8"/>
  <p:tag name="KSO_WM_UNIT_TYPE" val="f"/>
  <p:tag name="KSO_WM_UNIT_SUBTYPE" val="a"/>
  <p:tag name="KSO_WM_BEAUTIFY_FLAG" val="#wm#"/>
</p:tagLst>
</file>

<file path=ppt/tags/tag93.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95.xml><?xml version="1.0" encoding="utf-8"?>
<p:tagLst xmlns:p="http://schemas.openxmlformats.org/presentationml/2006/main">
  <p:tag name="KSO_WM_UNIT_INDEX" val="3"/>
  <p:tag name="KSO_WM_UNIT_TYPE" val="j"/>
  <p:tag name="KSO_WM_BEAUTIFY_FLAG" val="#wm#"/>
</p:tagLst>
</file>

<file path=ppt/tags/tag96.xml><?xml version="1.0" encoding="utf-8"?>
<p:tagLst xmlns:p="http://schemas.openxmlformats.org/presentationml/2006/main">
  <p:tag name="KSO_WM_UNIT_INDEX" val="2"/>
  <p:tag name="KSO_WM_UNIT_TYPE" val="f"/>
  <p:tag name="KSO_WM_UNIT_SUBTYPE" val="a"/>
  <p:tag name="KSO_WM_BEAUTIFY_FLAG" val="#wm#"/>
</p:tagLst>
</file>

<file path=ppt/tags/tag97.xml><?xml version="1.0" encoding="utf-8"?>
<p:tagLst xmlns:p="http://schemas.openxmlformats.org/presentationml/2006/main">
  <p:tag name="KSO_WM_UNIT_INDEX" val="8"/>
  <p:tag name="KSO_WM_UNIT_TYPE" val="f"/>
  <p:tag name="KSO_WM_UNIT_SUBTYPE" val="a"/>
  <p:tag name="KSO_WM_BEAUTIFY_FLAG" val="#wm#"/>
</p:tagLst>
</file>

<file path=ppt/tags/tag98.xml><?xml version="1.0" encoding="utf-8"?>
<p:tagLst xmlns:p="http://schemas.openxmlformats.org/presentationml/2006/main">
  <p:tag name="KSO_WM_UNIT_TEXT" val="是瑞士苏黎世大学著名的计算机科学家、Pascal程序设计语言之父、结构化程序设计首创者、1984年图灵奖获得者沃斯(Niklaus Wirth)于1976年提出的"/>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9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3_7*a*1"/>
  <p:tag name="KSO_WM_TEMPLATE_CATEGORY" val="custom"/>
  <p:tag name="KSO_WM_TEMPLATE_INDEX" val="20230983"/>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添加章节标题"/>
  <p:tag name="KSO_WM_UNIT_TEXT_TYPE" val="1"/>
</p:tagLst>
</file>

<file path=ppt/tags/tag101.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83_7*e*1"/>
  <p:tag name="KSO_WM_TEMPLATE_CATEGORY" val="custom"/>
  <p:tag name="KSO_WM_TEMPLATE_INDEX" val="20230983"/>
  <p:tag name="KSO_WM_UNIT_LAYERLEVEL" val="1"/>
  <p:tag name="KSO_WM_TAG_VERSION" val="3.0"/>
  <p:tag name="KSO_WM_BEAUTIFY_FLAG" val="#wm#"/>
  <p:tag name="KSO_WM_UNIT_NOCLEAR" val="0"/>
  <p:tag name="KSO_WM_UNIT_VALUE" val="13"/>
  <p:tag name="KSO_WM_UNIT_TYPE" val="e"/>
  <p:tag name="KSO_WM_UNIT_INDEX" val="1"/>
</p:tagLst>
</file>

<file path=ppt/tags/tag102.xml><?xml version="1.0" encoding="utf-8"?>
<p:tagLst xmlns:p="http://schemas.openxmlformats.org/presentationml/2006/main">
  <p:tag name="KSO_WM_SLIDE_ID" val="custom20230983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983"/>
  <p:tag name="KSO_WM_SLIDE_TYPE" val="sectionTitle"/>
  <p:tag name="KSO_WM_SLIDE_SUBTYPE" val="pureTxt"/>
  <p:tag name="KSO_WM_SLIDE_LAYOUT" val="a_e"/>
  <p:tag name="KSO_WM_SLIDE_LAYOUT_CNT" val="1_1"/>
  <p:tag name="KSO_WM_SLIDE_THEME_ID" val="3312678"/>
  <p:tag name="KSO_WM_SLIDE_THEME_NAME" val="红色极简风纸张翻页效果主题"/>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04.xml><?xml version="1.0" encoding="utf-8"?>
<p:tagLst xmlns:p="http://schemas.openxmlformats.org/presentationml/2006/main">
  <p:tag name="KSO_WM_UNIT_INDEX" val="13"/>
  <p:tag name="KSO_WM_UNIT_TYPE" val="f"/>
  <p:tag name="KSO_WM_UNIT_SUBTYPE" val="a"/>
  <p:tag name="KSO_WM_BEAUTIFY_FLAG" val="#wm#"/>
</p:tagLst>
</file>

<file path=ppt/tags/tag105.xml><?xml version="1.0" encoding="utf-8"?>
<p:tagLst xmlns:p="http://schemas.openxmlformats.org/presentationml/2006/main">
  <p:tag name="KSO_WM_UNIT_INDEX" val="2"/>
  <p:tag name="KSO_WM_UNIT_TYPE" val="β"/>
  <p:tag name="KSO_WM_BEAUTIFY_FLAG" val="#wm#"/>
</p:tagLst>
</file>

<file path=ppt/tags/tag106.xml><?xml version="1.0" encoding="utf-8"?>
<p:tagLst xmlns:p="http://schemas.openxmlformats.org/presentationml/2006/main">
  <p:tag name="KSO_WM_UNIT_INDEX" val="9"/>
  <p:tag name="KSO_WM_UNIT_TYPE" val="i"/>
  <p:tag name="KSO_WM_BEAUTIFY_FLAG" val="#wm#"/>
</p:tagLst>
</file>

<file path=ppt/tags/tag107.xml><?xml version="1.0" encoding="utf-8"?>
<p:tagLst xmlns:p="http://schemas.openxmlformats.org/presentationml/2006/main">
  <p:tag name="KSO_WM_UNIT_INDEX" val="7"/>
  <p:tag name="KSO_WM_UNIT_TYPE" val="i"/>
  <p:tag name="KSO_WM_BEAUTIFY_FLAG" val="#wm#"/>
</p:tagLst>
</file>

<file path=ppt/tags/tag108.xml><?xml version="1.0" encoding="utf-8"?>
<p:tagLst xmlns:p="http://schemas.openxmlformats.org/presentationml/2006/main">
  <p:tag name="KSO_WM_UNIT_INDEX" val="5"/>
  <p:tag name="KSO_WM_UNIT_TYPE" val="i"/>
  <p:tag name="KSO_WM_BEAUTIFY_FLAG" val="#wm#"/>
</p:tagLst>
</file>

<file path=ppt/tags/tag109.xml><?xml version="1.0" encoding="utf-8"?>
<p:tagLst xmlns:p="http://schemas.openxmlformats.org/presentationml/2006/main">
  <p:tag name="KSO_WM_UNIT_INDEX" val="3"/>
  <p:tag name="KSO_WM_UNIT_TYPE" val="i"/>
  <p:tag name="KSO_WM_BEAUTIFY_FLAG" val="#wm#"/>
</p:tagLst>
</file>

<file path=ppt/tags/tag110.xml><?xml version="1.0" encoding="utf-8"?>
<p:tagLst xmlns:p="http://schemas.openxmlformats.org/presentationml/2006/main">
  <p:tag name="KSO_WM_UNIT_INDEX" val="4"/>
  <p:tag name="KSO_WM_UNIT_TYPE" val="i"/>
  <p:tag name="KSO_WM_BEAUTIFY_FLAG" val="#wm#"/>
</p:tagLst>
</file>

<file path=ppt/tags/tag111.xml><?xml version="1.0" encoding="utf-8"?>
<p:tagLst xmlns:p="http://schemas.openxmlformats.org/presentationml/2006/main">
  <p:tag name="KSO_WM_UNIT_INDEX" val="6"/>
  <p:tag name="KSO_WM_UNIT_TYPE" val="i"/>
  <p:tag name="KSO_WM_BEAUTIFY_FLAG" val="#wm#"/>
</p:tagLst>
</file>

<file path=ppt/tags/tag112.xml><?xml version="1.0" encoding="utf-8"?>
<p:tagLst xmlns:p="http://schemas.openxmlformats.org/presentationml/2006/main">
  <p:tag name="KSO_WM_UNIT_INDEX" val="8"/>
  <p:tag name="KSO_WM_UNIT_TYPE" val="i"/>
  <p:tag name="KSO_WM_BEAUTIFY_FLAG" val="#wm#"/>
</p:tagLst>
</file>

<file path=ppt/tags/tag113.xml><?xml version="1.0" encoding="utf-8"?>
<p:tagLst xmlns:p="http://schemas.openxmlformats.org/presentationml/2006/main">
  <p:tag name="KSO_WM_UNIT_INDEX" val="10"/>
  <p:tag name="KSO_WM_UNIT_TYPE" val="i"/>
  <p:tag name="KSO_WM_BEAUTIFY_FLAG" val="#wm#"/>
</p:tagLst>
</file>

<file path=ppt/tags/tag114.xml><?xml version="1.0" encoding="utf-8"?>
<p:tagLst xmlns:p="http://schemas.openxmlformats.org/presentationml/2006/main">
  <p:tag name="KSO_WM_UNIT_TEXT" val="知识链接：图灵奖 "/>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15.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18.xml><?xml version="1.0" encoding="utf-8"?>
<p:tagLst xmlns:p="http://schemas.openxmlformats.org/presentationml/2006/main">
  <p:tag name="KSO_WM_UNIT_INDEX" val="10"/>
  <p:tag name="KSO_WM_UNIT_TYPE" val="f"/>
  <p:tag name="KSO_WM_UNIT_SUBTYPE" val="a"/>
  <p:tag name="KSO_WM_BEAUTIFY_FLAG" val="#wm#"/>
</p:tagLst>
</file>

<file path=ppt/tags/tag11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120.xml><?xml version="1.0" encoding="utf-8"?>
<p:tagLst xmlns:p="http://schemas.openxmlformats.org/presentationml/2006/main">
  <p:tag name="KSO_WM_UNIT_INDEX" val="14"/>
  <p:tag name="KSO_WM_UNIT_TYPE" val="f"/>
  <p:tag name="KSO_WM_UNIT_SUBTYPE" val="a"/>
  <p:tag name="KSO_WM_BEAUTIFY_FLAG" val="#wm#"/>
</p:tagLst>
</file>

<file path=ppt/tags/tag121.xml><?xml version="1.0" encoding="utf-8"?>
<p:tagLst xmlns:p="http://schemas.openxmlformats.org/presentationml/2006/main">
  <p:tag name="KSO_WM_UNIT_TEXT" val="8-皇后问题"/>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22.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3_7*a*1"/>
  <p:tag name="KSO_WM_TEMPLATE_CATEGORY" val="custom"/>
  <p:tag name="KSO_WM_TEMPLATE_INDEX" val="20230983"/>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添加章节标题"/>
  <p:tag name="KSO_WM_UNIT_TEXT_TYPE" val="1"/>
</p:tagLst>
</file>

<file path=ppt/tags/tag12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83_7*e*1"/>
  <p:tag name="KSO_WM_TEMPLATE_CATEGORY" val="custom"/>
  <p:tag name="KSO_WM_TEMPLATE_INDEX" val="20230983"/>
  <p:tag name="KSO_WM_UNIT_LAYERLEVEL" val="1"/>
  <p:tag name="KSO_WM_TAG_VERSION" val="3.0"/>
  <p:tag name="KSO_WM_BEAUTIFY_FLAG" val="#wm#"/>
  <p:tag name="KSO_WM_UNIT_NOCLEAR" val="0"/>
  <p:tag name="KSO_WM_UNIT_VALUE" val="13"/>
  <p:tag name="KSO_WM_UNIT_TYPE" val="e"/>
  <p:tag name="KSO_WM_UNIT_INDEX" val="1"/>
</p:tagLst>
</file>

<file path=ppt/tags/tag125.xml><?xml version="1.0" encoding="utf-8"?>
<p:tagLst xmlns:p="http://schemas.openxmlformats.org/presentationml/2006/main">
  <p:tag name="KSO_WM_SLIDE_ID" val="custom20230983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983"/>
  <p:tag name="KSO_WM_SLIDE_TYPE" val="sectionTitle"/>
  <p:tag name="KSO_WM_SLIDE_SUBTYPE" val="pureTxt"/>
  <p:tag name="KSO_WM_SLIDE_LAYOUT" val="a_e"/>
  <p:tag name="KSO_WM_SLIDE_LAYOUT_CNT" val="1_1"/>
  <p:tag name="KSO_WM_SLIDE_THEME_ID" val="3312678"/>
  <p:tag name="KSO_WM_SLIDE_THEME_NAME" val="红色极简风纸张翻页效果主题"/>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27.xml><?xml version="1.0" encoding="utf-8"?>
<p:tagLst xmlns:p="http://schemas.openxmlformats.org/presentationml/2006/main">
  <p:tag name="KSO_WM_UNIT_INDEX" val="11"/>
  <p:tag name="KSO_WM_UNIT_TYPE" val="f"/>
  <p:tag name="KSO_WM_UNIT_SUBTYPE" val="a"/>
  <p:tag name="KSO_WM_BEAUTIFY_FLAG" val="#wm#"/>
</p:tagLst>
</file>

<file path=ppt/tags/tag128.xml><?xml version="1.0" encoding="utf-8"?>
<p:tagLst xmlns:p="http://schemas.openxmlformats.org/presentationml/2006/main">
  <p:tag name="KSO_WM_UNIT_TEXT" val="8-皇后问题"/>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2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31.xml><?xml version="1.0" encoding="utf-8"?>
<p:tagLst xmlns:p="http://schemas.openxmlformats.org/presentationml/2006/main">
  <p:tag name="KSO_WM_UNIT_INDEX" val="11"/>
  <p:tag name="KSO_WM_UNIT_TYPE" val="f"/>
  <p:tag name="KSO_WM_UNIT_SUBTYPE" val="a"/>
  <p:tag name="KSO_WM_BEAUTIFY_FLAG" val="#wm#"/>
</p:tagLst>
</file>

<file path=ppt/tags/tag132.xml><?xml version="1.0" encoding="utf-8"?>
<p:tagLst xmlns:p="http://schemas.openxmlformats.org/presentationml/2006/main">
  <p:tag name="KSO_WM_UNIT_TEXT" val="什么是数据（data）"/>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33.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35.xml><?xml version="1.0" encoding="utf-8"?>
<p:tagLst xmlns:p="http://schemas.openxmlformats.org/presentationml/2006/main">
  <p:tag name="KSO_WM_UNIT_INDEX" val="9"/>
  <p:tag name="KSO_WM_UNIT_TYPE" val="f"/>
  <p:tag name="KSO_WM_UNIT_SUBTYPE" val="a"/>
  <p:tag name="KSO_WM_BEAUTIFY_FLAG" val="#wm#"/>
</p:tagLst>
</file>

<file path=ppt/tags/tag136.xml><?xml version="1.0" encoding="utf-8"?>
<p:tagLst xmlns:p="http://schemas.openxmlformats.org/presentationml/2006/main">
  <p:tag name="KSO_WM_UNIT_TEXT" val="数据元素与数据对象"/>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37.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39.xml><?xml version="1.0" encoding="utf-8"?>
<p:tagLst xmlns:p="http://schemas.openxmlformats.org/presentationml/2006/main">
  <p:tag name="KSO_WM_UNIT_INDEX" val="9"/>
  <p:tag name="KSO_WM_UNIT_TYPE" val="f"/>
  <p:tag name="KSO_WM_UNIT_SUBTYPE" val="a"/>
  <p:tag name="KSO_WM_BEAUTIFY_FLAG" val="#wm#"/>
</p:tagLst>
</file>

<file path=ppt/tags/tag140.xml><?xml version="1.0" encoding="utf-8"?>
<p:tagLst xmlns:p="http://schemas.openxmlformats.org/presentationml/2006/main">
  <p:tag name="KSO_WM_UNIT_TEXT" val="数据结构"/>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141.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142.xml><?xml version="1.0" encoding="utf-8"?>
<p:tagLst xmlns:p="http://schemas.openxmlformats.org/presentationml/2006/main">
  <p:tag name="KSO_WM_UNIT_INDEX" val="2"/>
  <p:tag name="KSO_WM_UNIT_TYPE" val="f"/>
  <p:tag name="KSO_WM_UNIT_SUBTYPE" val="a"/>
  <p:tag name="KSO_WM_BEAUTIFY_FLAG" val="#wm#"/>
</p:tagLst>
</file>

<file path=ppt/tags/tag143.xml><?xml version="1.0" encoding="utf-8"?>
<p:tagLst xmlns:p="http://schemas.openxmlformats.org/presentationml/2006/main">
  <p:tag name="KSO_WM_UNIT_INDEX" val="12"/>
  <p:tag name="KSO_WM_UNIT_TYPE" val="i"/>
  <p:tag name="KSO_WM_BEAUTIFY_FLAG" val="#wm#"/>
</p:tagLst>
</file>

<file path=ppt/tags/tag144.xml><?xml version="1.0" encoding="utf-8"?>
<p:tagLst xmlns:p="http://schemas.openxmlformats.org/presentationml/2006/main">
  <p:tag name="KSO_WM_UNIT_INDEX" val="7"/>
  <p:tag name="KSO_WM_UNIT_TYPE" val="i"/>
  <p:tag name="KSO_WM_BEAUTIFY_FLAG" val="#wm#"/>
</p:tagLst>
</file>

<file path=ppt/tags/tag145.xml><?xml version="1.0" encoding="utf-8"?>
<p:tagLst xmlns:p="http://schemas.openxmlformats.org/presentationml/2006/main">
  <p:tag name="KSO_WM_UNIT_INDEX" val="14"/>
  <p:tag name="KSO_WM_UNIT_TYPE" val="i"/>
  <p:tag name="KSO_WM_BEAUTIFY_FLAG" val="#wm#"/>
</p:tagLst>
</file>

<file path=ppt/tags/tag146.xml><?xml version="1.0" encoding="utf-8"?>
<p:tagLst xmlns:p="http://schemas.openxmlformats.org/presentationml/2006/main">
  <p:tag name="KSO_WM_UNIT_INDEX" val="15"/>
  <p:tag name="KSO_WM_UNIT_TYPE" val="i"/>
  <p:tag name="KSO_WM_BEAUTIFY_FLAG" val="#wm#"/>
</p:tagLst>
</file>

<file path=ppt/tags/tag147.xml><?xml version="1.0" encoding="utf-8"?>
<p:tagLst xmlns:p="http://schemas.openxmlformats.org/presentationml/2006/main">
  <p:tag name="KSO_WM_UNIT_INDEX" val="8"/>
  <p:tag name="KSO_WM_UNIT_TYPE" val="i"/>
  <p:tag name="KSO_WM_BEAUTIFY_FLAG" val="#wm#"/>
</p:tagLst>
</file>

<file path=ppt/tags/tag148.xml><?xml version="1.0" encoding="utf-8"?>
<p:tagLst xmlns:p="http://schemas.openxmlformats.org/presentationml/2006/main">
  <p:tag name="KSO_WM_UNIT_INDEX" val="16"/>
  <p:tag name="KSO_WM_UNIT_TYPE" val="i"/>
  <p:tag name="KSO_WM_BEAUTIFY_FLAG" val="#wm#"/>
</p:tagLst>
</file>

<file path=ppt/tags/tag149.xml><?xml version="1.0" encoding="utf-8"?>
<p:tagLst xmlns:p="http://schemas.openxmlformats.org/presentationml/2006/main">
  <p:tag name="KSO_WM_UNIT_INDEX" val="9"/>
  <p:tag name="KSO_WM_UNIT_TYPE" val="i"/>
  <p:tag name="KSO_WM_BEAUTIFY_FLAG" val="#wm#"/>
</p:tagLst>
</file>

<file path=ppt/tags/tag150.xml><?xml version="1.0" encoding="utf-8"?>
<p:tagLst xmlns:p="http://schemas.openxmlformats.org/presentationml/2006/main">
  <p:tag name="KSO_WM_UNIT_INDEX" val="13"/>
  <p:tag name="KSO_WM_UNIT_TYPE" val="i"/>
  <p:tag name="KSO_WM_BEAUTIFY_FLAG" val="#wm#"/>
</p:tagLst>
</file>

<file path=ppt/tags/tag151.xml><?xml version="1.0" encoding="utf-8"?>
<p:tagLst xmlns:p="http://schemas.openxmlformats.org/presentationml/2006/main">
  <p:tag name="KSO_WM_UNIT_INDEX" val="4"/>
  <p:tag name="KSO_WM_UNIT_TYPE" val="i"/>
  <p:tag name="KSO_WM_BEAUTIFY_FLAG" val="#wm#"/>
</p:tagLst>
</file>

<file path=ppt/tags/tag152.xml><?xml version="1.0" encoding="utf-8"?>
<p:tagLst xmlns:p="http://schemas.openxmlformats.org/presentationml/2006/main">
  <p:tag name="KSO_WM_UNIT_INDEX" val="10"/>
  <p:tag name="KSO_WM_UNIT_TYPE" val="f"/>
  <p:tag name="KSO_WM_UNIT_SUBTYPE" val="a"/>
  <p:tag name="KSO_WM_BEAUTIFY_FLAG" val="#wm#"/>
</p:tagLst>
</file>

<file path=ppt/tags/tag153.xml><?xml version="1.0" encoding="utf-8"?>
<p:tagLst xmlns:p="http://schemas.openxmlformats.org/presentationml/2006/main">
  <p:tag name="KSO_WM_UNIT_INDEX" val="5"/>
  <p:tag name="KSO_WM_UNIT_TYPE" val="f"/>
  <p:tag name="KSO_WM_UNIT_SUBTYPE" val="a"/>
  <p:tag name="KSO_WM_BEAUTIFY_FLAG" val="#wm#"/>
</p:tagLst>
</file>

<file path=ppt/tags/tag154.xml><?xml version="1.0" encoding="utf-8"?>
<p:tagLst xmlns:p="http://schemas.openxmlformats.org/presentationml/2006/main">
  <p:tag name="KSO_WM_UNIT_INDEX" val="6"/>
  <p:tag name="KSO_WM_UNIT_TYPE" val="f"/>
  <p:tag name="KSO_WM_UNIT_SUBTYPE" val="a"/>
  <p:tag name="KSO_WM_BEAUTIFY_FLAG" val="#wm#"/>
</p:tagLst>
</file>

<file path=ppt/tags/tag155.xml><?xml version="1.0" encoding="utf-8"?>
<p:tagLst xmlns:p="http://schemas.openxmlformats.org/presentationml/2006/main">
  <p:tag name="KSO_WM_UNIT_INDEX" val="11"/>
  <p:tag name="KSO_WM_UNIT_TYPE" val="f"/>
  <p:tag name="KSO_WM_UNIT_SUBTYPE" val="a"/>
  <p:tag name="KSO_WM_BEAUTIFY_FLAG" val="#wm#"/>
</p:tagLst>
</file>

<file path=ppt/tags/tag156.xml><?xml version="1.0" encoding="utf-8"?>
<p:tagLst xmlns:p="http://schemas.openxmlformats.org/presentationml/2006/main">
  <p:tag name="KSO_WM_UNIT_INDEX" val="3"/>
  <p:tag name="KSO_WM_UNIT_TYPE" val="f"/>
  <p:tag name="KSO_WM_UNIT_SUBTYPE" val="a"/>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58.xml><?xml version="1.0" encoding="utf-8"?>
<p:tagLst xmlns:p="http://schemas.openxmlformats.org/presentationml/2006/main">
  <p:tag name="KSO_WM_UNIT_INDEX" val="97"/>
  <p:tag name="KSO_WM_UNIT_TYPE" val="f"/>
  <p:tag name="KSO_WM_UNIT_SUBTYPE" val="a"/>
  <p:tag name="KSO_WM_BEAUTIFY_FLAG" val="#wm#"/>
</p:tagLst>
</file>

<file path=ppt/tags/tag159.xml><?xml version="1.0" encoding="utf-8"?>
<p:tagLst xmlns:p="http://schemas.openxmlformats.org/presentationml/2006/main">
  <p:tag name="KSO_WM_UNIT_INDEX" val="29"/>
  <p:tag name="KSO_WM_UNIT_TYPE" val="i"/>
  <p:tag name="KSO_WM_BEAUTIFY_FLAG" val="#wm#"/>
</p:tagLst>
</file>

<file path=ppt/tags/tag160.xml><?xml version="1.0" encoding="utf-8"?>
<p:tagLst xmlns:p="http://schemas.openxmlformats.org/presentationml/2006/main">
  <p:tag name="KSO_WM_UNIT_INDEX" val="80"/>
  <p:tag name="KSO_WM_UNIT_TYPE" val="i"/>
  <p:tag name="KSO_WM_BEAUTIFY_FLAG" val="#wm#"/>
</p:tagLst>
</file>

<file path=ppt/tags/tag161.xml><?xml version="1.0" encoding="utf-8"?>
<p:tagLst xmlns:p="http://schemas.openxmlformats.org/presentationml/2006/main">
  <p:tag name="KSO_WM_UNIT_INDEX" val="81"/>
  <p:tag name="KSO_WM_UNIT_TYPE" val="i"/>
  <p:tag name="KSO_WM_BEAUTIFY_FLAG" val="#wm#"/>
</p:tagLst>
</file>

<file path=ppt/tags/tag162.xml><?xml version="1.0" encoding="utf-8"?>
<p:tagLst xmlns:p="http://schemas.openxmlformats.org/presentationml/2006/main">
  <p:tag name="KSO_WM_UNIT_INDEX" val="47"/>
  <p:tag name="KSO_WM_UNIT_TYPE" val="i"/>
  <p:tag name="KSO_WM_BEAUTIFY_FLAG" val="#wm#"/>
</p:tagLst>
</file>

<file path=ppt/tags/tag163.xml><?xml version="1.0" encoding="utf-8"?>
<p:tagLst xmlns:p="http://schemas.openxmlformats.org/presentationml/2006/main">
  <p:tag name="KSO_WM_UNIT_INDEX" val="48"/>
  <p:tag name="KSO_WM_UNIT_TYPE" val="i"/>
  <p:tag name="KSO_WM_BEAUTIFY_FLAG" val="#wm#"/>
</p:tagLst>
</file>

<file path=ppt/tags/tag164.xml><?xml version="1.0" encoding="utf-8"?>
<p:tagLst xmlns:p="http://schemas.openxmlformats.org/presentationml/2006/main">
  <p:tag name="KSO_WM_UNIT_INDEX" val="53"/>
  <p:tag name="KSO_WM_UNIT_TYPE" val="i"/>
  <p:tag name="KSO_WM_BEAUTIFY_FLAG" val="#wm#"/>
</p:tagLst>
</file>

<file path=ppt/tags/tag165.xml><?xml version="1.0" encoding="utf-8"?>
<p:tagLst xmlns:p="http://schemas.openxmlformats.org/presentationml/2006/main">
  <p:tag name="KSO_WM_UNIT_INDEX" val="54"/>
  <p:tag name="KSO_WM_UNIT_TYPE" val="i"/>
  <p:tag name="KSO_WM_BEAUTIFY_FLAG" val="#wm#"/>
</p:tagLst>
</file>

<file path=ppt/tags/tag166.xml><?xml version="1.0" encoding="utf-8"?>
<p:tagLst xmlns:p="http://schemas.openxmlformats.org/presentationml/2006/main">
  <p:tag name="KSO_WM_UNIT_INDEX" val="55"/>
  <p:tag name="KSO_WM_UNIT_TYPE" val="i"/>
  <p:tag name="KSO_WM_BEAUTIFY_FLAG" val="#wm#"/>
</p:tagLst>
</file>

<file path=ppt/tags/tag167.xml><?xml version="1.0" encoding="utf-8"?>
<p:tagLst xmlns:p="http://schemas.openxmlformats.org/presentationml/2006/main">
  <p:tag name="KSO_WM_UNIT_INDEX" val="27"/>
  <p:tag name="KSO_WM_UNIT_TYPE" val="i"/>
  <p:tag name="KSO_WM_BEAUTIFY_FLAG" val="#wm#"/>
</p:tagLst>
</file>

<file path=ppt/tags/tag168.xml><?xml version="1.0" encoding="utf-8"?>
<p:tagLst xmlns:p="http://schemas.openxmlformats.org/presentationml/2006/main">
  <p:tag name="KSO_WM_UNIT_INDEX" val="28"/>
  <p:tag name="KSO_WM_UNIT_TYPE" val="i"/>
  <p:tag name="KSO_WM_BEAUTIFY_FLAG" val="#wm#"/>
</p:tagLst>
</file>

<file path=ppt/tags/tag169.xml><?xml version="1.0" encoding="utf-8"?>
<p:tagLst xmlns:p="http://schemas.openxmlformats.org/presentationml/2006/main">
  <p:tag name="KSO_WM_UNIT_INDEX" val="71"/>
  <p:tag name="KSO_WM_UNIT_TYPE" val="i"/>
  <p:tag name="KSO_WM_BEAUTIFY_FLAG" val="#wm#"/>
</p:tagLst>
</file>

<file path=ppt/tags/tag170.xml><?xml version="1.0" encoding="utf-8"?>
<p:tagLst xmlns:p="http://schemas.openxmlformats.org/presentationml/2006/main">
  <p:tag name="KSO_WM_UNIT_INDEX" val="72"/>
  <p:tag name="KSO_WM_UNIT_TYPE" val="i"/>
  <p:tag name="KSO_WM_BEAUTIFY_FLAG" val="#wm#"/>
</p:tagLst>
</file>

<file path=ppt/tags/tag171.xml><?xml version="1.0" encoding="utf-8"?>
<p:tagLst xmlns:p="http://schemas.openxmlformats.org/presentationml/2006/main">
  <p:tag name="KSO_WM_UNIT_INDEX" val="73"/>
  <p:tag name="KSO_WM_UNIT_TYPE" val="i"/>
  <p:tag name="KSO_WM_BEAUTIFY_FLAG" val="#wm#"/>
</p:tagLst>
</file>

<file path=ppt/tags/tag172.xml><?xml version="1.0" encoding="utf-8"?>
<p:tagLst xmlns:p="http://schemas.openxmlformats.org/presentationml/2006/main">
  <p:tag name="KSO_WM_UNIT_INDEX" val="74"/>
  <p:tag name="KSO_WM_UNIT_TYPE" val="i"/>
  <p:tag name="KSO_WM_BEAUTIFY_FLAG" val="#wm#"/>
</p:tagLst>
</file>

<file path=ppt/tags/tag173.xml><?xml version="1.0" encoding="utf-8"?>
<p:tagLst xmlns:p="http://schemas.openxmlformats.org/presentationml/2006/main">
  <p:tag name="KSO_WM_UNIT_INDEX" val="75"/>
  <p:tag name="KSO_WM_UNIT_TYPE" val="i"/>
  <p:tag name="KSO_WM_BEAUTIFY_FLAG" val="#wm#"/>
</p:tagLst>
</file>

<file path=ppt/tags/tag174.xml><?xml version="1.0" encoding="utf-8"?>
<p:tagLst xmlns:p="http://schemas.openxmlformats.org/presentationml/2006/main">
  <p:tag name="KSO_WM_UNIT_INDEX" val="76"/>
  <p:tag name="KSO_WM_UNIT_TYPE" val="i"/>
  <p:tag name="KSO_WM_BEAUTIFY_FLAG" val="#wm#"/>
</p:tagLst>
</file>

<file path=ppt/tags/tag175.xml><?xml version="1.0" encoding="utf-8"?>
<p:tagLst xmlns:p="http://schemas.openxmlformats.org/presentationml/2006/main">
  <p:tag name="KSO_WM_UNIT_INDEX" val="84"/>
  <p:tag name="KSO_WM_UNIT_TYPE" val="i"/>
  <p:tag name="KSO_WM_BEAUTIFY_FLAG" val="#wm#"/>
</p:tagLst>
</file>

<file path=ppt/tags/tag176.xml><?xml version="1.0" encoding="utf-8"?>
<p:tagLst xmlns:p="http://schemas.openxmlformats.org/presentationml/2006/main">
  <p:tag name="KSO_WM_UNIT_INDEX" val="85"/>
  <p:tag name="KSO_WM_UNIT_TYPE" val="i"/>
  <p:tag name="KSO_WM_BEAUTIFY_FLAG" val="#wm#"/>
</p:tagLst>
</file>

<file path=ppt/tags/tag177.xml><?xml version="1.0" encoding="utf-8"?>
<p:tagLst xmlns:p="http://schemas.openxmlformats.org/presentationml/2006/main">
  <p:tag name="KSO_WM_UNIT_INDEX" val="86"/>
  <p:tag name="KSO_WM_UNIT_TYPE" val="i"/>
  <p:tag name="KSO_WM_BEAUTIFY_FLAG" val="#wm#"/>
</p:tagLst>
</file>

<file path=ppt/tags/tag178.xml><?xml version="1.0" encoding="utf-8"?>
<p:tagLst xmlns:p="http://schemas.openxmlformats.org/presentationml/2006/main">
  <p:tag name="KSO_WM_UNIT_INDEX" val="87"/>
  <p:tag name="KSO_WM_UNIT_TYPE" val="i"/>
  <p:tag name="KSO_WM_BEAUTIFY_FLAG" val="#wm#"/>
</p:tagLst>
</file>

<file path=ppt/tags/tag179.xml><?xml version="1.0" encoding="utf-8"?>
<p:tagLst xmlns:p="http://schemas.openxmlformats.org/presentationml/2006/main">
  <p:tag name="KSO_WM_UNIT_INDEX" val="44"/>
  <p:tag name="KSO_WM_UNIT_TYPE" val="i"/>
  <p:tag name="KSO_WM_BEAUTIFY_FLAG" val="#wm#"/>
</p:tagLst>
</file>

<file path=ppt/tags/tag180.xml><?xml version="1.0" encoding="utf-8"?>
<p:tagLst xmlns:p="http://schemas.openxmlformats.org/presentationml/2006/main">
  <p:tag name="KSO_WM_UNIT_INDEX" val="45"/>
  <p:tag name="KSO_WM_UNIT_TYPE" val="i"/>
  <p:tag name="KSO_WM_BEAUTIFY_FLAG" val="#wm#"/>
</p:tagLst>
</file>

<file path=ppt/tags/tag181.xml><?xml version="1.0" encoding="utf-8"?>
<p:tagLst xmlns:p="http://schemas.openxmlformats.org/presentationml/2006/main">
  <p:tag name="KSO_WM_UNIT_INDEX" val="46"/>
  <p:tag name="KSO_WM_UNIT_TYPE" val="i"/>
  <p:tag name="KSO_WM_BEAUTIFY_FLAG" val="#wm#"/>
</p:tagLst>
</file>

<file path=ppt/tags/tag182.xml><?xml version="1.0" encoding="utf-8"?>
<p:tagLst xmlns:p="http://schemas.openxmlformats.org/presentationml/2006/main">
  <p:tag name="KSO_WM_UNIT_INDEX" val="20"/>
  <p:tag name="KSO_WM_UNIT_TYPE" val="i"/>
  <p:tag name="KSO_WM_BEAUTIFY_FLAG" val="#wm#"/>
</p:tagLst>
</file>

<file path=ppt/tags/tag183.xml><?xml version="1.0" encoding="utf-8"?>
<p:tagLst xmlns:p="http://schemas.openxmlformats.org/presentationml/2006/main">
  <p:tag name="KSO_WM_UNIT_INDEX" val="88"/>
  <p:tag name="KSO_WM_UNIT_TYPE" val="f"/>
  <p:tag name="KSO_WM_UNIT_SUBTYPE" val="a"/>
  <p:tag name="KSO_WM_BEAUTIFY_FLAG" val="#wm#"/>
</p:tagLst>
</file>

<file path=ppt/tags/tag184.xml><?xml version="1.0" encoding="utf-8"?>
<p:tagLst xmlns:p="http://schemas.openxmlformats.org/presentationml/2006/main">
  <p:tag name="KSO_WM_UNIT_INDEX" val="89"/>
  <p:tag name="KSO_WM_UNIT_TYPE" val="f"/>
  <p:tag name="KSO_WM_UNIT_SUBTYPE" val="a"/>
  <p:tag name="KSO_WM_BEAUTIFY_FLAG" val="#wm#"/>
</p:tagLst>
</file>

<file path=ppt/tags/tag185.xml><?xml version="1.0" encoding="utf-8"?>
<p:tagLst xmlns:p="http://schemas.openxmlformats.org/presentationml/2006/main">
  <p:tag name="KSO_WM_UNIT_INDEX" val="90"/>
  <p:tag name="KSO_WM_UNIT_TYPE" val="f"/>
  <p:tag name="KSO_WM_UNIT_SUBTYPE" val="a"/>
  <p:tag name="KSO_WM_BEAUTIFY_FLAG" val="#wm#"/>
</p:tagLst>
</file>

<file path=ppt/tags/tag186.xml><?xml version="1.0" encoding="utf-8"?>
<p:tagLst xmlns:p="http://schemas.openxmlformats.org/presentationml/2006/main">
  <p:tag name="KSO_WM_UNIT_INDEX" val="91"/>
  <p:tag name="KSO_WM_UNIT_TYPE" val="f"/>
  <p:tag name="KSO_WM_UNIT_SUBTYPE" val="a"/>
  <p:tag name="KSO_WM_BEAUTIFY_FLAG" val="#wm#"/>
</p:tagLst>
</file>

<file path=ppt/tags/tag187.xml><?xml version="1.0" encoding="utf-8"?>
<p:tagLst xmlns:p="http://schemas.openxmlformats.org/presentationml/2006/main">
  <p:tag name="KSO_WM_UNIT_INDEX" val="43"/>
  <p:tag name="KSO_WM_UNIT_TYPE" val="f"/>
  <p:tag name="KSO_WM_UNIT_SUBTYPE" val="a"/>
  <p:tag name="KSO_WM_BEAUTIFY_FLAG" val="#wm#"/>
</p:tagLst>
</file>

<file path=ppt/tags/tag188.xml><?xml version="1.0" encoding="utf-8"?>
<p:tagLst xmlns:p="http://schemas.openxmlformats.org/presentationml/2006/main">
  <p:tag name="KSO_WM_UNIT_INDEX" val="42"/>
  <p:tag name="KSO_WM_UNIT_TYPE" val="f"/>
  <p:tag name="KSO_WM_UNIT_SUBTYPE" val="a"/>
  <p:tag name="KSO_WM_BEAUTIFY_FLAG" val="#wm#"/>
</p:tagLst>
</file>

<file path=ppt/tags/tag189.xml><?xml version="1.0" encoding="utf-8"?>
<p:tagLst xmlns:p="http://schemas.openxmlformats.org/presentationml/2006/main">
  <p:tag name="KSO_WM_UNIT_INDEX" val="40"/>
  <p:tag name="KSO_WM_UNIT_TYPE" val="f"/>
  <p:tag name="KSO_WM_UNIT_SUBTYPE" val="a"/>
  <p:tag name="KSO_WM_BEAUTIFY_FLAG" val="#wm#"/>
</p:tagLst>
</file>

<file path=ppt/tags/tag190.xml><?xml version="1.0" encoding="utf-8"?>
<p:tagLst xmlns:p="http://schemas.openxmlformats.org/presentationml/2006/main">
  <p:tag name="KSO_WM_UNIT_INDEX" val="66"/>
  <p:tag name="KSO_WM_UNIT_TYPE" val="f"/>
  <p:tag name="KSO_WM_UNIT_SUBTYPE" val="a"/>
  <p:tag name="KSO_WM_BEAUTIFY_FLAG" val="#wm#"/>
</p:tagLst>
</file>

<file path=ppt/tags/tag191.xml><?xml version="1.0" encoding="utf-8"?>
<p:tagLst xmlns:p="http://schemas.openxmlformats.org/presentationml/2006/main">
  <p:tag name="KSO_WM_UNIT_INDEX" val="67"/>
  <p:tag name="KSO_WM_UNIT_TYPE" val="f"/>
  <p:tag name="KSO_WM_UNIT_SUBTYPE" val="a"/>
  <p:tag name="KSO_WM_BEAUTIFY_FLAG" val="#wm#"/>
</p:tagLst>
</file>

<file path=ppt/tags/tag192.xml><?xml version="1.0" encoding="utf-8"?>
<p:tagLst xmlns:p="http://schemas.openxmlformats.org/presentationml/2006/main">
  <p:tag name="KSO_WM_UNIT_INDEX" val="68"/>
  <p:tag name="KSO_WM_UNIT_TYPE" val="f"/>
  <p:tag name="KSO_WM_UNIT_SUBTYPE" val="a"/>
  <p:tag name="KSO_WM_BEAUTIFY_FLAG" val="#wm#"/>
</p:tagLst>
</file>

<file path=ppt/tags/tag193.xml><?xml version="1.0" encoding="utf-8"?>
<p:tagLst xmlns:p="http://schemas.openxmlformats.org/presentationml/2006/main">
  <p:tag name="KSO_WM_UNIT_INDEX" val="69"/>
  <p:tag name="KSO_WM_UNIT_TYPE" val="f"/>
  <p:tag name="KSO_WM_UNIT_SUBTYPE" val="a"/>
  <p:tag name="KSO_WM_BEAUTIFY_FLAG" val="#wm#"/>
</p:tagLst>
</file>

<file path=ppt/tags/tag194.xml><?xml version="1.0" encoding="utf-8"?>
<p:tagLst xmlns:p="http://schemas.openxmlformats.org/presentationml/2006/main">
  <p:tag name="KSO_WM_UNIT_INDEX" val="70"/>
  <p:tag name="KSO_WM_UNIT_TYPE" val="f"/>
  <p:tag name="KSO_WM_UNIT_SUBTYPE" val="a"/>
  <p:tag name="KSO_WM_BEAUTIFY_FLAG" val="#wm#"/>
</p:tagLst>
</file>

<file path=ppt/tags/tag195.xml><?xml version="1.0" encoding="utf-8"?>
<p:tagLst xmlns:p="http://schemas.openxmlformats.org/presentationml/2006/main">
  <p:tag name="KSO_WM_UNIT_INDEX" val="77"/>
  <p:tag name="KSO_WM_UNIT_TYPE" val="f"/>
  <p:tag name="KSO_WM_UNIT_SUBTYPE" val="a"/>
  <p:tag name="KSO_WM_BEAUTIFY_FLAG" val="#wm#"/>
</p:tagLst>
</file>

<file path=ppt/tags/tag196.xml><?xml version="1.0" encoding="utf-8"?>
<p:tagLst xmlns:p="http://schemas.openxmlformats.org/presentationml/2006/main">
  <p:tag name="KSO_WM_UNIT_INDEX" val="56"/>
  <p:tag name="KSO_WM_UNIT_TYPE" val="i"/>
  <p:tag name="KSO_WM_BEAUTIFY_FLAG" val="#wm#"/>
</p:tagLst>
</file>

<file path=ppt/tags/tag197.xml><?xml version="1.0" encoding="utf-8"?>
<p:tagLst xmlns:p="http://schemas.openxmlformats.org/presentationml/2006/main">
  <p:tag name="KSO_WM_UNIT_INDEX" val="82"/>
  <p:tag name="KSO_WM_UNIT_TYPE" val="i"/>
  <p:tag name="KSO_WM_BEAUTIFY_FLAG" val="#wm#"/>
</p:tagLst>
</file>

<file path=ppt/tags/tag198.xml><?xml version="1.0" encoding="utf-8"?>
<p:tagLst xmlns:p="http://schemas.openxmlformats.org/presentationml/2006/main">
  <p:tag name="KSO_WM_UNIT_INDEX" val="83"/>
  <p:tag name="KSO_WM_UNIT_TYPE" val="i"/>
  <p:tag name="KSO_WM_BEAUTIFY_FLAG" val="#wm#"/>
</p:tagLst>
</file>

<file path=ppt/tags/tag199.xml><?xml version="1.0" encoding="utf-8"?>
<p:tagLst xmlns:p="http://schemas.openxmlformats.org/presentationml/2006/main">
  <p:tag name="KSO_WM_UNIT_INDEX" val="17"/>
  <p:tag name="KSO_WM_UNIT_TYPE" val="f"/>
  <p:tag name="KSO_WM_UNIT_SUBTYPE" val="a"/>
  <p:tag name="KSO_WM_BEAUTIFY_FLAG" val="#wm#"/>
</p:tagLst>
</file>

<file path=ppt/tags/tag200.xml><?xml version="1.0" encoding="utf-8"?>
<p:tagLst xmlns:p="http://schemas.openxmlformats.org/presentationml/2006/main">
  <p:tag name="KSO_WM_UNIT_INDEX" val="98"/>
  <p:tag name="KSO_WM_UNIT_TYPE" val="f"/>
  <p:tag name="KSO_WM_UNIT_SUBTYPE" val="a"/>
  <p:tag name="KSO_WM_BEAUTIFY_FLAG" val="#wm#"/>
</p:tagLst>
</file>

<file path=ppt/tags/tag201.xml><?xml version="1.0" encoding="utf-8"?>
<p:tagLst xmlns:p="http://schemas.openxmlformats.org/presentationml/2006/main">
  <p:tag name="KSO_WM_UNIT_INDEX" val="24"/>
  <p:tag name="KSO_WM_UNIT_TYPE" val="i"/>
  <p:tag name="KSO_WM_BEAUTIFY_FLAG" val="#wm#"/>
</p:tagLst>
</file>

<file path=ppt/tags/tag202.xml><?xml version="1.0" encoding="utf-8"?>
<p:tagLst xmlns:p="http://schemas.openxmlformats.org/presentationml/2006/main">
  <p:tag name="KSO_WM_UNIT_INDEX" val="25"/>
  <p:tag name="KSO_WM_UNIT_TYPE" val="f"/>
  <p:tag name="KSO_WM_UNIT_SUBTYPE" val="a"/>
  <p:tag name="KSO_WM_BEAUTIFY_FLAG" val="#wm#"/>
</p:tagLst>
</file>

<file path=ppt/tags/tag203.xml><?xml version="1.0" encoding="utf-8"?>
<p:tagLst xmlns:p="http://schemas.openxmlformats.org/presentationml/2006/main">
  <p:tag name="KSO_WM_UNIT_INDEX" val="36"/>
  <p:tag name="KSO_WM_UNIT_TYPE" val="i"/>
  <p:tag name="KSO_WM_BEAUTIFY_FLAG" val="#wm#"/>
</p:tagLst>
</file>

<file path=ppt/tags/tag204.xml><?xml version="1.0" encoding="utf-8"?>
<p:tagLst xmlns:p="http://schemas.openxmlformats.org/presentationml/2006/main">
  <p:tag name="KSO_WM_UNIT_INDEX" val="58"/>
  <p:tag name="KSO_WM_UNIT_TYPE" val="i"/>
  <p:tag name="KSO_WM_BEAUTIFY_FLAG" val="#wm#"/>
</p:tagLst>
</file>

<file path=ppt/tags/tag205.xml><?xml version="1.0" encoding="utf-8"?>
<p:tagLst xmlns:p="http://schemas.openxmlformats.org/presentationml/2006/main">
  <p:tag name="KSO_WM_UNIT_INDEX" val="41"/>
  <p:tag name="KSO_WM_UNIT_TYPE" val="i"/>
  <p:tag name="KSO_WM_BEAUTIFY_FLAG" val="#wm#"/>
</p:tagLst>
</file>

<file path=ppt/tags/tag206.xml><?xml version="1.0" encoding="utf-8"?>
<p:tagLst xmlns:p="http://schemas.openxmlformats.org/presentationml/2006/main">
  <p:tag name="KSO_WM_UNIT_INDEX" val="62"/>
  <p:tag name="KSO_WM_UNIT_TYPE" val="i"/>
  <p:tag name="KSO_WM_BEAUTIFY_FLAG" val="#wm#"/>
</p:tagLst>
</file>

<file path=ppt/tags/tag207.xml><?xml version="1.0" encoding="utf-8"?>
<p:tagLst xmlns:p="http://schemas.openxmlformats.org/presentationml/2006/main">
  <p:tag name="KSO_WM_UNIT_INDEX" val="57"/>
  <p:tag name="KSO_WM_UNIT_TYPE" val="f"/>
  <p:tag name="KSO_WM_UNIT_SUBTYPE" val="a"/>
  <p:tag name="KSO_WM_BEAUTIFY_FLAG" val="#wm#"/>
</p:tagLst>
</file>

<file path=ppt/tags/tag208.xml><?xml version="1.0" encoding="utf-8"?>
<p:tagLst xmlns:p="http://schemas.openxmlformats.org/presentationml/2006/main">
  <p:tag name="KSO_WM_UNIT_INDEX" val="38"/>
  <p:tag name="KSO_WM_UNIT_TYPE" val="f"/>
  <p:tag name="KSO_WM_UNIT_SUBTYPE" val="a"/>
  <p:tag name="KSO_WM_BEAUTIFY_FLAG" val="#wm#"/>
</p:tagLst>
</file>

<file path=ppt/tags/tag209.xml><?xml version="1.0" encoding="utf-8"?>
<p:tagLst xmlns:p="http://schemas.openxmlformats.org/presentationml/2006/main">
  <p:tag name="KSO_WM_UNIT_INDEX" val="61"/>
  <p:tag name="KSO_WM_UNIT_TYPE" val="f"/>
  <p:tag name="KSO_WM_UNIT_SUBTYPE" val="a"/>
  <p:tag name="KSO_WM_BEAUTIFY_FLAG" val="#wm#"/>
</p:tagLst>
</file>

<file path=ppt/tags/tag210.xml><?xml version="1.0" encoding="utf-8"?>
<p:tagLst xmlns:p="http://schemas.openxmlformats.org/presentationml/2006/main">
  <p:tag name="KSO_WM_UNIT_INDEX" val="35"/>
  <p:tag name="KSO_WM_UNIT_TYPE" val="f"/>
  <p:tag name="KSO_WM_UNIT_SUBTYPE" val="a"/>
  <p:tag name="KSO_WM_BEAUTIFY_FLAG" val="#wm#"/>
</p:tagLst>
</file>

<file path=ppt/tags/tag211.xml><?xml version="1.0" encoding="utf-8"?>
<p:tagLst xmlns:p="http://schemas.openxmlformats.org/presentationml/2006/main">
  <p:tag name="KSO_WM_UNIT_INDEX" val="79"/>
  <p:tag name="KSO_WM_UNIT_TYPE" val="i"/>
  <p:tag name="KSO_WM_BEAUTIFY_FLAG" val="#wm#"/>
</p:tagLst>
</file>

<file path=ppt/tags/tag212.xml><?xml version="1.0" encoding="utf-8"?>
<p:tagLst xmlns:p="http://schemas.openxmlformats.org/presentationml/2006/main">
  <p:tag name="KSO_WM_UNIT_INDEX" val="39"/>
  <p:tag name="KSO_WM_UNIT_TYPE" val="i"/>
  <p:tag name="KSO_WM_BEAUTIFY_FLAG" val="#wm#"/>
</p:tagLst>
</file>

<file path=ppt/tags/tag213.xml><?xml version="1.0" encoding="utf-8"?>
<p:tagLst xmlns:p="http://schemas.openxmlformats.org/presentationml/2006/main">
  <p:tag name="KSO_WM_UNIT_INDEX" val="59"/>
  <p:tag name="KSO_WM_UNIT_TYPE" val="i"/>
  <p:tag name="KSO_WM_BEAUTIFY_FLAG" val="#wm#"/>
</p:tagLst>
</file>

<file path=ppt/tags/tag214.xml><?xml version="1.0" encoding="utf-8"?>
<p:tagLst xmlns:p="http://schemas.openxmlformats.org/presentationml/2006/main">
  <p:tag name="KSO_WM_UNIT_INDEX" val="37"/>
  <p:tag name="KSO_WM_UNIT_TYPE" val="f"/>
  <p:tag name="KSO_WM_UNIT_SUBTYPE" val="a"/>
  <p:tag name="KSO_WM_BEAUTIFY_FLAG" val="#wm#"/>
</p:tagLst>
</file>

<file path=ppt/tags/tag215.xml><?xml version="1.0" encoding="utf-8"?>
<p:tagLst xmlns:p="http://schemas.openxmlformats.org/presentationml/2006/main">
  <p:tag name="KSO_WM_UNIT_INDEX" val="60"/>
  <p:tag name="KSO_WM_UNIT_TYPE" val="f"/>
  <p:tag name="KSO_WM_UNIT_SUBTYPE" val="a"/>
  <p:tag name="KSO_WM_BEAUTIFY_FLAG" val="#wm#"/>
</p:tagLst>
</file>

<file path=ppt/tags/tag216.xml><?xml version="1.0" encoding="utf-8"?>
<p:tagLst xmlns:p="http://schemas.openxmlformats.org/presentationml/2006/main">
  <p:tag name="KSO_WM_UNIT_INDEX" val="78"/>
  <p:tag name="KSO_WM_UNIT_TYPE" val="f"/>
  <p:tag name="KSO_WM_UNIT_SUBTYPE" val="a"/>
  <p:tag name="KSO_WM_BEAUTIFY_FLAG" val="#wm#"/>
</p:tagLst>
</file>

<file path=ppt/tags/tag217.xml><?xml version="1.0" encoding="utf-8"?>
<p:tagLst xmlns:p="http://schemas.openxmlformats.org/presentationml/2006/main">
  <p:tag name="KSO_WM_UNIT_INDEX" val="18"/>
  <p:tag name="KSO_WM_UNIT_TYPE" val="i"/>
  <p:tag name="KSO_WM_BEAUTIFY_FLAG" val="#wm#"/>
</p:tagLst>
</file>

<file path=ppt/tags/tag218.xml><?xml version="1.0" encoding="utf-8"?>
<p:tagLst xmlns:p="http://schemas.openxmlformats.org/presentationml/2006/main">
  <p:tag name="KSO_WM_UNIT_INDEX" val="99"/>
  <p:tag name="KSO_WM_UNIT_TYPE" val="f"/>
  <p:tag name="KSO_WM_UNIT_SUBTYPE" val="a"/>
  <p:tag name="KSO_WM_BEAUTIFY_FLAG" val="#wm#"/>
</p:tagLst>
</file>

<file path=ppt/tags/tag219.xml><?xml version="1.0" encoding="utf-8"?>
<p:tagLst xmlns:p="http://schemas.openxmlformats.org/presentationml/2006/main">
  <p:tag name="KSO_WM_UNIT_INDEX" val="30"/>
  <p:tag name="KSO_WM_UNIT_TYPE" val="i"/>
  <p:tag name="KSO_WM_BEAUTIFY_FLAG" val="#wm#"/>
</p:tagLst>
</file>

<file path=ppt/tags/tag220.xml><?xml version="1.0" encoding="utf-8"?>
<p:tagLst xmlns:p="http://schemas.openxmlformats.org/presentationml/2006/main">
  <p:tag name="KSO_WM_UNIT_INDEX" val="65"/>
  <p:tag name="KSO_WM_UNIT_TYPE" val="i"/>
  <p:tag name="KSO_WM_BEAUTIFY_FLAG" val="#wm#"/>
</p:tagLst>
</file>

<file path=ppt/tags/tag221.xml><?xml version="1.0" encoding="utf-8"?>
<p:tagLst xmlns:p="http://schemas.openxmlformats.org/presentationml/2006/main">
  <p:tag name="KSO_WM_UNIT_INDEX" val="63"/>
  <p:tag name="KSO_WM_UNIT_TYPE" val="i"/>
  <p:tag name="KSO_WM_BEAUTIFY_FLAG" val="#wm#"/>
</p:tagLst>
</file>

<file path=ppt/tags/tag222.xml><?xml version="1.0" encoding="utf-8"?>
<p:tagLst xmlns:p="http://schemas.openxmlformats.org/presentationml/2006/main">
  <p:tag name="KSO_WM_UNIT_INDEX" val="64"/>
  <p:tag name="KSO_WM_UNIT_TYPE" val="i"/>
  <p:tag name="KSO_WM_BEAUTIFY_FLAG" val="#wm#"/>
</p:tagLst>
</file>

<file path=ppt/tags/tag223.xml><?xml version="1.0" encoding="utf-8"?>
<p:tagLst xmlns:p="http://schemas.openxmlformats.org/presentationml/2006/main">
  <p:tag name="KSO_WM_UNIT_INDEX" val="22"/>
  <p:tag name="KSO_WM_UNIT_TYPE" val="i"/>
  <p:tag name="KSO_WM_BEAUTIFY_FLAG" val="#wm#"/>
</p:tagLst>
</file>

<file path=ppt/tags/tag224.xml><?xml version="1.0" encoding="utf-8"?>
<p:tagLst xmlns:p="http://schemas.openxmlformats.org/presentationml/2006/main">
  <p:tag name="KSO_WM_UNIT_INDEX" val="19"/>
  <p:tag name="KSO_WM_UNIT_TYPE" val="f"/>
  <p:tag name="KSO_WM_UNIT_SUBTYPE" val="a"/>
  <p:tag name="KSO_WM_BEAUTIFY_FLAG" val="#wm#"/>
</p:tagLst>
</file>

<file path=ppt/tags/tag225.xml><?xml version="1.0" encoding="utf-8"?>
<p:tagLst xmlns:p="http://schemas.openxmlformats.org/presentationml/2006/main">
  <p:tag name="KSO_WM_UNIT_INDEX" val="23"/>
  <p:tag name="KSO_WM_UNIT_TYPE" val="i"/>
  <p:tag name="KSO_WM_BEAUTIFY_FLAG" val="#wm#"/>
</p:tagLst>
</file>

<file path=ppt/tags/tag226.xml><?xml version="1.0" encoding="utf-8"?>
<p:tagLst xmlns:p="http://schemas.openxmlformats.org/presentationml/2006/main">
  <p:tag name="KSO_WM_UNIT_INDEX" val="92"/>
  <p:tag name="KSO_WM_UNIT_TYPE" val="i"/>
  <p:tag name="KSO_WM_BEAUTIFY_FLAG" val="#wm#"/>
</p:tagLst>
</file>

<file path=ppt/tags/tag227.xml><?xml version="1.0" encoding="utf-8"?>
<p:tagLst xmlns:p="http://schemas.openxmlformats.org/presentationml/2006/main">
  <p:tag name="KSO_WM_UNIT_INDEX" val="93"/>
  <p:tag name="KSO_WM_UNIT_TYPE" val="i"/>
  <p:tag name="KSO_WM_BEAUTIFY_FLAG" val="#wm#"/>
</p:tagLst>
</file>

<file path=ppt/tags/tag228.xml><?xml version="1.0" encoding="utf-8"?>
<p:tagLst xmlns:p="http://schemas.openxmlformats.org/presentationml/2006/main">
  <p:tag name="KSO_WM_UNIT_INDEX" val="33"/>
  <p:tag name="KSO_WM_UNIT_TYPE" val="i"/>
  <p:tag name="KSO_WM_BEAUTIFY_FLAG" val="#wm#"/>
</p:tagLst>
</file>

<file path=ppt/tags/tag229.xml><?xml version="1.0" encoding="utf-8"?>
<p:tagLst xmlns:p="http://schemas.openxmlformats.org/presentationml/2006/main">
  <p:tag name="KSO_WM_UNIT_INDEX" val="96"/>
  <p:tag name="KSO_WM_UNIT_TYPE" val="i"/>
  <p:tag name="KSO_WM_BEAUTIFY_FLAG" val="#wm#"/>
</p:tagLst>
</file>

<file path=ppt/tags/tag230.xml><?xml version="1.0" encoding="utf-8"?>
<p:tagLst xmlns:p="http://schemas.openxmlformats.org/presentationml/2006/main">
  <p:tag name="KSO_WM_UNIT_INDEX" val="26"/>
  <p:tag name="KSO_WM_UNIT_TYPE" val="i"/>
  <p:tag name="KSO_WM_BEAUTIFY_FLAG" val="#wm#"/>
</p:tagLst>
</file>

<file path=ppt/tags/tag231.xml><?xml version="1.0" encoding="utf-8"?>
<p:tagLst xmlns:p="http://schemas.openxmlformats.org/presentationml/2006/main">
  <p:tag name="KSO_WM_UNIT_INDEX" val="50"/>
  <p:tag name="KSO_WM_UNIT_TYPE" val="i"/>
  <p:tag name="KSO_WM_BEAUTIFY_FLAG" val="#wm#"/>
</p:tagLst>
</file>

<file path=ppt/tags/tag232.xml><?xml version="1.0" encoding="utf-8"?>
<p:tagLst xmlns:p="http://schemas.openxmlformats.org/presentationml/2006/main">
  <p:tag name="KSO_WM_UNIT_INDEX" val="52"/>
  <p:tag name="KSO_WM_UNIT_TYPE" val="i"/>
  <p:tag name="KSO_WM_BEAUTIFY_FLAG" val="#wm#"/>
</p:tagLst>
</file>

<file path=ppt/tags/tag233.xml><?xml version="1.0" encoding="utf-8"?>
<p:tagLst xmlns:p="http://schemas.openxmlformats.org/presentationml/2006/main">
  <p:tag name="KSO_WM_UNIT_INDEX" val="31"/>
  <p:tag name="KSO_WM_UNIT_TYPE" val="i"/>
  <p:tag name="KSO_WM_BEAUTIFY_FLAG" val="#wm#"/>
</p:tagLst>
</file>

<file path=ppt/tags/tag234.xml><?xml version="1.0" encoding="utf-8"?>
<p:tagLst xmlns:p="http://schemas.openxmlformats.org/presentationml/2006/main">
  <p:tag name="KSO_WM_UNIT_INDEX" val="32"/>
  <p:tag name="KSO_WM_UNIT_TYPE" val="i"/>
  <p:tag name="KSO_WM_BEAUTIFY_FLAG" val="#wm#"/>
</p:tagLst>
</file>

<file path=ppt/tags/tag235.xml><?xml version="1.0" encoding="utf-8"?>
<p:tagLst xmlns:p="http://schemas.openxmlformats.org/presentationml/2006/main">
  <p:tag name="KSO_WM_UNIT_INDEX" val="34"/>
  <p:tag name="KSO_WM_UNIT_TYPE" val="i"/>
  <p:tag name="KSO_WM_BEAUTIFY_FLAG" val="#wm#"/>
</p:tagLst>
</file>

<file path=ppt/tags/tag236.xml><?xml version="1.0" encoding="utf-8"?>
<p:tagLst xmlns:p="http://schemas.openxmlformats.org/presentationml/2006/main">
  <p:tag name="KSO_WM_UNIT_INDEX" val="21"/>
  <p:tag name="KSO_WM_UNIT_TYPE" val="f"/>
  <p:tag name="KSO_WM_UNIT_SUBTYPE" val="a"/>
  <p:tag name="KSO_WM_BEAUTIFY_FLAG" val="#wm#"/>
</p:tagLst>
</file>

<file path=ppt/tags/tag237.xml><?xml version="1.0" encoding="utf-8"?>
<p:tagLst xmlns:p="http://schemas.openxmlformats.org/presentationml/2006/main">
  <p:tag name="KSO_WM_UNIT_INDEX" val="94"/>
  <p:tag name="KSO_WM_UNIT_TYPE" val="f"/>
  <p:tag name="KSO_WM_UNIT_SUBTYPE" val="a"/>
  <p:tag name="KSO_WM_BEAUTIFY_FLAG" val="#wm#"/>
</p:tagLst>
</file>

<file path=ppt/tags/tag238.xml><?xml version="1.0" encoding="utf-8"?>
<p:tagLst xmlns:p="http://schemas.openxmlformats.org/presentationml/2006/main">
  <p:tag name="KSO_WM_UNIT_INDEX" val="49"/>
  <p:tag name="KSO_WM_UNIT_TYPE" val="f"/>
  <p:tag name="KSO_WM_UNIT_SUBTYPE" val="a"/>
  <p:tag name="KSO_WM_BEAUTIFY_FLAG" val="#wm#"/>
</p:tagLst>
</file>

<file path=ppt/tags/tag239.xml><?xml version="1.0" encoding="utf-8"?>
<p:tagLst xmlns:p="http://schemas.openxmlformats.org/presentationml/2006/main">
  <p:tag name="KSO_WM_UNIT_INDEX" val="95"/>
  <p:tag name="KSO_WM_UNIT_TYPE" val="f"/>
  <p:tag name="KSO_WM_UNIT_SUBTYPE" val="a"/>
  <p:tag name="KSO_WM_BEAUTIFY_FLAG" val="#wm#"/>
</p:tagLst>
</file>

<file path=ppt/tags/tag240.xml><?xml version="1.0" encoding="utf-8"?>
<p:tagLst xmlns:p="http://schemas.openxmlformats.org/presentationml/2006/main">
  <p:tag name="KSO_WM_UNIT_INDEX" val="51"/>
  <p:tag name="KSO_WM_UNIT_TYPE" val="f"/>
  <p:tag name="KSO_WM_UNIT_SUBTYPE" val="a"/>
  <p:tag name="KSO_WM_BEAUTIFY_FLAG" val="#wm#"/>
</p:tagLst>
</file>

<file path=ppt/tags/tag241.xml><?xml version="1.0" encoding="utf-8"?>
<p:tagLst xmlns:p="http://schemas.openxmlformats.org/presentationml/2006/main">
  <p:tag name="KSO_WM_UNIT_TEXT" val="数据结构"/>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42.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44.xml><?xml version="1.0" encoding="utf-8"?>
<p:tagLst xmlns:p="http://schemas.openxmlformats.org/presentationml/2006/main">
  <p:tag name="KSO_WM_UNIT_INDEX" val="7"/>
  <p:tag name="KSO_WM_UNIT_TYPE" val="f"/>
  <p:tag name="KSO_WM_UNIT_SUBTYPE" val="a"/>
  <p:tag name="KSO_WM_BEAUTIFY_FLAG" val="#wm#"/>
</p:tagLst>
</file>

<file path=ppt/tags/tag245.xml><?xml version="1.0" encoding="utf-8"?>
<p:tagLst xmlns:p="http://schemas.openxmlformats.org/presentationml/2006/main">
  <p:tag name="KSO_WM_UNIT_TEXT" val="数据的逻辑结构"/>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4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3_7*a*1"/>
  <p:tag name="KSO_WM_TEMPLATE_CATEGORY" val="custom"/>
  <p:tag name="KSO_WM_TEMPLATE_INDEX" val="20230983"/>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添加章节标题"/>
  <p:tag name="KSO_WM_UNIT_TEXT_TYPE" val="1"/>
</p:tagLst>
</file>

<file path=ppt/tags/tag24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83_7*e*1"/>
  <p:tag name="KSO_WM_TEMPLATE_CATEGORY" val="custom"/>
  <p:tag name="KSO_WM_TEMPLATE_INDEX" val="20230983"/>
  <p:tag name="KSO_WM_UNIT_LAYERLEVEL" val="1"/>
  <p:tag name="KSO_WM_TAG_VERSION" val="3.0"/>
  <p:tag name="KSO_WM_BEAUTIFY_FLAG" val="#wm#"/>
  <p:tag name="KSO_WM_UNIT_NOCLEAR" val="0"/>
  <p:tag name="KSO_WM_UNIT_VALUE" val="13"/>
  <p:tag name="KSO_WM_UNIT_TYPE" val="e"/>
  <p:tag name="KSO_WM_UNIT_INDEX" val="1"/>
</p:tagLst>
</file>

<file path=ppt/tags/tag249.xml><?xml version="1.0" encoding="utf-8"?>
<p:tagLst xmlns:p="http://schemas.openxmlformats.org/presentationml/2006/main">
  <p:tag name="KSO_WM_SLIDE_ID" val="custom20230983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983"/>
  <p:tag name="KSO_WM_SLIDE_TYPE" val="sectionTitle"/>
  <p:tag name="KSO_WM_SLIDE_SUBTYPE" val="pureTxt"/>
  <p:tag name="KSO_WM_SLIDE_LAYOUT" val="a_e"/>
  <p:tag name="KSO_WM_SLIDE_LAYOUT_CNT" val="1_1"/>
  <p:tag name="KSO_WM_SLIDE_THEME_ID" val="3312678"/>
  <p:tag name="KSO_WM_SLIDE_THEME_NAME" val="红色极简风纸张翻页效果主题"/>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51.xml><?xml version="1.0" encoding="utf-8"?>
<p:tagLst xmlns:p="http://schemas.openxmlformats.org/presentationml/2006/main">
  <p:tag name="KSO_WM_UNIT_INDEX" val="9"/>
  <p:tag name="KSO_WM_UNIT_TYPE" val="f"/>
  <p:tag name="KSO_WM_UNIT_SUBTYPE" val="a"/>
  <p:tag name="KSO_WM_BEAUTIFY_FLAG" val="#wm#"/>
</p:tagLst>
</file>

<file path=ppt/tags/tag252.xml><?xml version="1.0" encoding="utf-8"?>
<p:tagLst xmlns:p="http://schemas.openxmlformats.org/presentationml/2006/main">
  <p:tag name="KSO_WM_UNIT_TEXT" val="常用数据结构的逻辑划分"/>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53.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55.xml><?xml version="1.0" encoding="utf-8"?>
<p:tagLst xmlns:p="http://schemas.openxmlformats.org/presentationml/2006/main">
  <p:tag name="KSO_WM_UNIT_INDEX" val="2"/>
  <p:tag name="KSO_WM_UNIT_TYPE" val="j"/>
  <p:tag name="KSO_WM_BEAUTIFY_FLAG" val="#wm#"/>
</p:tagLst>
</file>

<file path=ppt/tags/tag256.xml><?xml version="1.0" encoding="utf-8"?>
<p:tagLst xmlns:p="http://schemas.openxmlformats.org/presentationml/2006/main">
  <p:tag name="KSO_WM_UNIT_INDEX" val="3"/>
  <p:tag name="KSO_WM_UNIT_TYPE" val="i"/>
  <p:tag name="KSO_WM_BEAUTIFY_FLAG" val="#wm#"/>
</p:tagLst>
</file>

<file path=ppt/tags/tag257.xml><?xml version="1.0" encoding="utf-8"?>
<p:tagLst xmlns:p="http://schemas.openxmlformats.org/presentationml/2006/main">
  <p:tag name="KSO_WM_UNIT_INDEX" val="6"/>
  <p:tag name="KSO_WM_UNIT_TYPE" val="f"/>
  <p:tag name="KSO_WM_UNIT_SUBTYPE" val="a"/>
  <p:tag name="KSO_WM_BEAUTIFY_FLAG" val="#wm#"/>
</p:tagLst>
</file>

<file path=ppt/tags/tag258.xml><?xml version="1.0" encoding="utf-8"?>
<p:tagLst xmlns:p="http://schemas.openxmlformats.org/presentationml/2006/main">
  <p:tag name="KSO_WM_UNIT_INDEX" val="10"/>
  <p:tag name="KSO_WM_UNIT_TYPE" val="f"/>
  <p:tag name="KSO_WM_UNIT_SUBTYPE" val="a"/>
  <p:tag name="KSO_WM_BEAUTIFY_FLAG" val="#wm#"/>
</p:tagLst>
</file>

<file path=ppt/tags/tag259.xml><?xml version="1.0" encoding="utf-8"?>
<p:tagLst xmlns:p="http://schemas.openxmlformats.org/presentationml/2006/main">
  <p:tag name="KSO_WM_UNIT_INDEX" val="9"/>
  <p:tag name="KSO_WM_UNIT_TYPE" val="f"/>
  <p:tag name="KSO_WM_UNIT_SUBTYPE" val="a"/>
  <p:tag name="KSO_WM_BEAUTIFY_FLAG" val="#wm#"/>
</p:tagLst>
</file>

<file path=ppt/tags/tag260.xml><?xml version="1.0" encoding="utf-8"?>
<p:tagLst xmlns:p="http://schemas.openxmlformats.org/presentationml/2006/main">
  <p:tag name="KSO_WM_UNIT_INDEX" val="11"/>
  <p:tag name="KSO_WM_UNIT_TYPE" val="f"/>
  <p:tag name="KSO_WM_UNIT_SUBTYPE" val="a"/>
  <p:tag name="KSO_WM_BEAUTIFY_FLAG" val="#wm#"/>
</p:tagLst>
</file>

<file path=ppt/tags/tag261.xml><?xml version="1.0" encoding="utf-8"?>
<p:tagLst xmlns:p="http://schemas.openxmlformats.org/presentationml/2006/main">
  <p:tag name="KSO_WM_UNIT_INDEX" val="12"/>
  <p:tag name="KSO_WM_UNIT_TYPE" val="f"/>
  <p:tag name="KSO_WM_UNIT_SUBTYPE" val="a"/>
  <p:tag name="KSO_WM_BEAUTIFY_FLAG" val="#wm#"/>
</p:tagLst>
</file>

<file path=ppt/tags/tag262.xml><?xml version="1.0" encoding="utf-8"?>
<p:tagLst xmlns:p="http://schemas.openxmlformats.org/presentationml/2006/main">
  <p:tag name="KSO_WM_UNIT_INDEX" val="4"/>
  <p:tag name="KSO_WM_UNIT_TYPE" val="i"/>
  <p:tag name="KSO_WM_BEAUTIFY_FLAG" val="#wm#"/>
</p:tagLst>
</file>

<file path=ppt/tags/tag263.xml><?xml version="1.0" encoding="utf-8"?>
<p:tagLst xmlns:p="http://schemas.openxmlformats.org/presentationml/2006/main">
  <p:tag name="KSO_WM_UNIT_INDEX" val="7"/>
  <p:tag name="KSO_WM_UNIT_TYPE" val="i"/>
  <p:tag name="KSO_WM_BEAUTIFY_FLAG" val="#wm#"/>
</p:tagLst>
</file>

<file path=ppt/tags/tag264.xml><?xml version="1.0" encoding="utf-8"?>
<p:tagLst xmlns:p="http://schemas.openxmlformats.org/presentationml/2006/main">
  <p:tag name="KSO_WM_UNIT_INDEX" val="5"/>
  <p:tag name="KSO_WM_UNIT_TYPE" val="i"/>
  <p:tag name="KSO_WM_BEAUTIFY_FLAG" val="#wm#"/>
</p:tagLst>
</file>

<file path=ppt/tags/tag265.xml><?xml version="1.0" encoding="utf-8"?>
<p:tagLst xmlns:p="http://schemas.openxmlformats.org/presentationml/2006/main">
  <p:tag name="KSO_WM_UNIT_TEXT" val="算法的概念"/>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6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68.xml><?xml version="1.0" encoding="utf-8"?>
<p:tagLst xmlns:p="http://schemas.openxmlformats.org/presentationml/2006/main">
  <p:tag name="KSO_WM_UNIT_INDEX" val="9"/>
  <p:tag name="KSO_WM_UNIT_TYPE" val="f"/>
  <p:tag name="KSO_WM_UNIT_SUBTYPE" val="a"/>
  <p:tag name="KSO_WM_BEAUTIFY_FLAG" val="#wm#"/>
</p:tagLst>
</file>

<file path=ppt/tags/tag269.xml><?xml version="1.0" encoding="utf-8"?>
<p:tagLst xmlns:p="http://schemas.openxmlformats.org/presentationml/2006/main">
  <p:tag name="KSO_WM_UNIT_TEXT" val="采用计算机求解问题的过程 "/>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70.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72.xml><?xml version="1.0" encoding="utf-8"?>
<p:tagLst xmlns:p="http://schemas.openxmlformats.org/presentationml/2006/main">
  <p:tag name="KSO_WM_UNIT_INDEX" val="10"/>
  <p:tag name="KSO_WM_UNIT_TYPE" val="f"/>
  <p:tag name="KSO_WM_UNIT_SUBTYPE" val="a"/>
  <p:tag name="KSO_WM_BEAUTIFY_FLAG" val="#wm#"/>
</p:tagLst>
</file>

<file path=ppt/tags/tag273.xml><?xml version="1.0" encoding="utf-8"?>
<p:tagLst xmlns:p="http://schemas.openxmlformats.org/presentationml/2006/main">
  <p:tag name="KSO_WM_UNIT_TEXT" val="算法的概念"/>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74.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76.xml><?xml version="1.0" encoding="utf-8"?>
<p:tagLst xmlns:p="http://schemas.openxmlformats.org/presentationml/2006/main">
  <p:tag name="KSO_WM_UNIT_INDEX" val="5"/>
  <p:tag name="KSO_WM_UNIT_TYPE" val="f"/>
  <p:tag name="KSO_WM_UNIT_SUBTYPE" val="a"/>
  <p:tag name="KSO_WM_BEAUTIFY_FLAG" val="#wm#"/>
</p:tagLst>
</file>

<file path=ppt/tags/tag277.xml><?xml version="1.0" encoding="utf-8"?>
<p:tagLst xmlns:p="http://schemas.openxmlformats.org/presentationml/2006/main">
  <p:tag name="KSO_WM_UNIT_TEXT" val="算法运行性能评价"/>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78.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3_7*a*1"/>
  <p:tag name="KSO_WM_TEMPLATE_CATEGORY" val="custom"/>
  <p:tag name="KSO_WM_TEMPLATE_INDEX" val="20230983"/>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添加章节标题"/>
  <p:tag name="KSO_WM_UNIT_TEXT_TYPE" val="1"/>
</p:tagLst>
</file>

<file path=ppt/tags/tag280.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83_7*e*1"/>
  <p:tag name="KSO_WM_TEMPLATE_CATEGORY" val="custom"/>
  <p:tag name="KSO_WM_TEMPLATE_INDEX" val="20230983"/>
  <p:tag name="KSO_WM_UNIT_LAYERLEVEL" val="1"/>
  <p:tag name="KSO_WM_TAG_VERSION" val="3.0"/>
  <p:tag name="KSO_WM_BEAUTIFY_FLAG" val="#wm#"/>
  <p:tag name="KSO_WM_UNIT_NOCLEAR" val="0"/>
  <p:tag name="KSO_WM_UNIT_VALUE" val="13"/>
  <p:tag name="KSO_WM_UNIT_TYPE" val="e"/>
  <p:tag name="KSO_WM_UNIT_INDEX" val="1"/>
</p:tagLst>
</file>

<file path=ppt/tags/tag281.xml><?xml version="1.0" encoding="utf-8"?>
<p:tagLst xmlns:p="http://schemas.openxmlformats.org/presentationml/2006/main">
  <p:tag name="KSO_WM_SLIDE_ID" val="custom20230983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983"/>
  <p:tag name="KSO_WM_SLIDE_TYPE" val="sectionTitle"/>
  <p:tag name="KSO_WM_SLIDE_SUBTYPE" val="pureTxt"/>
  <p:tag name="KSO_WM_SLIDE_LAYOUT" val="a_e"/>
  <p:tag name="KSO_WM_SLIDE_LAYOUT_CNT" val="1_1"/>
  <p:tag name="KSO_WM_SLIDE_THEME_ID" val="3312678"/>
  <p:tag name="KSO_WM_SLIDE_THEME_NAME" val="红色极简风纸张翻页效果主题"/>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83.xml><?xml version="1.0" encoding="utf-8"?>
<p:tagLst xmlns:p="http://schemas.openxmlformats.org/presentationml/2006/main">
  <p:tag name="KSO_WM_UNIT_INDEX" val="11"/>
  <p:tag name="KSO_WM_UNIT_TYPE" val="f"/>
  <p:tag name="KSO_WM_UNIT_SUBTYPE" val="a"/>
  <p:tag name="KSO_WM_BEAUTIFY_FLAG" val="#wm#"/>
</p:tagLst>
</file>

<file path=ppt/tags/tag284.xml><?xml version="1.0" encoding="utf-8"?>
<p:tagLst xmlns:p="http://schemas.openxmlformats.org/presentationml/2006/main">
  <p:tag name="KSO_WM_UNIT_TEXT" val="思考题"/>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85.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87.xml><?xml version="1.0" encoding="utf-8"?>
<p:tagLst xmlns:p="http://schemas.openxmlformats.org/presentationml/2006/main">
  <p:tag name="KSO_WM_UNIT_INDEX" val="11"/>
  <p:tag name="KSO_WM_UNIT_TYPE" val="f"/>
  <p:tag name="KSO_WM_UNIT_SUBTYPE" val="a"/>
  <p:tag name="KSO_WM_BEAUTIFY_FLAG" val="#wm#"/>
</p:tagLst>
</file>

<file path=ppt/tags/tag288.xml><?xml version="1.0" encoding="utf-8"?>
<p:tagLst xmlns:p="http://schemas.openxmlformats.org/presentationml/2006/main">
  <p:tag name="KSO_WM_UNIT_TEXT" val="算法复杂度分析"/>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8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91.xml><?xml version="1.0" encoding="utf-8"?>
<p:tagLst xmlns:p="http://schemas.openxmlformats.org/presentationml/2006/main">
  <p:tag name="KSO_WM_UNIT_INDEX" val="11"/>
  <p:tag name="KSO_WM_UNIT_TYPE" val="f"/>
  <p:tag name="KSO_WM_UNIT_SUBTYPE" val="a"/>
  <p:tag name="KSO_WM_BEAUTIFY_FLAG" val="#wm#"/>
</p:tagLst>
</file>

<file path=ppt/tags/tag292.xml><?xml version="1.0" encoding="utf-8"?>
<p:tagLst xmlns:p="http://schemas.openxmlformats.org/presentationml/2006/main">
  <p:tag name="KSO_WM_UNIT_TEXT" val="算法复杂度分析"/>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293.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294.xml><?xml version="1.0" encoding="utf-8"?>
<p:tagLst xmlns:p="http://schemas.openxmlformats.org/presentationml/2006/main">
  <p:tag name="KSO_WM_UNIT_INDEX" val="12"/>
  <p:tag name="KSO_WM_UNIT_TYPE" val="f"/>
  <p:tag name="KSO_WM_UNIT_SUBTYPE" val="a"/>
  <p:tag name="KSO_WM_BEAUTIFY_FLAG" val="#wm#"/>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296.xml><?xml version="1.0" encoding="utf-8"?>
<p:tagLst xmlns:p="http://schemas.openxmlformats.org/presentationml/2006/main">
  <p:tag name="KSO_WM_UNIT_INDEX" val="20"/>
  <p:tag name="KSO_WM_UNIT_TYPE" val="f"/>
  <p:tag name="KSO_WM_UNIT_SUBTYPE" val="a"/>
  <p:tag name="KSO_WM_BEAUTIFY_FLAG" val="#wm#"/>
</p:tagLst>
</file>

<file path=ppt/tags/tag297.xml><?xml version="1.0" encoding="utf-8"?>
<p:tagLst xmlns:p="http://schemas.openxmlformats.org/presentationml/2006/main">
  <p:tag name="KSO_WM_UNIT_INDEX" val="14"/>
  <p:tag name="KSO_WM_UNIT_TYPE" val="f"/>
  <p:tag name="KSO_WM_UNIT_SUBTYPE" val="a"/>
  <p:tag name="KSO_WM_BEAUTIFY_FLAG" val="#wm#"/>
</p:tagLst>
</file>

<file path=ppt/tags/tag298.xml><?xml version="1.0" encoding="utf-8"?>
<p:tagLst xmlns:p="http://schemas.openxmlformats.org/presentationml/2006/main">
  <p:tag name="KSO_WM_UNIT_INDEX" val="13"/>
  <p:tag name="KSO_WM_UNIT_TYPE" val="i"/>
  <p:tag name="KSO_WM_BEAUTIFY_FLAG" val="#wm#"/>
</p:tagLst>
</file>

<file path=ppt/tags/tag299.xml><?xml version="1.0" encoding="utf-8"?>
<p:tagLst xmlns:p="http://schemas.openxmlformats.org/presentationml/2006/main">
  <p:tag name="KSO_WM_UNIT_INDEX" val="15"/>
  <p:tag name="KSO_WM_UNIT_TYPE" val="f"/>
  <p:tag name="KSO_WM_UNIT_SUBTYPE" val="a"/>
  <p:tag name="KSO_WM_BEAUTIFY_FLAG" val="#wm#"/>
</p:tagLst>
</file>

<file path=ppt/tags/tag300.xml><?xml version="1.0" encoding="utf-8"?>
<p:tagLst xmlns:p="http://schemas.openxmlformats.org/presentationml/2006/main">
  <p:tag name="KSO_WM_UNIT_INDEX" val="16"/>
  <p:tag name="KSO_WM_UNIT_TYPE" val="f"/>
  <p:tag name="KSO_WM_UNIT_SUBTYPE" val="a"/>
  <p:tag name="KSO_WM_BEAUTIFY_FLAG" val="#wm#"/>
</p:tagLst>
</file>

<file path=ppt/tags/tag301.xml><?xml version="1.0" encoding="utf-8"?>
<p:tagLst xmlns:p="http://schemas.openxmlformats.org/presentationml/2006/main">
  <p:tag name="KSO_WM_UNIT_INDEX" val="17"/>
  <p:tag name="KSO_WM_UNIT_TYPE" val="f"/>
  <p:tag name="KSO_WM_UNIT_SUBTYPE" val="a"/>
  <p:tag name="KSO_WM_BEAUTIFY_FLAG" val="#wm#"/>
</p:tagLst>
</file>

<file path=ppt/tags/tag302.xml><?xml version="1.0" encoding="utf-8"?>
<p:tagLst xmlns:p="http://schemas.openxmlformats.org/presentationml/2006/main">
  <p:tag name="KSO_WM_UNIT_INDEX" val="18"/>
  <p:tag name="KSO_WM_UNIT_TYPE" val="f"/>
  <p:tag name="KSO_WM_UNIT_SUBTYPE" val="a"/>
  <p:tag name="KSO_WM_BEAUTIFY_FLAG" val="#wm#"/>
</p:tagLst>
</file>

<file path=ppt/tags/tag303.xml><?xml version="1.0" encoding="utf-8"?>
<p:tagLst xmlns:p="http://schemas.openxmlformats.org/presentationml/2006/main">
  <p:tag name="KSO_WM_UNIT_INDEX" val="19"/>
  <p:tag name="KSO_WM_UNIT_TYPE" val="f"/>
  <p:tag name="KSO_WM_UNIT_SUBTYPE" val="a"/>
  <p:tag name="KSO_WM_BEAUTIFY_FLAG" val="#wm#"/>
</p:tagLst>
</file>

<file path=ppt/tags/tag304.xml><?xml version="1.0" encoding="utf-8"?>
<p:tagLst xmlns:p="http://schemas.openxmlformats.org/presentationml/2006/main">
  <p:tag name="KSO_WM_UNIT_TEXT" val="算法复杂度分析"/>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05.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3_7*a*1"/>
  <p:tag name="KSO_WM_TEMPLATE_CATEGORY" val="custom"/>
  <p:tag name="KSO_WM_TEMPLATE_INDEX" val="20230983"/>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添加章节标题"/>
  <p:tag name="KSO_WM_UNIT_TEXT_TYPE" val="1"/>
</p:tagLst>
</file>

<file path=ppt/tags/tag307.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0983_7*e*1"/>
  <p:tag name="KSO_WM_TEMPLATE_CATEGORY" val="custom"/>
  <p:tag name="KSO_WM_TEMPLATE_INDEX" val="20230983"/>
  <p:tag name="KSO_WM_UNIT_LAYERLEVEL" val="1"/>
  <p:tag name="KSO_WM_TAG_VERSION" val="3.0"/>
  <p:tag name="KSO_WM_BEAUTIFY_FLAG" val="#wm#"/>
  <p:tag name="KSO_WM_UNIT_NOCLEAR" val="0"/>
  <p:tag name="KSO_WM_UNIT_VALUE" val="13"/>
  <p:tag name="KSO_WM_UNIT_TYPE" val="e"/>
  <p:tag name="KSO_WM_UNIT_INDEX" val="1"/>
</p:tagLst>
</file>

<file path=ppt/tags/tag308.xml><?xml version="1.0" encoding="utf-8"?>
<p:tagLst xmlns:p="http://schemas.openxmlformats.org/presentationml/2006/main">
  <p:tag name="KSO_WM_SLIDE_ID" val="custom20230983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983"/>
  <p:tag name="KSO_WM_SLIDE_TYPE" val="sectionTitle"/>
  <p:tag name="KSO_WM_SLIDE_SUBTYPE" val="pureTxt"/>
  <p:tag name="KSO_WM_SLIDE_LAYOUT" val="a_e"/>
  <p:tag name="KSO_WM_SLIDE_LAYOUT_CNT" val="1_1"/>
  <p:tag name="KSO_WM_SLIDE_THEME_ID" val="3312678"/>
  <p:tag name="KSO_WM_SLIDE_THEME_NAME" val="红色极简风纸张翻页效果主题"/>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310.xml><?xml version="1.0" encoding="utf-8"?>
<p:tagLst xmlns:p="http://schemas.openxmlformats.org/presentationml/2006/main">
  <p:tag name="KSO_WM_UNIT_INDEX" val="9"/>
  <p:tag name="KSO_WM_UNIT_TYPE" val="f"/>
  <p:tag name="KSO_WM_UNIT_SUBTYPE" val="a"/>
  <p:tag name="KSO_WM_BEAUTIFY_FLAG" val="#wm#"/>
</p:tagLst>
</file>

<file path=ppt/tags/tag311.xml><?xml version="1.0" encoding="utf-8"?>
<p:tagLst xmlns:p="http://schemas.openxmlformats.org/presentationml/2006/main">
  <p:tag name="KSO_WM_UNIT_TEXT" val="示例：矩阵相乘"/>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12.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13.xml><?xml version="1.0" encoding="utf-8"?>
<p:tagLst xmlns:p="http://schemas.openxmlformats.org/presentationml/2006/main">
  <p:tag name="KSO_WM_UNIT_INDEX" val="4"/>
  <p:tag name="KSO_WM_UNIT_TYPE" val="f"/>
  <p:tag name="KSO_WM_UNIT_SUBTYPE" val="a"/>
  <p:tag name="KSO_WM_BEAUTIFY_FLAG" val="#wm#"/>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315.xml><?xml version="1.0" encoding="utf-8"?>
<p:tagLst xmlns:p="http://schemas.openxmlformats.org/presentationml/2006/main">
  <p:tag name="KSO_WM_UNIT_INDEX" val="3"/>
  <p:tag name="KSO_WM_UNIT_TYPE" val="f"/>
  <p:tag name="KSO_WM_UNIT_SUBTYPE" val="a"/>
  <p:tag name="KSO_WM_BEAUTIFY_FLAG" val="#wm#"/>
</p:tagLst>
</file>

<file path=ppt/tags/tag316.xml><?xml version="1.0" encoding="utf-8"?>
<p:tagLst xmlns:p="http://schemas.openxmlformats.org/presentationml/2006/main">
  <p:tag name="KSO_WM_UNIT_INDEX" val="7"/>
  <p:tag name="KSO_WM_UNIT_TYPE" val="f"/>
  <p:tag name="KSO_WM_UNIT_SUBTYPE" val="a"/>
  <p:tag name="KSO_WM_BEAUTIFY_FLAG" val="#wm#"/>
</p:tagLst>
</file>

<file path=ppt/tags/tag317.xml><?xml version="1.0" encoding="utf-8"?>
<p:tagLst xmlns:p="http://schemas.openxmlformats.org/presentationml/2006/main">
  <p:tag name="KSO_WM_UNIT_INDEX" val="8"/>
  <p:tag name="KSO_WM_UNIT_TYPE" val="f"/>
  <p:tag name="KSO_WM_UNIT_SUBTYPE" val="a"/>
  <p:tag name="KSO_WM_BEAUTIFY_FLAG" val="#wm#"/>
</p:tagLst>
</file>

<file path=ppt/tags/tag318.xml><?xml version="1.0" encoding="utf-8"?>
<p:tagLst xmlns:p="http://schemas.openxmlformats.org/presentationml/2006/main">
  <p:tag name="KSO_WM_UNIT_INDEX" val="9"/>
  <p:tag name="KSO_WM_UNIT_TYPE" val="f"/>
  <p:tag name="KSO_WM_UNIT_SUBTYPE" val="a"/>
  <p:tag name="KSO_WM_BEAUTIFY_FLAG" val="#wm#"/>
</p:tagLst>
</file>

<file path=ppt/tags/tag319.xml><?xml version="1.0" encoding="utf-8"?>
<p:tagLst xmlns:p="http://schemas.openxmlformats.org/presentationml/2006/main">
  <p:tag name="KSO_WM_UNIT_INDEX" val="10"/>
  <p:tag name="KSO_WM_UNIT_TYPE" val="f"/>
  <p:tag name="KSO_WM_UNIT_SUBTYPE" val="a"/>
  <p:tag name="KSO_WM_BEAUTIFY_FLAG" val="#wm#"/>
</p:tagLst>
</file>

<file path=ppt/tags/tag320.xml><?xml version="1.0" encoding="utf-8"?>
<p:tagLst xmlns:p="http://schemas.openxmlformats.org/presentationml/2006/main">
  <p:tag name="KSO_WM_UNIT_INDEX" val="11"/>
  <p:tag name="KSO_WM_UNIT_TYPE" val="f"/>
  <p:tag name="KSO_WM_UNIT_SUBTYPE" val="a"/>
  <p:tag name="KSO_WM_BEAUTIFY_FLAG" val="#wm#"/>
</p:tagLst>
</file>

<file path=ppt/tags/tag321.xml><?xml version="1.0" encoding="utf-8"?>
<p:tagLst xmlns:p="http://schemas.openxmlformats.org/presentationml/2006/main">
  <p:tag name="KSO_WM_UNIT_INDEX" val="2"/>
  <p:tag name="KSO_WM_UNIT_TYPE" val="j"/>
  <p:tag name="KSO_WM_BEAUTIFY_FLAG" val="#wm#"/>
</p:tagLst>
</file>

<file path=ppt/tags/tag322.xml><?xml version="1.0" encoding="utf-8"?>
<p:tagLst xmlns:p="http://schemas.openxmlformats.org/presentationml/2006/main">
  <p:tag name="KSO_WM_UNIT_INDEX" val="6"/>
  <p:tag name="KSO_WM_UNIT_TYPE" val="i"/>
  <p:tag name="KSO_WM_BEAUTIFY_FLAG" val="#wm#"/>
</p:tagLst>
</file>

<file path=ppt/tags/tag323.xml><?xml version="1.0" encoding="utf-8"?>
<p:tagLst xmlns:p="http://schemas.openxmlformats.org/presentationml/2006/main">
  <p:tag name="KSO_WM_UNIT_INDEX" val="5"/>
  <p:tag name="KSO_WM_UNIT_TYPE" val="f"/>
  <p:tag name="KSO_WM_UNIT_SUBTYPE" val="a"/>
  <p:tag name="KSO_WM_BEAUTIFY_FLAG" val="#wm#"/>
</p:tagLst>
</file>

<file path=ppt/tags/tag324.xml><?xml version="1.0" encoding="utf-8"?>
<p:tagLst xmlns:p="http://schemas.openxmlformats.org/presentationml/2006/main">
  <p:tag name="KSO_WM_UNIT_TEXT" val="Θ 符号：渐进确界"/>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25.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327.xml><?xml version="1.0" encoding="utf-8"?>
<p:tagLst xmlns:p="http://schemas.openxmlformats.org/presentationml/2006/main">
  <p:tag name="KSO_WM_UNIT_INDEX" val="9"/>
  <p:tag name="KSO_WM_UNIT_TYPE" val="f"/>
  <p:tag name="KSO_WM_UNIT_SUBTYPE" val="a"/>
  <p:tag name="KSO_WM_BEAUTIFY_FLAG" val="#wm#"/>
</p:tagLst>
</file>

<file path=ppt/tags/tag328.xml><?xml version="1.0" encoding="utf-8"?>
<p:tagLst xmlns:p="http://schemas.openxmlformats.org/presentationml/2006/main">
  <p:tag name="KSO_WM_UNIT_TEXT" val="Θ 符号：渐进确界"/>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2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30.xml><?xml version="1.0" encoding="utf-8"?>
<p:tagLst xmlns:p="http://schemas.openxmlformats.org/presentationml/2006/main">
  <p:tag name="KSO_WM_UNIT_TEXT" val="O 符号：渐进上界"/>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31.xml><?xml version="1.0" encoding="utf-8"?>
<p:tagLst xmlns:p="http://schemas.openxmlformats.org/presentationml/2006/main">
  <p:tag name="KSO_WM_UNIT_INDEX" val="1"/>
  <p:tag name="KSO_WM_UNIT_TYPE" val="f"/>
  <p:tag name="KSO_WM_UNIT_SUBTYPE" val="a"/>
  <p:tag name="KSO_WM_BEAUTIFY_FLAG" val="#wm#"/>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UNIT_PRESET_TEXT" val="单击此处编辑母版文本样式&#10;二级&#10;三级&#10;四级&#10;五级"/>
  <p:tag name="KSO_WM_UNIT_NOCLEAR" val="0"/>
  <p:tag name="KSO_WM_UNIT_VALUE" val="330"/>
</p:tagLst>
</file>

<file path=ppt/tags/tag332.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335.xml><?xml version="1.0" encoding="utf-8"?>
<p:tagLst xmlns:p="http://schemas.openxmlformats.org/presentationml/2006/main">
  <p:tag name="KSO_WM_UNIT_INDEX" val="5"/>
  <p:tag name="KSO_WM_UNIT_TYPE" val="f"/>
  <p:tag name="KSO_WM_UNIT_SUBTYPE" val="a"/>
  <p:tag name="KSO_WM_BEAUTIFY_FLAG" val="#wm#"/>
</p:tagLst>
</file>

<file path=ppt/tags/tag33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37.xml><?xml version="1.0" encoding="utf-8"?>
<p:tagLst xmlns:p="http://schemas.openxmlformats.org/presentationml/2006/main">
  <p:tag name="KSO_WM_UNIT_INDEX" val="2"/>
  <p:tag name="KSO_WM_UNIT_TYPE" val="j"/>
  <p:tag name="KSO_WM_BEAUTIFY_FLAG" val="#wm#"/>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3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341.xml><?xml version="1.0" encoding="utf-8"?>
<p:tagLst xmlns:p="http://schemas.openxmlformats.org/presentationml/2006/main">
  <p:tag name="KSO_WM_UNIT_INDEX" val="3"/>
  <p:tag name="KSO_WM_UNIT_TYPE" val="f"/>
  <p:tag name="KSO_WM_UNIT_SUBTYPE" val="a"/>
  <p:tag name="KSO_WM_BEAUTIFY_FLAG" val="#wm#"/>
</p:tagLst>
</file>

<file path=ppt/tags/tag342.xml><?xml version="1.0" encoding="utf-8"?>
<p:tagLst xmlns:p="http://schemas.openxmlformats.org/presentationml/2006/main">
  <p:tag name="KSO_WM_UNIT_INDEX" val="4"/>
  <p:tag name="KSO_WM_UNIT_TYPE" val="f"/>
  <p:tag name="KSO_WM_UNIT_SUBTYPE" val="a"/>
  <p:tag name="KSO_WM_BEAUTIFY_FLAG" val="#wm#"/>
</p:tagLst>
</file>

<file path=ppt/tags/tag343.xml><?xml version="1.0" encoding="utf-8"?>
<p:tagLst xmlns:p="http://schemas.openxmlformats.org/presentationml/2006/main">
  <p:tag name="KSO_WM_UNIT_INDEX" val="5"/>
  <p:tag name="KSO_WM_UNIT_TYPE" val="f"/>
  <p:tag name="KSO_WM_UNIT_SUBTYPE" val="a"/>
  <p:tag name="KSO_WM_BEAUTIFY_FLAG" val="#wm#"/>
</p:tagLst>
</file>

<file path=ppt/tags/tag344.xml><?xml version="1.0" encoding="utf-8"?>
<p:tagLst xmlns:p="http://schemas.openxmlformats.org/presentationml/2006/main">
  <p:tag name="KSO_WM_UNIT_INDEX" val="6"/>
  <p:tag name="KSO_WM_UNIT_TYPE" val="f"/>
  <p:tag name="KSO_WM_UNIT_SUBTYPE" val="a"/>
  <p:tag name="KSO_WM_BEAUTIFY_FLAG" val="#wm#"/>
</p:tagLst>
</file>

<file path=ppt/tags/tag345.xml><?xml version="1.0" encoding="utf-8"?>
<p:tagLst xmlns:p="http://schemas.openxmlformats.org/presentationml/2006/main">
  <p:tag name="KSO_WM_UNIT_INDEX" val="2"/>
  <p:tag name="KSO_WM_UNIT_TYPE" val="f"/>
  <p:tag name="KSO_WM_UNIT_SUBTYPE" val="a"/>
  <p:tag name="KSO_WM_BEAUTIFY_FLAG" val="#wm#"/>
</p:tagLst>
</file>

<file path=ppt/tags/tag346.xml><?xml version="1.0" encoding="utf-8"?>
<p:tagLst xmlns:p="http://schemas.openxmlformats.org/presentationml/2006/main">
  <p:tag name="KSO_WM_UNIT_TEXT" val="思考题"/>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347.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350.xml><?xml version="1.0" encoding="utf-8"?>
<p:tagLst xmlns:p="http://schemas.openxmlformats.org/presentationml/2006/main">
  <p:tag name="KSO_WM_UNIT_INDEX" val="9"/>
  <p:tag name="KSO_WM_UNIT_TYPE" val="f"/>
  <p:tag name="KSO_WM_UNIT_SUBTYPE" val="a"/>
  <p:tag name="KSO_WM_BEAUTIFY_FLAG" val="#wm#"/>
</p:tagLst>
</file>

<file path=ppt/tags/tag351.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352.xml><?xml version="1.0" encoding="utf-8"?>
<p:tagLst xmlns:p="http://schemas.openxmlformats.org/presentationml/2006/main">
  <p:tag name="KSO_WM_UNIT_INDEX" val="3"/>
  <p:tag name="KSO_WM_UNIT_TYPE" val="j"/>
  <p:tag name="KSO_WM_BEAUTIFY_FLAG" val="#wm#"/>
</p:tagLst>
</file>

<file path=ppt/tags/tag353.xml><?xml version="1.0" encoding="utf-8"?>
<p:tagLst xmlns:p="http://schemas.openxmlformats.org/presentationml/2006/main">
  <p:tag name="KSO_WM_UNIT_INDEX" val="4"/>
  <p:tag name="KSO_WM_UNIT_TYPE" val="j"/>
  <p:tag name="KSO_WM_BEAUTIFY_FLAG" val="#wm#"/>
</p:tagLst>
</file>

<file path=ppt/tags/tag354.xml><?xml version="1.0" encoding="utf-8"?>
<p:tagLst xmlns:p="http://schemas.openxmlformats.org/presentationml/2006/main">
  <p:tag name="KSO_WM_UNIT_INDEX" val="5"/>
  <p:tag name="KSO_WM_UNIT_TYPE" val="j"/>
  <p:tag name="KSO_WM_BEAUTIFY_FLAG" val="#wm#"/>
</p:tagLst>
</file>

<file path=ppt/tags/tag355.xml><?xml version="1.0" encoding="utf-8"?>
<p:tagLst xmlns:p="http://schemas.openxmlformats.org/presentationml/2006/main">
  <p:tag name="KSO_WM_UNIT_INDEX" val="6"/>
  <p:tag name="KSO_WM_UNIT_TYPE" val="j"/>
  <p:tag name="KSO_WM_BEAUTIFY_FLAG" val="#wm#"/>
</p:tagLst>
</file>

<file path=ppt/tags/tag356.xml><?xml version="1.0" encoding="utf-8"?>
<p:tagLst xmlns:p="http://schemas.openxmlformats.org/presentationml/2006/main">
  <p:tag name="KSO_WM_UNIT_INDEX" val="7"/>
  <p:tag name="KSO_WM_UNIT_TYPE" val="j"/>
  <p:tag name="KSO_WM_BEAUTIFY_FLAG" val="#wm#"/>
</p:tagLst>
</file>

<file path=ppt/tags/tag357.xml><?xml version="1.0" encoding="utf-8"?>
<p:tagLst xmlns:p="http://schemas.openxmlformats.org/presentationml/2006/main">
  <p:tag name="KSO_WM_UNIT_INDEX" val="8"/>
  <p:tag name="KSO_WM_UNIT_TYPE" val="j"/>
  <p:tag name="KSO_WM_BEAUTIFY_FLAG" val="#wm#"/>
</p:tagLst>
</file>

<file path=ppt/tags/tag358.xml><?xml version="1.0" encoding="utf-8"?>
<p:tagLst xmlns:p="http://schemas.openxmlformats.org/presentationml/2006/main">
  <p:tag name="KSO_WM_UNIT_INDEX" val="9"/>
  <p:tag name="KSO_WM_UNIT_TYPE" val="j"/>
  <p:tag name="KSO_WM_BEAUTIFY_FLAG" val="#wm#"/>
</p:tagLst>
</file>

<file path=ppt/tags/tag359.xml><?xml version="1.0" encoding="utf-8"?>
<p:tagLst xmlns:p="http://schemas.openxmlformats.org/presentationml/2006/main">
  <p:tag name="KSO_WM_UNIT_INDEX" val="17"/>
  <p:tag name="KSO_WM_UNIT_TYPE" val="f"/>
  <p:tag name="KSO_WM_UNIT_SUBTYPE" val="a"/>
  <p:tag name="KSO_WM_BEAUTIFY_FLAG" val="#wm#"/>
</p:tagLst>
</file>

<file path=ppt/tags/tag360.xml><?xml version="1.0" encoding="utf-8"?>
<p:tagLst xmlns:p="http://schemas.openxmlformats.org/presentationml/2006/main">
  <p:tag name="KSO_WM_UNIT_INDEX" val="18"/>
  <p:tag name="KSO_WM_UNIT_TYPE" val="i"/>
  <p:tag name="KSO_WM_BEAUTIFY_FLAG" val="#wm#"/>
</p:tagLst>
</file>

<file path=ppt/tags/tag361.xml><?xml version="1.0" encoding="utf-8"?>
<p:tagLst xmlns:p="http://schemas.openxmlformats.org/presentationml/2006/main">
  <p:tag name="KSO_WM_UNIT_INDEX" val="27"/>
  <p:tag name="KSO_WM_UNIT_TYPE" val="f"/>
  <p:tag name="KSO_WM_UNIT_SUBTYPE" val="a"/>
  <p:tag name="KSO_WM_BEAUTIFY_FLAG" val="#wm#"/>
</p:tagLst>
</file>

<file path=ppt/tags/tag362.xml><?xml version="1.0" encoding="utf-8"?>
<p:tagLst xmlns:p="http://schemas.openxmlformats.org/presentationml/2006/main">
  <p:tag name="KSO_WM_UNIT_INDEX" val="2"/>
  <p:tag name="KSO_WM_UNIT_TYPE" val="f"/>
  <p:tag name="KSO_WM_UNIT_SUBTYPE" val="a"/>
  <p:tag name="KSO_WM_BEAUTIFY_FLAG" val="#wm#"/>
</p:tagLst>
</file>

<file path=ppt/tags/tag363.xml><?xml version="1.0" encoding="utf-8"?>
<p:tagLst xmlns:p="http://schemas.openxmlformats.org/presentationml/2006/main">
  <p:tag name="KSO_WM_UNIT_INDEX" val="20"/>
  <p:tag name="KSO_WM_UNIT_TYPE" val="j"/>
  <p:tag name="KSO_WM_BEAUTIFY_FLAG" val="#wm#"/>
</p:tagLst>
</file>

<file path=ppt/tags/tag364.xml><?xml version="1.0" encoding="utf-8"?>
<p:tagLst xmlns:p="http://schemas.openxmlformats.org/presentationml/2006/main">
  <p:tag name="KSO_WM_UNIT_INDEX" val="21"/>
  <p:tag name="KSO_WM_UNIT_TYPE" val="j"/>
  <p:tag name="KSO_WM_BEAUTIFY_FLAG" val="#wm#"/>
</p:tagLst>
</file>

<file path=ppt/tags/tag365.xml><?xml version="1.0" encoding="utf-8"?>
<p:tagLst xmlns:p="http://schemas.openxmlformats.org/presentationml/2006/main">
  <p:tag name="KSO_WM_UNIT_INDEX" val="22"/>
  <p:tag name="KSO_WM_UNIT_TYPE" val="j"/>
  <p:tag name="KSO_WM_BEAUTIFY_FLAG" val="#wm#"/>
</p:tagLst>
</file>

<file path=ppt/tags/tag366.xml><?xml version="1.0" encoding="utf-8"?>
<p:tagLst xmlns:p="http://schemas.openxmlformats.org/presentationml/2006/main">
  <p:tag name="KSO_WM_UNIT_INDEX" val="23"/>
  <p:tag name="KSO_WM_UNIT_TYPE" val="j"/>
  <p:tag name="KSO_WM_BEAUTIFY_FLAG" val="#wm#"/>
</p:tagLst>
</file>

<file path=ppt/tags/tag367.xml><?xml version="1.0" encoding="utf-8"?>
<p:tagLst xmlns:p="http://schemas.openxmlformats.org/presentationml/2006/main">
  <p:tag name="KSO_WM_UNIT_INDEX" val="24"/>
  <p:tag name="KSO_WM_UNIT_TYPE" val="j"/>
  <p:tag name="KSO_WM_BEAUTIFY_FLAG" val="#wm#"/>
</p:tagLst>
</file>

<file path=ppt/tags/tag368.xml><?xml version="1.0" encoding="utf-8"?>
<p:tagLst xmlns:p="http://schemas.openxmlformats.org/presentationml/2006/main">
  <p:tag name="KSO_WM_UNIT_INDEX" val="25"/>
  <p:tag name="KSO_WM_UNIT_TYPE" val="j"/>
  <p:tag name="KSO_WM_BEAUTIFY_FLAG" val="#wm#"/>
</p:tagLst>
</file>

<file path=ppt/tags/tag369.xml><?xml version="1.0" encoding="utf-8"?>
<p:tagLst xmlns:p="http://schemas.openxmlformats.org/presentationml/2006/main">
  <p:tag name="KSO_WM_UNIT_INDEX" val="26"/>
  <p:tag name="KSO_WM_UNIT_TYPE" val="j"/>
  <p:tag name="KSO_WM_BEAUTIFY_FLAG" val="#wm#"/>
</p:tagLst>
</file>

<file path=ppt/tags/tag370.xml><?xml version="1.0" encoding="utf-8"?>
<p:tagLst xmlns:p="http://schemas.openxmlformats.org/presentationml/2006/main">
  <p:tag name="KSO_WM_UNIT_INDEX" val="28"/>
  <p:tag name="KSO_WM_UNIT_TYPE" val="j"/>
  <p:tag name="KSO_WM_BEAUTIFY_FLAG" val="#wm#"/>
</p:tagLst>
</file>

<file path=ppt/tags/tag371.xml><?xml version="1.0" encoding="utf-8"?>
<p:tagLst xmlns:p="http://schemas.openxmlformats.org/presentationml/2006/main">
  <p:tag name="KSO_WM_UNIT_INDEX" val="29"/>
  <p:tag name="KSO_WM_UNIT_TYPE" val="j"/>
  <p:tag name="KSO_WM_BEAUTIFY_FLAG" val="#wm#"/>
</p:tagLst>
</file>

<file path=ppt/tags/tag372.xml><?xml version="1.0" encoding="utf-8"?>
<p:tagLst xmlns:p="http://schemas.openxmlformats.org/presentationml/2006/main">
  <p:tag name="KSO_WM_UNIT_INDEX" val="30"/>
  <p:tag name="KSO_WM_UNIT_TYPE" val="j"/>
  <p:tag name="KSO_WM_BEAUTIFY_FLAG" val="#wm#"/>
</p:tagLst>
</file>

<file path=ppt/tags/tag373.xml><?xml version="1.0" encoding="utf-8"?>
<p:tagLst xmlns:p="http://schemas.openxmlformats.org/presentationml/2006/main">
  <p:tag name="KSO_WM_UNIT_INDEX" val="31"/>
  <p:tag name="KSO_WM_UNIT_TYPE" val="j"/>
  <p:tag name="KSO_WM_BEAUTIFY_FLAG" val="#wm#"/>
</p:tagLst>
</file>

<file path=ppt/tags/tag374.xml><?xml version="1.0" encoding="utf-8"?>
<p:tagLst xmlns:p="http://schemas.openxmlformats.org/presentationml/2006/main">
  <p:tag name="KSO_WM_UNIT_INDEX" val="32"/>
  <p:tag name="KSO_WM_UNIT_TYPE" val="j"/>
  <p:tag name="KSO_WM_BEAUTIFY_FLAG" val="#wm#"/>
</p:tagLst>
</file>

<file path=ppt/tags/tag375.xml><?xml version="1.0" encoding="utf-8"?>
<p:tagLst xmlns:p="http://schemas.openxmlformats.org/presentationml/2006/main">
  <p:tag name="KSO_WM_UNIT_INDEX" val="33"/>
  <p:tag name="KSO_WM_UNIT_TYPE" val="j"/>
  <p:tag name="KSO_WM_BEAUTIFY_FLAG" val="#wm#"/>
</p:tagLst>
</file>

<file path=ppt/tags/tag376.xml><?xml version="1.0" encoding="utf-8"?>
<p:tagLst xmlns:p="http://schemas.openxmlformats.org/presentationml/2006/main">
  <p:tag name="KSO_WM_UNIT_INDEX" val="34"/>
  <p:tag name="KSO_WM_UNIT_TYPE" val="j"/>
  <p:tag name="KSO_WM_BEAUTIFY_FLAG" val="#wm#"/>
</p:tagLst>
</file>

<file path=ppt/tags/tag377.xml><?xml version="1.0" encoding="utf-8"?>
<p:tagLst xmlns:p="http://schemas.openxmlformats.org/presentationml/2006/main">
  <p:tag name="KSO_WM_UNIT_INDEX" val="45"/>
  <p:tag name="KSO_WM_UNIT_TYPE" val="j"/>
  <p:tag name="KSO_WM_BEAUTIFY_FLAG" val="#wm#"/>
</p:tagLst>
</file>

<file path=ppt/tags/tag378.xml><?xml version="1.0" encoding="utf-8"?>
<p:tagLst xmlns:p="http://schemas.openxmlformats.org/presentationml/2006/main">
  <p:tag name="KSO_WM_UNIT_INDEX" val="46"/>
  <p:tag name="KSO_WM_UNIT_TYPE" val="j"/>
  <p:tag name="KSO_WM_BEAUTIFY_FLAG" val="#wm#"/>
</p:tagLst>
</file>

<file path=ppt/tags/tag379.xml><?xml version="1.0" encoding="utf-8"?>
<p:tagLst xmlns:p="http://schemas.openxmlformats.org/presentationml/2006/main">
  <p:tag name="KSO_WM_UNIT_INDEX" val="47"/>
  <p:tag name="KSO_WM_UNIT_TYPE" val="j"/>
  <p:tag name="KSO_WM_BEAUTIFY_FLAG" val="#wm#"/>
</p:tagLst>
</file>

<file path=ppt/tags/tag380.xml><?xml version="1.0" encoding="utf-8"?>
<p:tagLst xmlns:p="http://schemas.openxmlformats.org/presentationml/2006/main">
  <p:tag name="KSO_WM_UNIT_INDEX" val="48"/>
  <p:tag name="KSO_WM_UNIT_TYPE" val="j"/>
  <p:tag name="KSO_WM_BEAUTIFY_FLAG" val="#wm#"/>
</p:tagLst>
</file>

<file path=ppt/tags/tag381.xml><?xml version="1.0" encoding="utf-8"?>
<p:tagLst xmlns:p="http://schemas.openxmlformats.org/presentationml/2006/main">
  <p:tag name="KSO_WM_UNIT_INDEX" val="49"/>
  <p:tag name="KSO_WM_UNIT_TYPE" val="j"/>
  <p:tag name="KSO_WM_BEAUTIFY_FLAG" val="#wm#"/>
</p:tagLst>
</file>

<file path=ppt/tags/tag382.xml><?xml version="1.0" encoding="utf-8"?>
<p:tagLst xmlns:p="http://schemas.openxmlformats.org/presentationml/2006/main">
  <p:tag name="KSO_WM_UNIT_INDEX" val="50"/>
  <p:tag name="KSO_WM_UNIT_TYPE" val="j"/>
  <p:tag name="KSO_WM_BEAUTIFY_FLAG" val="#wm#"/>
</p:tagLst>
</file>

<file path=ppt/tags/tag383.xml><?xml version="1.0" encoding="utf-8"?>
<p:tagLst xmlns:p="http://schemas.openxmlformats.org/presentationml/2006/main">
  <p:tag name="KSO_WM_UNIT_INDEX" val="51"/>
  <p:tag name="KSO_WM_UNIT_TYPE" val="j"/>
  <p:tag name="KSO_WM_BEAUTIFY_FLAG" val="#wm#"/>
</p:tagLst>
</file>

<file path=ppt/tags/tag384.xml><?xml version="1.0" encoding="utf-8"?>
<p:tagLst xmlns:p="http://schemas.openxmlformats.org/presentationml/2006/main">
  <p:tag name="KSO_WM_UNIT_INDEX" val="37"/>
  <p:tag name="KSO_WM_UNIT_TYPE" val="j"/>
  <p:tag name="KSO_WM_BEAUTIFY_FLAG" val="#wm#"/>
</p:tagLst>
</file>

<file path=ppt/tags/tag385.xml><?xml version="1.0" encoding="utf-8"?>
<p:tagLst xmlns:p="http://schemas.openxmlformats.org/presentationml/2006/main">
  <p:tag name="KSO_WM_UNIT_INDEX" val="38"/>
  <p:tag name="KSO_WM_UNIT_TYPE" val="j"/>
  <p:tag name="KSO_WM_BEAUTIFY_FLAG" val="#wm#"/>
</p:tagLst>
</file>

<file path=ppt/tags/tag386.xml><?xml version="1.0" encoding="utf-8"?>
<p:tagLst xmlns:p="http://schemas.openxmlformats.org/presentationml/2006/main">
  <p:tag name="KSO_WM_UNIT_INDEX" val="39"/>
  <p:tag name="KSO_WM_UNIT_TYPE" val="j"/>
  <p:tag name="KSO_WM_BEAUTIFY_FLAG" val="#wm#"/>
</p:tagLst>
</file>

<file path=ppt/tags/tag387.xml><?xml version="1.0" encoding="utf-8"?>
<p:tagLst xmlns:p="http://schemas.openxmlformats.org/presentationml/2006/main">
  <p:tag name="KSO_WM_UNIT_INDEX" val="40"/>
  <p:tag name="KSO_WM_UNIT_TYPE" val="j"/>
  <p:tag name="KSO_WM_BEAUTIFY_FLAG" val="#wm#"/>
</p:tagLst>
</file>

<file path=ppt/tags/tag388.xml><?xml version="1.0" encoding="utf-8"?>
<p:tagLst xmlns:p="http://schemas.openxmlformats.org/presentationml/2006/main">
  <p:tag name="KSO_WM_UNIT_INDEX" val="41"/>
  <p:tag name="KSO_WM_UNIT_TYPE" val="j"/>
  <p:tag name="KSO_WM_BEAUTIFY_FLAG" val="#wm#"/>
</p:tagLst>
</file>

<file path=ppt/tags/tag389.xml><?xml version="1.0" encoding="utf-8"?>
<p:tagLst xmlns:p="http://schemas.openxmlformats.org/presentationml/2006/main">
  <p:tag name="KSO_WM_UNIT_INDEX" val="42"/>
  <p:tag name="KSO_WM_UNIT_TYPE" val="j"/>
  <p:tag name="KSO_WM_BEAUTIFY_FLAG" val="#wm#"/>
</p:tagLst>
</file>

<file path=ppt/tags/tag390.xml><?xml version="1.0" encoding="utf-8"?>
<p:tagLst xmlns:p="http://schemas.openxmlformats.org/presentationml/2006/main">
  <p:tag name="KSO_WM_UNIT_INDEX" val="43"/>
  <p:tag name="KSO_WM_UNIT_TYPE" val="j"/>
  <p:tag name="KSO_WM_BEAUTIFY_FLAG" val="#wm#"/>
</p:tagLst>
</file>

<file path=ppt/tags/tag391.xml><?xml version="1.0" encoding="utf-8"?>
<p:tagLst xmlns:p="http://schemas.openxmlformats.org/presentationml/2006/main">
  <p:tag name="KSO_WM_UNIT_INDEX" val="53"/>
  <p:tag name="KSO_WM_UNIT_TYPE" val="j"/>
  <p:tag name="KSO_WM_BEAUTIFY_FLAG" val="#wm#"/>
</p:tagLst>
</file>

<file path=ppt/tags/tag392.xml><?xml version="1.0" encoding="utf-8"?>
<p:tagLst xmlns:p="http://schemas.openxmlformats.org/presentationml/2006/main">
  <p:tag name="KSO_WM_UNIT_INDEX" val="54"/>
  <p:tag name="KSO_WM_UNIT_TYPE" val="j"/>
  <p:tag name="KSO_WM_BEAUTIFY_FLAG" val="#wm#"/>
</p:tagLst>
</file>

<file path=ppt/tags/tag393.xml><?xml version="1.0" encoding="utf-8"?>
<p:tagLst xmlns:p="http://schemas.openxmlformats.org/presentationml/2006/main">
  <p:tag name="KSO_WM_UNIT_INDEX" val="55"/>
  <p:tag name="KSO_WM_UNIT_TYPE" val="j"/>
  <p:tag name="KSO_WM_BEAUTIFY_FLAG" val="#wm#"/>
</p:tagLst>
</file>

<file path=ppt/tags/tag394.xml><?xml version="1.0" encoding="utf-8"?>
<p:tagLst xmlns:p="http://schemas.openxmlformats.org/presentationml/2006/main">
  <p:tag name="KSO_WM_UNIT_INDEX" val="56"/>
  <p:tag name="KSO_WM_UNIT_TYPE" val="j"/>
  <p:tag name="KSO_WM_BEAUTIFY_FLAG" val="#wm#"/>
</p:tagLst>
</file>

<file path=ppt/tags/tag395.xml><?xml version="1.0" encoding="utf-8"?>
<p:tagLst xmlns:p="http://schemas.openxmlformats.org/presentationml/2006/main">
  <p:tag name="KSO_WM_UNIT_INDEX" val="57"/>
  <p:tag name="KSO_WM_UNIT_TYPE" val="j"/>
  <p:tag name="KSO_WM_BEAUTIFY_FLAG" val="#wm#"/>
</p:tagLst>
</file>

<file path=ppt/tags/tag396.xml><?xml version="1.0" encoding="utf-8"?>
<p:tagLst xmlns:p="http://schemas.openxmlformats.org/presentationml/2006/main">
  <p:tag name="KSO_WM_UNIT_INDEX" val="58"/>
  <p:tag name="KSO_WM_UNIT_TYPE" val="j"/>
  <p:tag name="KSO_WM_BEAUTIFY_FLAG" val="#wm#"/>
</p:tagLst>
</file>

<file path=ppt/tags/tag397.xml><?xml version="1.0" encoding="utf-8"?>
<p:tagLst xmlns:p="http://schemas.openxmlformats.org/presentationml/2006/main">
  <p:tag name="KSO_WM_UNIT_INDEX" val="59"/>
  <p:tag name="KSO_WM_UNIT_TYPE" val="j"/>
  <p:tag name="KSO_WM_BEAUTIFY_FLAG" val="#wm#"/>
</p:tagLst>
</file>

<file path=ppt/tags/tag398.xml><?xml version="1.0" encoding="utf-8"?>
<p:tagLst xmlns:p="http://schemas.openxmlformats.org/presentationml/2006/main">
  <p:tag name="KSO_WM_UNIT_INDEX" val="19"/>
  <p:tag name="KSO_WM_UNIT_TYPE" val="f"/>
  <p:tag name="KSO_WM_UNIT_SUBTYPE" val="a"/>
  <p:tag name="KSO_WM_BEAUTIFY_FLAG" val="#wm#"/>
</p:tagLst>
</file>

<file path=ppt/tags/tag399.xml><?xml version="1.0" encoding="utf-8"?>
<p:tagLst xmlns:p="http://schemas.openxmlformats.org/presentationml/2006/main">
  <p:tag name="KSO_WM_UNIT_INDEX" val="35"/>
  <p:tag name="KSO_WM_UNIT_TYPE" val="f"/>
  <p:tag name="KSO_WM_UNIT_SUBTYPE" val="a"/>
  <p:tag name="KSO_WM_BEAUTIFY_FLAG" val="#wm#"/>
</p:tagLst>
</file>

<file path=ppt/tags/tag400.xml><?xml version="1.0" encoding="utf-8"?>
<p:tagLst xmlns:p="http://schemas.openxmlformats.org/presentationml/2006/main">
  <p:tag name="KSO_WM_UNIT_INDEX" val="36"/>
  <p:tag name="KSO_WM_UNIT_TYPE" val="f"/>
  <p:tag name="KSO_WM_UNIT_SUBTYPE" val="a"/>
  <p:tag name="KSO_WM_BEAUTIFY_FLAG" val="#wm#"/>
</p:tagLst>
</file>

<file path=ppt/tags/tag401.xml><?xml version="1.0" encoding="utf-8"?>
<p:tagLst xmlns:p="http://schemas.openxmlformats.org/presentationml/2006/main">
  <p:tag name="KSO_WM_UNIT_INDEX" val="44"/>
  <p:tag name="KSO_WM_UNIT_TYPE" val="f"/>
  <p:tag name="KSO_WM_UNIT_SUBTYPE" val="a"/>
  <p:tag name="KSO_WM_BEAUTIFY_FLAG" val="#wm#"/>
</p:tagLst>
</file>

<file path=ppt/tags/tag402.xml><?xml version="1.0" encoding="utf-8"?>
<p:tagLst xmlns:p="http://schemas.openxmlformats.org/presentationml/2006/main">
  <p:tag name="KSO_WM_UNIT_INDEX" val="52"/>
  <p:tag name="KSO_WM_UNIT_TYPE" val="f"/>
  <p:tag name="KSO_WM_UNIT_SUBTYPE" val="a"/>
  <p:tag name="KSO_WM_BEAUTIFY_FLAG" val="#wm#"/>
</p:tagLst>
</file>

<file path=ppt/tags/tag403.xml><?xml version="1.0" encoding="utf-8"?>
<p:tagLst xmlns:p="http://schemas.openxmlformats.org/presentationml/2006/main">
  <p:tag name="KSO_WM_UNIT_INDEX" val="60"/>
  <p:tag name="KSO_WM_UNIT_TYPE" val="f"/>
  <p:tag name="KSO_WM_UNIT_SUBTYPE" val="a"/>
  <p:tag name="KSO_WM_BEAUTIFY_FLAG" val="#wm#"/>
</p:tagLst>
</file>

<file path=ppt/tags/tag404.xml><?xml version="1.0" encoding="utf-8"?>
<p:tagLst xmlns:p="http://schemas.openxmlformats.org/presentationml/2006/main">
  <p:tag name="KSO_WM_UNIT_TEXT" val="常见的算法时间复杂度"/>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05.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07.xml><?xml version="1.0" encoding="utf-8"?>
<p:tagLst xmlns:p="http://schemas.openxmlformats.org/presentationml/2006/main">
  <p:tag name="KSO_WM_UNIT_INDEX" val="13"/>
  <p:tag name="KSO_WM_UNIT_TYPE" val="f"/>
  <p:tag name="KSO_WM_UNIT_SUBTYPE" val="a"/>
  <p:tag name="KSO_WM_BEAUTIFY_FLAG" val="#wm#"/>
</p:tagLst>
</file>

<file path=ppt/tags/tag408.xml><?xml version="1.0" encoding="utf-8"?>
<p:tagLst xmlns:p="http://schemas.openxmlformats.org/presentationml/2006/main">
  <p:tag name="KSO_WM_UNIT_TEXT" val="算法复杂度分析示例1：选择排序"/>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0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10.xml><?xml version="1.0" encoding="utf-8"?>
<p:tagLst xmlns:p="http://schemas.openxmlformats.org/presentationml/2006/main">
  <p:tag name="KSO_WM_UNIT_INDEX" val="24"/>
  <p:tag name="KSO_WM_UNIT_TYPE" val="f"/>
  <p:tag name="KSO_WM_UNIT_SUBTYPE" val="a"/>
  <p:tag name="KSO_WM_BEAUTIFY_FLAG" val="#wm#"/>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12.xml><?xml version="1.0" encoding="utf-8"?>
<p:tagLst xmlns:p="http://schemas.openxmlformats.org/presentationml/2006/main">
  <p:tag name="KSO_WM_UNIT_INDEX" val="17"/>
  <p:tag name="KSO_WM_UNIT_TYPE" val="f"/>
  <p:tag name="KSO_WM_UNIT_SUBTYPE" val="a"/>
  <p:tag name="KSO_WM_BEAUTIFY_FLAG" val="#wm#"/>
</p:tagLst>
</file>

<file path=ppt/tags/tag413.xml><?xml version="1.0" encoding="utf-8"?>
<p:tagLst xmlns:p="http://schemas.openxmlformats.org/presentationml/2006/main">
  <p:tag name="KSO_WM_UNIT_INDEX" val="18"/>
  <p:tag name="KSO_WM_UNIT_TYPE" val="f"/>
  <p:tag name="KSO_WM_UNIT_SUBTYPE" val="a"/>
  <p:tag name="KSO_WM_BEAUTIFY_FLAG" val="#wm#"/>
</p:tagLst>
</file>

<file path=ppt/tags/tag414.xml><?xml version="1.0" encoding="utf-8"?>
<p:tagLst xmlns:p="http://schemas.openxmlformats.org/presentationml/2006/main">
  <p:tag name="KSO_WM_UNIT_INDEX" val="20"/>
  <p:tag name="KSO_WM_UNIT_TYPE" val="f"/>
  <p:tag name="KSO_WM_UNIT_SUBTYPE" val="a"/>
  <p:tag name="KSO_WM_BEAUTIFY_FLAG" val="#wm#"/>
</p:tagLst>
</file>

<file path=ppt/tags/tag415.xml><?xml version="1.0" encoding="utf-8"?>
<p:tagLst xmlns:p="http://schemas.openxmlformats.org/presentationml/2006/main">
  <p:tag name="KSO_WM_UNIT_INDEX" val="23"/>
  <p:tag name="KSO_WM_UNIT_TYPE" val="f"/>
  <p:tag name="KSO_WM_UNIT_SUBTYPE" val="a"/>
  <p:tag name="KSO_WM_BEAUTIFY_FLAG" val="#wm#"/>
</p:tagLst>
</file>

<file path=ppt/tags/tag416.xml><?xml version="1.0" encoding="utf-8"?>
<p:tagLst xmlns:p="http://schemas.openxmlformats.org/presentationml/2006/main">
  <p:tag name="KSO_WM_UNIT_INDEX" val="22"/>
  <p:tag name="KSO_WM_UNIT_TYPE" val="i"/>
  <p:tag name="KSO_WM_BEAUTIFY_FLAG" val="#wm#"/>
</p:tagLst>
</file>

<file path=ppt/tags/tag417.xml><?xml version="1.0" encoding="utf-8"?>
<p:tagLst xmlns:p="http://schemas.openxmlformats.org/presentationml/2006/main">
  <p:tag name="KSO_WM_UNIT_INDEX" val="21"/>
  <p:tag name="KSO_WM_UNIT_TYPE" val="f"/>
  <p:tag name="KSO_WM_UNIT_SUBTYPE" val="a"/>
  <p:tag name="KSO_WM_BEAUTIFY_FLAG" val="#wm#"/>
</p:tagLst>
</file>

<file path=ppt/tags/tag418.xml><?xml version="1.0" encoding="utf-8"?>
<p:tagLst xmlns:p="http://schemas.openxmlformats.org/presentationml/2006/main">
  <p:tag name="KSO_WM_UNIT_INDEX" val="16"/>
  <p:tag name="KSO_WM_UNIT_TYPE" val="i"/>
  <p:tag name="KSO_WM_BEAUTIFY_FLAG" val="#wm#"/>
</p:tagLst>
</file>

<file path=ppt/tags/tag419.xml><?xml version="1.0" encoding="utf-8"?>
<p:tagLst xmlns:p="http://schemas.openxmlformats.org/presentationml/2006/main">
  <p:tag name="KSO_WM_UNIT_INDEX" val="19"/>
  <p:tag name="KSO_WM_UNIT_TYPE" val="i"/>
  <p:tag name="KSO_WM_BEAUTIFY_FLAG" val="#wm#"/>
</p:tagLst>
</file>

<file path=ppt/tags/tag420.xml><?xml version="1.0" encoding="utf-8"?>
<p:tagLst xmlns:p="http://schemas.openxmlformats.org/presentationml/2006/main">
  <p:tag name="KSO_WM_UNIT_INDEX" val="15"/>
  <p:tag name="KSO_WM_UNIT_TYPE" val="f"/>
  <p:tag name="KSO_WM_UNIT_SUBTYPE" val="a"/>
  <p:tag name="KSO_WM_BEAUTIFY_FLAG" val="#wm#"/>
</p:tagLst>
</file>

<file path=ppt/tags/tag421.xml><?xml version="1.0" encoding="utf-8"?>
<p:tagLst xmlns:p="http://schemas.openxmlformats.org/presentationml/2006/main">
  <p:tag name="KSO_WM_UNIT_TEXT" val="算法复杂度分析示例1：选择排序"/>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22.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24.xml><?xml version="1.0" encoding="utf-8"?>
<p:tagLst xmlns:p="http://schemas.openxmlformats.org/presentationml/2006/main">
  <p:tag name="KSO_WM_UNIT_INDEX" val="10"/>
  <p:tag name="KSO_WM_UNIT_TYPE" val="f"/>
  <p:tag name="KSO_WM_UNIT_SUBTYPE" val="a"/>
  <p:tag name="KSO_WM_BEAUTIFY_FLAG" val="#wm#"/>
</p:tagLst>
</file>

<file path=ppt/tags/tag425.xml><?xml version="1.0" encoding="utf-8"?>
<p:tagLst xmlns:p="http://schemas.openxmlformats.org/presentationml/2006/main">
  <p:tag name="KSO_WM_UNIT_TEXT" val="算法复杂度分析示例1：选择排序"/>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2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28.xml><?xml version="1.0" encoding="utf-8"?>
<p:tagLst xmlns:p="http://schemas.openxmlformats.org/presentationml/2006/main">
  <p:tag name="KSO_WM_UNIT_INDEX" val="9"/>
  <p:tag name="KSO_WM_UNIT_TYPE" val="f"/>
  <p:tag name="KSO_WM_UNIT_SUBTYPE" val="a"/>
  <p:tag name="KSO_WM_BEAUTIFY_FLAG" val="#wm#"/>
</p:tagLst>
</file>

<file path=ppt/tags/tag429.xml><?xml version="1.0" encoding="utf-8"?>
<p:tagLst xmlns:p="http://schemas.openxmlformats.org/presentationml/2006/main">
  <p:tag name="KSO_WM_UNIT_TEXT" val="算法复杂度分析"/>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30.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31.xml><?xml version="1.0" encoding="utf-8"?>
<p:tagLst xmlns:p="http://schemas.openxmlformats.org/presentationml/2006/main">
  <p:tag name="KSO_WM_UNIT_INDEX" val="1_1_2"/>
  <p:tag name="KSO_WM_UNIT_TYPE" val="l_h_f"/>
  <p:tag name="KSO_WM_UNIT_SUBTYPE" val="a"/>
  <p:tag name="KSO_WM_TEMPLATE_CATEGORY" val="diagram"/>
  <p:tag name="KSO_WM_TEMPLATE_INDEX" val="19882022"/>
  <p:tag name="KSO_WM_UNIT_ID" val="diagram19882022*l_h_f*1_1_2"/>
  <p:tag name="KSO_WM_DIAGRAM_GROUP_CODE" val="l1-1"/>
  <p:tag name="KSO_WM_TAG_VERSION" val="2.0"/>
  <p:tag name="KSO_WM_BEAUTIFY_FLAG" val="#wm#"/>
</p:tagLst>
</file>

<file path=ppt/tags/tag432.xml><?xml version="1.0" encoding="utf-8"?>
<p:tagLst xmlns:p="http://schemas.openxmlformats.org/presentationml/2006/main">
  <p:tag name="KSO_WM_UNIT_INDEX" val="1_1_1"/>
  <p:tag name="KSO_WM_UNIT_TYPE" val="l_h_j"/>
  <p:tag name="KSO_WM_TEMPLATE_CATEGORY" val="diagram"/>
  <p:tag name="KSO_WM_TEMPLATE_INDEX" val="19882022"/>
  <p:tag name="KSO_WM_UNIT_ID" val="diagram19882022*l_h_j*1_1_1"/>
  <p:tag name="KSO_WM_DIAGRAM_GROUP_CODE" val="l1-1"/>
  <p:tag name="KSO_WM_TAG_VERSION" val="2.0"/>
  <p:tag name="KSO_WM_BEAUTIFY_FLAG" val="#wm#"/>
</p:tagLst>
</file>

<file path=ppt/tags/tag433.xml><?xml version="1.0" encoding="utf-8"?>
<p:tagLst xmlns:p="http://schemas.openxmlformats.org/presentationml/2006/main">
  <p:tag name="KSO_WM_UNIT_INDEX" val="1_2_2"/>
  <p:tag name="KSO_WM_UNIT_TYPE" val="l_h_f"/>
  <p:tag name="KSO_WM_UNIT_SUBTYPE" val="a"/>
  <p:tag name="KSO_WM_TEMPLATE_CATEGORY" val="diagram"/>
  <p:tag name="KSO_WM_TEMPLATE_INDEX" val="19882022"/>
  <p:tag name="KSO_WM_UNIT_ID" val="diagram19882022*l_h_f*1_2_2"/>
  <p:tag name="KSO_WM_DIAGRAM_GROUP_CODE" val="l1-1"/>
  <p:tag name="KSO_WM_TAG_VERSION" val="2.0"/>
  <p:tag name="KSO_WM_BEAUTIFY_FLAG" val="#wm#"/>
</p:tagLst>
</file>

<file path=ppt/tags/tag434.xml><?xml version="1.0" encoding="utf-8"?>
<p:tagLst xmlns:p="http://schemas.openxmlformats.org/presentationml/2006/main">
  <p:tag name="KSO_WM_UNIT_INDEX" val="1_2_1"/>
  <p:tag name="KSO_WM_UNIT_TYPE" val="l_h_j"/>
  <p:tag name="KSO_WM_TEMPLATE_CATEGORY" val="diagram"/>
  <p:tag name="KSO_WM_TEMPLATE_INDEX" val="19882022"/>
  <p:tag name="KSO_WM_UNIT_ID" val="diagram19882022*l_h_j*1_2_1"/>
  <p:tag name="KSO_WM_DIAGRAM_GROUP_CODE" val="l1-1"/>
  <p:tag name="KSO_WM_TAG_VERSION" val="2.0"/>
  <p:tag name="KSO_WM_BEAUTIFY_FLAG" val="#wm#"/>
</p:tagLst>
</file>

<file path=ppt/tags/tag435.xml><?xml version="1.0" encoding="utf-8"?>
<p:tagLst xmlns:p="http://schemas.openxmlformats.org/presentationml/2006/main">
  <p:tag name="KSO_WM_UNIT_INDEX" val="1_3_2"/>
  <p:tag name="KSO_WM_UNIT_TYPE" val="l_h_f"/>
  <p:tag name="KSO_WM_UNIT_SUBTYPE" val="a"/>
  <p:tag name="KSO_WM_TEMPLATE_CATEGORY" val="diagram"/>
  <p:tag name="KSO_WM_TEMPLATE_INDEX" val="19882022"/>
  <p:tag name="KSO_WM_UNIT_ID" val="diagram19882022*l_h_f*1_3_2"/>
  <p:tag name="KSO_WM_DIAGRAM_GROUP_CODE" val="l1-1"/>
  <p:tag name="KSO_WM_TAG_VERSION" val="2.0"/>
  <p:tag name="KSO_WM_BEAUTIFY_FLAG" val="#wm#"/>
</p:tagLst>
</file>

<file path=ppt/tags/tag436.xml><?xml version="1.0" encoding="utf-8"?>
<p:tagLst xmlns:p="http://schemas.openxmlformats.org/presentationml/2006/main">
  <p:tag name="KSO_WM_UNIT_INDEX" val="1_3_1"/>
  <p:tag name="KSO_WM_UNIT_TYPE" val="l_h_j"/>
  <p:tag name="KSO_WM_TEMPLATE_CATEGORY" val="diagram"/>
  <p:tag name="KSO_WM_TEMPLATE_INDEX" val="19882022"/>
  <p:tag name="KSO_WM_UNIT_ID" val="diagram19882022*l_h_j*1_3_1"/>
  <p:tag name="KSO_WM_DIAGRAM_GROUP_CODE" val="l1-1"/>
  <p:tag name="KSO_WM_TAG_VERSION" val="2.0"/>
  <p:tag name="KSO_WM_BEAUTIFY_FLAG" val="#wm#"/>
</p:tagLst>
</file>

<file path=ppt/tags/tag437.xml><?xml version="1.0" encoding="utf-8"?>
<p:tagLst xmlns:p="http://schemas.openxmlformats.org/presentationml/2006/main">
  <p:tag name="KSO_WM_UNIT_INDEX" val="1_4_1"/>
  <p:tag name="KSO_WM_UNIT_TYPE" val="l_h_f"/>
  <p:tag name="KSO_WM_UNIT_SUBTYPE" val="a"/>
  <p:tag name="KSO_WM_TEMPLATE_CATEGORY" val="diagram"/>
  <p:tag name="KSO_WM_TEMPLATE_INDEX" val="19882022"/>
  <p:tag name="KSO_WM_UNIT_ID" val="diagram19882022*l_h_f*1_4_1"/>
  <p:tag name="KSO_WM_DIAGRAM_GROUP_CODE" val="l1-1"/>
  <p:tag name="KSO_WM_TAG_VERSION" val="2.0"/>
  <p:tag name="KSO_WM_BEAUTIFY_FLAG" val="#wm#"/>
</p:tagLst>
</file>

<file path=ppt/tags/tag438.xml><?xml version="1.0" encoding="utf-8"?>
<p:tagLst xmlns:p="http://schemas.openxmlformats.org/presentationml/2006/main">
  <p:tag name="KSO_WM_UNIT_INDEX" val="1_4_2"/>
  <p:tag name="KSO_WM_UNIT_TYPE" val="l_h_j"/>
  <p:tag name="KSO_WM_TEMPLATE_CATEGORY" val="diagram"/>
  <p:tag name="KSO_WM_TEMPLATE_INDEX" val="19882022"/>
  <p:tag name="KSO_WM_UNIT_ID" val="diagram19882022*l_h_j*1_4_2"/>
  <p:tag name="KSO_WM_DIAGRAM_GROUP_CODE" val="l1-1"/>
  <p:tag name="KSO_WM_TAG_VERSION" val="2.0"/>
  <p:tag name="KSO_WM_BEAUTIFY_FLAG" val="#wm#"/>
</p:tagLst>
</file>

<file path=ppt/tags/tag439.xml><?xml version="1.0" encoding="utf-8"?>
<p:tagLst xmlns:p="http://schemas.openxmlformats.org/presentationml/2006/main">
  <p:tag name="KSO_WM_UNIT_TEXT" val="算法复杂度分析示例1：选择排序"/>
  <p:tag name="KSO_WM_UNIT_INDEX" val="1"/>
  <p:tag name="KSO_WM_UNIT_TYPE" val="a"/>
  <p:tag name="KSO_WM_BEAUTIFY_FLAG" val="#wm#"/>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40.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42.xml><?xml version="1.0" encoding="utf-8"?>
<p:tagLst xmlns:p="http://schemas.openxmlformats.org/presentationml/2006/main">
  <p:tag name="KSO_WM_UNIT_INDEX" val="12"/>
  <p:tag name="KSO_WM_UNIT_TYPE" val="f"/>
  <p:tag name="KSO_WM_UNIT_SUBTYPE" val="a"/>
  <p:tag name="KSO_WM_BEAUTIFY_FLAG" val="#wm#"/>
</p:tagLst>
</file>

<file path=ppt/tags/tag443.xml><?xml version="1.0" encoding="utf-8"?>
<p:tagLst xmlns:p="http://schemas.openxmlformats.org/presentationml/2006/main">
  <p:tag name="KSO_WM_UNIT_INDEX" val="11"/>
  <p:tag name="KSO_WM_UNIT_TYPE" val="f"/>
  <p:tag name="KSO_WM_UNIT_SUBTYPE" val="a"/>
  <p:tag name="KSO_WM_BEAUTIFY_FLAG" val="#wm#"/>
</p:tagLst>
</file>

<file path=ppt/tags/tag444.xml><?xml version="1.0" encoding="utf-8"?>
<p:tagLst xmlns:p="http://schemas.openxmlformats.org/presentationml/2006/main">
  <p:tag name="KSO_WM_UNIT_TEXT" val="算法复杂度分析示例2：归并排序"/>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45.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46.xml><?xml version="1.0" encoding="utf-8"?>
<p:tagLst xmlns:p="http://schemas.openxmlformats.org/presentationml/2006/main">
  <p:tag name="KSO_WM_UNIT_INDEX" val="13"/>
  <p:tag name="KSO_WM_UNIT_TYPE" val="f"/>
  <p:tag name="KSO_WM_UNIT_SUBTYPE" val="a"/>
  <p:tag name="KSO_WM_BEAUTIFY_FLAG" val="#wm#"/>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48.xml><?xml version="1.0" encoding="utf-8"?>
<p:tagLst xmlns:p="http://schemas.openxmlformats.org/presentationml/2006/main">
  <p:tag name="KSO_WM_UNIT_TEXT" val="算法复杂度分析示例2：归并排序"/>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44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52.xml><?xml version="1.0" encoding="utf-8"?>
<p:tagLst xmlns:p="http://schemas.openxmlformats.org/presentationml/2006/main">
  <p:tag name="KSO_WM_UNIT_INDEX" val="4"/>
  <p:tag name="KSO_WM_UNIT_TYPE" val="j"/>
  <p:tag name="KSO_WM_BEAUTIFY_FLAG" val="#wm#"/>
</p:tagLst>
</file>

<file path=ppt/tags/tag453.xml><?xml version="1.0" encoding="utf-8"?>
<p:tagLst xmlns:p="http://schemas.openxmlformats.org/presentationml/2006/main">
  <p:tag name="KSO_WM_UNIT_INDEX" val="7"/>
  <p:tag name="KSO_WM_UNIT_TYPE" val="j"/>
  <p:tag name="KSO_WM_BEAUTIFY_FLAG" val="#wm#"/>
</p:tagLst>
</file>

<file path=ppt/tags/tag454.xml><?xml version="1.0" encoding="utf-8"?>
<p:tagLst xmlns:p="http://schemas.openxmlformats.org/presentationml/2006/main">
  <p:tag name="KSO_WM_UNIT_INDEX" val="2"/>
  <p:tag name="KSO_WM_UNIT_TYPE" val="j"/>
  <p:tag name="KSO_WM_BEAUTIFY_FLAG" val="#wm#"/>
</p:tagLst>
</file>

<file path=ppt/tags/tag455.xml><?xml version="1.0" encoding="utf-8"?>
<p:tagLst xmlns:p="http://schemas.openxmlformats.org/presentationml/2006/main">
  <p:tag name="KSO_WM_UNIT_INDEX" val="6"/>
  <p:tag name="KSO_WM_UNIT_TYPE" val="f"/>
  <p:tag name="KSO_WM_UNIT_SUBTYPE" val="a"/>
  <p:tag name="KSO_WM_BEAUTIFY_FLAG" val="#wm#"/>
</p:tagLst>
</file>

<file path=ppt/tags/tag456.xml><?xml version="1.0" encoding="utf-8"?>
<p:tagLst xmlns:p="http://schemas.openxmlformats.org/presentationml/2006/main">
  <p:tag name="KSO_WM_UNIT_INDEX" val="5"/>
  <p:tag name="KSO_WM_UNIT_TYPE" val="f"/>
  <p:tag name="KSO_WM_UNIT_SUBTYPE" val="a"/>
  <p:tag name="KSO_WM_BEAUTIFY_FLAG" val="#wm#"/>
</p:tagLst>
</file>

<file path=ppt/tags/tag457.xml><?xml version="1.0" encoding="utf-8"?>
<p:tagLst xmlns:p="http://schemas.openxmlformats.org/presentationml/2006/main">
  <p:tag name="KSO_WM_UNIT_INDEX" val="8"/>
  <p:tag name="KSO_WM_UNIT_TYPE" val="f"/>
  <p:tag name="KSO_WM_UNIT_SUBTYPE" val="a"/>
  <p:tag name="KSO_WM_BEAUTIFY_FLAG" val="#wm#"/>
</p:tagLst>
</file>

<file path=ppt/tags/tag458.xml><?xml version="1.0" encoding="utf-8"?>
<p:tagLst xmlns:p="http://schemas.openxmlformats.org/presentationml/2006/main">
  <p:tag name="KSO_WM_UNIT_INDEX" val="3"/>
  <p:tag name="KSO_WM_UNIT_TYPE" val="f"/>
  <p:tag name="KSO_WM_UNIT_SUBTYPE" val="a"/>
  <p:tag name="KSO_WM_BEAUTIFY_FLAG" val="#wm#"/>
</p:tagLst>
</file>

<file path=ppt/tags/tag459.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60.xml><?xml version="1.0" encoding="utf-8"?>
<p:tagLst xmlns:p="http://schemas.openxmlformats.org/presentationml/2006/main">
  <p:tag name="KSO_WM_UNIT_INDEX" val="2"/>
  <p:tag name="KSO_WM_UNIT_TYPE" val="f"/>
  <p:tag name="KSO_WM_UNIT_SUBTYPE" val="a"/>
  <p:tag name="KSO_WM_BEAUTIFY_FLAG" val="#wm#"/>
</p:tagLst>
</file>

<file path=ppt/tags/tag461.xml><?xml version="1.0" encoding="utf-8"?>
<p:tagLst xmlns:p="http://schemas.openxmlformats.org/presentationml/2006/main">
  <p:tag name="KSO_WM_UNIT_INDEX" val="3"/>
  <p:tag name="KSO_WM_UNIT_TYPE" val="f"/>
  <p:tag name="KSO_WM_UNIT_SUBTYPE" val="a"/>
  <p:tag name="KSO_WM_BEAUTIFY_FLAG" val="#wm#"/>
</p:tagLst>
</file>

<file path=ppt/tags/tag462.xml><?xml version="1.0" encoding="utf-8"?>
<p:tagLst xmlns:p="http://schemas.openxmlformats.org/presentationml/2006/main">
  <p:tag name="KSO_WM_UNIT_INDEX" val="4"/>
  <p:tag name="KSO_WM_UNIT_TYPE" val="f"/>
  <p:tag name="KSO_WM_UNIT_SUBTYPE" val="a"/>
  <p:tag name="KSO_WM_BEAUTIFY_FLAG" val="#wm#"/>
</p:tagLst>
</file>

<file path=ppt/tags/tag463.xml><?xml version="1.0" encoding="utf-8"?>
<p:tagLst xmlns:p="http://schemas.openxmlformats.org/presentationml/2006/main">
  <p:tag name="KSO_WM_UNIT_INDEX" val="5"/>
  <p:tag name="KSO_WM_UNIT_TYPE" val="f"/>
  <p:tag name="KSO_WM_UNIT_SUBTYPE" val="a"/>
  <p:tag name="KSO_WM_BEAUTIFY_FLAG" val="#wm#"/>
</p:tagLst>
</file>

<file path=ppt/tags/tag464.xml><?xml version="1.0" encoding="utf-8"?>
<p:tagLst xmlns:p="http://schemas.openxmlformats.org/presentationml/2006/main">
  <p:tag name="KSO_WM_UNIT_INDEX" val="6"/>
  <p:tag name="KSO_WM_UNIT_TYPE" val="f"/>
  <p:tag name="KSO_WM_UNIT_SUBTYPE" val="a"/>
  <p:tag name="KSO_WM_BEAUTIFY_FLAG" val="#wm#"/>
</p:tagLst>
</file>

<file path=ppt/tags/tag465.xml><?xml version="1.0" encoding="utf-8"?>
<p:tagLst xmlns:p="http://schemas.openxmlformats.org/presentationml/2006/main">
  <p:tag name="KSO_WM_UNIT_INDEX" val="7"/>
  <p:tag name="KSO_WM_UNIT_TYPE" val="f"/>
  <p:tag name="KSO_WM_UNIT_SUBTYPE" val="a"/>
  <p:tag name="KSO_WM_BEAUTIFY_FLAG" val="#wm#"/>
</p:tagLst>
</file>

<file path=ppt/tags/tag466.xml><?xml version="1.0" encoding="utf-8"?>
<p:tagLst xmlns:p="http://schemas.openxmlformats.org/presentationml/2006/main">
  <p:tag name="KSO_WM_UNIT_INDEX" val="1"/>
  <p:tag name="KSO_WM_UNIT_SUBTYPE" val="a"/>
  <p:tag name="KSO_WM_BEAUTIFY_FLAG" val="#wm#"/>
  <p:tag name="KSO_WM_UNIT_TYPE_DROP" val="f"/>
</p:tagLst>
</file>

<file path=ppt/tags/tag467.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70.xml><?xml version="1.0" encoding="utf-8"?>
<p:tagLst xmlns:p="http://schemas.openxmlformats.org/presentationml/2006/main">
  <p:tag name="KSO_WM_UNIT_INDEX" val="2"/>
  <p:tag name="KSO_WM_UNIT_TYPE" val="f"/>
  <p:tag name="KSO_WM_UNIT_SUBTYPE" val="a"/>
  <p:tag name="KSO_WM_BEAUTIFY_FLAG" val="#wm#"/>
</p:tagLst>
</file>

<file path=ppt/tags/tag471.xml><?xml version="1.0" encoding="utf-8"?>
<p:tagLst xmlns:p="http://schemas.openxmlformats.org/presentationml/2006/main">
  <p:tag name="KSO_WM_UNIT_INDEX" val="1_1_2"/>
  <p:tag name="KSO_WM_UNIT_TYPE" val="l_h_f"/>
  <p:tag name="KSO_WM_UNIT_SUBTYPE" val="a"/>
  <p:tag name="KSO_WM_TEMPLATE_CATEGORY" val="diagram"/>
  <p:tag name="KSO_WM_TEMPLATE_INDEX" val="19882022"/>
  <p:tag name="KSO_WM_UNIT_ID" val="diagram19882022*l_h_f*1_1_2"/>
  <p:tag name="KSO_WM_DIAGRAM_GROUP_CODE" val="l1-1"/>
  <p:tag name="KSO_WM_TAG_VERSION" val="2.0"/>
  <p:tag name="KSO_WM_BEAUTIFY_FLAG" val="#wm#"/>
</p:tagLst>
</file>

<file path=ppt/tags/tag472.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UNIT_ID" val="diagram19882022*l_h_f*1_2_1"/>
  <p:tag name="KSO_WM_DIAGRAM_GROUP_CODE" val="l1-1"/>
  <p:tag name="KSO_WM_TAG_VERSION" val="2.0"/>
  <p:tag name="KSO_WM_BEAUTIFY_FLAG" val="#wm#"/>
</p:tagLst>
</file>

<file path=ppt/tags/tag473.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UNIT_ID" val="diagram19882022*l_h_f*1_2_1"/>
  <p:tag name="KSO_WM_DIAGRAM_GROUP_CODE" val="l1-1"/>
  <p:tag name="KSO_WM_TAG_VERSION" val="2.0"/>
  <p:tag name="KSO_WM_BEAUTIFY_FLAG" val="#wm#"/>
</p:tagLst>
</file>

<file path=ppt/tags/tag474.xml><?xml version="1.0" encoding="utf-8"?>
<p:tagLst xmlns:p="http://schemas.openxmlformats.org/presentationml/2006/main">
  <p:tag name="KSO_WM_UNIT_INDEX" val="1_1_1"/>
  <p:tag name="KSO_WM_UNIT_TYPE" val="l_h_f"/>
  <p:tag name="KSO_WM_UNIT_SUBTYPE" val="a"/>
  <p:tag name="KSO_WM_TEMPLATE_CATEGORY" val="diagram"/>
  <p:tag name="KSO_WM_TEMPLATE_INDEX" val="19882022"/>
  <p:tag name="KSO_WM_UNIT_ID" val="diagram19882022*l_h_f*1_1_1"/>
  <p:tag name="KSO_WM_DIAGRAM_GROUP_CODE" val="l1-1"/>
  <p:tag name="KSO_WM_TAG_VERSION" val="2.0"/>
  <p:tag name="KSO_WM_BEAUTIFY_FLAG" val="#wm#"/>
</p:tagLst>
</file>

<file path=ppt/tags/tag475.xml><?xml version="1.0" encoding="utf-8"?>
<p:tagLst xmlns:p="http://schemas.openxmlformats.org/presentationml/2006/main">
  <p:tag name="KSO_WM_UNIT_INDEX" val="1_1_1"/>
  <p:tag name="KSO_WM_UNIT_TYPE" val="l_h_f"/>
  <p:tag name="KSO_WM_UNIT_SUBTYPE" val="a"/>
  <p:tag name="KSO_WM_TEMPLATE_CATEGORY" val="diagram"/>
  <p:tag name="KSO_WM_TEMPLATE_INDEX" val="19882022"/>
  <p:tag name="KSO_WM_UNIT_ID" val="diagram19882022*l_h_f*1_1_1"/>
  <p:tag name="KSO_WM_DIAGRAM_GROUP_CODE" val="l1-1"/>
  <p:tag name="KSO_WM_TAG_VERSION" val="2.0"/>
  <p:tag name="KSO_WM_BEAUTIFY_FLAG" val="#wm#"/>
</p:tagLst>
</file>

<file path=ppt/tags/tag476.xml><?xml version="1.0" encoding="utf-8"?>
<p:tagLst xmlns:p="http://schemas.openxmlformats.org/presentationml/2006/main">
  <p:tag name="KSO_WM_UNIT_INDEX" val="1_3_2"/>
  <p:tag name="KSO_WM_UNIT_TYPE" val="l_h_f"/>
  <p:tag name="KSO_WM_UNIT_SUBTYPE" val="a"/>
  <p:tag name="KSO_WM_TEMPLATE_CATEGORY" val="diagram"/>
  <p:tag name="KSO_WM_TEMPLATE_INDEX" val="19882022"/>
  <p:tag name="KSO_WM_UNIT_ID" val="diagram19882022*l_h_f*1_3_2"/>
  <p:tag name="KSO_WM_DIAGRAM_GROUP_CODE" val="l1-1"/>
  <p:tag name="KSO_WM_TAG_VERSION" val="2.0"/>
  <p:tag name="KSO_WM_BEAUTIFY_FLAG" val="#wm#"/>
</p:tagLst>
</file>

<file path=ppt/tags/tag477.xml><?xml version="1.0" encoding="utf-8"?>
<p:tagLst xmlns:p="http://schemas.openxmlformats.org/presentationml/2006/main">
  <p:tag name="KSO_WM_UNIT_INDEX" val="1_4_1"/>
  <p:tag name="KSO_WM_UNIT_TYPE" val="l_h_f"/>
  <p:tag name="KSO_WM_UNIT_SUBTYPE" val="a"/>
  <p:tag name="KSO_WM_TEMPLATE_CATEGORY" val="diagram"/>
  <p:tag name="KSO_WM_TEMPLATE_INDEX" val="19882022"/>
  <p:tag name="KSO_WM_UNIT_ID" val="diagram19882022*l_h_f*1_4_1"/>
  <p:tag name="KSO_WM_DIAGRAM_GROUP_CODE" val="l1-1"/>
  <p:tag name="KSO_WM_TAG_VERSION" val="2.0"/>
  <p:tag name="KSO_WM_BEAUTIFY_FLAG" val="#wm#"/>
</p:tagLst>
</file>

<file path=ppt/tags/tag478.xml><?xml version="1.0" encoding="utf-8"?>
<p:tagLst xmlns:p="http://schemas.openxmlformats.org/presentationml/2006/main">
  <p:tag name="KSO_WM_UNIT_INDEX" val="1_4_1"/>
  <p:tag name="KSO_WM_UNIT_TYPE" val="l_h_f"/>
  <p:tag name="KSO_WM_UNIT_SUBTYPE" val="a"/>
  <p:tag name="KSO_WM_TEMPLATE_CATEGORY" val="diagram"/>
  <p:tag name="KSO_WM_TEMPLATE_INDEX" val="19882022"/>
  <p:tag name="KSO_WM_UNIT_ID" val="diagram19882022*l_h_f*1_4_1"/>
  <p:tag name="KSO_WM_DIAGRAM_GROUP_CODE" val="l1-1"/>
  <p:tag name="KSO_WM_TAG_VERSION" val="2.0"/>
  <p:tag name="KSO_WM_BEAUTIFY_FLAG" val="#wm#"/>
</p:tagLst>
</file>

<file path=ppt/tags/tag479.xml><?xml version="1.0" encoding="utf-8"?>
<p:tagLst xmlns:p="http://schemas.openxmlformats.org/presentationml/2006/main">
  <p:tag name="KSO_WM_UNIT_INDEX" val="1_3_1"/>
  <p:tag name="KSO_WM_UNIT_TYPE" val="l_h_f"/>
  <p:tag name="KSO_WM_UNIT_SUBTYPE" val="a"/>
  <p:tag name="KSO_WM_TEMPLATE_CATEGORY" val="diagram"/>
  <p:tag name="KSO_WM_TEMPLATE_INDEX" val="19882022"/>
  <p:tag name="KSO_WM_UNIT_ID" val="diagram19882022*l_h_f*1_3_1"/>
  <p:tag name="KSO_WM_DIAGRAM_GROUP_CODE" val="l1-1"/>
  <p:tag name="KSO_WM_TAG_VERSION" val="2.0"/>
  <p:tag name="KSO_WM_BEAUTIFY_FLAG" val="#wm#"/>
</p:tagLst>
</file>

<file path=ppt/tags/tag480.xml><?xml version="1.0" encoding="utf-8"?>
<p:tagLst xmlns:p="http://schemas.openxmlformats.org/presentationml/2006/main">
  <p:tag name="KSO_WM_UNIT_INDEX" val="1_3_1"/>
  <p:tag name="KSO_WM_UNIT_TYPE" val="l_h_f"/>
  <p:tag name="KSO_WM_UNIT_SUBTYPE" val="a"/>
  <p:tag name="KSO_WM_TEMPLATE_CATEGORY" val="diagram"/>
  <p:tag name="KSO_WM_TEMPLATE_INDEX" val="19882022"/>
  <p:tag name="KSO_WM_UNIT_ID" val="diagram19882022*l_h_f*1_3_1"/>
  <p:tag name="KSO_WM_DIAGRAM_GROUP_CODE" val="l1-1"/>
  <p:tag name="KSO_WM_TAG_VERSION" val="2.0"/>
  <p:tag name="KSO_WM_BEAUTIFY_FLAG" val="#wm#"/>
</p:tagLst>
</file>

<file path=ppt/tags/tag481.xml><?xml version="1.0" encoding="utf-8"?>
<p:tagLst xmlns:p="http://schemas.openxmlformats.org/presentationml/2006/main">
  <p:tag name="KSO_WM_UNIT_INDEX" val="3"/>
  <p:tag name="KSO_WM_UNIT_TYPE" val="f"/>
  <p:tag name="KSO_WM_UNIT_SUBTYPE" val="a"/>
  <p:tag name="KSO_WM_BEAUTIFY_FLAG" val="#wm#"/>
</p:tagLst>
</file>

<file path=ppt/tags/tag482.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83.xml><?xml version="1.0" encoding="utf-8"?>
<p:tagLst xmlns:p="http://schemas.openxmlformats.org/presentationml/2006/main">
  <p:tag name="KSO_WM_UNIT_INDEX" val="1_1_1"/>
  <p:tag name="KSO_WM_UNIT_TYPE" val="l_h_f"/>
  <p:tag name="KSO_WM_UNIT_SUBTYPE" val="a"/>
  <p:tag name="KSO_WM_TEMPLATE_CATEGORY" val="diagram"/>
  <p:tag name="KSO_WM_TEMPLATE_INDEX" val="19882022"/>
  <p:tag name="KSO_WM_UNIT_ID" val="diagram19882022*l_h_f*1_1_1"/>
  <p:tag name="KSO_WM_DIAGRAM_GROUP_CODE" val="l1-1"/>
  <p:tag name="KSO_WM_TAG_VERSION" val="2.0"/>
  <p:tag name="KSO_WM_BEAUTIFY_FLAG" val="#wm#"/>
</p:tagLst>
</file>

<file path=ppt/tags/tag484.xml><?xml version="1.0" encoding="utf-8"?>
<p:tagLst xmlns:p="http://schemas.openxmlformats.org/presentationml/2006/main">
  <p:tag name="KSO_WM_UNIT_INDEX" val="1_1_1"/>
  <p:tag name="KSO_WM_UNIT_TYPE" val="l_h_f"/>
  <p:tag name="KSO_WM_UNIT_SUBTYPE" val="a"/>
  <p:tag name="KSO_WM_TEMPLATE_CATEGORY" val="diagram"/>
  <p:tag name="KSO_WM_TEMPLATE_INDEX" val="19882022"/>
  <p:tag name="KSO_WM_UNIT_ID" val="diagram19882022*l_h_f*1_1_1"/>
  <p:tag name="KSO_WM_DIAGRAM_GROUP_CODE" val="l1-1"/>
  <p:tag name="KSO_WM_TAG_VERSION" val="2.0"/>
  <p:tag name="KSO_WM_BEAUTIFY_FLAG" val="#wm#"/>
</p:tagLst>
</file>

<file path=ppt/tags/tag485.xml><?xml version="1.0" encoding="utf-8"?>
<p:tagLst xmlns:p="http://schemas.openxmlformats.org/presentationml/2006/main">
  <p:tag name="KSO_WM_UNIT_INDEX" val="1_4_1"/>
  <p:tag name="KSO_WM_UNIT_TYPE" val="l_h_f"/>
  <p:tag name="KSO_WM_UNIT_SUBTYPE" val="a"/>
  <p:tag name="KSO_WM_TEMPLATE_CATEGORY" val="diagram"/>
  <p:tag name="KSO_WM_TEMPLATE_INDEX" val="19882022"/>
  <p:tag name="KSO_WM_UNIT_ID" val="diagram19882022*l_h_f*1_4_1"/>
  <p:tag name="KSO_WM_DIAGRAM_GROUP_CODE" val="l1-1"/>
  <p:tag name="KSO_WM_TAG_VERSION" val="2.0"/>
  <p:tag name="KSO_WM_BEAUTIFY_FLAG" val="#wm#"/>
</p:tagLst>
</file>

<file path=ppt/tags/tag486.xml><?xml version="1.0" encoding="utf-8"?>
<p:tagLst xmlns:p="http://schemas.openxmlformats.org/presentationml/2006/main">
  <p:tag name="KSO_WM_UNIT_INDEX" val="1_4_1"/>
  <p:tag name="KSO_WM_UNIT_TYPE" val="l_h_f"/>
  <p:tag name="KSO_WM_UNIT_SUBTYPE" val="a"/>
  <p:tag name="KSO_WM_TEMPLATE_CATEGORY" val="diagram"/>
  <p:tag name="KSO_WM_TEMPLATE_INDEX" val="19882022"/>
  <p:tag name="KSO_WM_UNIT_ID" val="diagram19882022*l_h_f*1_4_1"/>
  <p:tag name="KSO_WM_DIAGRAM_GROUP_CODE" val="l1-1"/>
  <p:tag name="KSO_WM_TAG_VERSION" val="2.0"/>
  <p:tag name="KSO_WM_BEAUTIFY_FLAG" val="#wm#"/>
</p:tagLst>
</file>

<file path=ppt/tags/tag487.xml><?xml version="1.0" encoding="utf-8"?>
<p:tagLst xmlns:p="http://schemas.openxmlformats.org/presentationml/2006/main">
  <p:tag name="KSO_WM_UNIT_INDEX" val="1_5_1"/>
  <p:tag name="KSO_WM_UNIT_TYPE" val="l_h_f"/>
  <p:tag name="KSO_WM_UNIT_SUBTYPE" val="a"/>
  <p:tag name="KSO_WM_TEMPLATE_CATEGORY" val="diagram"/>
  <p:tag name="KSO_WM_TEMPLATE_INDEX" val="19882022"/>
  <p:tag name="KSO_WM_UNIT_ID" val="diagram19882022*l_h_f*1_5_1"/>
  <p:tag name="KSO_WM_DIAGRAM_GROUP_CODE" val="l1-1"/>
  <p:tag name="KSO_WM_TAG_VERSION" val="2.0"/>
  <p:tag name="KSO_WM_BEAUTIFY_FLAG" val="#wm#"/>
</p:tagLst>
</file>

<file path=ppt/tags/tag488.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UNIT_ID" val="diagram19882022*l_h_f*1_2_1"/>
  <p:tag name="KSO_WM_DIAGRAM_GROUP_CODE" val="l1-1"/>
  <p:tag name="KSO_WM_TAG_VERSION" val="2.0"/>
  <p:tag name="KSO_WM_BEAUTIFY_FLAG" val="#wm#"/>
</p:tagLst>
</file>

<file path=ppt/tags/tag489.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UNIT_ID" val="diagram19882022*l_h_f*1_2_1"/>
  <p:tag name="KSO_WM_DIAGRAM_GROUP_CODE" val="l1-1"/>
  <p:tag name="KSO_WM_TAG_VERSION" val="2.0"/>
  <p:tag name="KSO_WM_BEAUTIFY_FLAG" val="#wm#"/>
</p:tagLst>
</file>

<file path=ppt/tags/tag490.xml><?xml version="1.0" encoding="utf-8"?>
<p:tagLst xmlns:p="http://schemas.openxmlformats.org/presentationml/2006/main">
  <p:tag name="KSO_WM_UNIT_INDEX" val="1_3_1"/>
  <p:tag name="KSO_WM_UNIT_TYPE" val="l_h_f"/>
  <p:tag name="KSO_WM_UNIT_SUBTYPE" val="a"/>
  <p:tag name="KSO_WM_TEMPLATE_CATEGORY" val="diagram"/>
  <p:tag name="KSO_WM_TEMPLATE_INDEX" val="19882022"/>
  <p:tag name="KSO_WM_UNIT_ID" val="diagram19882022*l_h_f*1_3_1"/>
  <p:tag name="KSO_WM_DIAGRAM_GROUP_CODE" val="l1-1"/>
  <p:tag name="KSO_WM_TAG_VERSION" val="2.0"/>
  <p:tag name="KSO_WM_BEAUTIFY_FLAG" val="#wm#"/>
</p:tagLst>
</file>

<file path=ppt/tags/tag491.xml><?xml version="1.0" encoding="utf-8"?>
<p:tagLst xmlns:p="http://schemas.openxmlformats.org/presentationml/2006/main">
  <p:tag name="KSO_WM_UNIT_INDEX" val="1_3_1"/>
  <p:tag name="KSO_WM_UNIT_TYPE" val="l_h_f"/>
  <p:tag name="KSO_WM_UNIT_SUBTYPE" val="a"/>
  <p:tag name="KSO_WM_TEMPLATE_CATEGORY" val="diagram"/>
  <p:tag name="KSO_WM_TEMPLATE_INDEX" val="19882022"/>
  <p:tag name="KSO_WM_UNIT_ID" val="diagram19882022*l_h_f*1_3_1"/>
  <p:tag name="KSO_WM_DIAGRAM_GROUP_CODE" val="l1-1"/>
  <p:tag name="KSO_WM_TAG_VERSION" val="2.0"/>
  <p:tag name="KSO_WM_BEAUTIFY_FLAG" val="#wm#"/>
</p:tagLst>
</file>

<file path=ppt/tags/tag492.xml><?xml version="1.0" encoding="utf-8"?>
<p:tagLst xmlns:p="http://schemas.openxmlformats.org/presentationml/2006/main">
  <p:tag name="KSO_WM_UNIT_INDEX" val="1_5_2"/>
  <p:tag name="KSO_WM_UNIT_TYPE" val="l_h_f"/>
  <p:tag name="KSO_WM_UNIT_SUBTYPE" val="a"/>
  <p:tag name="KSO_WM_TEMPLATE_CATEGORY" val="diagram"/>
  <p:tag name="KSO_WM_TEMPLATE_INDEX" val="19882022"/>
  <p:tag name="KSO_WM_UNIT_ID" val="diagram19882022*l_h_f*1_5_2"/>
  <p:tag name="KSO_WM_DIAGRAM_GROUP_CODE" val="l1-1"/>
  <p:tag name="KSO_WM_TAG_VERSION" val="2.0"/>
  <p:tag name="KSO_WM_BEAUTIFY_FLAG" val="#wm#"/>
</p:tagLst>
</file>

<file path=ppt/tags/tag493.xml><?xml version="1.0" encoding="utf-8"?>
<p:tagLst xmlns:p="http://schemas.openxmlformats.org/presentationml/2006/main">
  <p:tag name="KSO_WM_UNIT_INDEX" val="1_5_2"/>
  <p:tag name="KSO_WM_UNIT_TYPE" val="l_h_f"/>
  <p:tag name="KSO_WM_UNIT_SUBTYPE" val="a"/>
  <p:tag name="KSO_WM_TEMPLATE_CATEGORY" val="diagram"/>
  <p:tag name="KSO_WM_TEMPLATE_INDEX" val="19882022"/>
  <p:tag name="KSO_WM_UNIT_ID" val="diagram19882022*l_h_f*1_5_2"/>
  <p:tag name="KSO_WM_DIAGRAM_GROUP_CODE" val="l1-1"/>
  <p:tag name="KSO_WM_TAG_VERSION" val="2.0"/>
  <p:tag name="KSO_WM_BEAUTIFY_FLAG" val="#wm#"/>
</p:tagLst>
</file>

<file path=ppt/tags/tag494.xml><?xml version="1.0" encoding="utf-8"?>
<p:tagLst xmlns:p="http://schemas.openxmlformats.org/presentationml/2006/main">
  <p:tag name="KSO_WM_UNIT_INDEX" val="1_6_1"/>
  <p:tag name="KSO_WM_UNIT_TYPE" val="l_h_f"/>
  <p:tag name="KSO_WM_UNIT_SUBTYPE" val="a"/>
  <p:tag name="KSO_WM_TEMPLATE_CATEGORY" val="diagram"/>
  <p:tag name="KSO_WM_TEMPLATE_INDEX" val="19882022"/>
  <p:tag name="KSO_WM_UNIT_ID" val="diagram19882022*l_h_f*1_6_1"/>
  <p:tag name="KSO_WM_DIAGRAM_GROUP_CODE" val="l1-1"/>
  <p:tag name="KSO_WM_TAG_VERSION" val="2.0"/>
  <p:tag name="KSO_WM_BEAUTIFY_FLAG" val="#wm#"/>
</p:tagLst>
</file>

<file path=ppt/tags/tag495.xml><?xml version="1.0" encoding="utf-8"?>
<p:tagLst xmlns:p="http://schemas.openxmlformats.org/presentationml/2006/main">
  <p:tag name="KSO_WM_UNIT_INDEX" val="1_6_1"/>
  <p:tag name="KSO_WM_UNIT_TYPE" val="l_h_f"/>
  <p:tag name="KSO_WM_UNIT_SUBTYPE" val="a"/>
  <p:tag name="KSO_WM_TEMPLATE_CATEGORY" val="diagram"/>
  <p:tag name="KSO_WM_TEMPLATE_INDEX" val="19882022"/>
  <p:tag name="KSO_WM_UNIT_ID" val="diagram19882022*l_h_f*1_6_1"/>
  <p:tag name="KSO_WM_DIAGRAM_GROUP_CODE" val="l1-1"/>
  <p:tag name="KSO_WM_TAG_VERSION" val="2.0"/>
  <p:tag name="KSO_WM_BEAUTIFY_FLAG" val="#wm#"/>
</p:tagLst>
</file>

<file path=ppt/tags/tag49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497.xml><?xml version="1.0" encoding="utf-8"?>
<p:tagLst xmlns:p="http://schemas.openxmlformats.org/presentationml/2006/main">
  <p:tag name="KSO_WM_UNIT_INDEX" val="9"/>
  <p:tag name="KSO_WM_UNIT_TYPE" val="f"/>
  <p:tag name="KSO_WM_UNIT_SUBTYPE" val="a"/>
  <p:tag name="KSO_WM_BEAUTIFY_FLAG" val="#wm#"/>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499.xml><?xml version="1.0" encoding="utf-8"?>
<p:tagLst xmlns:p="http://schemas.openxmlformats.org/presentationml/2006/main">
  <p:tag name="KSO_WM_UNIT_INDEX" val="3"/>
  <p:tag name="KSO_WM_UNIT_TYPE" val="f"/>
  <p:tag name="KSO_WM_UNIT_SUBTYPE" val="a"/>
  <p:tag name="KSO_WM_BEAUTIFY_FLAG" val="#wm#"/>
</p:tagLst>
</file>

<file path=ppt/tags/tag500.xml><?xml version="1.0" encoding="utf-8"?>
<p:tagLst xmlns:p="http://schemas.openxmlformats.org/presentationml/2006/main">
  <p:tag name="KSO_WM_UNIT_TEXT" val="递归式渐进界分析：主定理（Master Theorem）"/>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01.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02.xml><?xml version="1.0" encoding="utf-8"?>
<p:tagLst xmlns:p="http://schemas.openxmlformats.org/presentationml/2006/main">
  <p:tag name="KSO_WM_UNIT_INDEX" val="12"/>
  <p:tag name="KSO_WM_UNIT_TYPE" val="f"/>
  <p:tag name="KSO_WM_UNIT_SUBTYPE" val="a"/>
  <p:tag name="KSO_WM_BEAUTIFY_FLAG" val="#wm#"/>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04.xml><?xml version="1.0" encoding="utf-8"?>
<p:tagLst xmlns:p="http://schemas.openxmlformats.org/presentationml/2006/main">
  <p:tag name="KSO_WM_UNIT_INDEX" val="13"/>
  <p:tag name="KSO_WM_UNIT_TYPE" val="f"/>
  <p:tag name="KSO_WM_UNIT_SUBTYPE" val="a"/>
  <p:tag name="KSO_WM_BEAUTIFY_FLAG" val="#wm#"/>
</p:tagLst>
</file>

<file path=ppt/tags/tag505.xml><?xml version="1.0" encoding="utf-8"?>
<p:tagLst xmlns:p="http://schemas.openxmlformats.org/presentationml/2006/main">
  <p:tag name="KSO_WM_UNIT_TEXT" val="关于对数复杂度"/>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0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07.xml><?xml version="1.0" encoding="utf-8"?>
<p:tagLst xmlns:p="http://schemas.openxmlformats.org/presentationml/2006/main">
  <p:tag name="KSO_WM_UNIT_INDEX" val="14"/>
  <p:tag name="KSO_WM_UNIT_TYPE" val="f"/>
  <p:tag name="KSO_WM_UNIT_SUBTYPE" val="a"/>
  <p:tag name="KSO_WM_BEAUTIFY_FLAG" val="#wm#"/>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09.xml><?xml version="1.0" encoding="utf-8"?>
<p:tagLst xmlns:p="http://schemas.openxmlformats.org/presentationml/2006/main">
  <p:tag name="KSO_WM_UNIT_INDEX" val="15"/>
  <p:tag name="KSO_WM_UNIT_TYPE" val="f"/>
  <p:tag name="KSO_WM_UNIT_SUBTYPE" val="a"/>
  <p:tag name="KSO_WM_BEAUTIFY_FLAG" val="#wm#"/>
</p:tagLst>
</file>

<file path=ppt/tags/tag510.xml><?xml version="1.0" encoding="utf-8"?>
<p:tagLst xmlns:p="http://schemas.openxmlformats.org/presentationml/2006/main">
  <p:tag name="KSO_WM_UNIT_TEXT" val="对数复杂度示例：幂运算"/>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11.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12.xml><?xml version="1.0" encoding="utf-8"?>
<p:tagLst xmlns:p="http://schemas.openxmlformats.org/presentationml/2006/main">
  <p:tag name="KSO_WM_UNIT_INDEX" val="12"/>
  <p:tag name="KSO_WM_UNIT_TYPE" val="f"/>
  <p:tag name="KSO_WM_UNIT_SUBTYPE" val="a"/>
  <p:tag name="KSO_WM_BEAUTIFY_FLAG" val="#wm#"/>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14.xml><?xml version="1.0" encoding="utf-8"?>
<p:tagLst xmlns:p="http://schemas.openxmlformats.org/presentationml/2006/main">
  <p:tag name="KSO_WM_UNIT_INDEX" val="13"/>
  <p:tag name="KSO_WM_UNIT_TYPE" val="f"/>
  <p:tag name="KSO_WM_UNIT_SUBTYPE" val="a"/>
  <p:tag name="KSO_WM_BEAUTIFY_FLAG" val="#wm#"/>
</p:tagLst>
</file>

<file path=ppt/tags/tag515.xml><?xml version="1.0" encoding="utf-8"?>
<p:tagLst xmlns:p="http://schemas.openxmlformats.org/presentationml/2006/main">
  <p:tag name="KSO_WM_UNIT_TEXT" val="对数复杂度示例：折半查找（数据有序排列）"/>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1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17.xml><?xml version="1.0" encoding="utf-8"?>
<p:tagLst xmlns:p="http://schemas.openxmlformats.org/presentationml/2006/main">
  <p:tag name="KSO_WM_UNIT_TEXT" val="对数复杂度示例：欧几里德算法"/>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19.xml><?xml version="1.0" encoding="utf-8"?>
<p:tagLst xmlns:p="http://schemas.openxmlformats.org/presentationml/2006/main">
  <p:tag name="KSO_WM_UNIT_INDEX" val="4"/>
  <p:tag name="KSO_WM_UNIT_TYPE" val="f"/>
  <p:tag name="KSO_WM_UNIT_SUBTYPE" val="a"/>
  <p:tag name="KSO_WM_BEAUTIFY_FLAG" val="#wm#"/>
</p:tagLst>
</file>

<file path=ppt/tags/tag520.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23.xml><?xml version="1.0" encoding="utf-8"?>
<p:tagLst xmlns:p="http://schemas.openxmlformats.org/presentationml/2006/main">
  <p:tag name="KSO_WM_UNIT_INDEX" val="10"/>
  <p:tag name="KSO_WM_UNIT_TYPE" val="j"/>
  <p:tag name="KSO_WM_BEAUTIFY_FLAG" val="#wm#"/>
</p:tagLst>
</file>

<file path=ppt/tags/tag524.xml><?xml version="1.0" encoding="utf-8"?>
<p:tagLst xmlns:p="http://schemas.openxmlformats.org/presentationml/2006/main">
  <p:tag name="KSO_WM_UNIT_INDEX" val="11"/>
  <p:tag name="KSO_WM_UNIT_TYPE" val="f"/>
  <p:tag name="KSO_WM_UNIT_SUBTYPE" val="a"/>
  <p:tag name="KSO_WM_BEAUTIFY_FLAG" val="#wm#"/>
</p:tagLst>
</file>

<file path=ppt/tags/tag525.xml><?xml version="1.0" encoding="utf-8"?>
<p:tagLst xmlns:p="http://schemas.openxmlformats.org/presentationml/2006/main">
  <p:tag name="KSO_WM_UNIT_INDEX" val="9"/>
  <p:tag name="KSO_WM_UNIT_TYPE" val="f"/>
  <p:tag name="KSO_WM_UNIT_SUBTYPE" val="a"/>
  <p:tag name="KSO_WM_BEAUTIFY_FLAG" val="#wm#"/>
</p:tagLst>
</file>

<file path=ppt/tags/tag52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27.xml><?xml version="1.0" encoding="utf-8"?>
<p:tagLst xmlns:p="http://schemas.openxmlformats.org/presentationml/2006/main">
  <p:tag name="KSO_WM_UNIT_INDEX" val="4"/>
  <p:tag name="KSO_WM_UNIT_TYPE" val="β"/>
  <p:tag name="KSO_WM_BEAUTIFY_FLAG" val="#wm#"/>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29.xml><?xml version="1.0" encoding="utf-8"?>
<p:tagLst xmlns:p="http://schemas.openxmlformats.org/presentationml/2006/main">
  <p:tag name="KSO_WM_UNIT_INDEX" val="5"/>
  <p:tag name="KSO_WM_UNIT_TYPE" val="β"/>
  <p:tag name="KSO_WM_BEAUTIFY_FLAG" val="#wm#"/>
</p:tagLst>
</file>

<file path=ppt/tags/tag530.xml><?xml version="1.0" encoding="utf-8"?>
<p:tagLst xmlns:p="http://schemas.openxmlformats.org/presentationml/2006/main">
  <p:tag name="KSO_WM_UNIT_INDEX" val="3"/>
  <p:tag name="KSO_WM_UNIT_TYPE" val="f"/>
  <p:tag name="KSO_WM_UNIT_SUBTYPE" val="a"/>
  <p:tag name="KSO_WM_BEAUTIFY_FLAG" val="#wm#"/>
</p:tagLst>
</file>

<file path=ppt/tags/tag531.xml><?xml version="1.0" encoding="utf-8"?>
<p:tagLst xmlns:p="http://schemas.openxmlformats.org/presentationml/2006/main">
  <p:tag name="KSO_WM_UNIT_TEXT" val="斐波纳契数列（Fibonacci Sequence）"/>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32.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35.xml><?xml version="1.0" encoding="utf-8"?>
<p:tagLst xmlns:p="http://schemas.openxmlformats.org/presentationml/2006/main">
  <p:tag name="KSO_WM_UNIT_INDEX" val="8"/>
  <p:tag name="KSO_WM_UNIT_TYPE" val="f"/>
  <p:tag name="KSO_WM_UNIT_SUBTYPE" val="a"/>
  <p:tag name="KSO_WM_BEAUTIFY_FLAG" val="#wm#"/>
</p:tagLst>
</file>

<file path=ppt/tags/tag536.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38.xml><?xml version="1.0" encoding="utf-8"?>
<p:tagLst xmlns:p="http://schemas.openxmlformats.org/presentationml/2006/main">
  <p:tag name="KSO_WM_UNIT_INDEX" val="3"/>
  <p:tag name="KSO_WM_UNIT_TYPE" val="j"/>
  <p:tag name="KSO_WM_BEAUTIFY_FLAG" val="#wm#"/>
</p:tagLst>
</file>

<file path=ppt/tags/tag539.xml><?xml version="1.0" encoding="utf-8"?>
<p:tagLst xmlns:p="http://schemas.openxmlformats.org/presentationml/2006/main">
  <p:tag name="KSO_WM_UNIT_INDEX" val="2"/>
  <p:tag name="KSO_WM_UNIT_TYPE" val="f"/>
  <p:tag name="KSO_WM_UNIT_SUBTYPE" val="a"/>
  <p:tag name="KSO_WM_BEAUTIFY_FLAG" val="#wm#"/>
</p:tagLst>
</file>

<file path=ppt/tags/tag540.xml><?xml version="1.0" encoding="utf-8"?>
<p:tagLst xmlns:p="http://schemas.openxmlformats.org/presentationml/2006/main">
  <p:tag name="KSO_WM_UNIT_TEXT" val="解法1：递归"/>
  <p:tag name="KSO_WM_UNIT_INDEX" val="1"/>
  <p:tag name="KSO_WM_UNIT_TYPE" val="a"/>
  <p:tag name="KSO_WM_BEAUTIFY_FLAG" val="#wm#"/>
  <p:tag name="KSO_WM_UNIT_SUBTYPE" val="a"/>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UNIT_ISCONTENTSTITLE" val="0"/>
  <p:tag name="KSO_WM_UNIT_ISNUMDGMTITLE" val="0"/>
  <p:tag name="KSO_WM_UNIT_PRESET_TEXT" val="单击此处编辑母版标题样式"/>
  <p:tag name="KSO_WM_UNIT_NOCLEAR" val="0"/>
  <p:tag name="KSO_WM_UNIT_VALUE" val="20"/>
</p:tagLst>
</file>

<file path=ppt/tags/tag541.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44.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UNIT_ID" val="diagram19882022*l_h_f*1_2_1"/>
  <p:tag name="KSO_WM_DIAGRAM_GROUP_CODE" val="l1-1"/>
  <p:tag name="KSO_WM_TAG_VERSION" val="2.0"/>
  <p:tag name="KSO_WM_BEAUTIFY_FLAG" val="#wm#"/>
</p:tagLst>
</file>

<file path=ppt/tags/tag545.xml><?xml version="1.0" encoding="utf-8"?>
<p:tagLst xmlns:p="http://schemas.openxmlformats.org/presentationml/2006/main">
  <p:tag name="KSO_WM_UNIT_INDEX" val="8"/>
  <p:tag name="KSO_WM_UNIT_TYPE" val="f"/>
  <p:tag name="KSO_WM_UNIT_SUBTYPE" val="a"/>
  <p:tag name="KSO_WM_BEAUTIFY_FLAG" val="#wm#"/>
</p:tagLst>
</file>

<file path=ppt/tags/tag546.xml><?xml version="1.0" encoding="utf-8"?>
<p:tagLst xmlns:p="http://schemas.openxmlformats.org/presentationml/2006/main">
  <p:tag name="KSO_WM_UNIT_INDEX" val="7"/>
  <p:tag name="KSO_WM_UNIT_TYPE" val="f"/>
  <p:tag name="KSO_WM_UNIT_SUBTYPE" val="a"/>
  <p:tag name="KSO_WM_BEAUTIFY_FLAG" val="#wm#"/>
</p:tagLst>
</file>

<file path=ppt/tags/tag547.xml><?xml version="1.0" encoding="utf-8"?>
<p:tagLst xmlns:p="http://schemas.openxmlformats.org/presentationml/2006/main">
  <p:tag name="KSO_WM_UNIT_INDEX" val="1_5_1"/>
  <p:tag name="KSO_WM_UNIT_TYPE" val="l_h_f"/>
  <p:tag name="KSO_WM_UNIT_SUBTYPE" val="a"/>
  <p:tag name="KSO_WM_BEAUTIFY_FLAG" val="#wm#"/>
  <p:tag name="KSO_WM_TEMPLATE_CATEGORY" val="diagram"/>
  <p:tag name="KSO_WM_TEMPLATE_INDEX" val="19882022"/>
  <p:tag name="KSO_WM_UNIT_ID" val="diagram19882022*l_h_f*1_5_1"/>
  <p:tag name="KSO_WM_DIAGRAM_GROUP_CODE" val="l1-1"/>
  <p:tag name="KSO_WM_TAG_VERSION" val="2.0"/>
</p:tagLst>
</file>

<file path=ppt/tags/tag548.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51.xml><?xml version="1.0" encoding="utf-8"?>
<p:tagLst xmlns:p="http://schemas.openxmlformats.org/presentationml/2006/main">
  <p:tag name="KSO_WM_UNIT_INDEX" val="3"/>
  <p:tag name="KSO_WM_UNIT_TYPE" val="f"/>
  <p:tag name="KSO_WM_UNIT_SUBTYPE" val="a"/>
  <p:tag name="KSO_WM_BEAUTIFY_FLAG" val="#wm#"/>
</p:tagLst>
</file>

<file path=ppt/tags/tag552.xml><?xml version="1.0" encoding="utf-8"?>
<p:tagLst xmlns:p="http://schemas.openxmlformats.org/presentationml/2006/main">
  <p:tag name="KSO_WM_UNIT_INDEX" val="2"/>
  <p:tag name="KSO_WM_UNIT_TYPE" val="f"/>
  <p:tag name="KSO_WM_UNIT_SUBTYPE" val="a"/>
  <p:tag name="KSO_WM_BEAUTIFY_FLAG" val="#wm#"/>
</p:tagLst>
</file>

<file path=ppt/tags/tag553.xml><?xml version="1.0" encoding="utf-8"?>
<p:tagLst xmlns:p="http://schemas.openxmlformats.org/presentationml/2006/main">
  <p:tag name="KSO_WM_SLIDE_TYPE" val="text"/>
  <p:tag name="KSO_WM_BEAUTIFY_FLAG" val="#wm#"/>
  <p:tag name="KSO_WM_SLIDE_ID" val="custom20230983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3"/>
  <p:tag name="KSO_WM_SLIDE_SUBTYPE" val="pureTxt"/>
  <p:tag name="KSO_WM_SLIDE_SIZE" val="850*457"/>
  <p:tag name="KSO_WM_SLIDE_POSITION" val="54*28"/>
  <p:tag name="KSO_WM_SLIDE_LAYOUT" val="a_f"/>
  <p:tag name="KSO_WM_SLIDE_LAYOUT_CNT" val="1_1"/>
</p:tagLst>
</file>

<file path=ppt/tags/tag554.xml><?xml version="1.0" encoding="utf-8"?>
<p:tagLst xmlns:p="http://schemas.openxmlformats.org/presentationml/2006/main">
  <p:tag name="ISPRING_RESOURCE_PATHS_HASH_2" val="4489ce32ce8115ca142ccfa28a257f7e91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noFill/>
          <a:miter lim="800000"/>
        </a:ln>
      </a:spPr>
      <a:bodyPr wrap="none" lIns="82550" tIns="41275" rIns="82550" bIns="41275">
        <a:spAutoFit/>
      </a:bodyPr>
      <a:lstStyle>
        <a:defPPr defTabSz="617855" eaLnBrk="0" hangingPunct="0">
          <a:spcBef>
            <a:spcPct val="20000"/>
          </a:spcBef>
          <a:defRPr sz="2000" dirty="0" smtClean="0">
            <a:latin typeface="黑体" panose="02010609060101010101" pitchFamily="49" charset="-122"/>
            <a:ea typeface="黑体" panose="02010609060101010101" pitchFamily="49" charset="-122"/>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自定义 112">
      <a:dk1>
        <a:srgbClr val="000000"/>
      </a:dk1>
      <a:lt1>
        <a:srgbClr val="FFFFFF"/>
      </a:lt1>
      <a:dk2>
        <a:srgbClr val="61514D"/>
      </a:dk2>
      <a:lt2>
        <a:srgbClr val="E7E6E6"/>
      </a:lt2>
      <a:accent1>
        <a:srgbClr val="E03835"/>
      </a:accent1>
      <a:accent2>
        <a:srgbClr val="E65235"/>
      </a:accent2>
      <a:accent3>
        <a:srgbClr val="EC6C36"/>
      </a:accent3>
      <a:accent4>
        <a:srgbClr val="F38736"/>
      </a:accent4>
      <a:accent5>
        <a:srgbClr val="F9A137"/>
      </a:accent5>
      <a:accent6>
        <a:srgbClr val="FFB31F"/>
      </a:accent6>
      <a:hlink>
        <a:srgbClr val="0563C1"/>
      </a:hlink>
      <a:folHlink>
        <a:srgbClr val="954F72"/>
      </a:folHlink>
    </a:clrScheme>
    <a:fontScheme name="自定义 8">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accent3">
                <a:lumMod val="80000"/>
                <a:lumOff val="20000"/>
              </a:schemeClr>
            </a:gs>
            <a:gs pos="50000">
              <a:schemeClr val="accent2"/>
            </a:gs>
            <a:gs pos="100000">
              <a:schemeClr val="accent1"/>
            </a:gs>
          </a:gsLst>
          <a:lin ang="10800000" scaled="0"/>
        </a:gradFill>
        <a:ln w="28575">
          <a:noFill/>
        </a:ln>
      </a:spPr>
      <a:bodyPr vertOverflow="overflow" horzOverflow="overflow" vert="horz" wrap="square" numCol="1" spcCol="0" rtlCol="0" fromWordArt="0" anchor="ctr" anchorCtr="0" forceAA="0" compatLnSpc="1">
        <a:noAutofit/>
      </a:bodyP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lang="zh-CN" altLang="en-US" b="1">
            <a:gradFill>
              <a:gsLst>
                <a:gs pos="0">
                  <a:schemeClr val="accent2">
                    <a:lumMod val="70000"/>
                    <a:lumOff val="30000"/>
                  </a:schemeClr>
                </a:gs>
                <a:gs pos="35000">
                  <a:schemeClr val="accent2"/>
                </a:gs>
                <a:gs pos="100000">
                  <a:schemeClr val="accent1"/>
                </a:gs>
              </a:gsLst>
              <a:lin ang="30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9656</Words>
  <Application>WPS 演示</Application>
  <PresentationFormat>全屏显示(4:3)</PresentationFormat>
  <Paragraphs>895</Paragraphs>
  <Slides>60</Slides>
  <Notes>47</Notes>
  <HiddenSlides>0</HiddenSlides>
  <MMClips>0</MMClips>
  <ScaleCrop>false</ScaleCrop>
  <HeadingPairs>
    <vt:vector size="8" baseType="variant">
      <vt:variant>
        <vt:lpstr>已用的字体</vt:lpstr>
      </vt:variant>
      <vt:variant>
        <vt:i4>33</vt:i4>
      </vt:variant>
      <vt:variant>
        <vt:lpstr>主题</vt:lpstr>
      </vt:variant>
      <vt:variant>
        <vt:i4>4</vt:i4>
      </vt:variant>
      <vt:variant>
        <vt:lpstr>嵌入 OLE 服务器</vt:lpstr>
      </vt:variant>
      <vt:variant>
        <vt:i4>6</vt:i4>
      </vt:variant>
      <vt:variant>
        <vt:lpstr>幻灯片标题</vt:lpstr>
      </vt:variant>
      <vt:variant>
        <vt:i4>60</vt:i4>
      </vt:variant>
    </vt:vector>
  </HeadingPairs>
  <TitlesOfParts>
    <vt:vector size="103" baseType="lpstr">
      <vt:lpstr>Arial</vt:lpstr>
      <vt:lpstr>宋体</vt:lpstr>
      <vt:lpstr>Wingdings</vt:lpstr>
      <vt:lpstr>黑体</vt:lpstr>
      <vt:lpstr>Calibri</vt:lpstr>
      <vt:lpstr>华文楷体</vt:lpstr>
      <vt:lpstr>微软雅黑</vt:lpstr>
      <vt:lpstr>隶书</vt:lpstr>
      <vt:lpstr>楷体_GB2312</vt:lpstr>
      <vt:lpstr>楷体_GB2312</vt:lpstr>
      <vt:lpstr>新宋体</vt:lpstr>
      <vt:lpstr>Gulim</vt:lpstr>
      <vt:lpstr>Malgun Gothic</vt:lpstr>
      <vt:lpstr>Verdana</vt:lpstr>
      <vt:lpstr>Courier New</vt:lpstr>
      <vt:lpstr>Times New Roman</vt:lpstr>
      <vt:lpstr>Arial Unicode MS</vt:lpstr>
      <vt:lpstr>Arial Unicode MS</vt:lpstr>
      <vt:lpstr>Cambria Math</vt:lpstr>
      <vt:lpstr>Cambria Math</vt:lpstr>
      <vt:lpstr>Microsoft Yi Baiti</vt:lpstr>
      <vt:lpstr>Consolas</vt:lpstr>
      <vt:lpstr>Symbol</vt:lpstr>
      <vt:lpstr>华文琥珀</vt:lpstr>
      <vt:lpstr>Wingdings 2</vt:lpstr>
      <vt:lpstr>Wingdings</vt:lpstr>
      <vt:lpstr>Constantia</vt:lpstr>
      <vt:lpstr>MS PGothic</vt:lpstr>
      <vt:lpstr>隶书</vt:lpstr>
      <vt:lpstr>MS Mincho</vt:lpstr>
      <vt:lpstr>Segoe Print</vt:lpstr>
      <vt:lpstr>汉仪中宋简</vt:lpstr>
      <vt:lpstr>汉仪大宋简</vt:lpstr>
      <vt:lpstr>Office 主题​​</vt:lpstr>
      <vt:lpstr>自定义设计方案</vt:lpstr>
      <vt:lpstr>1_Office 主题</vt:lpstr>
      <vt:lpstr>1_Office 主题​​</vt:lpstr>
      <vt:lpstr>Equation.DSMT4</vt:lpstr>
      <vt:lpstr>Equation.DSMT4</vt:lpstr>
      <vt:lpstr>Equation.DSMT4</vt:lpstr>
      <vt:lpstr>Equation.DSMT4</vt:lpstr>
      <vt:lpstr>Equation.DSMT4</vt:lpstr>
      <vt:lpstr>Equation.DSMT4</vt:lpstr>
      <vt:lpstr>单击添加文档标题</vt:lpstr>
      <vt:lpstr>教材与参考书推荐</vt:lpstr>
      <vt:lpstr>PowerPoint 演示文稿</vt:lpstr>
      <vt:lpstr>单击添加章节标题</vt:lpstr>
      <vt:lpstr>是瑞士苏黎世大学著名的计算机科学家、Pascal程序设计语言之父、结构化程序设计首创者、1984年图灵奖获得者沃斯(Niklaus Wirth)于1976年提出的</vt:lpstr>
      <vt:lpstr>PowerPoint 演示文稿</vt:lpstr>
      <vt:lpstr>1.1 学习数据结构与算法的意义</vt:lpstr>
      <vt:lpstr>PowerPoint 演示文稿</vt:lpstr>
      <vt:lpstr>8-皇后问题</vt:lpstr>
      <vt:lpstr>PowerPoint 演示文稿</vt:lpstr>
      <vt:lpstr>1.2  数据结构的基本概念</vt:lpstr>
      <vt:lpstr>PowerPoint 演示文稿</vt:lpstr>
      <vt:lpstr>PowerPoint 演示文稿</vt:lpstr>
      <vt:lpstr>PowerPoint 演示文稿</vt:lpstr>
      <vt:lpstr>PowerPoint 演示文稿</vt:lpstr>
      <vt:lpstr>PowerPoint 演示文稿</vt:lpstr>
      <vt:lpstr>PowerPoint 演示文稿</vt:lpstr>
      <vt:lpstr>1.3  算法</vt:lpstr>
      <vt:lpstr>PowerPoint 演示文稿</vt:lpstr>
      <vt:lpstr>PowerPoint 演示文稿</vt:lpstr>
      <vt:lpstr>PowerPoint 演示文稿</vt:lpstr>
      <vt:lpstr>PowerPoint 演示文稿</vt:lpstr>
      <vt:lpstr>PowerPoint 演示文稿</vt:lpstr>
      <vt:lpstr>1.4  算法复杂度分析</vt:lpstr>
      <vt:lpstr>PowerPoint 演示文稿</vt:lpstr>
      <vt:lpstr>PowerPoint 演示文稿</vt:lpstr>
      <vt:lpstr>PowerPoint 演示文稿</vt:lpstr>
      <vt:lpstr>PowerPoint 演示文稿</vt:lpstr>
      <vt:lpstr>算法的渐进复杂度Big-O,  Big-Θ  &amp;  Big-Ω</vt:lpstr>
      <vt:lpstr>PowerPoint 演示文稿</vt:lpstr>
      <vt:lpstr>PowerPoint 演示文稿</vt:lpstr>
      <vt:lpstr>PowerPoint 演示文稿</vt:lpstr>
      <vt:lpstr>PowerPoint 演示文稿</vt:lpstr>
      <vt:lpstr>思考题</vt:lpstr>
      <vt:lpstr>PowerPoint 演示文稿</vt:lpstr>
      <vt:lpstr>PowerPoint 演示文稿</vt:lpstr>
      <vt:lpstr>算法复杂度分析示例1：选择排序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使用递归树分析：</vt:lpstr>
      <vt:lpstr>使用代换法验证：</vt:lpstr>
      <vt:lpstr>递归式渐进界分析：主定理（Master Theorem）</vt:lpstr>
      <vt:lpstr>主定理的应用： + </vt:lpstr>
      <vt:lpstr>PowerPoint 演示文稿</vt:lpstr>
      <vt:lpstr>PowerPoint 演示文稿</vt:lpstr>
      <vt:lpstr>PowerPoint 演示文稿</vt:lpstr>
      <vt:lpstr>PowerPoint 演示文稿</vt:lpstr>
      <vt:lpstr>PowerPoint 演示文稿</vt:lpstr>
      <vt:lpstr>斐波纳契数列（Fibonacci Sequence）</vt:lpstr>
      <vt:lpstr>PowerPoint 演示文稿</vt:lpstr>
      <vt:lpstr>解法1：递归</vt:lpstr>
      <vt:lpstr>PowerPoint 演示文稿</vt:lpstr>
      <vt:lpstr>解法2：递推</vt:lpstr>
      <vt:lpstr>解法3：矩阵</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yanzi</dc:creator>
  <cp:lastModifiedBy>徐惠红</cp:lastModifiedBy>
  <cp:revision>1419</cp:revision>
  <dcterms:created xsi:type="dcterms:W3CDTF">2013-10-09T01:13:00Z</dcterms:created>
  <dcterms:modified xsi:type="dcterms:W3CDTF">2026-07-16T14:57:58Z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166F1B68E01F40D7B5DB198A1EFB4783_12</vt:lpwstr>
  </property>
</Properties>
</file>