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  <p:sldMasterId id="2147483667" r:id="rId4"/>
  </p:sldMasterIdLst>
  <p:notesMasterIdLst>
    <p:notesMasterId r:id="rId7"/>
  </p:notesMasterIdLst>
  <p:sldIdLst>
    <p:sldId id="1268" r:id="rId5"/>
    <p:sldId id="1241" r:id="rId6"/>
    <p:sldId id="1269" r:id="rId8"/>
    <p:sldId id="1242" r:id="rId9"/>
    <p:sldId id="1270" r:id="rId10"/>
    <p:sldId id="1271" r:id="rId11"/>
    <p:sldId id="1135" r:id="rId12"/>
    <p:sldId id="1243" r:id="rId13"/>
    <p:sldId id="1272" r:id="rId14"/>
    <p:sldId id="1244" r:id="rId15"/>
    <p:sldId id="1127" r:id="rId16"/>
    <p:sldId id="1278" r:id="rId17"/>
    <p:sldId id="1128" r:id="rId18"/>
    <p:sldId id="1129" r:id="rId19"/>
    <p:sldId id="1245" r:id="rId20"/>
    <p:sldId id="1246" r:id="rId21"/>
    <p:sldId id="1247" r:id="rId22"/>
    <p:sldId id="1248" r:id="rId23"/>
    <p:sldId id="1249" r:id="rId24"/>
    <p:sldId id="1250" r:id="rId25"/>
    <p:sldId id="1279" r:id="rId26"/>
    <p:sldId id="1290" r:id="rId27"/>
    <p:sldId id="1251" r:id="rId28"/>
    <p:sldId id="1295" r:id="rId29"/>
    <p:sldId id="1276" r:id="rId30"/>
    <p:sldId id="1277" r:id="rId31"/>
    <p:sldId id="1252" r:id="rId32"/>
    <p:sldId id="1253" r:id="rId33"/>
    <p:sldId id="1254" r:id="rId34"/>
    <p:sldId id="1256" r:id="rId35"/>
    <p:sldId id="1137" r:id="rId36"/>
    <p:sldId id="1233" r:id="rId37"/>
    <p:sldId id="1257" r:id="rId38"/>
    <p:sldId id="1291" r:id="rId39"/>
    <p:sldId id="1258" r:id="rId40"/>
    <p:sldId id="1292" r:id="rId41"/>
    <p:sldId id="1293" r:id="rId42"/>
    <p:sldId id="1294" r:id="rId43"/>
    <p:sldId id="1260" r:id="rId44"/>
    <p:sldId id="1286" r:id="rId45"/>
    <p:sldId id="1287" r:id="rId46"/>
    <p:sldId id="1267" r:id="rId47"/>
    <p:sldId id="1288" r:id="rId48"/>
    <p:sldId id="1265" r:id="rId49"/>
    <p:sldId id="1266" r:id="rId50"/>
    <p:sldId id="1296" r:id="rId51"/>
    <p:sldId id="1134" r:id="rId52"/>
    <p:sldId id="1297" r:id="rId53"/>
    <p:sldId id="1273" r:id="rId54"/>
  </p:sldIdLst>
  <p:sldSz cx="9144000" cy="5143500" type="screen16x9"/>
  <p:notesSz cx="6858000" cy="9144000"/>
  <p:custDataLst>
    <p:tags r:id="rId58"/>
  </p:custDataLst>
  <p:defaultTextStyle>
    <a:defPPr>
      <a:defRPr lang="zh-CN"/>
    </a:defPPr>
    <a:lvl1pPr algn="ctr" rtl="0" fontAlgn="base">
      <a:spcBef>
        <a:spcPct val="20000"/>
      </a:spcBef>
      <a:spcAft>
        <a:spcPct val="0"/>
      </a:spcAft>
      <a:buClr>
        <a:srgbClr val="339966"/>
      </a:buClr>
      <a:buFont typeface="Wingdings" panose="05000000000000000000" pitchFamily="2" charset="2"/>
      <a:buChar char="q"/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rgbClr val="339966"/>
      </a:buClr>
      <a:buFont typeface="Wingdings" panose="05000000000000000000" pitchFamily="2" charset="2"/>
      <a:buChar char="q"/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rgbClr val="339966"/>
      </a:buClr>
      <a:buFont typeface="Wingdings" panose="05000000000000000000" pitchFamily="2" charset="2"/>
      <a:buChar char="q"/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rgbClr val="339966"/>
      </a:buClr>
      <a:buFont typeface="Wingdings" panose="05000000000000000000" pitchFamily="2" charset="2"/>
      <a:buChar char="q"/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rgbClr val="339966"/>
      </a:buClr>
      <a:buFont typeface="Wingdings" panose="05000000000000000000" pitchFamily="2" charset="2"/>
      <a:buChar char="q"/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9999FF"/>
    <a:srgbClr val="FFFFCC"/>
    <a:srgbClr val="CC3300"/>
    <a:srgbClr val="3399FF"/>
    <a:srgbClr val="00CC99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70" autoAdjust="0"/>
    <p:restoredTop sz="87828" autoAdjust="0"/>
  </p:normalViewPr>
  <p:slideViewPr>
    <p:cSldViewPr>
      <p:cViewPr>
        <p:scale>
          <a:sx n="66" d="100"/>
          <a:sy n="66" d="100"/>
        </p:scale>
        <p:origin x="-1016" y="-2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345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8" Type="http://schemas.openxmlformats.org/officeDocument/2006/relationships/tags" Target="tags/tag817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4" Type="http://schemas.openxmlformats.org/officeDocument/2006/relationships/slide" Target="slides/slide24.xml"/><Relationship Id="rId3" Type="http://schemas.openxmlformats.org/officeDocument/2006/relationships/slide" Target="slides/slide14.xml"/><Relationship Id="rId2" Type="http://schemas.openxmlformats.org/officeDocument/2006/relationships/slide" Target="slides/slide13.xml"/><Relationship Id="rId1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FontTx/>
              <a:buNone/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D55F2D5-1FA8-46DC-B897-08AE77BF12B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28D8496-49D8-479F-93AA-F34C440D30AA}" type="slidenum">
              <a:rPr lang="en-US" altLang="zh-CN" sz="1200" b="0" smtClean="0">
                <a:ea typeface="宋体" panose="02010600030101010101" pitchFamily="2" charset="-122"/>
              </a:rPr>
            </a:fld>
            <a:endParaRPr lang="en-US" altLang="zh-CN" sz="1200" b="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8204A71B-E2B6-469C-9C45-39F4DA1510DB}" type="slidenum">
              <a:rPr lang="en-US" altLang="zh-CN" sz="1200" b="0">
                <a:ea typeface="仿宋_GB2312" pitchFamily="49" charset="-122"/>
              </a:rPr>
            </a:fld>
            <a:endParaRPr lang="en-US" altLang="zh-CN" sz="1200" b="0">
              <a:ea typeface="仿宋_GB2312" pitchFamily="49" charset="-122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DD4E3FD8-DDCC-47F9-9D2B-FD8C90A45857}" type="slidenum">
              <a:rPr lang="en-US" altLang="zh-CN" sz="1200" b="0">
                <a:ea typeface="仿宋_GB2312" pitchFamily="49" charset="-122"/>
              </a:rPr>
            </a:fld>
            <a:endParaRPr lang="en-US" altLang="zh-CN" sz="1200" b="0">
              <a:ea typeface="仿宋_GB2312" pitchFamily="49" charset="-122"/>
            </a:endParaRPr>
          </a:p>
        </p:txBody>
      </p:sp>
      <p:sp>
        <p:nvSpPr>
          <p:cNvPr id="122883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</p:spPr>
      </p:sp>
      <p:sp>
        <p:nvSpPr>
          <p:cNvPr id="122884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E18AEF8D-1540-4345-87BF-D036D09771AD}" type="slidenum">
              <a:rPr lang="en-US" altLang="zh-CN" sz="1200" b="0" smtClean="0">
                <a:ea typeface="宋体" panose="02010600030101010101" pitchFamily="2" charset="-122"/>
              </a:rPr>
            </a:fld>
            <a:endParaRPr lang="en-US" altLang="zh-CN" sz="1200" b="0" smtClean="0">
              <a:ea typeface="宋体" panose="02010600030101010101" pitchFamily="2" charset="-122"/>
            </a:endParaRPr>
          </a:p>
        </p:txBody>
      </p:sp>
      <p:sp>
        <p:nvSpPr>
          <p:cNvPr id="409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1EC9AA0-8569-4BB6-9A13-D277149FB66B}" type="slidenum">
              <a:rPr lang="en-US" altLang="zh-CN" sz="1200" b="0">
                <a:ea typeface="宋体" panose="02010600030101010101" pitchFamily="2" charset="-122"/>
              </a:rPr>
            </a:fld>
            <a:endParaRPr lang="en-US" altLang="zh-CN" sz="1200" b="0">
              <a:ea typeface="宋体" panose="02010600030101010101" pitchFamily="2" charset="-122"/>
            </a:endParaRPr>
          </a:p>
        </p:txBody>
      </p:sp>
      <p:sp>
        <p:nvSpPr>
          <p:cNvPr id="409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5F2D5-1FA8-46DC-B897-08AE77BF12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37DC8BFB-FA8E-4FE2-8239-AFEE8A193901}" type="slidenum">
              <a:rPr lang="en-US" altLang="zh-CN" sz="1200" b="0">
                <a:solidFill>
                  <a:prstClr val="black"/>
                </a:solidFill>
                <a:ea typeface="仿宋_GB2312" pitchFamily="49" charset="-122"/>
              </a:rPr>
            </a:fld>
            <a:endParaRPr lang="en-US" altLang="zh-CN" sz="1200" b="0">
              <a:solidFill>
                <a:prstClr val="black"/>
              </a:solidFill>
              <a:ea typeface="仿宋_GB2312" pitchFamily="49" charset="-122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5F2D5-1FA8-46DC-B897-08AE77BF12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5F2D5-1FA8-46DC-B897-08AE77BF12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288C335-124D-4DF9-8C7D-40311454CFF0}" type="slidenum">
              <a:rPr lang="en-US" altLang="zh-CN" sz="1200" b="0">
                <a:solidFill>
                  <a:schemeClr val="accent2"/>
                </a:solidFill>
                <a:ea typeface="隶书" pitchFamily="49" charset="-122"/>
              </a:rPr>
            </a:fld>
            <a:endParaRPr lang="en-US" altLang="zh-CN" sz="1200" b="0">
              <a:solidFill>
                <a:schemeClr val="accent2"/>
              </a:solidFill>
              <a:ea typeface="隶书" pitchFamily="49" charset="-122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solidFill>
            <a:srgbClr val="FFFFFF"/>
          </a:solidFill>
        </p:spPr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6B654FB2-F8BF-49A8-A611-0DBFCA484616}" type="slidenum">
              <a:rPr lang="en-US" altLang="zh-CN" sz="1200" b="0">
                <a:solidFill>
                  <a:schemeClr val="accent2"/>
                </a:solidFill>
                <a:ea typeface="隶书" pitchFamily="49" charset="-122"/>
              </a:rPr>
            </a:fld>
            <a:endParaRPr lang="en-US" altLang="zh-CN" sz="1200" b="0">
              <a:solidFill>
                <a:schemeClr val="accent2"/>
              </a:solidFill>
              <a:ea typeface="隶书" pitchFamily="49" charset="-122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solidFill>
            <a:srgbClr val="FFFFFF"/>
          </a:solidFill>
        </p:spPr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5F2D5-1FA8-46DC-B897-08AE77BF12B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NULL" TargetMode="Externa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NULL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1.xml"/><Relationship Id="rId13" Type="http://schemas.openxmlformats.org/officeDocument/2006/relationships/image" Target="../media/image4.png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image" Target="NULL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image" Target="../media/image5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image" Target="NULL" TargetMode="External"/><Relationship Id="rId5" Type="http://schemas.openxmlformats.org/officeDocument/2006/relationships/image" Target="../media/image2.png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flip="none" rotWithShape="1">
          <a:gsLst>
            <a:gs pos="16000">
              <a:schemeClr val="accent4">
                <a:lumMod val="40000"/>
                <a:lumOff val="60000"/>
              </a:schemeClr>
            </a:gs>
            <a:gs pos="42000">
              <a:schemeClr val="accent4"/>
            </a:gs>
            <a:gs pos="85000">
              <a:srgbClr val="FB710F"/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4"/>
          <p:cNvSpPr>
            <a:spLocks noEditPoints="1" noChangeArrowheads="1"/>
          </p:cNvSpPr>
          <p:nvPr/>
        </p:nvSpPr>
        <p:spPr bwMode="auto">
          <a:xfrm>
            <a:off x="7486660" y="3823099"/>
            <a:ext cx="326231" cy="327422"/>
          </a:xfrm>
          <a:custGeom>
            <a:avLst/>
            <a:gdLst>
              <a:gd name="T0" fmla="*/ 98 w 196"/>
              <a:gd name="T1" fmla="*/ 197 h 197"/>
              <a:gd name="T2" fmla="*/ 196 w 196"/>
              <a:gd name="T3" fmla="*/ 99 h 197"/>
              <a:gd name="T4" fmla="*/ 98 w 196"/>
              <a:gd name="T5" fmla="*/ 0 h 197"/>
              <a:gd name="T6" fmla="*/ 0 w 196"/>
              <a:gd name="T7" fmla="*/ 99 h 197"/>
              <a:gd name="T8" fmla="*/ 98 w 196"/>
              <a:gd name="T9" fmla="*/ 197 h 197"/>
              <a:gd name="T10" fmla="*/ 38 w 196"/>
              <a:gd name="T11" fmla="*/ 166 h 197"/>
              <a:gd name="T12" fmla="*/ 30 w 196"/>
              <a:gd name="T13" fmla="*/ 158 h 197"/>
              <a:gd name="T14" fmla="*/ 49 w 196"/>
              <a:gd name="T15" fmla="*/ 140 h 197"/>
              <a:gd name="T16" fmla="*/ 57 w 196"/>
              <a:gd name="T17" fmla="*/ 148 h 197"/>
              <a:gd name="T18" fmla="*/ 38 w 196"/>
              <a:gd name="T19" fmla="*/ 166 h 197"/>
              <a:gd name="T20" fmla="*/ 103 w 196"/>
              <a:gd name="T21" fmla="*/ 188 h 197"/>
              <a:gd name="T22" fmla="*/ 92 w 196"/>
              <a:gd name="T23" fmla="*/ 188 h 197"/>
              <a:gd name="T24" fmla="*/ 92 w 196"/>
              <a:gd name="T25" fmla="*/ 162 h 197"/>
              <a:gd name="T26" fmla="*/ 103 w 196"/>
              <a:gd name="T27" fmla="*/ 162 h 197"/>
              <a:gd name="T28" fmla="*/ 103 w 196"/>
              <a:gd name="T29" fmla="*/ 188 h 197"/>
              <a:gd name="T30" fmla="*/ 188 w 196"/>
              <a:gd name="T31" fmla="*/ 104 h 197"/>
              <a:gd name="T32" fmla="*/ 161 w 196"/>
              <a:gd name="T33" fmla="*/ 104 h 197"/>
              <a:gd name="T34" fmla="*/ 161 w 196"/>
              <a:gd name="T35" fmla="*/ 93 h 197"/>
              <a:gd name="T36" fmla="*/ 188 w 196"/>
              <a:gd name="T37" fmla="*/ 93 h 197"/>
              <a:gd name="T38" fmla="*/ 188 w 196"/>
              <a:gd name="T39" fmla="*/ 104 h 197"/>
              <a:gd name="T40" fmla="*/ 157 w 196"/>
              <a:gd name="T41" fmla="*/ 31 h 197"/>
              <a:gd name="T42" fmla="*/ 165 w 196"/>
              <a:gd name="T43" fmla="*/ 39 h 197"/>
              <a:gd name="T44" fmla="*/ 147 w 196"/>
              <a:gd name="T45" fmla="*/ 58 h 197"/>
              <a:gd name="T46" fmla="*/ 139 w 196"/>
              <a:gd name="T47" fmla="*/ 50 h 197"/>
              <a:gd name="T48" fmla="*/ 157 w 196"/>
              <a:gd name="T49" fmla="*/ 31 h 197"/>
              <a:gd name="T50" fmla="*/ 147 w 196"/>
              <a:gd name="T51" fmla="*/ 140 h 197"/>
              <a:gd name="T52" fmla="*/ 165 w 196"/>
              <a:gd name="T53" fmla="*/ 158 h 197"/>
              <a:gd name="T54" fmla="*/ 157 w 196"/>
              <a:gd name="T55" fmla="*/ 166 h 197"/>
              <a:gd name="T56" fmla="*/ 139 w 196"/>
              <a:gd name="T57" fmla="*/ 148 h 197"/>
              <a:gd name="T58" fmla="*/ 147 w 196"/>
              <a:gd name="T59" fmla="*/ 140 h 197"/>
              <a:gd name="T60" fmla="*/ 92 w 196"/>
              <a:gd name="T61" fmla="*/ 9 h 197"/>
              <a:gd name="T62" fmla="*/ 103 w 196"/>
              <a:gd name="T63" fmla="*/ 9 h 197"/>
              <a:gd name="T64" fmla="*/ 103 w 196"/>
              <a:gd name="T65" fmla="*/ 35 h 197"/>
              <a:gd name="T66" fmla="*/ 92 w 196"/>
              <a:gd name="T67" fmla="*/ 35 h 197"/>
              <a:gd name="T68" fmla="*/ 92 w 196"/>
              <a:gd name="T69" fmla="*/ 9 h 197"/>
              <a:gd name="T70" fmla="*/ 82 w 196"/>
              <a:gd name="T71" fmla="*/ 76 h 197"/>
              <a:gd name="T72" fmla="*/ 99 w 196"/>
              <a:gd name="T73" fmla="*/ 92 h 197"/>
              <a:gd name="T74" fmla="*/ 130 w 196"/>
              <a:gd name="T75" fmla="*/ 62 h 197"/>
              <a:gd name="T76" fmla="*/ 137 w 196"/>
              <a:gd name="T77" fmla="*/ 70 h 197"/>
              <a:gd name="T78" fmla="*/ 99 w 196"/>
              <a:gd name="T79" fmla="*/ 108 h 197"/>
              <a:gd name="T80" fmla="*/ 74 w 196"/>
              <a:gd name="T81" fmla="*/ 84 h 197"/>
              <a:gd name="T82" fmla="*/ 82 w 196"/>
              <a:gd name="T83" fmla="*/ 76 h 197"/>
              <a:gd name="T84" fmla="*/ 38 w 196"/>
              <a:gd name="T85" fmla="*/ 31 h 197"/>
              <a:gd name="T86" fmla="*/ 57 w 196"/>
              <a:gd name="T87" fmla="*/ 50 h 197"/>
              <a:gd name="T88" fmla="*/ 49 w 196"/>
              <a:gd name="T89" fmla="*/ 58 h 197"/>
              <a:gd name="T90" fmla="*/ 30 w 196"/>
              <a:gd name="T91" fmla="*/ 39 h 197"/>
              <a:gd name="T92" fmla="*/ 38 w 196"/>
              <a:gd name="T93" fmla="*/ 31 h 197"/>
              <a:gd name="T94" fmla="*/ 34 w 196"/>
              <a:gd name="T95" fmla="*/ 104 h 197"/>
              <a:gd name="T96" fmla="*/ 8 w 196"/>
              <a:gd name="T97" fmla="*/ 104 h 197"/>
              <a:gd name="T98" fmla="*/ 8 w 196"/>
              <a:gd name="T99" fmla="*/ 93 h 197"/>
              <a:gd name="T100" fmla="*/ 34 w 196"/>
              <a:gd name="T101" fmla="*/ 93 h 197"/>
              <a:gd name="T102" fmla="*/ 34 w 196"/>
              <a:gd name="T103" fmla="*/ 104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96" h="197">
                <a:moveTo>
                  <a:pt x="98" y="197"/>
                </a:moveTo>
                <a:cubicBezTo>
                  <a:pt x="152" y="197"/>
                  <a:pt x="196" y="153"/>
                  <a:pt x="196" y="99"/>
                </a:cubicBezTo>
                <a:cubicBezTo>
                  <a:pt x="196" y="44"/>
                  <a:pt x="152" y="0"/>
                  <a:pt x="98" y="0"/>
                </a:cubicBezTo>
                <a:cubicBezTo>
                  <a:pt x="43" y="0"/>
                  <a:pt x="0" y="44"/>
                  <a:pt x="0" y="99"/>
                </a:cubicBezTo>
                <a:cubicBezTo>
                  <a:pt x="0" y="153"/>
                  <a:pt x="43" y="197"/>
                  <a:pt x="98" y="197"/>
                </a:cubicBezTo>
                <a:moveTo>
                  <a:pt x="38" y="166"/>
                </a:moveTo>
                <a:cubicBezTo>
                  <a:pt x="30" y="158"/>
                  <a:pt x="30" y="158"/>
                  <a:pt x="30" y="158"/>
                </a:cubicBezTo>
                <a:cubicBezTo>
                  <a:pt x="49" y="140"/>
                  <a:pt x="49" y="140"/>
                  <a:pt x="49" y="140"/>
                </a:cubicBezTo>
                <a:cubicBezTo>
                  <a:pt x="57" y="148"/>
                  <a:pt x="57" y="148"/>
                  <a:pt x="57" y="148"/>
                </a:cubicBezTo>
                <a:lnTo>
                  <a:pt x="38" y="166"/>
                </a:lnTo>
                <a:close/>
                <a:moveTo>
                  <a:pt x="103" y="188"/>
                </a:moveTo>
                <a:cubicBezTo>
                  <a:pt x="92" y="188"/>
                  <a:pt x="92" y="188"/>
                  <a:pt x="92" y="188"/>
                </a:cubicBezTo>
                <a:cubicBezTo>
                  <a:pt x="92" y="162"/>
                  <a:pt x="92" y="162"/>
                  <a:pt x="92" y="162"/>
                </a:cubicBezTo>
                <a:cubicBezTo>
                  <a:pt x="103" y="162"/>
                  <a:pt x="103" y="162"/>
                  <a:pt x="103" y="162"/>
                </a:cubicBezTo>
                <a:lnTo>
                  <a:pt x="103" y="188"/>
                </a:lnTo>
                <a:close/>
                <a:moveTo>
                  <a:pt x="188" y="104"/>
                </a:moveTo>
                <a:cubicBezTo>
                  <a:pt x="161" y="104"/>
                  <a:pt x="161" y="104"/>
                  <a:pt x="161" y="104"/>
                </a:cubicBezTo>
                <a:cubicBezTo>
                  <a:pt x="161" y="93"/>
                  <a:pt x="161" y="93"/>
                  <a:pt x="161" y="93"/>
                </a:cubicBezTo>
                <a:cubicBezTo>
                  <a:pt x="188" y="93"/>
                  <a:pt x="188" y="93"/>
                  <a:pt x="188" y="93"/>
                </a:cubicBezTo>
                <a:lnTo>
                  <a:pt x="188" y="104"/>
                </a:lnTo>
                <a:close/>
                <a:moveTo>
                  <a:pt x="157" y="31"/>
                </a:moveTo>
                <a:cubicBezTo>
                  <a:pt x="165" y="39"/>
                  <a:pt x="165" y="39"/>
                  <a:pt x="165" y="39"/>
                </a:cubicBezTo>
                <a:cubicBezTo>
                  <a:pt x="147" y="58"/>
                  <a:pt x="147" y="58"/>
                  <a:pt x="147" y="58"/>
                </a:cubicBezTo>
                <a:cubicBezTo>
                  <a:pt x="139" y="50"/>
                  <a:pt x="139" y="50"/>
                  <a:pt x="139" y="50"/>
                </a:cubicBezTo>
                <a:lnTo>
                  <a:pt x="157" y="31"/>
                </a:lnTo>
                <a:close/>
                <a:moveTo>
                  <a:pt x="147" y="140"/>
                </a:moveTo>
                <a:cubicBezTo>
                  <a:pt x="165" y="158"/>
                  <a:pt x="165" y="158"/>
                  <a:pt x="165" y="158"/>
                </a:cubicBezTo>
                <a:cubicBezTo>
                  <a:pt x="157" y="166"/>
                  <a:pt x="157" y="166"/>
                  <a:pt x="157" y="166"/>
                </a:cubicBezTo>
                <a:cubicBezTo>
                  <a:pt x="139" y="148"/>
                  <a:pt x="139" y="148"/>
                  <a:pt x="139" y="148"/>
                </a:cubicBezTo>
                <a:lnTo>
                  <a:pt x="147" y="140"/>
                </a:lnTo>
                <a:close/>
                <a:moveTo>
                  <a:pt x="92" y="9"/>
                </a:moveTo>
                <a:cubicBezTo>
                  <a:pt x="103" y="9"/>
                  <a:pt x="103" y="9"/>
                  <a:pt x="103" y="9"/>
                </a:cubicBezTo>
                <a:cubicBezTo>
                  <a:pt x="103" y="35"/>
                  <a:pt x="103" y="35"/>
                  <a:pt x="103" y="35"/>
                </a:cubicBezTo>
                <a:cubicBezTo>
                  <a:pt x="92" y="35"/>
                  <a:pt x="92" y="35"/>
                  <a:pt x="92" y="35"/>
                </a:cubicBezTo>
                <a:lnTo>
                  <a:pt x="92" y="9"/>
                </a:lnTo>
                <a:close/>
                <a:moveTo>
                  <a:pt x="82" y="76"/>
                </a:moveTo>
                <a:cubicBezTo>
                  <a:pt x="99" y="92"/>
                  <a:pt x="99" y="92"/>
                  <a:pt x="99" y="92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7" y="70"/>
                  <a:pt x="137" y="70"/>
                  <a:pt x="137" y="70"/>
                </a:cubicBezTo>
                <a:cubicBezTo>
                  <a:pt x="99" y="108"/>
                  <a:pt x="99" y="108"/>
                  <a:pt x="99" y="108"/>
                </a:cubicBezTo>
                <a:cubicBezTo>
                  <a:pt x="74" y="84"/>
                  <a:pt x="74" y="84"/>
                  <a:pt x="74" y="84"/>
                </a:cubicBezTo>
                <a:lnTo>
                  <a:pt x="82" y="76"/>
                </a:lnTo>
                <a:close/>
                <a:moveTo>
                  <a:pt x="38" y="31"/>
                </a:moveTo>
                <a:cubicBezTo>
                  <a:pt x="57" y="50"/>
                  <a:pt x="57" y="50"/>
                  <a:pt x="57" y="50"/>
                </a:cubicBezTo>
                <a:cubicBezTo>
                  <a:pt x="49" y="58"/>
                  <a:pt x="49" y="58"/>
                  <a:pt x="49" y="58"/>
                </a:cubicBezTo>
                <a:cubicBezTo>
                  <a:pt x="30" y="39"/>
                  <a:pt x="30" y="39"/>
                  <a:pt x="30" y="39"/>
                </a:cubicBezTo>
                <a:lnTo>
                  <a:pt x="38" y="31"/>
                </a:lnTo>
                <a:close/>
                <a:moveTo>
                  <a:pt x="34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8" y="93"/>
                  <a:pt x="8" y="93"/>
                  <a:pt x="8" y="93"/>
                </a:cubicBezTo>
                <a:cubicBezTo>
                  <a:pt x="34" y="93"/>
                  <a:pt x="34" y="93"/>
                  <a:pt x="34" y="93"/>
                </a:cubicBezTo>
                <a:lnTo>
                  <a:pt x="34" y="104"/>
                </a:ln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" name="Freeform 29"/>
          <p:cNvSpPr>
            <a:spLocks noEditPoints="1" noChangeArrowheads="1"/>
          </p:cNvSpPr>
          <p:nvPr/>
        </p:nvSpPr>
        <p:spPr bwMode="auto">
          <a:xfrm>
            <a:off x="3805237" y="1138241"/>
            <a:ext cx="272654" cy="481013"/>
          </a:xfrm>
          <a:custGeom>
            <a:avLst/>
            <a:gdLst>
              <a:gd name="T0" fmla="*/ 100 w 115"/>
              <a:gd name="T1" fmla="*/ 0 h 203"/>
              <a:gd name="T2" fmla="*/ 14 w 115"/>
              <a:gd name="T3" fmla="*/ 0 h 203"/>
              <a:gd name="T4" fmla="*/ 0 w 115"/>
              <a:gd name="T5" fmla="*/ 15 h 203"/>
              <a:gd name="T6" fmla="*/ 0 w 115"/>
              <a:gd name="T7" fmla="*/ 189 h 203"/>
              <a:gd name="T8" fmla="*/ 14 w 115"/>
              <a:gd name="T9" fmla="*/ 203 h 203"/>
              <a:gd name="T10" fmla="*/ 100 w 115"/>
              <a:gd name="T11" fmla="*/ 203 h 203"/>
              <a:gd name="T12" fmla="*/ 115 w 115"/>
              <a:gd name="T13" fmla="*/ 189 h 203"/>
              <a:gd name="T14" fmla="*/ 115 w 115"/>
              <a:gd name="T15" fmla="*/ 15 h 203"/>
              <a:gd name="T16" fmla="*/ 100 w 115"/>
              <a:gd name="T17" fmla="*/ 0 h 203"/>
              <a:gd name="T18" fmla="*/ 90 w 115"/>
              <a:gd name="T19" fmla="*/ 10 h 203"/>
              <a:gd name="T20" fmla="*/ 94 w 115"/>
              <a:gd name="T21" fmla="*/ 14 h 203"/>
              <a:gd name="T22" fmla="*/ 90 w 115"/>
              <a:gd name="T23" fmla="*/ 17 h 203"/>
              <a:gd name="T24" fmla="*/ 86 w 115"/>
              <a:gd name="T25" fmla="*/ 14 h 203"/>
              <a:gd name="T26" fmla="*/ 90 w 115"/>
              <a:gd name="T27" fmla="*/ 10 h 203"/>
              <a:gd name="T28" fmla="*/ 37 w 115"/>
              <a:gd name="T29" fmla="*/ 11 h 203"/>
              <a:gd name="T30" fmla="*/ 77 w 115"/>
              <a:gd name="T31" fmla="*/ 11 h 203"/>
              <a:gd name="T32" fmla="*/ 77 w 115"/>
              <a:gd name="T33" fmla="*/ 16 h 203"/>
              <a:gd name="T34" fmla="*/ 37 w 115"/>
              <a:gd name="T35" fmla="*/ 16 h 203"/>
              <a:gd name="T36" fmla="*/ 37 w 115"/>
              <a:gd name="T37" fmla="*/ 11 h 203"/>
              <a:gd name="T38" fmla="*/ 57 w 115"/>
              <a:gd name="T39" fmla="*/ 194 h 203"/>
              <a:gd name="T40" fmla="*/ 47 w 115"/>
              <a:gd name="T41" fmla="*/ 184 h 203"/>
              <a:gd name="T42" fmla="*/ 57 w 115"/>
              <a:gd name="T43" fmla="*/ 175 h 203"/>
              <a:gd name="T44" fmla="*/ 67 w 115"/>
              <a:gd name="T45" fmla="*/ 184 h 203"/>
              <a:gd name="T46" fmla="*/ 57 w 115"/>
              <a:gd name="T47" fmla="*/ 194 h 203"/>
              <a:gd name="T48" fmla="*/ 103 w 115"/>
              <a:gd name="T49" fmla="*/ 165 h 203"/>
              <a:gd name="T50" fmla="*/ 11 w 115"/>
              <a:gd name="T51" fmla="*/ 165 h 203"/>
              <a:gd name="T52" fmla="*/ 11 w 115"/>
              <a:gd name="T53" fmla="*/ 25 h 203"/>
              <a:gd name="T54" fmla="*/ 103 w 115"/>
              <a:gd name="T55" fmla="*/ 25 h 203"/>
              <a:gd name="T56" fmla="*/ 103 w 115"/>
              <a:gd name="T57" fmla="*/ 165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5" h="203">
                <a:moveTo>
                  <a:pt x="100" y="0"/>
                </a:moveTo>
                <a:cubicBezTo>
                  <a:pt x="14" y="0"/>
                  <a:pt x="14" y="0"/>
                  <a:pt x="14" y="0"/>
                </a:cubicBezTo>
                <a:cubicBezTo>
                  <a:pt x="6" y="0"/>
                  <a:pt x="0" y="7"/>
                  <a:pt x="0" y="15"/>
                </a:cubicBezTo>
                <a:cubicBezTo>
                  <a:pt x="0" y="189"/>
                  <a:pt x="0" y="189"/>
                  <a:pt x="0" y="189"/>
                </a:cubicBezTo>
                <a:cubicBezTo>
                  <a:pt x="0" y="197"/>
                  <a:pt x="6" y="203"/>
                  <a:pt x="14" y="203"/>
                </a:cubicBezTo>
                <a:cubicBezTo>
                  <a:pt x="100" y="203"/>
                  <a:pt x="100" y="203"/>
                  <a:pt x="100" y="203"/>
                </a:cubicBezTo>
                <a:cubicBezTo>
                  <a:pt x="108" y="203"/>
                  <a:pt x="115" y="197"/>
                  <a:pt x="115" y="189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5" y="7"/>
                  <a:pt x="108" y="0"/>
                  <a:pt x="100" y="0"/>
                </a:cubicBezTo>
                <a:moveTo>
                  <a:pt x="90" y="10"/>
                </a:moveTo>
                <a:cubicBezTo>
                  <a:pt x="92" y="10"/>
                  <a:pt x="94" y="11"/>
                  <a:pt x="94" y="14"/>
                </a:cubicBezTo>
                <a:cubicBezTo>
                  <a:pt x="94" y="16"/>
                  <a:pt x="92" y="17"/>
                  <a:pt x="90" y="17"/>
                </a:cubicBezTo>
                <a:cubicBezTo>
                  <a:pt x="88" y="17"/>
                  <a:pt x="86" y="16"/>
                  <a:pt x="86" y="14"/>
                </a:cubicBezTo>
                <a:cubicBezTo>
                  <a:pt x="86" y="11"/>
                  <a:pt x="88" y="10"/>
                  <a:pt x="90" y="10"/>
                </a:cubicBezTo>
                <a:moveTo>
                  <a:pt x="37" y="11"/>
                </a:moveTo>
                <a:cubicBezTo>
                  <a:pt x="77" y="11"/>
                  <a:pt x="77" y="11"/>
                  <a:pt x="77" y="11"/>
                </a:cubicBezTo>
                <a:cubicBezTo>
                  <a:pt x="77" y="16"/>
                  <a:pt x="77" y="16"/>
                  <a:pt x="77" y="16"/>
                </a:cubicBezTo>
                <a:cubicBezTo>
                  <a:pt x="37" y="16"/>
                  <a:pt x="37" y="16"/>
                  <a:pt x="37" y="16"/>
                </a:cubicBezTo>
                <a:lnTo>
                  <a:pt x="37" y="11"/>
                </a:lnTo>
                <a:close/>
                <a:moveTo>
                  <a:pt x="57" y="194"/>
                </a:moveTo>
                <a:cubicBezTo>
                  <a:pt x="52" y="194"/>
                  <a:pt x="47" y="190"/>
                  <a:pt x="47" y="184"/>
                </a:cubicBezTo>
                <a:cubicBezTo>
                  <a:pt x="47" y="179"/>
                  <a:pt x="52" y="175"/>
                  <a:pt x="57" y="175"/>
                </a:cubicBezTo>
                <a:cubicBezTo>
                  <a:pt x="63" y="175"/>
                  <a:pt x="67" y="179"/>
                  <a:pt x="67" y="184"/>
                </a:cubicBezTo>
                <a:cubicBezTo>
                  <a:pt x="67" y="190"/>
                  <a:pt x="63" y="194"/>
                  <a:pt x="57" y="194"/>
                </a:cubicBezTo>
                <a:moveTo>
                  <a:pt x="103" y="165"/>
                </a:moveTo>
                <a:cubicBezTo>
                  <a:pt x="11" y="165"/>
                  <a:pt x="11" y="165"/>
                  <a:pt x="11" y="165"/>
                </a:cubicBezTo>
                <a:cubicBezTo>
                  <a:pt x="11" y="25"/>
                  <a:pt x="11" y="25"/>
                  <a:pt x="11" y="25"/>
                </a:cubicBezTo>
                <a:cubicBezTo>
                  <a:pt x="103" y="25"/>
                  <a:pt x="103" y="25"/>
                  <a:pt x="103" y="25"/>
                </a:cubicBezTo>
                <a:lnTo>
                  <a:pt x="103" y="165"/>
                </a:lnTo>
                <a:close/>
              </a:path>
            </a:pathLst>
          </a:custGeom>
          <a:solidFill>
            <a:srgbClr val="FB710F">
              <a:alpha val="4313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" name="Freeform 127"/>
          <p:cNvSpPr>
            <a:spLocks noChangeArrowheads="1"/>
          </p:cNvSpPr>
          <p:nvPr/>
        </p:nvSpPr>
        <p:spPr bwMode="auto">
          <a:xfrm>
            <a:off x="5263753" y="611985"/>
            <a:ext cx="442913" cy="358379"/>
          </a:xfrm>
          <a:custGeom>
            <a:avLst/>
            <a:gdLst>
              <a:gd name="T0" fmla="*/ 70 w 72"/>
              <a:gd name="T1" fmla="*/ 1 h 58"/>
              <a:gd name="T2" fmla="*/ 61 w 72"/>
              <a:gd name="T3" fmla="*/ 4 h 58"/>
              <a:gd name="T4" fmla="*/ 50 w 72"/>
              <a:gd name="T5" fmla="*/ 0 h 58"/>
              <a:gd name="T6" fmla="*/ 35 w 72"/>
              <a:gd name="T7" fmla="*/ 15 h 58"/>
              <a:gd name="T8" fmla="*/ 36 w 72"/>
              <a:gd name="T9" fmla="*/ 18 h 58"/>
              <a:gd name="T10" fmla="*/ 5 w 72"/>
              <a:gd name="T11" fmla="*/ 2 h 58"/>
              <a:gd name="T12" fmla="*/ 3 w 72"/>
              <a:gd name="T13" fmla="*/ 10 h 58"/>
              <a:gd name="T14" fmla="*/ 10 w 72"/>
              <a:gd name="T15" fmla="*/ 22 h 58"/>
              <a:gd name="T16" fmla="*/ 3 w 72"/>
              <a:gd name="T17" fmla="*/ 20 h 58"/>
              <a:gd name="T18" fmla="*/ 3 w 72"/>
              <a:gd name="T19" fmla="*/ 21 h 58"/>
              <a:gd name="T20" fmla="*/ 15 w 72"/>
              <a:gd name="T21" fmla="*/ 35 h 58"/>
              <a:gd name="T22" fmla="*/ 11 w 72"/>
              <a:gd name="T23" fmla="*/ 36 h 58"/>
              <a:gd name="T24" fmla="*/ 8 w 72"/>
              <a:gd name="T25" fmla="*/ 35 h 58"/>
              <a:gd name="T26" fmla="*/ 22 w 72"/>
              <a:gd name="T27" fmla="*/ 46 h 58"/>
              <a:gd name="T28" fmla="*/ 4 w 72"/>
              <a:gd name="T29" fmla="*/ 52 h 58"/>
              <a:gd name="T30" fmla="*/ 0 w 72"/>
              <a:gd name="T31" fmla="*/ 52 h 58"/>
              <a:gd name="T32" fmla="*/ 23 w 72"/>
              <a:gd name="T33" fmla="*/ 58 h 58"/>
              <a:gd name="T34" fmla="*/ 65 w 72"/>
              <a:gd name="T35" fmla="*/ 16 h 58"/>
              <a:gd name="T36" fmla="*/ 65 w 72"/>
              <a:gd name="T37" fmla="*/ 14 h 58"/>
              <a:gd name="T38" fmla="*/ 72 w 72"/>
              <a:gd name="T39" fmla="*/ 7 h 58"/>
              <a:gd name="T40" fmla="*/ 64 w 72"/>
              <a:gd name="T41" fmla="*/ 9 h 58"/>
              <a:gd name="T42" fmla="*/ 70 w 72"/>
              <a:gd name="T43" fmla="*/ 1 h 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2" h="58">
                <a:moveTo>
                  <a:pt x="70" y="1"/>
                </a:moveTo>
                <a:cubicBezTo>
                  <a:pt x="67" y="3"/>
                  <a:pt x="64" y="4"/>
                  <a:pt x="61" y="4"/>
                </a:cubicBezTo>
                <a:cubicBezTo>
                  <a:pt x="58" y="2"/>
                  <a:pt x="54" y="0"/>
                  <a:pt x="50" y="0"/>
                </a:cubicBezTo>
                <a:cubicBezTo>
                  <a:pt x="42" y="0"/>
                  <a:pt x="35" y="6"/>
                  <a:pt x="35" y="15"/>
                </a:cubicBezTo>
                <a:cubicBezTo>
                  <a:pt x="35" y="16"/>
                  <a:pt x="36" y="17"/>
                  <a:pt x="36" y="18"/>
                </a:cubicBezTo>
                <a:cubicBezTo>
                  <a:pt x="24" y="17"/>
                  <a:pt x="13" y="11"/>
                  <a:pt x="5" y="2"/>
                </a:cubicBezTo>
                <a:cubicBezTo>
                  <a:pt x="4" y="5"/>
                  <a:pt x="3" y="7"/>
                  <a:pt x="3" y="10"/>
                </a:cubicBezTo>
                <a:cubicBezTo>
                  <a:pt x="3" y="15"/>
                  <a:pt x="6" y="20"/>
                  <a:pt x="10" y="22"/>
                </a:cubicBezTo>
                <a:cubicBezTo>
                  <a:pt x="7" y="22"/>
                  <a:pt x="5" y="21"/>
                  <a:pt x="3" y="20"/>
                </a:cubicBezTo>
                <a:cubicBezTo>
                  <a:pt x="3" y="20"/>
                  <a:pt x="3" y="20"/>
                  <a:pt x="3" y="21"/>
                </a:cubicBezTo>
                <a:cubicBezTo>
                  <a:pt x="3" y="28"/>
                  <a:pt x="8" y="34"/>
                  <a:pt x="15" y="35"/>
                </a:cubicBezTo>
                <a:cubicBezTo>
                  <a:pt x="14" y="35"/>
                  <a:pt x="13" y="36"/>
                  <a:pt x="11" y="36"/>
                </a:cubicBezTo>
                <a:cubicBezTo>
                  <a:pt x="10" y="36"/>
                  <a:pt x="9" y="35"/>
                  <a:pt x="8" y="35"/>
                </a:cubicBezTo>
                <a:cubicBezTo>
                  <a:pt x="10" y="41"/>
                  <a:pt x="16" y="45"/>
                  <a:pt x="22" y="46"/>
                </a:cubicBezTo>
                <a:cubicBezTo>
                  <a:pt x="17" y="49"/>
                  <a:pt x="11" y="52"/>
                  <a:pt x="4" y="52"/>
                </a:cubicBezTo>
                <a:cubicBezTo>
                  <a:pt x="3" y="52"/>
                  <a:pt x="1" y="52"/>
                  <a:pt x="0" y="52"/>
                </a:cubicBezTo>
                <a:cubicBezTo>
                  <a:pt x="7" y="56"/>
                  <a:pt x="15" y="58"/>
                  <a:pt x="23" y="58"/>
                </a:cubicBezTo>
                <a:cubicBezTo>
                  <a:pt x="50" y="58"/>
                  <a:pt x="65" y="36"/>
                  <a:pt x="65" y="16"/>
                </a:cubicBezTo>
                <a:cubicBezTo>
                  <a:pt x="65" y="16"/>
                  <a:pt x="65" y="15"/>
                  <a:pt x="65" y="14"/>
                </a:cubicBezTo>
                <a:cubicBezTo>
                  <a:pt x="68" y="12"/>
                  <a:pt x="70" y="10"/>
                  <a:pt x="72" y="7"/>
                </a:cubicBezTo>
                <a:cubicBezTo>
                  <a:pt x="70" y="8"/>
                  <a:pt x="67" y="9"/>
                  <a:pt x="64" y="9"/>
                </a:cubicBezTo>
                <a:cubicBezTo>
                  <a:pt x="67" y="7"/>
                  <a:pt x="69" y="4"/>
                  <a:pt x="70" y="1"/>
                </a:cubicBezTo>
                <a:close/>
              </a:path>
            </a:pathLst>
          </a:custGeom>
          <a:solidFill>
            <a:srgbClr val="FB710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" name="KSO_Shape"/>
          <p:cNvSpPr>
            <a:spLocks noChangeAspect="1" noChangeArrowheads="1"/>
          </p:cNvSpPr>
          <p:nvPr/>
        </p:nvSpPr>
        <p:spPr bwMode="auto">
          <a:xfrm>
            <a:off x="2409825" y="265514"/>
            <a:ext cx="351235" cy="195263"/>
          </a:xfrm>
          <a:custGeom>
            <a:avLst/>
            <a:gdLst>
              <a:gd name="T0" fmla="*/ 905551 w 2263730"/>
              <a:gd name="T1" fmla="*/ 0 h 1265688"/>
              <a:gd name="T2" fmla="*/ 1073606 w 2263730"/>
              <a:gd name="T3" fmla="*/ 36122 h 1265688"/>
              <a:gd name="T4" fmla="*/ 695253 w 2263730"/>
              <a:gd name="T5" fmla="*/ 481416 h 1265688"/>
              <a:gd name="T6" fmla="*/ 584749 w 2263730"/>
              <a:gd name="T7" fmla="*/ 459054 h 1265688"/>
              <a:gd name="T8" fmla="*/ 536229 w 2263730"/>
              <a:gd name="T9" fmla="*/ 467989 h 1265688"/>
              <a:gd name="T10" fmla="*/ 398547 w 2263730"/>
              <a:gd name="T11" fmla="*/ 640069 h 1265688"/>
              <a:gd name="T12" fmla="*/ 150529 w 2263730"/>
              <a:gd name="T13" fmla="*/ 939037 h 1265688"/>
              <a:gd name="T14" fmla="*/ 360867 w 2263730"/>
              <a:gd name="T15" fmla="*/ 1221858 h 1265688"/>
              <a:gd name="T16" fmla="*/ 191624 w 2263730"/>
              <a:gd name="T17" fmla="*/ 959585 h 1265688"/>
              <a:gd name="T18" fmla="*/ 439642 w 2263730"/>
              <a:gd name="T19" fmla="*/ 660617 h 1265688"/>
              <a:gd name="T20" fmla="*/ 577324 w 2263730"/>
              <a:gd name="T21" fmla="*/ 488537 h 1265688"/>
              <a:gd name="T22" fmla="*/ 625844 w 2263730"/>
              <a:gd name="T23" fmla="*/ 479602 h 1265688"/>
              <a:gd name="T24" fmla="*/ 736348 w 2263730"/>
              <a:gd name="T25" fmla="*/ 501964 h 1265688"/>
              <a:gd name="T26" fmla="*/ 1329741 w 2263730"/>
              <a:gd name="T27" fmla="*/ 20548 h 1265688"/>
              <a:gd name="T28" fmla="*/ 1926075 w 2263730"/>
              <a:gd name="T29" fmla="*/ 554079 h 1265688"/>
              <a:gd name="T30" fmla="*/ 1917927 w 2263730"/>
              <a:gd name="T31" fmla="*/ 638343 h 1265688"/>
              <a:gd name="T32" fmla="*/ 2263730 w 2263730"/>
              <a:gd name="T33" fmla="*/ 959585 h 1265688"/>
              <a:gd name="T34" fmla="*/ 1992071 w 2263730"/>
              <a:gd name="T35" fmla="*/ 1265207 h 1265688"/>
              <a:gd name="T36" fmla="*/ 1990321 w 2263730"/>
              <a:gd name="T37" fmla="*/ 1265688 h 1265688"/>
              <a:gd name="T38" fmla="*/ 465245 w 2263730"/>
              <a:gd name="T39" fmla="*/ 1265688 h 1265688"/>
              <a:gd name="T40" fmla="*/ 370547 w 2263730"/>
              <a:gd name="T41" fmla="*/ 1265688 h 1265688"/>
              <a:gd name="T42" fmla="*/ 351179 w 2263730"/>
              <a:gd name="T43" fmla="*/ 1263493 h 1265688"/>
              <a:gd name="T44" fmla="*/ 329229 w 2263730"/>
              <a:gd name="T45" fmla="*/ 1265688 h 1265688"/>
              <a:gd name="T46" fmla="*/ 0 w 2263730"/>
              <a:gd name="T47" fmla="*/ 939037 h 1265688"/>
              <a:gd name="T48" fmla="*/ 197338 w 2263730"/>
              <a:gd name="T49" fmla="*/ 640069 h 1265688"/>
              <a:gd name="T50" fmla="*/ 306885 w 2263730"/>
              <a:gd name="T51" fmla="*/ 467989 h 1265688"/>
              <a:gd name="T52" fmla="*/ 345490 w 2263730"/>
              <a:gd name="T53" fmla="*/ 459054 h 1265688"/>
              <a:gd name="T54" fmla="*/ 433414 w 2263730"/>
              <a:gd name="T55" fmla="*/ 481416 h 1265688"/>
              <a:gd name="T56" fmla="*/ 905551 w 2263730"/>
              <a:gd name="T57" fmla="*/ 0 h 1265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63730" h="1265688">
                <a:moveTo>
                  <a:pt x="905551" y="0"/>
                </a:moveTo>
                <a:cubicBezTo>
                  <a:pt x="964955" y="0"/>
                  <a:pt x="1021809" y="12275"/>
                  <a:pt x="1073606" y="36122"/>
                </a:cubicBezTo>
                <a:cubicBezTo>
                  <a:pt x="867772" y="107015"/>
                  <a:pt x="717264" y="277397"/>
                  <a:pt x="695253" y="481416"/>
                </a:cubicBezTo>
                <a:cubicBezTo>
                  <a:pt x="659529" y="464587"/>
                  <a:pt x="621677" y="456871"/>
                  <a:pt x="584749" y="459054"/>
                </a:cubicBezTo>
                <a:cubicBezTo>
                  <a:pt x="568316" y="460025"/>
                  <a:pt x="552067" y="462956"/>
                  <a:pt x="536229" y="467989"/>
                </a:cubicBezTo>
                <a:cubicBezTo>
                  <a:pt x="461080" y="491867"/>
                  <a:pt x="412084" y="557684"/>
                  <a:pt x="398547" y="640069"/>
                </a:cubicBezTo>
                <a:cubicBezTo>
                  <a:pt x="252469" y="690186"/>
                  <a:pt x="150529" y="805213"/>
                  <a:pt x="150529" y="939037"/>
                </a:cubicBezTo>
                <a:cubicBezTo>
                  <a:pt x="150529" y="1060859"/>
                  <a:pt x="235005" y="1167106"/>
                  <a:pt x="360867" y="1221858"/>
                </a:cubicBezTo>
                <a:cubicBezTo>
                  <a:pt x="258008" y="1163330"/>
                  <a:pt x="191624" y="1067577"/>
                  <a:pt x="191624" y="959585"/>
                </a:cubicBezTo>
                <a:cubicBezTo>
                  <a:pt x="191624" y="825761"/>
                  <a:pt x="293564" y="710734"/>
                  <a:pt x="439642" y="660617"/>
                </a:cubicBezTo>
                <a:cubicBezTo>
                  <a:pt x="453179" y="578232"/>
                  <a:pt x="502175" y="512415"/>
                  <a:pt x="577324" y="488537"/>
                </a:cubicBezTo>
                <a:cubicBezTo>
                  <a:pt x="593162" y="483504"/>
                  <a:pt x="609411" y="480573"/>
                  <a:pt x="625844" y="479602"/>
                </a:cubicBezTo>
                <a:cubicBezTo>
                  <a:pt x="662772" y="477419"/>
                  <a:pt x="700624" y="485135"/>
                  <a:pt x="736348" y="501964"/>
                </a:cubicBezTo>
                <a:cubicBezTo>
                  <a:pt x="765500" y="231754"/>
                  <a:pt x="1020053" y="20548"/>
                  <a:pt x="1329741" y="20548"/>
                </a:cubicBezTo>
                <a:cubicBezTo>
                  <a:pt x="1659087" y="20548"/>
                  <a:pt x="1926075" y="259418"/>
                  <a:pt x="1926075" y="554079"/>
                </a:cubicBezTo>
                <a:cubicBezTo>
                  <a:pt x="1926075" y="582788"/>
                  <a:pt x="1923540" y="610967"/>
                  <a:pt x="1917927" y="638343"/>
                </a:cubicBezTo>
                <a:cubicBezTo>
                  <a:pt x="2114194" y="662993"/>
                  <a:pt x="2263730" y="797503"/>
                  <a:pt x="2263730" y="959585"/>
                </a:cubicBezTo>
                <a:cubicBezTo>
                  <a:pt x="2263730" y="1100449"/>
                  <a:pt x="2150783" y="1220487"/>
                  <a:pt x="1992071" y="1265207"/>
                </a:cubicBezTo>
                <a:lnTo>
                  <a:pt x="1990321" y="1265688"/>
                </a:lnTo>
                <a:lnTo>
                  <a:pt x="465245" y="1265688"/>
                </a:lnTo>
                <a:lnTo>
                  <a:pt x="370547" y="1265688"/>
                </a:lnTo>
                <a:lnTo>
                  <a:pt x="351179" y="1263493"/>
                </a:lnTo>
                <a:cubicBezTo>
                  <a:pt x="343976" y="1265446"/>
                  <a:pt x="336631" y="1265688"/>
                  <a:pt x="329229" y="1265688"/>
                </a:cubicBezTo>
                <a:cubicBezTo>
                  <a:pt x="147401" y="1265688"/>
                  <a:pt x="0" y="1119441"/>
                  <a:pt x="0" y="939037"/>
                </a:cubicBezTo>
                <a:cubicBezTo>
                  <a:pt x="0" y="805213"/>
                  <a:pt x="81109" y="690186"/>
                  <a:pt x="197338" y="640069"/>
                </a:cubicBezTo>
                <a:cubicBezTo>
                  <a:pt x="208108" y="557684"/>
                  <a:pt x="247093" y="491867"/>
                  <a:pt x="306885" y="467989"/>
                </a:cubicBezTo>
                <a:cubicBezTo>
                  <a:pt x="319486" y="462956"/>
                  <a:pt x="332415" y="460025"/>
                  <a:pt x="345490" y="459054"/>
                </a:cubicBezTo>
                <a:cubicBezTo>
                  <a:pt x="374873" y="456871"/>
                  <a:pt x="404990" y="464587"/>
                  <a:pt x="433414" y="481416"/>
                </a:cubicBezTo>
                <a:cubicBezTo>
                  <a:pt x="456609" y="211206"/>
                  <a:pt x="659145" y="0"/>
                  <a:pt x="905551" y="0"/>
                </a:cubicBezTo>
                <a:close/>
              </a:path>
            </a:pathLst>
          </a:custGeom>
          <a:solidFill>
            <a:srgbClr val="FB710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 rot="20297297">
            <a:off x="441192" y="3339481"/>
            <a:ext cx="527318" cy="363668"/>
            <a:chOff x="2527354" y="3401309"/>
            <a:chExt cx="295908" cy="204075"/>
          </a:xfrm>
          <a:solidFill>
            <a:srgbClr val="FB710F">
              <a:alpha val="20000"/>
            </a:srgbClr>
          </a:solidFill>
        </p:grpSpPr>
        <p:sp>
          <p:nvSpPr>
            <p:cNvPr id="9" name="Freeform 13"/>
            <p:cNvSpPr>
              <a:spLocks noEditPoints="1"/>
            </p:cNvSpPr>
            <p:nvPr/>
          </p:nvSpPr>
          <p:spPr bwMode="auto">
            <a:xfrm>
              <a:off x="2527354" y="3577688"/>
              <a:ext cx="295908" cy="27696"/>
            </a:xfrm>
            <a:custGeom>
              <a:avLst/>
              <a:gdLst>
                <a:gd name="T0" fmla="*/ 406 w 406"/>
                <a:gd name="T1" fmla="*/ 0 h 38"/>
                <a:gd name="T2" fmla="*/ 0 w 406"/>
                <a:gd name="T3" fmla="*/ 0 h 38"/>
                <a:gd name="T4" fmla="*/ 0 w 406"/>
                <a:gd name="T5" fmla="*/ 38 h 38"/>
                <a:gd name="T6" fmla="*/ 406 w 406"/>
                <a:gd name="T7" fmla="*/ 38 h 38"/>
                <a:gd name="T8" fmla="*/ 406 w 406"/>
                <a:gd name="T9" fmla="*/ 0 h 38"/>
                <a:gd name="T10" fmla="*/ 390 w 406"/>
                <a:gd name="T11" fmla="*/ 23 h 38"/>
                <a:gd name="T12" fmla="*/ 357 w 406"/>
                <a:gd name="T13" fmla="*/ 23 h 38"/>
                <a:gd name="T14" fmla="*/ 357 w 406"/>
                <a:gd name="T15" fmla="*/ 14 h 38"/>
                <a:gd name="T16" fmla="*/ 390 w 406"/>
                <a:gd name="T17" fmla="*/ 14 h 38"/>
                <a:gd name="T18" fmla="*/ 390 w 406"/>
                <a:gd name="T19" fmla="*/ 23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" h="38">
                  <a:moveTo>
                    <a:pt x="406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406" y="38"/>
                  </a:lnTo>
                  <a:lnTo>
                    <a:pt x="406" y="0"/>
                  </a:lnTo>
                  <a:close/>
                  <a:moveTo>
                    <a:pt x="390" y="23"/>
                  </a:moveTo>
                  <a:lnTo>
                    <a:pt x="357" y="23"/>
                  </a:lnTo>
                  <a:lnTo>
                    <a:pt x="357" y="14"/>
                  </a:lnTo>
                  <a:lnTo>
                    <a:pt x="390" y="14"/>
                  </a:lnTo>
                  <a:lnTo>
                    <a:pt x="39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Freeform 14"/>
            <p:cNvSpPr>
              <a:spLocks noEditPoints="1"/>
            </p:cNvSpPr>
            <p:nvPr/>
          </p:nvSpPr>
          <p:spPr bwMode="auto">
            <a:xfrm>
              <a:off x="2540474" y="3401309"/>
              <a:ext cx="268942" cy="167632"/>
            </a:xfrm>
            <a:custGeom>
              <a:avLst/>
              <a:gdLst>
                <a:gd name="T0" fmla="*/ 369 w 369"/>
                <a:gd name="T1" fmla="*/ 0 h 230"/>
                <a:gd name="T2" fmla="*/ 0 w 369"/>
                <a:gd name="T3" fmla="*/ 0 h 230"/>
                <a:gd name="T4" fmla="*/ 0 w 369"/>
                <a:gd name="T5" fmla="*/ 230 h 230"/>
                <a:gd name="T6" fmla="*/ 369 w 369"/>
                <a:gd name="T7" fmla="*/ 230 h 230"/>
                <a:gd name="T8" fmla="*/ 369 w 369"/>
                <a:gd name="T9" fmla="*/ 0 h 230"/>
                <a:gd name="T10" fmla="*/ 329 w 369"/>
                <a:gd name="T11" fmla="*/ 197 h 230"/>
                <a:gd name="T12" fmla="*/ 43 w 369"/>
                <a:gd name="T13" fmla="*/ 197 h 230"/>
                <a:gd name="T14" fmla="*/ 43 w 369"/>
                <a:gd name="T15" fmla="*/ 34 h 230"/>
                <a:gd name="T16" fmla="*/ 329 w 369"/>
                <a:gd name="T17" fmla="*/ 34 h 230"/>
                <a:gd name="T18" fmla="*/ 329 w 369"/>
                <a:gd name="T19" fmla="*/ 197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9" h="230">
                  <a:moveTo>
                    <a:pt x="369" y="0"/>
                  </a:moveTo>
                  <a:lnTo>
                    <a:pt x="0" y="0"/>
                  </a:lnTo>
                  <a:lnTo>
                    <a:pt x="0" y="230"/>
                  </a:lnTo>
                  <a:lnTo>
                    <a:pt x="369" y="230"/>
                  </a:lnTo>
                  <a:lnTo>
                    <a:pt x="369" y="0"/>
                  </a:lnTo>
                  <a:close/>
                  <a:moveTo>
                    <a:pt x="329" y="197"/>
                  </a:moveTo>
                  <a:lnTo>
                    <a:pt x="43" y="197"/>
                  </a:lnTo>
                  <a:lnTo>
                    <a:pt x="43" y="34"/>
                  </a:lnTo>
                  <a:lnTo>
                    <a:pt x="329" y="34"/>
                  </a:lnTo>
                  <a:lnTo>
                    <a:pt x="329" y="19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1" name="KSO_Shape"/>
          <p:cNvSpPr>
            <a:spLocks noChangeAspect="1" noChangeArrowheads="1"/>
          </p:cNvSpPr>
          <p:nvPr/>
        </p:nvSpPr>
        <p:spPr bwMode="auto">
          <a:xfrm>
            <a:off x="5732860" y="4063604"/>
            <a:ext cx="431006" cy="523875"/>
          </a:xfrm>
          <a:custGeom>
            <a:avLst/>
            <a:gdLst>
              <a:gd name="T0" fmla="*/ 86328 w 968375"/>
              <a:gd name="T1" fmla="*/ 968447 h 1170887"/>
              <a:gd name="T2" fmla="*/ 416627 w 968375"/>
              <a:gd name="T3" fmla="*/ 1114654 h 1170887"/>
              <a:gd name="T4" fmla="*/ 743172 w 968375"/>
              <a:gd name="T5" fmla="*/ 975945 h 1170887"/>
              <a:gd name="T6" fmla="*/ 791966 w 968375"/>
              <a:gd name="T7" fmla="*/ 998438 h 1170887"/>
              <a:gd name="T8" fmla="*/ 416627 w 968375"/>
              <a:gd name="T9" fmla="*/ 1170887 h 1170887"/>
              <a:gd name="T10" fmla="*/ 33780 w 968375"/>
              <a:gd name="T11" fmla="*/ 990941 h 1170887"/>
              <a:gd name="T12" fmla="*/ 86328 w 968375"/>
              <a:gd name="T13" fmla="*/ 968447 h 1170887"/>
              <a:gd name="T14" fmla="*/ 870787 w 968375"/>
              <a:gd name="T15" fmla="*/ 619801 h 1170887"/>
              <a:gd name="T16" fmla="*/ 968375 w 968375"/>
              <a:gd name="T17" fmla="*/ 739765 h 1170887"/>
              <a:gd name="T18" fmla="*/ 844513 w 968375"/>
              <a:gd name="T19" fmla="*/ 863478 h 1170887"/>
              <a:gd name="T20" fmla="*/ 799473 w 968375"/>
              <a:gd name="T21" fmla="*/ 855981 h 1170887"/>
              <a:gd name="T22" fmla="*/ 829500 w 968375"/>
              <a:gd name="T23" fmla="*/ 807245 h 1170887"/>
              <a:gd name="T24" fmla="*/ 844513 w 968375"/>
              <a:gd name="T25" fmla="*/ 810994 h 1170887"/>
              <a:gd name="T26" fmla="*/ 912074 w 968375"/>
              <a:gd name="T27" fmla="*/ 739765 h 1170887"/>
              <a:gd name="T28" fmla="*/ 867034 w 968375"/>
              <a:gd name="T29" fmla="*/ 676034 h 1170887"/>
              <a:gd name="T30" fmla="*/ 870787 w 968375"/>
              <a:gd name="T31" fmla="*/ 619801 h 1170887"/>
              <a:gd name="T32" fmla="*/ 821993 w 968375"/>
              <a:gd name="T33" fmla="*/ 537325 h 1170887"/>
              <a:gd name="T34" fmla="*/ 829500 w 968375"/>
              <a:gd name="T35" fmla="*/ 612303 h 1170887"/>
              <a:gd name="T36" fmla="*/ 416627 w 968375"/>
              <a:gd name="T37" fmla="*/ 1024681 h 1170887"/>
              <a:gd name="T38" fmla="*/ 0 w 968375"/>
              <a:gd name="T39" fmla="*/ 612303 h 1170887"/>
              <a:gd name="T40" fmla="*/ 7507 w 968375"/>
              <a:gd name="T41" fmla="*/ 544823 h 1170887"/>
              <a:gd name="T42" fmla="*/ 416627 w 968375"/>
              <a:gd name="T43" fmla="*/ 758510 h 1170887"/>
              <a:gd name="T44" fmla="*/ 821993 w 968375"/>
              <a:gd name="T45" fmla="*/ 544823 h 1170887"/>
              <a:gd name="T46" fmla="*/ 821993 w 968375"/>
              <a:gd name="T47" fmla="*/ 537325 h 1170887"/>
              <a:gd name="T48" fmla="*/ 416627 w 968375"/>
              <a:gd name="T49" fmla="*/ 372374 h 1170887"/>
              <a:gd name="T50" fmla="*/ 776952 w 968375"/>
              <a:gd name="T51" fmla="*/ 544823 h 1170887"/>
              <a:gd name="T52" fmla="*/ 773199 w 968375"/>
              <a:gd name="T53" fmla="*/ 571065 h 1170887"/>
              <a:gd name="T54" fmla="*/ 416627 w 968375"/>
              <a:gd name="T55" fmla="*/ 451101 h 1170887"/>
              <a:gd name="T56" fmla="*/ 56301 w 968375"/>
              <a:gd name="T57" fmla="*/ 571065 h 1170887"/>
              <a:gd name="T58" fmla="*/ 52547 w 968375"/>
              <a:gd name="T59" fmla="*/ 544823 h 1170887"/>
              <a:gd name="T60" fmla="*/ 416627 w 968375"/>
              <a:gd name="T61" fmla="*/ 372374 h 1170887"/>
              <a:gd name="T62" fmla="*/ 543902 w 968375"/>
              <a:gd name="T63" fmla="*/ 62096 h 1170887"/>
              <a:gd name="T64" fmla="*/ 554238 w 968375"/>
              <a:gd name="T65" fmla="*/ 372576 h 1170887"/>
              <a:gd name="T66" fmla="*/ 543902 w 968375"/>
              <a:gd name="T67" fmla="*/ 62096 h 1170887"/>
              <a:gd name="T68" fmla="*/ 275155 w 968375"/>
              <a:gd name="T69" fmla="*/ 41398 h 1170887"/>
              <a:gd name="T70" fmla="*/ 285491 w 968375"/>
              <a:gd name="T71" fmla="*/ 351878 h 1170887"/>
              <a:gd name="T72" fmla="*/ 275155 w 968375"/>
              <a:gd name="T73" fmla="*/ 41398 h 1170887"/>
              <a:gd name="T74" fmla="*/ 409528 w 968375"/>
              <a:gd name="T75" fmla="*/ 0 h 1170887"/>
              <a:gd name="T76" fmla="*/ 419865 w 968375"/>
              <a:gd name="T77" fmla="*/ 310480 h 1170887"/>
              <a:gd name="T78" fmla="*/ 409528 w 968375"/>
              <a:gd name="T79" fmla="*/ 0 h 1170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8375" h="1170887">
                <a:moveTo>
                  <a:pt x="86328" y="968447"/>
                </a:moveTo>
                <a:cubicBezTo>
                  <a:pt x="120108" y="1054672"/>
                  <a:pt x="258984" y="1114654"/>
                  <a:pt x="416627" y="1114654"/>
                </a:cubicBezTo>
                <a:cubicBezTo>
                  <a:pt x="566762" y="1114654"/>
                  <a:pt x="701884" y="1058421"/>
                  <a:pt x="743172" y="975945"/>
                </a:cubicBezTo>
                <a:cubicBezTo>
                  <a:pt x="791966" y="998438"/>
                  <a:pt x="791966" y="998438"/>
                  <a:pt x="791966" y="998438"/>
                </a:cubicBezTo>
                <a:cubicBezTo>
                  <a:pt x="743172" y="1103407"/>
                  <a:pt x="589283" y="1170887"/>
                  <a:pt x="416627" y="1170887"/>
                </a:cubicBezTo>
                <a:cubicBezTo>
                  <a:pt x="236464" y="1170887"/>
                  <a:pt x="78821" y="1095909"/>
                  <a:pt x="33780" y="990941"/>
                </a:cubicBezTo>
                <a:cubicBezTo>
                  <a:pt x="86328" y="968447"/>
                  <a:pt x="86328" y="968447"/>
                  <a:pt x="86328" y="968447"/>
                </a:cubicBezTo>
                <a:close/>
                <a:moveTo>
                  <a:pt x="870787" y="619801"/>
                </a:moveTo>
                <a:cubicBezTo>
                  <a:pt x="927088" y="634796"/>
                  <a:pt x="968375" y="683532"/>
                  <a:pt x="968375" y="739765"/>
                </a:cubicBezTo>
                <a:cubicBezTo>
                  <a:pt x="968375" y="810994"/>
                  <a:pt x="912074" y="863478"/>
                  <a:pt x="844513" y="863478"/>
                </a:cubicBezTo>
                <a:cubicBezTo>
                  <a:pt x="829500" y="863478"/>
                  <a:pt x="814486" y="863478"/>
                  <a:pt x="799473" y="855981"/>
                </a:cubicBezTo>
                <a:cubicBezTo>
                  <a:pt x="810733" y="840985"/>
                  <a:pt x="821993" y="822241"/>
                  <a:pt x="829500" y="807245"/>
                </a:cubicBezTo>
                <a:cubicBezTo>
                  <a:pt x="833253" y="807245"/>
                  <a:pt x="840760" y="810994"/>
                  <a:pt x="844513" y="810994"/>
                </a:cubicBezTo>
                <a:cubicBezTo>
                  <a:pt x="882047" y="810994"/>
                  <a:pt x="912074" y="777254"/>
                  <a:pt x="912074" y="739765"/>
                </a:cubicBezTo>
                <a:cubicBezTo>
                  <a:pt x="912074" y="713523"/>
                  <a:pt x="893307" y="687281"/>
                  <a:pt x="867034" y="676034"/>
                </a:cubicBezTo>
                <a:cubicBezTo>
                  <a:pt x="870787" y="661038"/>
                  <a:pt x="870787" y="642294"/>
                  <a:pt x="870787" y="619801"/>
                </a:cubicBezTo>
                <a:close/>
                <a:moveTo>
                  <a:pt x="821993" y="537325"/>
                </a:moveTo>
                <a:cubicBezTo>
                  <a:pt x="825746" y="556070"/>
                  <a:pt x="829500" y="582312"/>
                  <a:pt x="829500" y="612303"/>
                </a:cubicBezTo>
                <a:cubicBezTo>
                  <a:pt x="829500" y="840985"/>
                  <a:pt x="645584" y="1024681"/>
                  <a:pt x="416627" y="1024681"/>
                </a:cubicBezTo>
                <a:cubicBezTo>
                  <a:pt x="187669" y="1024681"/>
                  <a:pt x="0" y="840985"/>
                  <a:pt x="0" y="612303"/>
                </a:cubicBezTo>
                <a:cubicBezTo>
                  <a:pt x="0" y="586061"/>
                  <a:pt x="3753" y="563567"/>
                  <a:pt x="7507" y="544823"/>
                </a:cubicBezTo>
                <a:cubicBezTo>
                  <a:pt x="7507" y="664787"/>
                  <a:pt x="187669" y="758510"/>
                  <a:pt x="416627" y="758510"/>
                </a:cubicBezTo>
                <a:cubicBezTo>
                  <a:pt x="641830" y="758510"/>
                  <a:pt x="821993" y="664787"/>
                  <a:pt x="821993" y="544823"/>
                </a:cubicBezTo>
                <a:cubicBezTo>
                  <a:pt x="821993" y="541074"/>
                  <a:pt x="821993" y="541074"/>
                  <a:pt x="821993" y="537325"/>
                </a:cubicBezTo>
                <a:close/>
                <a:moveTo>
                  <a:pt x="416627" y="372374"/>
                </a:moveTo>
                <a:cubicBezTo>
                  <a:pt x="611803" y="372374"/>
                  <a:pt x="776952" y="451101"/>
                  <a:pt x="776952" y="544823"/>
                </a:cubicBezTo>
                <a:cubicBezTo>
                  <a:pt x="776952" y="556070"/>
                  <a:pt x="776952" y="563567"/>
                  <a:pt x="773199" y="571065"/>
                </a:cubicBezTo>
                <a:cubicBezTo>
                  <a:pt x="716898" y="499836"/>
                  <a:pt x="578023" y="451101"/>
                  <a:pt x="416627" y="451101"/>
                </a:cubicBezTo>
                <a:cubicBezTo>
                  <a:pt x="251477" y="451101"/>
                  <a:pt x="112601" y="499836"/>
                  <a:pt x="56301" y="571065"/>
                </a:cubicBezTo>
                <a:cubicBezTo>
                  <a:pt x="52547" y="563567"/>
                  <a:pt x="52547" y="556070"/>
                  <a:pt x="52547" y="544823"/>
                </a:cubicBezTo>
                <a:cubicBezTo>
                  <a:pt x="52547" y="451101"/>
                  <a:pt x="217696" y="372374"/>
                  <a:pt x="416627" y="372374"/>
                </a:cubicBezTo>
                <a:close/>
                <a:moveTo>
                  <a:pt x="543902" y="62096"/>
                </a:moveTo>
                <a:cubicBezTo>
                  <a:pt x="636930" y="186288"/>
                  <a:pt x="492220" y="196637"/>
                  <a:pt x="554238" y="372576"/>
                </a:cubicBezTo>
                <a:cubicBezTo>
                  <a:pt x="409528" y="155240"/>
                  <a:pt x="585248" y="196637"/>
                  <a:pt x="543902" y="62096"/>
                </a:cubicBezTo>
                <a:close/>
                <a:moveTo>
                  <a:pt x="275155" y="41398"/>
                </a:moveTo>
                <a:cubicBezTo>
                  <a:pt x="368183" y="175939"/>
                  <a:pt x="223472" y="175939"/>
                  <a:pt x="285491" y="351878"/>
                </a:cubicBezTo>
                <a:cubicBezTo>
                  <a:pt x="140780" y="144891"/>
                  <a:pt x="316500" y="186288"/>
                  <a:pt x="275155" y="41398"/>
                </a:cubicBezTo>
                <a:close/>
                <a:moveTo>
                  <a:pt x="409528" y="0"/>
                </a:moveTo>
                <a:cubicBezTo>
                  <a:pt x="502556" y="124192"/>
                  <a:pt x="357846" y="134542"/>
                  <a:pt x="419865" y="310480"/>
                </a:cubicBezTo>
                <a:cubicBezTo>
                  <a:pt x="275155" y="103493"/>
                  <a:pt x="450874" y="144891"/>
                  <a:pt x="409528" y="0"/>
                </a:cubicBezTo>
                <a:close/>
              </a:path>
            </a:pathLst>
          </a:custGeom>
          <a:solidFill>
            <a:srgbClr val="FB710F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grpSp>
        <p:nvGrpSpPr>
          <p:cNvPr id="12" name="组合 12"/>
          <p:cNvGrpSpPr/>
          <p:nvPr/>
        </p:nvGrpSpPr>
        <p:grpSpPr bwMode="auto">
          <a:xfrm rot="693576">
            <a:off x="8147448" y="651277"/>
            <a:ext cx="377428" cy="283369"/>
            <a:chOff x="3386138" y="4240213"/>
            <a:chExt cx="503238" cy="377825"/>
          </a:xfrm>
        </p:grpSpPr>
        <p:sp>
          <p:nvSpPr>
            <p:cNvPr id="13" name="Freeform 28"/>
            <p:cNvSpPr/>
            <p:nvPr/>
          </p:nvSpPr>
          <p:spPr bwMode="auto">
            <a:xfrm>
              <a:off x="3386138" y="4240213"/>
              <a:ext cx="503238" cy="377825"/>
            </a:xfrm>
            <a:custGeom>
              <a:avLst/>
              <a:gdLst>
                <a:gd name="T0" fmla="*/ 503238 w 576"/>
                <a:gd name="T1" fmla="*/ 49852 h 432"/>
                <a:gd name="T2" fmla="*/ 453438 w 576"/>
                <a:gd name="T3" fmla="*/ 0 h 432"/>
                <a:gd name="T4" fmla="*/ 49800 w 576"/>
                <a:gd name="T5" fmla="*/ 0 h 432"/>
                <a:gd name="T6" fmla="*/ 0 w 576"/>
                <a:gd name="T7" fmla="*/ 49852 h 432"/>
                <a:gd name="T8" fmla="*/ 0 w 576"/>
                <a:gd name="T9" fmla="*/ 327973 h 432"/>
                <a:gd name="T10" fmla="*/ 49800 w 576"/>
                <a:gd name="T11" fmla="*/ 377825 h 432"/>
                <a:gd name="T12" fmla="*/ 453438 w 576"/>
                <a:gd name="T13" fmla="*/ 377825 h 432"/>
                <a:gd name="T14" fmla="*/ 503238 w 576"/>
                <a:gd name="T15" fmla="*/ 327973 h 432"/>
                <a:gd name="T16" fmla="*/ 503238 w 576"/>
                <a:gd name="T17" fmla="*/ 49852 h 4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76" h="432">
                  <a:moveTo>
                    <a:pt x="576" y="57"/>
                  </a:moveTo>
                  <a:cubicBezTo>
                    <a:pt x="576" y="26"/>
                    <a:pt x="550" y="0"/>
                    <a:pt x="519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26" y="0"/>
                    <a:pt x="0" y="26"/>
                    <a:pt x="0" y="57"/>
                  </a:cubicBezTo>
                  <a:cubicBezTo>
                    <a:pt x="0" y="375"/>
                    <a:pt x="0" y="375"/>
                    <a:pt x="0" y="375"/>
                  </a:cubicBezTo>
                  <a:cubicBezTo>
                    <a:pt x="0" y="406"/>
                    <a:pt x="26" y="432"/>
                    <a:pt x="57" y="432"/>
                  </a:cubicBezTo>
                  <a:cubicBezTo>
                    <a:pt x="519" y="432"/>
                    <a:pt x="519" y="432"/>
                    <a:pt x="519" y="432"/>
                  </a:cubicBezTo>
                  <a:cubicBezTo>
                    <a:pt x="550" y="432"/>
                    <a:pt x="576" y="406"/>
                    <a:pt x="576" y="375"/>
                  </a:cubicBezTo>
                  <a:lnTo>
                    <a:pt x="576" y="57"/>
                  </a:lnTo>
                  <a:close/>
                </a:path>
              </a:pathLst>
            </a:custGeom>
            <a:noFill/>
            <a:ln w="34925" cap="rnd">
              <a:solidFill>
                <a:srgbClr val="FB710F">
                  <a:alpha val="61176"/>
                </a:srgb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3699771" y="4427921"/>
              <a:ext cx="157162" cy="157163"/>
            </a:xfrm>
            <a:prstGeom prst="line">
              <a:avLst/>
            </a:prstGeom>
            <a:noFill/>
            <a:ln w="34925" cap="rnd">
              <a:solidFill>
                <a:srgbClr val="FB710F">
                  <a:alpha val="61176"/>
                </a:srgb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 flipV="1">
              <a:off x="3416458" y="4429156"/>
              <a:ext cx="157163" cy="157162"/>
            </a:xfrm>
            <a:prstGeom prst="line">
              <a:avLst/>
            </a:prstGeom>
            <a:noFill/>
            <a:ln w="34925" cap="rnd">
              <a:solidFill>
                <a:srgbClr val="FB710F">
                  <a:alpha val="61176"/>
                </a:srgbClr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" name="Freeform 31"/>
            <p:cNvSpPr/>
            <p:nvPr/>
          </p:nvSpPr>
          <p:spPr bwMode="auto">
            <a:xfrm>
              <a:off x="3417676" y="4271020"/>
              <a:ext cx="439738" cy="219075"/>
            </a:xfrm>
            <a:custGeom>
              <a:avLst/>
              <a:gdLst>
                <a:gd name="T0" fmla="*/ 439738 w 277"/>
                <a:gd name="T1" fmla="*/ 1588 h 138"/>
                <a:gd name="T2" fmla="*/ 220663 w 277"/>
                <a:gd name="T3" fmla="*/ 219075 h 138"/>
                <a:gd name="T4" fmla="*/ 0 w 277"/>
                <a:gd name="T5" fmla="*/ 0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7" h="138">
                  <a:moveTo>
                    <a:pt x="277" y="1"/>
                  </a:moveTo>
                  <a:lnTo>
                    <a:pt x="139" y="138"/>
                  </a:lnTo>
                  <a:lnTo>
                    <a:pt x="0" y="0"/>
                  </a:lnTo>
                </a:path>
              </a:pathLst>
            </a:custGeom>
            <a:noFill/>
            <a:ln w="34925" cap="rnd">
              <a:solidFill>
                <a:srgbClr val="FB710F">
                  <a:alpha val="61176"/>
                </a:srgbClr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17" name="Freeform 140"/>
          <p:cNvSpPr>
            <a:spLocks noChangeArrowheads="1"/>
          </p:cNvSpPr>
          <p:nvPr/>
        </p:nvSpPr>
        <p:spPr bwMode="auto">
          <a:xfrm>
            <a:off x="752484" y="4056460"/>
            <a:ext cx="847725" cy="941784"/>
          </a:xfrm>
          <a:custGeom>
            <a:avLst/>
            <a:gdLst>
              <a:gd name="T0" fmla="*/ 0 w 279"/>
              <a:gd name="T1" fmla="*/ 278 h 310"/>
              <a:gd name="T2" fmla="*/ 147 w 279"/>
              <a:gd name="T3" fmla="*/ 310 h 310"/>
              <a:gd name="T4" fmla="*/ 172 w 279"/>
              <a:gd name="T5" fmla="*/ 194 h 310"/>
              <a:gd name="T6" fmla="*/ 279 w 279"/>
              <a:gd name="T7" fmla="*/ 48 h 310"/>
              <a:gd name="T8" fmla="*/ 62 w 279"/>
              <a:gd name="T9" fmla="*/ 0 h 310"/>
              <a:gd name="T10" fmla="*/ 0 w 279"/>
              <a:gd name="T11" fmla="*/ 278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9" h="310">
                <a:moveTo>
                  <a:pt x="0" y="278"/>
                </a:moveTo>
                <a:lnTo>
                  <a:pt x="147" y="310"/>
                </a:lnTo>
                <a:lnTo>
                  <a:pt x="172" y="194"/>
                </a:lnTo>
                <a:lnTo>
                  <a:pt x="279" y="48"/>
                </a:lnTo>
                <a:lnTo>
                  <a:pt x="62" y="0"/>
                </a:lnTo>
                <a:lnTo>
                  <a:pt x="0" y="278"/>
                </a:ln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" name="Freeform 141"/>
          <p:cNvSpPr>
            <a:spLocks noChangeArrowheads="1"/>
          </p:cNvSpPr>
          <p:nvPr/>
        </p:nvSpPr>
        <p:spPr bwMode="auto">
          <a:xfrm>
            <a:off x="922744" y="4208863"/>
            <a:ext cx="222647" cy="382190"/>
          </a:xfrm>
          <a:custGeom>
            <a:avLst/>
            <a:gdLst>
              <a:gd name="T0" fmla="*/ 17 w 67"/>
              <a:gd name="T1" fmla="*/ 0 h 115"/>
              <a:gd name="T2" fmla="*/ 34 w 67"/>
              <a:gd name="T3" fmla="*/ 115 h 115"/>
              <a:gd name="T4" fmla="*/ 17 w 67"/>
              <a:gd name="T5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" h="115">
                <a:moveTo>
                  <a:pt x="17" y="0"/>
                </a:moveTo>
                <a:cubicBezTo>
                  <a:pt x="37" y="31"/>
                  <a:pt x="67" y="79"/>
                  <a:pt x="34" y="115"/>
                </a:cubicBezTo>
                <a:cubicBezTo>
                  <a:pt x="19" y="104"/>
                  <a:pt x="0" y="44"/>
                  <a:pt x="17" y="0"/>
                </a:cubicBezTo>
                <a:close/>
              </a:path>
            </a:pathLst>
          </a:custGeom>
          <a:solidFill>
            <a:srgbClr val="DEB9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" name="Freeform 142"/>
          <p:cNvSpPr/>
          <p:nvPr/>
        </p:nvSpPr>
        <p:spPr bwMode="auto">
          <a:xfrm>
            <a:off x="987038" y="2856313"/>
            <a:ext cx="1096565" cy="1544240"/>
          </a:xfrm>
          <a:custGeom>
            <a:avLst/>
            <a:gdLst>
              <a:gd name="T0" fmla="*/ 68 w 330"/>
              <a:gd name="T1" fmla="*/ 0 h 465"/>
              <a:gd name="T2" fmla="*/ 261 w 330"/>
              <a:gd name="T3" fmla="*/ 0 h 465"/>
              <a:gd name="T4" fmla="*/ 330 w 330"/>
              <a:gd name="T5" fmla="*/ 48 h 465"/>
              <a:gd name="T6" fmla="*/ 330 w 330"/>
              <a:gd name="T7" fmla="*/ 416 h 465"/>
              <a:gd name="T8" fmla="*/ 261 w 330"/>
              <a:gd name="T9" fmla="*/ 465 h 465"/>
              <a:gd name="T10" fmla="*/ 68 w 330"/>
              <a:gd name="T11" fmla="*/ 465 h 465"/>
              <a:gd name="T12" fmla="*/ 0 w 330"/>
              <a:gd name="T13" fmla="*/ 416 h 465"/>
              <a:gd name="T14" fmla="*/ 0 w 330"/>
              <a:gd name="T15" fmla="*/ 48 h 465"/>
              <a:gd name="T16" fmla="*/ 68 w 330"/>
              <a:gd name="T17" fmla="*/ 0 h 4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0" h="465">
                <a:moveTo>
                  <a:pt x="68" y="0"/>
                </a:moveTo>
                <a:cubicBezTo>
                  <a:pt x="261" y="0"/>
                  <a:pt x="261" y="0"/>
                  <a:pt x="261" y="0"/>
                </a:cubicBezTo>
                <a:cubicBezTo>
                  <a:pt x="299" y="0"/>
                  <a:pt x="330" y="22"/>
                  <a:pt x="330" y="48"/>
                </a:cubicBezTo>
                <a:cubicBezTo>
                  <a:pt x="330" y="416"/>
                  <a:pt x="330" y="416"/>
                  <a:pt x="330" y="416"/>
                </a:cubicBezTo>
                <a:cubicBezTo>
                  <a:pt x="330" y="443"/>
                  <a:pt x="299" y="465"/>
                  <a:pt x="261" y="465"/>
                </a:cubicBezTo>
                <a:cubicBezTo>
                  <a:pt x="68" y="465"/>
                  <a:pt x="68" y="465"/>
                  <a:pt x="68" y="465"/>
                </a:cubicBezTo>
                <a:cubicBezTo>
                  <a:pt x="30" y="465"/>
                  <a:pt x="0" y="443"/>
                  <a:pt x="0" y="416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30" y="0"/>
                  <a:pt x="68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0" name="Freeform 143"/>
          <p:cNvSpPr/>
          <p:nvPr/>
        </p:nvSpPr>
        <p:spPr bwMode="auto">
          <a:xfrm>
            <a:off x="1083469" y="2987282"/>
            <a:ext cx="959644" cy="1270397"/>
          </a:xfrm>
          <a:custGeom>
            <a:avLst/>
            <a:gdLst>
              <a:gd name="T0" fmla="*/ 1 w 289"/>
              <a:gd name="T1" fmla="*/ 0 h 383"/>
              <a:gd name="T2" fmla="*/ 288 w 289"/>
              <a:gd name="T3" fmla="*/ 0 h 383"/>
              <a:gd name="T4" fmla="*/ 289 w 289"/>
              <a:gd name="T5" fmla="*/ 0 h 383"/>
              <a:gd name="T6" fmla="*/ 289 w 289"/>
              <a:gd name="T7" fmla="*/ 382 h 383"/>
              <a:gd name="T8" fmla="*/ 288 w 289"/>
              <a:gd name="T9" fmla="*/ 383 h 383"/>
              <a:gd name="T10" fmla="*/ 1 w 289"/>
              <a:gd name="T11" fmla="*/ 383 h 383"/>
              <a:gd name="T12" fmla="*/ 0 w 289"/>
              <a:gd name="T13" fmla="*/ 382 h 383"/>
              <a:gd name="T14" fmla="*/ 0 w 289"/>
              <a:gd name="T15" fmla="*/ 0 h 383"/>
              <a:gd name="T16" fmla="*/ 1 w 289"/>
              <a:gd name="T17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9" h="383">
                <a:moveTo>
                  <a:pt x="1" y="0"/>
                </a:moveTo>
                <a:cubicBezTo>
                  <a:pt x="288" y="0"/>
                  <a:pt x="288" y="0"/>
                  <a:pt x="288" y="0"/>
                </a:cubicBezTo>
                <a:cubicBezTo>
                  <a:pt x="289" y="0"/>
                  <a:pt x="289" y="0"/>
                  <a:pt x="289" y="0"/>
                </a:cubicBezTo>
                <a:cubicBezTo>
                  <a:pt x="289" y="382"/>
                  <a:pt x="289" y="382"/>
                  <a:pt x="289" y="382"/>
                </a:cubicBezTo>
                <a:cubicBezTo>
                  <a:pt x="289" y="382"/>
                  <a:pt x="289" y="383"/>
                  <a:pt x="288" y="383"/>
                </a:cubicBezTo>
                <a:cubicBezTo>
                  <a:pt x="1" y="383"/>
                  <a:pt x="1" y="383"/>
                  <a:pt x="1" y="383"/>
                </a:cubicBezTo>
                <a:cubicBezTo>
                  <a:pt x="0" y="383"/>
                  <a:pt x="0" y="382"/>
                  <a:pt x="0" y="382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1" name="Freeform 144"/>
          <p:cNvSpPr>
            <a:spLocks noChangeArrowheads="1"/>
          </p:cNvSpPr>
          <p:nvPr/>
        </p:nvSpPr>
        <p:spPr bwMode="auto">
          <a:xfrm>
            <a:off x="1400181" y="2893223"/>
            <a:ext cx="264319" cy="23813"/>
          </a:xfrm>
          <a:custGeom>
            <a:avLst/>
            <a:gdLst>
              <a:gd name="T0" fmla="*/ 4 w 79"/>
              <a:gd name="T1" fmla="*/ 0 h 7"/>
              <a:gd name="T2" fmla="*/ 75 w 79"/>
              <a:gd name="T3" fmla="*/ 0 h 7"/>
              <a:gd name="T4" fmla="*/ 79 w 79"/>
              <a:gd name="T5" fmla="*/ 4 h 7"/>
              <a:gd name="T6" fmla="*/ 79 w 79"/>
              <a:gd name="T7" fmla="*/ 4 h 7"/>
              <a:gd name="T8" fmla="*/ 75 w 79"/>
              <a:gd name="T9" fmla="*/ 7 h 7"/>
              <a:gd name="T10" fmla="*/ 4 w 79"/>
              <a:gd name="T11" fmla="*/ 7 h 7"/>
              <a:gd name="T12" fmla="*/ 0 w 79"/>
              <a:gd name="T13" fmla="*/ 4 h 7"/>
              <a:gd name="T14" fmla="*/ 0 w 79"/>
              <a:gd name="T15" fmla="*/ 4 h 7"/>
              <a:gd name="T16" fmla="*/ 4 w 79"/>
              <a:gd name="T17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9" h="7">
                <a:moveTo>
                  <a:pt x="4" y="0"/>
                </a:moveTo>
                <a:cubicBezTo>
                  <a:pt x="75" y="0"/>
                  <a:pt x="75" y="0"/>
                  <a:pt x="75" y="0"/>
                </a:cubicBezTo>
                <a:cubicBezTo>
                  <a:pt x="77" y="0"/>
                  <a:pt x="79" y="2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6"/>
                  <a:pt x="77" y="7"/>
                  <a:pt x="75" y="7"/>
                </a:cubicBezTo>
                <a:cubicBezTo>
                  <a:pt x="4" y="7"/>
                  <a:pt x="4" y="7"/>
                  <a:pt x="4" y="7"/>
                </a:cubicBezTo>
                <a:cubicBezTo>
                  <a:pt x="2" y="7"/>
                  <a:pt x="0" y="6"/>
                  <a:pt x="0" y="4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" name="Oval 145"/>
          <p:cNvSpPr>
            <a:spLocks noChangeArrowheads="1"/>
          </p:cNvSpPr>
          <p:nvPr/>
        </p:nvSpPr>
        <p:spPr bwMode="auto">
          <a:xfrm>
            <a:off x="1494244" y="4287441"/>
            <a:ext cx="78581" cy="76200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" name="Freeform 150"/>
          <p:cNvSpPr/>
          <p:nvPr/>
        </p:nvSpPr>
        <p:spPr bwMode="auto">
          <a:xfrm>
            <a:off x="628650" y="4670826"/>
            <a:ext cx="677466" cy="470297"/>
          </a:xfrm>
          <a:custGeom>
            <a:avLst/>
            <a:gdLst>
              <a:gd name="T0" fmla="*/ 34 w 223"/>
              <a:gd name="T1" fmla="*/ 0 h 155"/>
              <a:gd name="T2" fmla="*/ 223 w 223"/>
              <a:gd name="T3" fmla="*/ 41 h 155"/>
              <a:gd name="T4" fmla="*/ 198 w 223"/>
              <a:gd name="T5" fmla="*/ 155 h 155"/>
              <a:gd name="T6" fmla="*/ 0 w 223"/>
              <a:gd name="T7" fmla="*/ 155 h 155"/>
              <a:gd name="T8" fmla="*/ 34 w 223"/>
              <a:gd name="T9" fmla="*/ 0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3" h="155">
                <a:moveTo>
                  <a:pt x="34" y="0"/>
                </a:moveTo>
                <a:lnTo>
                  <a:pt x="223" y="41"/>
                </a:lnTo>
                <a:lnTo>
                  <a:pt x="198" y="155"/>
                </a:lnTo>
                <a:lnTo>
                  <a:pt x="0" y="155"/>
                </a:lnTo>
                <a:lnTo>
                  <a:pt x="34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4" name="Freeform 151"/>
          <p:cNvSpPr>
            <a:spLocks noChangeArrowheads="1"/>
          </p:cNvSpPr>
          <p:nvPr/>
        </p:nvSpPr>
        <p:spPr bwMode="auto">
          <a:xfrm>
            <a:off x="777479" y="3743326"/>
            <a:ext cx="285750" cy="860822"/>
          </a:xfrm>
          <a:custGeom>
            <a:avLst/>
            <a:gdLst>
              <a:gd name="T0" fmla="*/ 15 w 86"/>
              <a:gd name="T1" fmla="*/ 247 h 259"/>
              <a:gd name="T2" fmla="*/ 37 w 86"/>
              <a:gd name="T3" fmla="*/ 259 h 259"/>
              <a:gd name="T4" fmla="*/ 43 w 86"/>
              <a:gd name="T5" fmla="*/ 226 h 259"/>
              <a:gd name="T6" fmla="*/ 79 w 86"/>
              <a:gd name="T7" fmla="*/ 55 h 259"/>
              <a:gd name="T8" fmla="*/ 42 w 86"/>
              <a:gd name="T9" fmla="*/ 0 h 259"/>
              <a:gd name="T10" fmla="*/ 4 w 86"/>
              <a:gd name="T11" fmla="*/ 182 h 259"/>
              <a:gd name="T12" fmla="*/ 15 w 86"/>
              <a:gd name="T13" fmla="*/ 247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6" h="259">
                <a:moveTo>
                  <a:pt x="15" y="247"/>
                </a:moveTo>
                <a:cubicBezTo>
                  <a:pt x="37" y="259"/>
                  <a:pt x="37" y="259"/>
                  <a:pt x="37" y="259"/>
                </a:cubicBezTo>
                <a:cubicBezTo>
                  <a:pt x="43" y="226"/>
                  <a:pt x="43" y="226"/>
                  <a:pt x="43" y="226"/>
                </a:cubicBezTo>
                <a:cubicBezTo>
                  <a:pt x="79" y="55"/>
                  <a:pt x="79" y="55"/>
                  <a:pt x="79" y="55"/>
                </a:cubicBezTo>
                <a:cubicBezTo>
                  <a:pt x="86" y="19"/>
                  <a:pt x="64" y="7"/>
                  <a:pt x="42" y="0"/>
                </a:cubicBezTo>
                <a:cubicBezTo>
                  <a:pt x="4" y="182"/>
                  <a:pt x="4" y="182"/>
                  <a:pt x="4" y="182"/>
                </a:cubicBezTo>
                <a:cubicBezTo>
                  <a:pt x="0" y="199"/>
                  <a:pt x="1" y="239"/>
                  <a:pt x="15" y="247"/>
                </a:cubicBez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" name="Freeform 152"/>
          <p:cNvSpPr>
            <a:spLocks noChangeArrowheads="1"/>
          </p:cNvSpPr>
          <p:nvPr/>
        </p:nvSpPr>
        <p:spPr bwMode="auto">
          <a:xfrm>
            <a:off x="889407" y="3743326"/>
            <a:ext cx="54769" cy="136922"/>
          </a:xfrm>
          <a:custGeom>
            <a:avLst/>
            <a:gdLst>
              <a:gd name="T0" fmla="*/ 16 w 16"/>
              <a:gd name="T1" fmla="*/ 3 h 41"/>
              <a:gd name="T2" fmla="*/ 8 w 16"/>
              <a:gd name="T3" fmla="*/ 0 h 41"/>
              <a:gd name="T4" fmla="*/ 0 w 16"/>
              <a:gd name="T5" fmla="*/ 41 h 41"/>
              <a:gd name="T6" fmla="*/ 16 w 16"/>
              <a:gd name="T7" fmla="*/ 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" h="41">
                <a:moveTo>
                  <a:pt x="16" y="3"/>
                </a:moveTo>
                <a:cubicBezTo>
                  <a:pt x="14" y="2"/>
                  <a:pt x="11" y="1"/>
                  <a:pt x="8" y="0"/>
                </a:cubicBezTo>
                <a:cubicBezTo>
                  <a:pt x="0" y="41"/>
                  <a:pt x="0" y="41"/>
                  <a:pt x="0" y="41"/>
                </a:cubicBezTo>
                <a:cubicBezTo>
                  <a:pt x="14" y="41"/>
                  <a:pt x="16" y="18"/>
                  <a:pt x="16" y="3"/>
                </a:cubicBezTo>
                <a:close/>
              </a:path>
            </a:pathLst>
          </a:custGeom>
          <a:solidFill>
            <a:srgbClr val="FFF2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" name="Freeform 153"/>
          <p:cNvSpPr>
            <a:spLocks noChangeArrowheads="1"/>
          </p:cNvSpPr>
          <p:nvPr/>
        </p:nvSpPr>
        <p:spPr bwMode="auto">
          <a:xfrm>
            <a:off x="889407" y="4208861"/>
            <a:ext cx="201215" cy="485775"/>
          </a:xfrm>
          <a:custGeom>
            <a:avLst/>
            <a:gdLst>
              <a:gd name="T0" fmla="*/ 27 w 60"/>
              <a:gd name="T1" fmla="*/ 0 h 146"/>
              <a:gd name="T2" fmla="*/ 48 w 60"/>
              <a:gd name="T3" fmla="*/ 107 h 146"/>
              <a:gd name="T4" fmla="*/ 27 w 60"/>
              <a:gd name="T5" fmla="*/ 0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0" h="146">
                <a:moveTo>
                  <a:pt x="27" y="0"/>
                </a:moveTo>
                <a:cubicBezTo>
                  <a:pt x="40" y="24"/>
                  <a:pt x="60" y="68"/>
                  <a:pt x="48" y="107"/>
                </a:cubicBezTo>
                <a:cubicBezTo>
                  <a:pt x="35" y="146"/>
                  <a:pt x="0" y="59"/>
                  <a:pt x="27" y="0"/>
                </a:cubicBez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7" name="Freeform 154"/>
          <p:cNvSpPr>
            <a:spLocks noChangeArrowheads="1"/>
          </p:cNvSpPr>
          <p:nvPr/>
        </p:nvSpPr>
        <p:spPr bwMode="auto">
          <a:xfrm>
            <a:off x="2193131" y="4573194"/>
            <a:ext cx="681038" cy="567928"/>
          </a:xfrm>
          <a:custGeom>
            <a:avLst/>
            <a:gdLst>
              <a:gd name="T0" fmla="*/ 0 w 205"/>
              <a:gd name="T1" fmla="*/ 27 h 171"/>
              <a:gd name="T2" fmla="*/ 61 w 205"/>
              <a:gd name="T3" fmla="*/ 171 h 171"/>
              <a:gd name="T4" fmla="*/ 189 w 205"/>
              <a:gd name="T5" fmla="*/ 171 h 171"/>
              <a:gd name="T6" fmla="*/ 205 w 205"/>
              <a:gd name="T7" fmla="*/ 156 h 171"/>
              <a:gd name="T8" fmla="*/ 143 w 205"/>
              <a:gd name="T9" fmla="*/ 0 h 171"/>
              <a:gd name="T10" fmla="*/ 0 w 205"/>
              <a:gd name="T11" fmla="*/ 27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5" h="171">
                <a:moveTo>
                  <a:pt x="0" y="27"/>
                </a:moveTo>
                <a:cubicBezTo>
                  <a:pt x="61" y="171"/>
                  <a:pt x="61" y="171"/>
                  <a:pt x="61" y="171"/>
                </a:cubicBezTo>
                <a:cubicBezTo>
                  <a:pt x="189" y="171"/>
                  <a:pt x="189" y="171"/>
                  <a:pt x="189" y="171"/>
                </a:cubicBezTo>
                <a:cubicBezTo>
                  <a:pt x="194" y="166"/>
                  <a:pt x="200" y="161"/>
                  <a:pt x="205" y="156"/>
                </a:cubicBezTo>
                <a:cubicBezTo>
                  <a:pt x="143" y="0"/>
                  <a:pt x="143" y="0"/>
                  <a:pt x="143" y="0"/>
                </a:cubicBezTo>
                <a:lnTo>
                  <a:pt x="0" y="27"/>
                </a:ln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8" name="Freeform 155"/>
          <p:cNvSpPr/>
          <p:nvPr/>
        </p:nvSpPr>
        <p:spPr bwMode="auto">
          <a:xfrm>
            <a:off x="2287194" y="4776793"/>
            <a:ext cx="671513" cy="364331"/>
          </a:xfrm>
          <a:custGeom>
            <a:avLst/>
            <a:gdLst>
              <a:gd name="T0" fmla="*/ 174 w 221"/>
              <a:gd name="T1" fmla="*/ 0 h 120"/>
              <a:gd name="T2" fmla="*/ 221 w 221"/>
              <a:gd name="T3" fmla="*/ 120 h 120"/>
              <a:gd name="T4" fmla="*/ 20 w 221"/>
              <a:gd name="T5" fmla="*/ 120 h 120"/>
              <a:gd name="T6" fmla="*/ 0 w 221"/>
              <a:gd name="T7" fmla="*/ 69 h 120"/>
              <a:gd name="T8" fmla="*/ 174 w 221"/>
              <a:gd name="T9" fmla="*/ 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1" h="120">
                <a:moveTo>
                  <a:pt x="174" y="0"/>
                </a:moveTo>
                <a:lnTo>
                  <a:pt x="221" y="120"/>
                </a:lnTo>
                <a:lnTo>
                  <a:pt x="20" y="120"/>
                </a:lnTo>
                <a:lnTo>
                  <a:pt x="0" y="69"/>
                </a:lnTo>
                <a:lnTo>
                  <a:pt x="174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9" name="Freeform 156"/>
          <p:cNvSpPr>
            <a:spLocks noChangeArrowheads="1"/>
          </p:cNvSpPr>
          <p:nvPr/>
        </p:nvSpPr>
        <p:spPr bwMode="auto">
          <a:xfrm>
            <a:off x="1776422" y="4205289"/>
            <a:ext cx="504825" cy="589360"/>
          </a:xfrm>
          <a:custGeom>
            <a:avLst/>
            <a:gdLst>
              <a:gd name="T0" fmla="*/ 0 w 152"/>
              <a:gd name="T1" fmla="*/ 26 h 177"/>
              <a:gd name="T2" fmla="*/ 69 w 152"/>
              <a:gd name="T3" fmla="*/ 125 h 177"/>
              <a:gd name="T4" fmla="*/ 138 w 152"/>
              <a:gd name="T5" fmla="*/ 169 h 177"/>
              <a:gd name="T6" fmla="*/ 123 w 152"/>
              <a:gd name="T7" fmla="*/ 105 h 177"/>
              <a:gd name="T8" fmla="*/ 70 w 152"/>
              <a:gd name="T9" fmla="*/ 38 h 177"/>
              <a:gd name="T10" fmla="*/ 0 w 152"/>
              <a:gd name="T11" fmla="*/ 26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52" h="177">
                <a:moveTo>
                  <a:pt x="0" y="26"/>
                </a:moveTo>
                <a:cubicBezTo>
                  <a:pt x="69" y="125"/>
                  <a:pt x="69" y="125"/>
                  <a:pt x="69" y="125"/>
                </a:cubicBezTo>
                <a:cubicBezTo>
                  <a:pt x="78" y="137"/>
                  <a:pt x="125" y="177"/>
                  <a:pt x="138" y="169"/>
                </a:cubicBezTo>
                <a:cubicBezTo>
                  <a:pt x="152" y="161"/>
                  <a:pt x="133" y="117"/>
                  <a:pt x="123" y="105"/>
                </a:cubicBezTo>
                <a:cubicBezTo>
                  <a:pt x="70" y="38"/>
                  <a:pt x="70" y="38"/>
                  <a:pt x="70" y="38"/>
                </a:cubicBezTo>
                <a:cubicBezTo>
                  <a:pt x="40" y="0"/>
                  <a:pt x="13" y="16"/>
                  <a:pt x="0" y="26"/>
                </a:cubicBez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0" name="Freeform 158"/>
          <p:cNvSpPr>
            <a:spLocks noEditPoints="1" noChangeArrowheads="1"/>
          </p:cNvSpPr>
          <p:nvPr/>
        </p:nvSpPr>
        <p:spPr bwMode="auto">
          <a:xfrm>
            <a:off x="2032397" y="3993361"/>
            <a:ext cx="403622" cy="245269"/>
          </a:xfrm>
          <a:custGeom>
            <a:avLst/>
            <a:gdLst>
              <a:gd name="T0" fmla="*/ 121 w 121"/>
              <a:gd name="T1" fmla="*/ 41 h 74"/>
              <a:gd name="T2" fmla="*/ 104 w 121"/>
              <a:gd name="T3" fmla="*/ 0 h 74"/>
              <a:gd name="T4" fmla="*/ 103 w 121"/>
              <a:gd name="T5" fmla="*/ 4 h 74"/>
              <a:gd name="T6" fmla="*/ 98 w 121"/>
              <a:gd name="T7" fmla="*/ 0 h 74"/>
              <a:gd name="T8" fmla="*/ 121 w 121"/>
              <a:gd name="T9" fmla="*/ 41 h 74"/>
              <a:gd name="T10" fmla="*/ 1 w 121"/>
              <a:gd name="T11" fmla="*/ 21 h 74"/>
              <a:gd name="T12" fmla="*/ 3 w 121"/>
              <a:gd name="T13" fmla="*/ 15 h 74"/>
              <a:gd name="T14" fmla="*/ 26 w 121"/>
              <a:gd name="T15" fmla="*/ 74 h 74"/>
              <a:gd name="T16" fmla="*/ 0 w 121"/>
              <a:gd name="T17" fmla="*/ 22 h 74"/>
              <a:gd name="T18" fmla="*/ 1 w 121"/>
              <a:gd name="T19" fmla="*/ 21 h 74"/>
              <a:gd name="T20" fmla="*/ 46 w 121"/>
              <a:gd name="T21" fmla="*/ 9 h 74"/>
              <a:gd name="T22" fmla="*/ 53 w 121"/>
              <a:gd name="T23" fmla="*/ 17 h 74"/>
              <a:gd name="T24" fmla="*/ 54 w 121"/>
              <a:gd name="T25" fmla="*/ 12 h 74"/>
              <a:gd name="T26" fmla="*/ 74 w 121"/>
              <a:gd name="T27" fmla="*/ 60 h 74"/>
              <a:gd name="T28" fmla="*/ 46 w 121"/>
              <a:gd name="T29" fmla="*/ 9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1" h="74">
                <a:moveTo>
                  <a:pt x="121" y="41"/>
                </a:moveTo>
                <a:cubicBezTo>
                  <a:pt x="121" y="41"/>
                  <a:pt x="112" y="19"/>
                  <a:pt x="104" y="0"/>
                </a:cubicBezTo>
                <a:cubicBezTo>
                  <a:pt x="103" y="1"/>
                  <a:pt x="103" y="3"/>
                  <a:pt x="103" y="4"/>
                </a:cubicBezTo>
                <a:cubicBezTo>
                  <a:pt x="101" y="2"/>
                  <a:pt x="100" y="1"/>
                  <a:pt x="98" y="0"/>
                </a:cubicBezTo>
                <a:cubicBezTo>
                  <a:pt x="108" y="19"/>
                  <a:pt x="121" y="41"/>
                  <a:pt x="121" y="41"/>
                </a:cubicBezTo>
                <a:close/>
                <a:moveTo>
                  <a:pt x="1" y="21"/>
                </a:moveTo>
                <a:cubicBezTo>
                  <a:pt x="1" y="19"/>
                  <a:pt x="2" y="17"/>
                  <a:pt x="3" y="15"/>
                </a:cubicBezTo>
                <a:cubicBezTo>
                  <a:pt x="12" y="37"/>
                  <a:pt x="26" y="74"/>
                  <a:pt x="26" y="74"/>
                </a:cubicBezTo>
                <a:cubicBezTo>
                  <a:pt x="26" y="74"/>
                  <a:pt x="8" y="37"/>
                  <a:pt x="0" y="22"/>
                </a:cubicBezTo>
                <a:cubicBezTo>
                  <a:pt x="0" y="22"/>
                  <a:pt x="1" y="22"/>
                  <a:pt x="1" y="21"/>
                </a:cubicBezTo>
                <a:close/>
                <a:moveTo>
                  <a:pt x="46" y="9"/>
                </a:moveTo>
                <a:cubicBezTo>
                  <a:pt x="49" y="11"/>
                  <a:pt x="51" y="14"/>
                  <a:pt x="53" y="17"/>
                </a:cubicBezTo>
                <a:cubicBezTo>
                  <a:pt x="53" y="15"/>
                  <a:pt x="53" y="14"/>
                  <a:pt x="54" y="12"/>
                </a:cubicBezTo>
                <a:cubicBezTo>
                  <a:pt x="63" y="33"/>
                  <a:pt x="74" y="60"/>
                  <a:pt x="74" y="60"/>
                </a:cubicBezTo>
                <a:cubicBezTo>
                  <a:pt x="74" y="60"/>
                  <a:pt x="57" y="29"/>
                  <a:pt x="46" y="9"/>
                </a:cubicBezTo>
                <a:close/>
              </a:path>
            </a:pathLst>
          </a:custGeom>
          <a:solidFill>
            <a:srgbClr val="DEB9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1" name="Freeform 160"/>
          <p:cNvSpPr>
            <a:spLocks noChangeArrowheads="1"/>
          </p:cNvSpPr>
          <p:nvPr/>
        </p:nvSpPr>
        <p:spPr bwMode="auto">
          <a:xfrm>
            <a:off x="1776413" y="4279112"/>
            <a:ext cx="113110" cy="127397"/>
          </a:xfrm>
          <a:custGeom>
            <a:avLst/>
            <a:gdLst>
              <a:gd name="T0" fmla="*/ 7 w 34"/>
              <a:gd name="T1" fmla="*/ 0 h 38"/>
              <a:gd name="T2" fmla="*/ 0 w 34"/>
              <a:gd name="T3" fmla="*/ 4 h 38"/>
              <a:gd name="T4" fmla="*/ 24 w 34"/>
              <a:gd name="T5" fmla="*/ 38 h 38"/>
              <a:gd name="T6" fmla="*/ 7 w 34"/>
              <a:gd name="T7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4" h="38">
                <a:moveTo>
                  <a:pt x="7" y="0"/>
                </a:moveTo>
                <a:cubicBezTo>
                  <a:pt x="5" y="1"/>
                  <a:pt x="2" y="2"/>
                  <a:pt x="0" y="4"/>
                </a:cubicBezTo>
                <a:cubicBezTo>
                  <a:pt x="24" y="38"/>
                  <a:pt x="24" y="38"/>
                  <a:pt x="24" y="38"/>
                </a:cubicBezTo>
                <a:cubicBezTo>
                  <a:pt x="34" y="27"/>
                  <a:pt x="18" y="10"/>
                  <a:pt x="7" y="0"/>
                </a:cubicBezTo>
                <a:close/>
              </a:path>
            </a:pathLst>
          </a:custGeom>
          <a:solidFill>
            <a:srgbClr val="FFF2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2" name="Freeform 161"/>
          <p:cNvSpPr>
            <a:spLocks noChangeArrowheads="1"/>
          </p:cNvSpPr>
          <p:nvPr/>
        </p:nvSpPr>
        <p:spPr bwMode="auto">
          <a:xfrm>
            <a:off x="1895482" y="4257677"/>
            <a:ext cx="148829" cy="248841"/>
          </a:xfrm>
          <a:custGeom>
            <a:avLst/>
            <a:gdLst>
              <a:gd name="T0" fmla="*/ 11 w 49"/>
              <a:gd name="T1" fmla="*/ 2 h 82"/>
              <a:gd name="T2" fmla="*/ 49 w 49"/>
              <a:gd name="T3" fmla="*/ 82 h 82"/>
              <a:gd name="T4" fmla="*/ 0 w 49"/>
              <a:gd name="T5" fmla="*/ 0 h 82"/>
              <a:gd name="T6" fmla="*/ 11 w 49"/>
              <a:gd name="T7" fmla="*/ 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9" h="82">
                <a:moveTo>
                  <a:pt x="11" y="2"/>
                </a:moveTo>
                <a:lnTo>
                  <a:pt x="49" y="82"/>
                </a:lnTo>
                <a:lnTo>
                  <a:pt x="0" y="0"/>
                </a:lnTo>
                <a:lnTo>
                  <a:pt x="11" y="2"/>
                </a:lnTo>
                <a:close/>
              </a:path>
            </a:pathLst>
          </a:custGeom>
          <a:solidFill>
            <a:srgbClr val="DEB99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3" name="Freeform 7"/>
          <p:cNvSpPr>
            <a:spLocks noEditPoints="1" noChangeArrowheads="1"/>
          </p:cNvSpPr>
          <p:nvPr/>
        </p:nvSpPr>
        <p:spPr bwMode="auto">
          <a:xfrm>
            <a:off x="1062038" y="1919288"/>
            <a:ext cx="182166" cy="144066"/>
          </a:xfrm>
          <a:custGeom>
            <a:avLst/>
            <a:gdLst>
              <a:gd name="T0" fmla="*/ 141 w 141"/>
              <a:gd name="T1" fmla="*/ 40 h 112"/>
              <a:gd name="T2" fmla="*/ 126 w 141"/>
              <a:gd name="T3" fmla="*/ 25 h 112"/>
              <a:gd name="T4" fmla="*/ 113 w 141"/>
              <a:gd name="T5" fmla="*/ 0 h 112"/>
              <a:gd name="T6" fmla="*/ 27 w 141"/>
              <a:gd name="T7" fmla="*/ 0 h 112"/>
              <a:gd name="T8" fmla="*/ 14 w 141"/>
              <a:gd name="T9" fmla="*/ 25 h 112"/>
              <a:gd name="T10" fmla="*/ 0 w 141"/>
              <a:gd name="T11" fmla="*/ 40 h 112"/>
              <a:gd name="T12" fmla="*/ 0 w 141"/>
              <a:gd name="T13" fmla="*/ 86 h 112"/>
              <a:gd name="T14" fmla="*/ 0 w 141"/>
              <a:gd name="T15" fmla="*/ 89 h 112"/>
              <a:gd name="T16" fmla="*/ 0 w 141"/>
              <a:gd name="T17" fmla="*/ 105 h 112"/>
              <a:gd name="T18" fmla="*/ 6 w 141"/>
              <a:gd name="T19" fmla="*/ 112 h 112"/>
              <a:gd name="T20" fmla="*/ 27 w 141"/>
              <a:gd name="T21" fmla="*/ 112 h 112"/>
              <a:gd name="T22" fmla="*/ 33 w 141"/>
              <a:gd name="T23" fmla="*/ 105 h 112"/>
              <a:gd name="T24" fmla="*/ 33 w 141"/>
              <a:gd name="T25" fmla="*/ 89 h 112"/>
              <a:gd name="T26" fmla="*/ 107 w 141"/>
              <a:gd name="T27" fmla="*/ 89 h 112"/>
              <a:gd name="T28" fmla="*/ 107 w 141"/>
              <a:gd name="T29" fmla="*/ 105 h 112"/>
              <a:gd name="T30" fmla="*/ 114 w 141"/>
              <a:gd name="T31" fmla="*/ 112 h 112"/>
              <a:gd name="T32" fmla="*/ 134 w 141"/>
              <a:gd name="T33" fmla="*/ 112 h 112"/>
              <a:gd name="T34" fmla="*/ 141 w 141"/>
              <a:gd name="T35" fmla="*/ 105 h 112"/>
              <a:gd name="T36" fmla="*/ 141 w 141"/>
              <a:gd name="T37" fmla="*/ 89 h 112"/>
              <a:gd name="T38" fmla="*/ 141 w 141"/>
              <a:gd name="T39" fmla="*/ 40 h 112"/>
              <a:gd name="T40" fmla="*/ 35 w 141"/>
              <a:gd name="T41" fmla="*/ 9 h 112"/>
              <a:gd name="T42" fmla="*/ 105 w 141"/>
              <a:gd name="T43" fmla="*/ 9 h 112"/>
              <a:gd name="T44" fmla="*/ 117 w 141"/>
              <a:gd name="T45" fmla="*/ 32 h 112"/>
              <a:gd name="T46" fmla="*/ 23 w 141"/>
              <a:gd name="T47" fmla="*/ 32 h 112"/>
              <a:gd name="T48" fmla="*/ 35 w 141"/>
              <a:gd name="T49" fmla="*/ 9 h 112"/>
              <a:gd name="T50" fmla="*/ 40 w 141"/>
              <a:gd name="T51" fmla="*/ 78 h 112"/>
              <a:gd name="T52" fmla="*/ 12 w 141"/>
              <a:gd name="T53" fmla="*/ 78 h 112"/>
              <a:gd name="T54" fmla="*/ 12 w 141"/>
              <a:gd name="T55" fmla="*/ 63 h 112"/>
              <a:gd name="T56" fmla="*/ 40 w 141"/>
              <a:gd name="T57" fmla="*/ 63 h 112"/>
              <a:gd name="T58" fmla="*/ 40 w 141"/>
              <a:gd name="T59" fmla="*/ 78 h 112"/>
              <a:gd name="T60" fmla="*/ 128 w 141"/>
              <a:gd name="T61" fmla="*/ 78 h 112"/>
              <a:gd name="T62" fmla="*/ 100 w 141"/>
              <a:gd name="T63" fmla="*/ 78 h 112"/>
              <a:gd name="T64" fmla="*/ 100 w 141"/>
              <a:gd name="T65" fmla="*/ 63 h 112"/>
              <a:gd name="T66" fmla="*/ 128 w 141"/>
              <a:gd name="T67" fmla="*/ 63 h 112"/>
              <a:gd name="T68" fmla="*/ 128 w 141"/>
              <a:gd name="T69" fmla="*/ 78 h 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41" h="112">
                <a:moveTo>
                  <a:pt x="141" y="40"/>
                </a:moveTo>
                <a:cubicBezTo>
                  <a:pt x="126" y="25"/>
                  <a:pt x="126" y="25"/>
                  <a:pt x="126" y="25"/>
                </a:cubicBezTo>
                <a:cubicBezTo>
                  <a:pt x="113" y="0"/>
                  <a:pt x="113" y="0"/>
                  <a:pt x="113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14" y="25"/>
                  <a:pt x="14" y="25"/>
                  <a:pt x="14" y="25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86"/>
                  <a:pt x="0" y="86"/>
                  <a:pt x="0" y="86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105"/>
                  <a:pt x="0" y="105"/>
                  <a:pt x="0" y="105"/>
                </a:cubicBezTo>
                <a:cubicBezTo>
                  <a:pt x="0" y="109"/>
                  <a:pt x="2" y="112"/>
                  <a:pt x="6" y="112"/>
                </a:cubicBezTo>
                <a:cubicBezTo>
                  <a:pt x="27" y="112"/>
                  <a:pt x="27" y="112"/>
                  <a:pt x="27" y="112"/>
                </a:cubicBezTo>
                <a:cubicBezTo>
                  <a:pt x="30" y="112"/>
                  <a:pt x="33" y="109"/>
                  <a:pt x="33" y="105"/>
                </a:cubicBezTo>
                <a:cubicBezTo>
                  <a:pt x="33" y="89"/>
                  <a:pt x="33" y="89"/>
                  <a:pt x="33" y="89"/>
                </a:cubicBezTo>
                <a:cubicBezTo>
                  <a:pt x="107" y="89"/>
                  <a:pt x="107" y="89"/>
                  <a:pt x="107" y="89"/>
                </a:cubicBezTo>
                <a:cubicBezTo>
                  <a:pt x="107" y="105"/>
                  <a:pt x="107" y="105"/>
                  <a:pt x="107" y="105"/>
                </a:cubicBezTo>
                <a:cubicBezTo>
                  <a:pt x="107" y="109"/>
                  <a:pt x="110" y="112"/>
                  <a:pt x="114" y="112"/>
                </a:cubicBezTo>
                <a:cubicBezTo>
                  <a:pt x="134" y="112"/>
                  <a:pt x="134" y="112"/>
                  <a:pt x="134" y="112"/>
                </a:cubicBezTo>
                <a:cubicBezTo>
                  <a:pt x="138" y="112"/>
                  <a:pt x="141" y="109"/>
                  <a:pt x="141" y="105"/>
                </a:cubicBezTo>
                <a:cubicBezTo>
                  <a:pt x="141" y="89"/>
                  <a:pt x="141" y="89"/>
                  <a:pt x="141" y="89"/>
                </a:cubicBezTo>
                <a:lnTo>
                  <a:pt x="141" y="40"/>
                </a:lnTo>
                <a:close/>
                <a:moveTo>
                  <a:pt x="3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17" y="32"/>
                  <a:pt x="117" y="32"/>
                  <a:pt x="117" y="32"/>
                </a:cubicBezTo>
                <a:cubicBezTo>
                  <a:pt x="23" y="32"/>
                  <a:pt x="23" y="32"/>
                  <a:pt x="23" y="32"/>
                </a:cubicBezTo>
                <a:lnTo>
                  <a:pt x="35" y="9"/>
                </a:lnTo>
                <a:close/>
                <a:moveTo>
                  <a:pt x="40" y="78"/>
                </a:moveTo>
                <a:cubicBezTo>
                  <a:pt x="12" y="78"/>
                  <a:pt x="12" y="78"/>
                  <a:pt x="12" y="78"/>
                </a:cubicBezTo>
                <a:cubicBezTo>
                  <a:pt x="12" y="63"/>
                  <a:pt x="12" y="63"/>
                  <a:pt x="12" y="63"/>
                </a:cubicBezTo>
                <a:cubicBezTo>
                  <a:pt x="40" y="63"/>
                  <a:pt x="40" y="63"/>
                  <a:pt x="40" y="63"/>
                </a:cubicBezTo>
                <a:lnTo>
                  <a:pt x="40" y="78"/>
                </a:lnTo>
                <a:close/>
                <a:moveTo>
                  <a:pt x="128" y="78"/>
                </a:moveTo>
                <a:cubicBezTo>
                  <a:pt x="100" y="78"/>
                  <a:pt x="100" y="78"/>
                  <a:pt x="100" y="78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28" y="63"/>
                  <a:pt x="128" y="63"/>
                  <a:pt x="128" y="63"/>
                </a:cubicBezTo>
                <a:lnTo>
                  <a:pt x="128" y="78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4" name="Freeform 8"/>
          <p:cNvSpPr>
            <a:spLocks noChangeArrowheads="1"/>
          </p:cNvSpPr>
          <p:nvPr/>
        </p:nvSpPr>
        <p:spPr bwMode="auto">
          <a:xfrm>
            <a:off x="1815704" y="2045494"/>
            <a:ext cx="53578" cy="48816"/>
          </a:xfrm>
          <a:custGeom>
            <a:avLst/>
            <a:gdLst>
              <a:gd name="T0" fmla="*/ 32 w 41"/>
              <a:gd name="T1" fmla="*/ 0 h 37"/>
              <a:gd name="T2" fmla="*/ 15 w 41"/>
              <a:gd name="T3" fmla="*/ 5 h 37"/>
              <a:gd name="T4" fmla="*/ 9 w 41"/>
              <a:gd name="T5" fmla="*/ 5 h 37"/>
              <a:gd name="T6" fmla="*/ 9 w 41"/>
              <a:gd name="T7" fmla="*/ 5 h 37"/>
              <a:gd name="T8" fmla="*/ 6 w 41"/>
              <a:gd name="T9" fmla="*/ 31 h 37"/>
              <a:gd name="T10" fmla="*/ 31 w 41"/>
              <a:gd name="T11" fmla="*/ 27 h 37"/>
              <a:gd name="T12" fmla="*/ 35 w 41"/>
              <a:gd name="T13" fmla="*/ 2 h 37"/>
              <a:gd name="T14" fmla="*/ 32 w 41"/>
              <a:gd name="T15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" h="37">
                <a:moveTo>
                  <a:pt x="32" y="0"/>
                </a:moveTo>
                <a:cubicBezTo>
                  <a:pt x="27" y="3"/>
                  <a:pt x="21" y="5"/>
                  <a:pt x="15" y="5"/>
                </a:cubicBezTo>
                <a:cubicBezTo>
                  <a:pt x="13" y="5"/>
                  <a:pt x="11" y="5"/>
                  <a:pt x="9" y="5"/>
                </a:cubicBezTo>
                <a:cubicBezTo>
                  <a:pt x="9" y="5"/>
                  <a:pt x="9" y="5"/>
                  <a:pt x="9" y="5"/>
                </a:cubicBezTo>
                <a:cubicBezTo>
                  <a:pt x="1" y="13"/>
                  <a:pt x="0" y="24"/>
                  <a:pt x="6" y="31"/>
                </a:cubicBezTo>
                <a:cubicBezTo>
                  <a:pt x="12" y="37"/>
                  <a:pt x="23" y="35"/>
                  <a:pt x="31" y="27"/>
                </a:cubicBezTo>
                <a:cubicBezTo>
                  <a:pt x="39" y="19"/>
                  <a:pt x="41" y="8"/>
                  <a:pt x="35" y="2"/>
                </a:cubicBezTo>
                <a:cubicBezTo>
                  <a:pt x="34" y="1"/>
                  <a:pt x="33" y="0"/>
                  <a:pt x="32" y="0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5" name="Freeform 9"/>
          <p:cNvSpPr>
            <a:spLocks noChangeArrowheads="1"/>
          </p:cNvSpPr>
          <p:nvPr/>
        </p:nvSpPr>
        <p:spPr bwMode="auto">
          <a:xfrm>
            <a:off x="1778803" y="1965726"/>
            <a:ext cx="92869" cy="80963"/>
          </a:xfrm>
          <a:custGeom>
            <a:avLst/>
            <a:gdLst>
              <a:gd name="T0" fmla="*/ 17 w 72"/>
              <a:gd name="T1" fmla="*/ 51 h 63"/>
              <a:gd name="T2" fmla="*/ 43 w 72"/>
              <a:gd name="T3" fmla="*/ 63 h 63"/>
              <a:gd name="T4" fmla="*/ 44 w 72"/>
              <a:gd name="T5" fmla="*/ 63 h 63"/>
              <a:gd name="T6" fmla="*/ 56 w 72"/>
              <a:gd name="T7" fmla="*/ 60 h 63"/>
              <a:gd name="T8" fmla="*/ 61 w 72"/>
              <a:gd name="T9" fmla="*/ 57 h 63"/>
              <a:gd name="T10" fmla="*/ 55 w 72"/>
              <a:gd name="T11" fmla="*/ 12 h 63"/>
              <a:gd name="T12" fmla="*/ 28 w 72"/>
              <a:gd name="T13" fmla="*/ 0 h 63"/>
              <a:gd name="T14" fmla="*/ 11 w 72"/>
              <a:gd name="T15" fmla="*/ 7 h 63"/>
              <a:gd name="T16" fmla="*/ 17 w 72"/>
              <a:gd name="T17" fmla="*/ 51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" h="63">
                <a:moveTo>
                  <a:pt x="17" y="51"/>
                </a:moveTo>
                <a:cubicBezTo>
                  <a:pt x="24" y="59"/>
                  <a:pt x="34" y="63"/>
                  <a:pt x="43" y="63"/>
                </a:cubicBezTo>
                <a:cubicBezTo>
                  <a:pt x="43" y="63"/>
                  <a:pt x="43" y="63"/>
                  <a:pt x="44" y="63"/>
                </a:cubicBezTo>
                <a:cubicBezTo>
                  <a:pt x="48" y="63"/>
                  <a:pt x="53" y="62"/>
                  <a:pt x="56" y="60"/>
                </a:cubicBezTo>
                <a:cubicBezTo>
                  <a:pt x="58" y="59"/>
                  <a:pt x="60" y="58"/>
                  <a:pt x="61" y="57"/>
                </a:cubicBezTo>
                <a:cubicBezTo>
                  <a:pt x="72" y="46"/>
                  <a:pt x="69" y="26"/>
                  <a:pt x="55" y="12"/>
                </a:cubicBezTo>
                <a:cubicBezTo>
                  <a:pt x="47" y="4"/>
                  <a:pt x="37" y="0"/>
                  <a:pt x="28" y="0"/>
                </a:cubicBezTo>
                <a:cubicBezTo>
                  <a:pt x="21" y="0"/>
                  <a:pt x="15" y="2"/>
                  <a:pt x="11" y="7"/>
                </a:cubicBezTo>
                <a:cubicBezTo>
                  <a:pt x="0" y="17"/>
                  <a:pt x="3" y="37"/>
                  <a:pt x="17" y="51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6" name="Freeform 10"/>
          <p:cNvSpPr>
            <a:spLocks noChangeArrowheads="1"/>
          </p:cNvSpPr>
          <p:nvPr/>
        </p:nvSpPr>
        <p:spPr bwMode="auto">
          <a:xfrm>
            <a:off x="1884760" y="2045494"/>
            <a:ext cx="52388" cy="48816"/>
          </a:xfrm>
          <a:custGeom>
            <a:avLst/>
            <a:gdLst>
              <a:gd name="T0" fmla="*/ 35 w 41"/>
              <a:gd name="T1" fmla="*/ 31 h 37"/>
              <a:gd name="T2" fmla="*/ 32 w 41"/>
              <a:gd name="T3" fmla="*/ 5 h 37"/>
              <a:gd name="T4" fmla="*/ 31 w 41"/>
              <a:gd name="T5" fmla="*/ 5 h 37"/>
              <a:gd name="T6" fmla="*/ 26 w 41"/>
              <a:gd name="T7" fmla="*/ 5 h 37"/>
              <a:gd name="T8" fmla="*/ 9 w 41"/>
              <a:gd name="T9" fmla="*/ 0 h 37"/>
              <a:gd name="T10" fmla="*/ 6 w 41"/>
              <a:gd name="T11" fmla="*/ 2 h 37"/>
              <a:gd name="T12" fmla="*/ 9 w 41"/>
              <a:gd name="T13" fmla="*/ 27 h 37"/>
              <a:gd name="T14" fmla="*/ 35 w 41"/>
              <a:gd name="T15" fmla="*/ 31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" h="37">
                <a:moveTo>
                  <a:pt x="35" y="31"/>
                </a:moveTo>
                <a:cubicBezTo>
                  <a:pt x="41" y="24"/>
                  <a:pt x="40" y="13"/>
                  <a:pt x="32" y="5"/>
                </a:cubicBezTo>
                <a:cubicBezTo>
                  <a:pt x="32" y="5"/>
                  <a:pt x="31" y="5"/>
                  <a:pt x="31" y="5"/>
                </a:cubicBezTo>
                <a:cubicBezTo>
                  <a:pt x="29" y="5"/>
                  <a:pt x="28" y="5"/>
                  <a:pt x="26" y="5"/>
                </a:cubicBezTo>
                <a:cubicBezTo>
                  <a:pt x="19" y="5"/>
                  <a:pt x="13" y="3"/>
                  <a:pt x="9" y="0"/>
                </a:cubicBezTo>
                <a:cubicBezTo>
                  <a:pt x="8" y="0"/>
                  <a:pt x="7" y="1"/>
                  <a:pt x="6" y="2"/>
                </a:cubicBezTo>
                <a:cubicBezTo>
                  <a:pt x="0" y="8"/>
                  <a:pt x="1" y="19"/>
                  <a:pt x="9" y="27"/>
                </a:cubicBezTo>
                <a:cubicBezTo>
                  <a:pt x="17" y="35"/>
                  <a:pt x="29" y="37"/>
                  <a:pt x="35" y="31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7" name="Freeform 11"/>
          <p:cNvSpPr>
            <a:spLocks noChangeArrowheads="1"/>
          </p:cNvSpPr>
          <p:nvPr/>
        </p:nvSpPr>
        <p:spPr bwMode="auto">
          <a:xfrm>
            <a:off x="1881195" y="1965726"/>
            <a:ext cx="92869" cy="80963"/>
          </a:xfrm>
          <a:custGeom>
            <a:avLst/>
            <a:gdLst>
              <a:gd name="T0" fmla="*/ 61 w 71"/>
              <a:gd name="T1" fmla="*/ 7 h 63"/>
              <a:gd name="T2" fmla="*/ 44 w 71"/>
              <a:gd name="T3" fmla="*/ 0 h 63"/>
              <a:gd name="T4" fmla="*/ 16 w 71"/>
              <a:gd name="T5" fmla="*/ 13 h 63"/>
              <a:gd name="T6" fmla="*/ 11 w 71"/>
              <a:gd name="T7" fmla="*/ 57 h 63"/>
              <a:gd name="T8" fmla="*/ 15 w 71"/>
              <a:gd name="T9" fmla="*/ 60 h 63"/>
              <a:gd name="T10" fmla="*/ 28 w 71"/>
              <a:gd name="T11" fmla="*/ 63 h 63"/>
              <a:gd name="T12" fmla="*/ 29 w 71"/>
              <a:gd name="T13" fmla="*/ 63 h 63"/>
              <a:gd name="T14" fmla="*/ 55 w 71"/>
              <a:gd name="T15" fmla="*/ 51 h 63"/>
              <a:gd name="T16" fmla="*/ 61 w 71"/>
              <a:gd name="T17" fmla="*/ 7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1" h="63">
                <a:moveTo>
                  <a:pt x="61" y="7"/>
                </a:moveTo>
                <a:cubicBezTo>
                  <a:pt x="56" y="2"/>
                  <a:pt x="50" y="0"/>
                  <a:pt x="44" y="0"/>
                </a:cubicBezTo>
                <a:cubicBezTo>
                  <a:pt x="35" y="0"/>
                  <a:pt x="24" y="4"/>
                  <a:pt x="16" y="13"/>
                </a:cubicBezTo>
                <a:cubicBezTo>
                  <a:pt x="3" y="26"/>
                  <a:pt x="0" y="46"/>
                  <a:pt x="11" y="57"/>
                </a:cubicBezTo>
                <a:cubicBezTo>
                  <a:pt x="12" y="58"/>
                  <a:pt x="14" y="59"/>
                  <a:pt x="15" y="60"/>
                </a:cubicBezTo>
                <a:cubicBezTo>
                  <a:pt x="19" y="62"/>
                  <a:pt x="23" y="63"/>
                  <a:pt x="28" y="63"/>
                </a:cubicBezTo>
                <a:cubicBezTo>
                  <a:pt x="28" y="63"/>
                  <a:pt x="29" y="63"/>
                  <a:pt x="29" y="63"/>
                </a:cubicBezTo>
                <a:cubicBezTo>
                  <a:pt x="38" y="63"/>
                  <a:pt x="47" y="59"/>
                  <a:pt x="55" y="51"/>
                </a:cubicBezTo>
                <a:cubicBezTo>
                  <a:pt x="69" y="37"/>
                  <a:pt x="71" y="17"/>
                  <a:pt x="61" y="7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8" name="Freeform 12"/>
          <p:cNvSpPr>
            <a:spLocks noChangeArrowheads="1"/>
          </p:cNvSpPr>
          <p:nvPr/>
        </p:nvSpPr>
        <p:spPr bwMode="auto">
          <a:xfrm>
            <a:off x="1859758" y="1971677"/>
            <a:ext cx="32147" cy="115491"/>
          </a:xfrm>
          <a:custGeom>
            <a:avLst/>
            <a:gdLst>
              <a:gd name="T0" fmla="*/ 23 w 25"/>
              <a:gd name="T1" fmla="*/ 4 h 89"/>
              <a:gd name="T2" fmla="*/ 21 w 25"/>
              <a:gd name="T3" fmla="*/ 2 h 89"/>
              <a:gd name="T4" fmla="*/ 15 w 25"/>
              <a:gd name="T5" fmla="*/ 10 h 89"/>
              <a:gd name="T6" fmla="*/ 13 w 25"/>
              <a:gd name="T7" fmla="*/ 10 h 89"/>
              <a:gd name="T8" fmla="*/ 11 w 25"/>
              <a:gd name="T9" fmla="*/ 10 h 89"/>
              <a:gd name="T10" fmla="*/ 5 w 25"/>
              <a:gd name="T11" fmla="*/ 2 h 89"/>
              <a:gd name="T12" fmla="*/ 2 w 25"/>
              <a:gd name="T13" fmla="*/ 4 h 89"/>
              <a:gd name="T14" fmla="*/ 8 w 25"/>
              <a:gd name="T15" fmla="*/ 13 h 89"/>
              <a:gd name="T16" fmla="*/ 7 w 25"/>
              <a:gd name="T17" fmla="*/ 15 h 89"/>
              <a:gd name="T18" fmla="*/ 7 w 25"/>
              <a:gd name="T19" fmla="*/ 27 h 89"/>
              <a:gd name="T20" fmla="*/ 7 w 25"/>
              <a:gd name="T21" fmla="*/ 42 h 89"/>
              <a:gd name="T22" fmla="*/ 7 w 25"/>
              <a:gd name="T23" fmla="*/ 84 h 89"/>
              <a:gd name="T24" fmla="*/ 13 w 25"/>
              <a:gd name="T25" fmla="*/ 89 h 89"/>
              <a:gd name="T26" fmla="*/ 18 w 25"/>
              <a:gd name="T27" fmla="*/ 84 h 89"/>
              <a:gd name="T28" fmla="*/ 18 w 25"/>
              <a:gd name="T29" fmla="*/ 42 h 89"/>
              <a:gd name="T30" fmla="*/ 18 w 25"/>
              <a:gd name="T31" fmla="*/ 27 h 89"/>
              <a:gd name="T32" fmla="*/ 18 w 25"/>
              <a:gd name="T33" fmla="*/ 15 h 89"/>
              <a:gd name="T34" fmla="*/ 18 w 25"/>
              <a:gd name="T35" fmla="*/ 13 h 89"/>
              <a:gd name="T36" fmla="*/ 23 w 25"/>
              <a:gd name="T37" fmla="*/ 4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" h="89">
                <a:moveTo>
                  <a:pt x="23" y="4"/>
                </a:moveTo>
                <a:cubicBezTo>
                  <a:pt x="25" y="3"/>
                  <a:pt x="23" y="0"/>
                  <a:pt x="21" y="2"/>
                </a:cubicBezTo>
                <a:cubicBezTo>
                  <a:pt x="18" y="4"/>
                  <a:pt x="16" y="7"/>
                  <a:pt x="15" y="10"/>
                </a:cubicBezTo>
                <a:cubicBezTo>
                  <a:pt x="14" y="10"/>
                  <a:pt x="13" y="10"/>
                  <a:pt x="13" y="10"/>
                </a:cubicBezTo>
                <a:cubicBezTo>
                  <a:pt x="12" y="10"/>
                  <a:pt x="12" y="10"/>
                  <a:pt x="11" y="10"/>
                </a:cubicBezTo>
                <a:cubicBezTo>
                  <a:pt x="10" y="7"/>
                  <a:pt x="7" y="4"/>
                  <a:pt x="5" y="2"/>
                </a:cubicBezTo>
                <a:cubicBezTo>
                  <a:pt x="3" y="0"/>
                  <a:pt x="0" y="3"/>
                  <a:pt x="2" y="4"/>
                </a:cubicBezTo>
                <a:cubicBezTo>
                  <a:pt x="5" y="7"/>
                  <a:pt x="7" y="10"/>
                  <a:pt x="8" y="13"/>
                </a:cubicBezTo>
                <a:cubicBezTo>
                  <a:pt x="8" y="14"/>
                  <a:pt x="7" y="14"/>
                  <a:pt x="7" y="15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84"/>
                  <a:pt x="7" y="84"/>
                  <a:pt x="7" y="84"/>
                </a:cubicBezTo>
                <a:cubicBezTo>
                  <a:pt x="7" y="87"/>
                  <a:pt x="10" y="89"/>
                  <a:pt x="13" y="89"/>
                </a:cubicBezTo>
                <a:cubicBezTo>
                  <a:pt x="16" y="89"/>
                  <a:pt x="18" y="87"/>
                  <a:pt x="18" y="84"/>
                </a:cubicBezTo>
                <a:cubicBezTo>
                  <a:pt x="18" y="42"/>
                  <a:pt x="18" y="42"/>
                  <a:pt x="18" y="42"/>
                </a:cubicBezTo>
                <a:cubicBezTo>
                  <a:pt x="18" y="27"/>
                  <a:pt x="18" y="27"/>
                  <a:pt x="18" y="27"/>
                </a:cubicBezTo>
                <a:cubicBezTo>
                  <a:pt x="18" y="15"/>
                  <a:pt x="18" y="15"/>
                  <a:pt x="18" y="15"/>
                </a:cubicBezTo>
                <a:cubicBezTo>
                  <a:pt x="18" y="14"/>
                  <a:pt x="18" y="14"/>
                  <a:pt x="18" y="13"/>
                </a:cubicBezTo>
                <a:cubicBezTo>
                  <a:pt x="19" y="10"/>
                  <a:pt x="21" y="7"/>
                  <a:pt x="23" y="4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9" name="Freeform 13"/>
          <p:cNvSpPr>
            <a:spLocks noEditPoints="1" noChangeArrowheads="1"/>
          </p:cNvSpPr>
          <p:nvPr/>
        </p:nvSpPr>
        <p:spPr bwMode="auto">
          <a:xfrm>
            <a:off x="1064428" y="1789515"/>
            <a:ext cx="222647" cy="21431"/>
          </a:xfrm>
          <a:custGeom>
            <a:avLst/>
            <a:gdLst>
              <a:gd name="T0" fmla="*/ 406 w 406"/>
              <a:gd name="T1" fmla="*/ 0 h 38"/>
              <a:gd name="T2" fmla="*/ 0 w 406"/>
              <a:gd name="T3" fmla="*/ 0 h 38"/>
              <a:gd name="T4" fmla="*/ 0 w 406"/>
              <a:gd name="T5" fmla="*/ 38 h 38"/>
              <a:gd name="T6" fmla="*/ 406 w 406"/>
              <a:gd name="T7" fmla="*/ 38 h 38"/>
              <a:gd name="T8" fmla="*/ 406 w 406"/>
              <a:gd name="T9" fmla="*/ 0 h 38"/>
              <a:gd name="T10" fmla="*/ 390 w 406"/>
              <a:gd name="T11" fmla="*/ 23 h 38"/>
              <a:gd name="T12" fmla="*/ 357 w 406"/>
              <a:gd name="T13" fmla="*/ 23 h 38"/>
              <a:gd name="T14" fmla="*/ 357 w 406"/>
              <a:gd name="T15" fmla="*/ 14 h 38"/>
              <a:gd name="T16" fmla="*/ 390 w 406"/>
              <a:gd name="T17" fmla="*/ 14 h 38"/>
              <a:gd name="T18" fmla="*/ 390 w 406"/>
              <a:gd name="T19" fmla="*/ 23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06" h="38">
                <a:moveTo>
                  <a:pt x="406" y="0"/>
                </a:moveTo>
                <a:lnTo>
                  <a:pt x="0" y="0"/>
                </a:lnTo>
                <a:lnTo>
                  <a:pt x="0" y="38"/>
                </a:lnTo>
                <a:lnTo>
                  <a:pt x="406" y="38"/>
                </a:lnTo>
                <a:lnTo>
                  <a:pt x="406" y="0"/>
                </a:lnTo>
                <a:close/>
                <a:moveTo>
                  <a:pt x="390" y="23"/>
                </a:moveTo>
                <a:lnTo>
                  <a:pt x="357" y="23"/>
                </a:lnTo>
                <a:lnTo>
                  <a:pt x="357" y="14"/>
                </a:lnTo>
                <a:lnTo>
                  <a:pt x="390" y="14"/>
                </a:lnTo>
                <a:lnTo>
                  <a:pt x="390" y="23"/>
                </a:ln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0" name="Freeform 14"/>
          <p:cNvSpPr>
            <a:spLocks noEditPoints="1" noChangeArrowheads="1"/>
          </p:cNvSpPr>
          <p:nvPr/>
        </p:nvSpPr>
        <p:spPr bwMode="auto">
          <a:xfrm>
            <a:off x="1075144" y="1657351"/>
            <a:ext cx="201215" cy="126206"/>
          </a:xfrm>
          <a:custGeom>
            <a:avLst/>
            <a:gdLst>
              <a:gd name="T0" fmla="*/ 369 w 369"/>
              <a:gd name="T1" fmla="*/ 0 h 230"/>
              <a:gd name="T2" fmla="*/ 0 w 369"/>
              <a:gd name="T3" fmla="*/ 0 h 230"/>
              <a:gd name="T4" fmla="*/ 0 w 369"/>
              <a:gd name="T5" fmla="*/ 230 h 230"/>
              <a:gd name="T6" fmla="*/ 369 w 369"/>
              <a:gd name="T7" fmla="*/ 230 h 230"/>
              <a:gd name="T8" fmla="*/ 369 w 369"/>
              <a:gd name="T9" fmla="*/ 0 h 230"/>
              <a:gd name="T10" fmla="*/ 329 w 369"/>
              <a:gd name="T11" fmla="*/ 197 h 230"/>
              <a:gd name="T12" fmla="*/ 43 w 369"/>
              <a:gd name="T13" fmla="*/ 197 h 230"/>
              <a:gd name="T14" fmla="*/ 43 w 369"/>
              <a:gd name="T15" fmla="*/ 34 h 230"/>
              <a:gd name="T16" fmla="*/ 329 w 369"/>
              <a:gd name="T17" fmla="*/ 34 h 230"/>
              <a:gd name="T18" fmla="*/ 329 w 369"/>
              <a:gd name="T19" fmla="*/ 197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69" h="230">
                <a:moveTo>
                  <a:pt x="369" y="0"/>
                </a:moveTo>
                <a:lnTo>
                  <a:pt x="0" y="0"/>
                </a:lnTo>
                <a:lnTo>
                  <a:pt x="0" y="230"/>
                </a:lnTo>
                <a:lnTo>
                  <a:pt x="369" y="230"/>
                </a:lnTo>
                <a:lnTo>
                  <a:pt x="369" y="0"/>
                </a:lnTo>
                <a:close/>
                <a:moveTo>
                  <a:pt x="329" y="197"/>
                </a:moveTo>
                <a:lnTo>
                  <a:pt x="43" y="197"/>
                </a:lnTo>
                <a:lnTo>
                  <a:pt x="43" y="34"/>
                </a:lnTo>
                <a:lnTo>
                  <a:pt x="329" y="34"/>
                </a:lnTo>
                <a:lnTo>
                  <a:pt x="329" y="197"/>
                </a:ln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1" name="Freeform 15"/>
          <p:cNvSpPr>
            <a:spLocks noEditPoints="1" noChangeArrowheads="1"/>
          </p:cNvSpPr>
          <p:nvPr/>
        </p:nvSpPr>
        <p:spPr bwMode="auto">
          <a:xfrm>
            <a:off x="1658541" y="2120509"/>
            <a:ext cx="152400" cy="169069"/>
          </a:xfrm>
          <a:custGeom>
            <a:avLst/>
            <a:gdLst>
              <a:gd name="T0" fmla="*/ 145 w 279"/>
              <a:gd name="T1" fmla="*/ 3 h 310"/>
              <a:gd name="T2" fmla="*/ 145 w 279"/>
              <a:gd name="T3" fmla="*/ 3 h 310"/>
              <a:gd name="T4" fmla="*/ 0 w 279"/>
              <a:gd name="T5" fmla="*/ 218 h 310"/>
              <a:gd name="T6" fmla="*/ 0 w 279"/>
              <a:gd name="T7" fmla="*/ 220 h 310"/>
              <a:gd name="T8" fmla="*/ 133 w 279"/>
              <a:gd name="T9" fmla="*/ 308 h 310"/>
              <a:gd name="T10" fmla="*/ 133 w 279"/>
              <a:gd name="T11" fmla="*/ 310 h 310"/>
              <a:gd name="T12" fmla="*/ 135 w 279"/>
              <a:gd name="T13" fmla="*/ 308 h 310"/>
              <a:gd name="T14" fmla="*/ 279 w 279"/>
              <a:gd name="T15" fmla="*/ 92 h 310"/>
              <a:gd name="T16" fmla="*/ 279 w 279"/>
              <a:gd name="T17" fmla="*/ 90 h 310"/>
              <a:gd name="T18" fmla="*/ 246 w 279"/>
              <a:gd name="T19" fmla="*/ 69 h 310"/>
              <a:gd name="T20" fmla="*/ 260 w 279"/>
              <a:gd name="T21" fmla="*/ 48 h 310"/>
              <a:gd name="T22" fmla="*/ 263 w 279"/>
              <a:gd name="T23" fmla="*/ 48 h 310"/>
              <a:gd name="T24" fmla="*/ 260 w 279"/>
              <a:gd name="T25" fmla="*/ 45 h 310"/>
              <a:gd name="T26" fmla="*/ 194 w 279"/>
              <a:gd name="T27" fmla="*/ 3 h 310"/>
              <a:gd name="T28" fmla="*/ 194 w 279"/>
              <a:gd name="T29" fmla="*/ 0 h 310"/>
              <a:gd name="T30" fmla="*/ 192 w 279"/>
              <a:gd name="T31" fmla="*/ 3 h 310"/>
              <a:gd name="T32" fmla="*/ 178 w 279"/>
              <a:gd name="T33" fmla="*/ 24 h 310"/>
              <a:gd name="T34" fmla="*/ 147 w 279"/>
              <a:gd name="T35" fmla="*/ 3 h 310"/>
              <a:gd name="T36" fmla="*/ 145 w 279"/>
              <a:gd name="T37" fmla="*/ 3 h 310"/>
              <a:gd name="T38" fmla="*/ 171 w 279"/>
              <a:gd name="T39" fmla="*/ 213 h 310"/>
              <a:gd name="T40" fmla="*/ 76 w 279"/>
              <a:gd name="T41" fmla="*/ 149 h 310"/>
              <a:gd name="T42" fmla="*/ 109 w 279"/>
              <a:gd name="T43" fmla="*/ 100 h 310"/>
              <a:gd name="T44" fmla="*/ 204 w 279"/>
              <a:gd name="T45" fmla="*/ 161 h 310"/>
              <a:gd name="T46" fmla="*/ 171 w 279"/>
              <a:gd name="T47" fmla="*/ 213 h 310"/>
              <a:gd name="T48" fmla="*/ 128 w 279"/>
              <a:gd name="T49" fmla="*/ 275 h 310"/>
              <a:gd name="T50" fmla="*/ 33 w 279"/>
              <a:gd name="T51" fmla="*/ 211 h 310"/>
              <a:gd name="T52" fmla="*/ 66 w 279"/>
              <a:gd name="T53" fmla="*/ 161 h 310"/>
              <a:gd name="T54" fmla="*/ 161 w 279"/>
              <a:gd name="T55" fmla="*/ 225 h 310"/>
              <a:gd name="T56" fmla="*/ 128 w 279"/>
              <a:gd name="T57" fmla="*/ 275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9" h="310">
                <a:moveTo>
                  <a:pt x="145" y="3"/>
                </a:moveTo>
                <a:lnTo>
                  <a:pt x="145" y="3"/>
                </a:lnTo>
                <a:lnTo>
                  <a:pt x="0" y="218"/>
                </a:lnTo>
                <a:lnTo>
                  <a:pt x="0" y="220"/>
                </a:lnTo>
                <a:lnTo>
                  <a:pt x="133" y="308"/>
                </a:lnTo>
                <a:lnTo>
                  <a:pt x="133" y="310"/>
                </a:lnTo>
                <a:lnTo>
                  <a:pt x="135" y="308"/>
                </a:lnTo>
                <a:lnTo>
                  <a:pt x="279" y="92"/>
                </a:lnTo>
                <a:lnTo>
                  <a:pt x="279" y="90"/>
                </a:lnTo>
                <a:lnTo>
                  <a:pt x="246" y="69"/>
                </a:lnTo>
                <a:lnTo>
                  <a:pt x="260" y="48"/>
                </a:lnTo>
                <a:lnTo>
                  <a:pt x="263" y="48"/>
                </a:lnTo>
                <a:lnTo>
                  <a:pt x="260" y="45"/>
                </a:lnTo>
                <a:lnTo>
                  <a:pt x="194" y="3"/>
                </a:lnTo>
                <a:lnTo>
                  <a:pt x="194" y="0"/>
                </a:lnTo>
                <a:lnTo>
                  <a:pt x="192" y="3"/>
                </a:lnTo>
                <a:lnTo>
                  <a:pt x="178" y="24"/>
                </a:lnTo>
                <a:lnTo>
                  <a:pt x="147" y="3"/>
                </a:lnTo>
                <a:lnTo>
                  <a:pt x="145" y="3"/>
                </a:lnTo>
                <a:close/>
                <a:moveTo>
                  <a:pt x="171" y="213"/>
                </a:moveTo>
                <a:lnTo>
                  <a:pt x="76" y="149"/>
                </a:lnTo>
                <a:lnTo>
                  <a:pt x="109" y="100"/>
                </a:lnTo>
                <a:lnTo>
                  <a:pt x="204" y="161"/>
                </a:lnTo>
                <a:lnTo>
                  <a:pt x="171" y="213"/>
                </a:lnTo>
                <a:close/>
                <a:moveTo>
                  <a:pt x="128" y="275"/>
                </a:moveTo>
                <a:lnTo>
                  <a:pt x="33" y="211"/>
                </a:lnTo>
                <a:lnTo>
                  <a:pt x="66" y="161"/>
                </a:lnTo>
                <a:lnTo>
                  <a:pt x="161" y="225"/>
                </a:lnTo>
                <a:lnTo>
                  <a:pt x="128" y="275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2" name="Freeform 16"/>
          <p:cNvSpPr>
            <a:spLocks noEditPoints="1"/>
          </p:cNvSpPr>
          <p:nvPr/>
        </p:nvSpPr>
        <p:spPr bwMode="auto">
          <a:xfrm>
            <a:off x="578645" y="2133600"/>
            <a:ext cx="77391" cy="163116"/>
          </a:xfrm>
          <a:custGeom>
            <a:avLst/>
            <a:gdLst>
              <a:gd name="T0" fmla="*/ 2 w 60"/>
              <a:gd name="T1" fmla="*/ 123 h 126"/>
              <a:gd name="T2" fmla="*/ 30 w 60"/>
              <a:gd name="T3" fmla="*/ 108 h 126"/>
              <a:gd name="T4" fmla="*/ 59 w 60"/>
              <a:gd name="T5" fmla="*/ 123 h 126"/>
              <a:gd name="T6" fmla="*/ 60 w 60"/>
              <a:gd name="T7" fmla="*/ 122 h 126"/>
              <a:gd name="T8" fmla="*/ 60 w 60"/>
              <a:gd name="T9" fmla="*/ 27 h 126"/>
              <a:gd name="T10" fmla="*/ 59 w 60"/>
              <a:gd name="T11" fmla="*/ 14 h 126"/>
              <a:gd name="T12" fmla="*/ 30 w 60"/>
              <a:gd name="T13" fmla="*/ 0 h 126"/>
              <a:gd name="T14" fmla="*/ 2 w 60"/>
              <a:gd name="T15" fmla="*/ 14 h 126"/>
              <a:gd name="T16" fmla="*/ 1 w 60"/>
              <a:gd name="T17" fmla="*/ 27 h 126"/>
              <a:gd name="T18" fmla="*/ 1 w 60"/>
              <a:gd name="T19" fmla="*/ 122 h 126"/>
              <a:gd name="T20" fmla="*/ 2 w 60"/>
              <a:gd name="T21" fmla="*/ 123 h 126"/>
              <a:gd name="T22" fmla="*/ 10 w 60"/>
              <a:gd name="T23" fmla="*/ 21 h 126"/>
              <a:gd name="T24" fmla="*/ 30 w 60"/>
              <a:gd name="T25" fmla="*/ 17 h 126"/>
              <a:gd name="T26" fmla="*/ 51 w 60"/>
              <a:gd name="T27" fmla="*/ 21 h 126"/>
              <a:gd name="T28" fmla="*/ 52 w 60"/>
              <a:gd name="T29" fmla="*/ 23 h 126"/>
              <a:gd name="T30" fmla="*/ 50 w 60"/>
              <a:gd name="T31" fmla="*/ 24 h 126"/>
              <a:gd name="T32" fmla="*/ 49 w 60"/>
              <a:gd name="T33" fmla="*/ 24 h 126"/>
              <a:gd name="T34" fmla="*/ 45 w 60"/>
              <a:gd name="T35" fmla="*/ 23 h 126"/>
              <a:gd name="T36" fmla="*/ 30 w 60"/>
              <a:gd name="T37" fmla="*/ 21 h 126"/>
              <a:gd name="T38" fmla="*/ 15 w 60"/>
              <a:gd name="T39" fmla="*/ 23 h 126"/>
              <a:gd name="T40" fmla="*/ 11 w 60"/>
              <a:gd name="T41" fmla="*/ 24 h 126"/>
              <a:gd name="T42" fmla="*/ 9 w 60"/>
              <a:gd name="T43" fmla="*/ 23 h 126"/>
              <a:gd name="T44" fmla="*/ 10 w 60"/>
              <a:gd name="T45" fmla="*/ 21 h 126"/>
              <a:gd name="T46" fmla="*/ 10 w 60"/>
              <a:gd name="T47" fmla="*/ 38 h 126"/>
              <a:gd name="T48" fmla="*/ 30 w 60"/>
              <a:gd name="T49" fmla="*/ 34 h 126"/>
              <a:gd name="T50" fmla="*/ 51 w 60"/>
              <a:gd name="T51" fmla="*/ 38 h 126"/>
              <a:gd name="T52" fmla="*/ 52 w 60"/>
              <a:gd name="T53" fmla="*/ 40 h 126"/>
              <a:gd name="T54" fmla="*/ 50 w 60"/>
              <a:gd name="T55" fmla="*/ 41 h 126"/>
              <a:gd name="T56" fmla="*/ 49 w 60"/>
              <a:gd name="T57" fmla="*/ 41 h 126"/>
              <a:gd name="T58" fmla="*/ 45 w 60"/>
              <a:gd name="T59" fmla="*/ 40 h 126"/>
              <a:gd name="T60" fmla="*/ 30 w 60"/>
              <a:gd name="T61" fmla="*/ 38 h 126"/>
              <a:gd name="T62" fmla="*/ 15 w 60"/>
              <a:gd name="T63" fmla="*/ 40 h 126"/>
              <a:gd name="T64" fmla="*/ 11 w 60"/>
              <a:gd name="T65" fmla="*/ 41 h 126"/>
              <a:gd name="T66" fmla="*/ 9 w 60"/>
              <a:gd name="T67" fmla="*/ 40 h 126"/>
              <a:gd name="T68" fmla="*/ 10 w 60"/>
              <a:gd name="T69" fmla="*/ 38 h 126"/>
              <a:gd name="T70" fmla="*/ 10 w 60"/>
              <a:gd name="T71" fmla="*/ 55 h 126"/>
              <a:gd name="T72" fmla="*/ 30 w 60"/>
              <a:gd name="T73" fmla="*/ 51 h 126"/>
              <a:gd name="T74" fmla="*/ 51 w 60"/>
              <a:gd name="T75" fmla="*/ 55 h 126"/>
              <a:gd name="T76" fmla="*/ 52 w 60"/>
              <a:gd name="T77" fmla="*/ 57 h 126"/>
              <a:gd name="T78" fmla="*/ 50 w 60"/>
              <a:gd name="T79" fmla="*/ 58 h 126"/>
              <a:gd name="T80" fmla="*/ 49 w 60"/>
              <a:gd name="T81" fmla="*/ 58 h 126"/>
              <a:gd name="T82" fmla="*/ 45 w 60"/>
              <a:gd name="T83" fmla="*/ 57 h 126"/>
              <a:gd name="T84" fmla="*/ 30 w 60"/>
              <a:gd name="T85" fmla="*/ 55 h 126"/>
              <a:gd name="T86" fmla="*/ 15 w 60"/>
              <a:gd name="T87" fmla="*/ 57 h 126"/>
              <a:gd name="T88" fmla="*/ 11 w 60"/>
              <a:gd name="T89" fmla="*/ 58 h 126"/>
              <a:gd name="T90" fmla="*/ 9 w 60"/>
              <a:gd name="T91" fmla="*/ 57 h 126"/>
              <a:gd name="T92" fmla="*/ 10 w 60"/>
              <a:gd name="T93" fmla="*/ 55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0" h="126">
                <a:moveTo>
                  <a:pt x="2" y="123"/>
                </a:moveTo>
                <a:cubicBezTo>
                  <a:pt x="5" y="112"/>
                  <a:pt x="16" y="108"/>
                  <a:pt x="30" y="108"/>
                </a:cubicBezTo>
                <a:cubicBezTo>
                  <a:pt x="44" y="108"/>
                  <a:pt x="56" y="112"/>
                  <a:pt x="59" y="123"/>
                </a:cubicBezTo>
                <a:cubicBezTo>
                  <a:pt x="60" y="126"/>
                  <a:pt x="60" y="126"/>
                  <a:pt x="60" y="122"/>
                </a:cubicBezTo>
                <a:cubicBezTo>
                  <a:pt x="60" y="103"/>
                  <a:pt x="60" y="47"/>
                  <a:pt x="60" y="27"/>
                </a:cubicBezTo>
                <a:cubicBezTo>
                  <a:pt x="60" y="24"/>
                  <a:pt x="60" y="17"/>
                  <a:pt x="59" y="14"/>
                </a:cubicBezTo>
                <a:cubicBezTo>
                  <a:pt x="55" y="3"/>
                  <a:pt x="44" y="0"/>
                  <a:pt x="30" y="0"/>
                </a:cubicBezTo>
                <a:cubicBezTo>
                  <a:pt x="17" y="0"/>
                  <a:pt x="5" y="3"/>
                  <a:pt x="2" y="14"/>
                </a:cubicBezTo>
                <a:cubicBezTo>
                  <a:pt x="0" y="17"/>
                  <a:pt x="1" y="24"/>
                  <a:pt x="1" y="27"/>
                </a:cubicBezTo>
                <a:cubicBezTo>
                  <a:pt x="1" y="47"/>
                  <a:pt x="1" y="103"/>
                  <a:pt x="1" y="122"/>
                </a:cubicBezTo>
                <a:cubicBezTo>
                  <a:pt x="1" y="126"/>
                  <a:pt x="0" y="126"/>
                  <a:pt x="2" y="123"/>
                </a:cubicBezTo>
                <a:moveTo>
                  <a:pt x="10" y="21"/>
                </a:moveTo>
                <a:cubicBezTo>
                  <a:pt x="15" y="19"/>
                  <a:pt x="22" y="17"/>
                  <a:pt x="30" y="17"/>
                </a:cubicBezTo>
                <a:cubicBezTo>
                  <a:pt x="39" y="17"/>
                  <a:pt x="46" y="19"/>
                  <a:pt x="51" y="21"/>
                </a:cubicBezTo>
                <a:cubicBezTo>
                  <a:pt x="52" y="21"/>
                  <a:pt x="52" y="23"/>
                  <a:pt x="52" y="23"/>
                </a:cubicBezTo>
                <a:cubicBezTo>
                  <a:pt x="51" y="24"/>
                  <a:pt x="51" y="24"/>
                  <a:pt x="50" y="24"/>
                </a:cubicBezTo>
                <a:cubicBezTo>
                  <a:pt x="50" y="24"/>
                  <a:pt x="50" y="24"/>
                  <a:pt x="49" y="24"/>
                </a:cubicBezTo>
                <a:cubicBezTo>
                  <a:pt x="48" y="24"/>
                  <a:pt x="47" y="23"/>
                  <a:pt x="45" y="23"/>
                </a:cubicBezTo>
                <a:cubicBezTo>
                  <a:pt x="41" y="21"/>
                  <a:pt x="36" y="21"/>
                  <a:pt x="30" y="21"/>
                </a:cubicBezTo>
                <a:cubicBezTo>
                  <a:pt x="24" y="21"/>
                  <a:pt x="19" y="21"/>
                  <a:pt x="15" y="23"/>
                </a:cubicBezTo>
                <a:cubicBezTo>
                  <a:pt x="14" y="23"/>
                  <a:pt x="13" y="24"/>
                  <a:pt x="11" y="24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23"/>
                  <a:pt x="9" y="21"/>
                  <a:pt x="10" y="21"/>
                </a:cubicBezTo>
                <a:moveTo>
                  <a:pt x="10" y="38"/>
                </a:moveTo>
                <a:cubicBezTo>
                  <a:pt x="15" y="36"/>
                  <a:pt x="22" y="34"/>
                  <a:pt x="30" y="34"/>
                </a:cubicBezTo>
                <a:cubicBezTo>
                  <a:pt x="39" y="34"/>
                  <a:pt x="46" y="36"/>
                  <a:pt x="51" y="38"/>
                </a:cubicBezTo>
                <a:cubicBezTo>
                  <a:pt x="52" y="38"/>
                  <a:pt x="52" y="39"/>
                  <a:pt x="52" y="40"/>
                </a:cubicBezTo>
                <a:cubicBezTo>
                  <a:pt x="51" y="41"/>
                  <a:pt x="51" y="41"/>
                  <a:pt x="50" y="41"/>
                </a:cubicBezTo>
                <a:cubicBezTo>
                  <a:pt x="50" y="41"/>
                  <a:pt x="50" y="41"/>
                  <a:pt x="49" y="41"/>
                </a:cubicBezTo>
                <a:cubicBezTo>
                  <a:pt x="48" y="41"/>
                  <a:pt x="47" y="40"/>
                  <a:pt x="45" y="40"/>
                </a:cubicBezTo>
                <a:cubicBezTo>
                  <a:pt x="41" y="38"/>
                  <a:pt x="36" y="38"/>
                  <a:pt x="30" y="38"/>
                </a:cubicBezTo>
                <a:cubicBezTo>
                  <a:pt x="24" y="38"/>
                  <a:pt x="19" y="38"/>
                  <a:pt x="15" y="40"/>
                </a:cubicBezTo>
                <a:cubicBezTo>
                  <a:pt x="14" y="40"/>
                  <a:pt x="13" y="41"/>
                  <a:pt x="11" y="41"/>
                </a:cubicBezTo>
                <a:cubicBezTo>
                  <a:pt x="11" y="42"/>
                  <a:pt x="10" y="41"/>
                  <a:pt x="9" y="40"/>
                </a:cubicBezTo>
                <a:cubicBezTo>
                  <a:pt x="9" y="39"/>
                  <a:pt x="9" y="38"/>
                  <a:pt x="10" y="38"/>
                </a:cubicBezTo>
                <a:moveTo>
                  <a:pt x="10" y="55"/>
                </a:moveTo>
                <a:cubicBezTo>
                  <a:pt x="15" y="52"/>
                  <a:pt x="22" y="51"/>
                  <a:pt x="30" y="51"/>
                </a:cubicBezTo>
                <a:cubicBezTo>
                  <a:pt x="39" y="51"/>
                  <a:pt x="46" y="52"/>
                  <a:pt x="51" y="55"/>
                </a:cubicBezTo>
                <a:cubicBezTo>
                  <a:pt x="52" y="55"/>
                  <a:pt x="52" y="56"/>
                  <a:pt x="52" y="57"/>
                </a:cubicBezTo>
                <a:cubicBezTo>
                  <a:pt x="51" y="58"/>
                  <a:pt x="51" y="58"/>
                  <a:pt x="50" y="58"/>
                </a:cubicBezTo>
                <a:cubicBezTo>
                  <a:pt x="50" y="58"/>
                  <a:pt x="50" y="58"/>
                  <a:pt x="49" y="58"/>
                </a:cubicBezTo>
                <a:cubicBezTo>
                  <a:pt x="48" y="57"/>
                  <a:pt x="47" y="57"/>
                  <a:pt x="45" y="57"/>
                </a:cubicBezTo>
                <a:cubicBezTo>
                  <a:pt x="41" y="55"/>
                  <a:pt x="36" y="55"/>
                  <a:pt x="30" y="55"/>
                </a:cubicBezTo>
                <a:cubicBezTo>
                  <a:pt x="24" y="55"/>
                  <a:pt x="19" y="55"/>
                  <a:pt x="15" y="57"/>
                </a:cubicBezTo>
                <a:cubicBezTo>
                  <a:pt x="14" y="57"/>
                  <a:pt x="13" y="57"/>
                  <a:pt x="11" y="58"/>
                </a:cubicBezTo>
                <a:cubicBezTo>
                  <a:pt x="11" y="59"/>
                  <a:pt x="10" y="58"/>
                  <a:pt x="9" y="57"/>
                </a:cubicBezTo>
                <a:cubicBezTo>
                  <a:pt x="9" y="56"/>
                  <a:pt x="9" y="55"/>
                  <a:pt x="10" y="55"/>
                </a:cubicBezTo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43" name="Freeform 17"/>
          <p:cNvSpPr>
            <a:spLocks noEditPoints="1"/>
          </p:cNvSpPr>
          <p:nvPr/>
        </p:nvSpPr>
        <p:spPr bwMode="auto">
          <a:xfrm>
            <a:off x="663179" y="2133600"/>
            <a:ext cx="77390" cy="163116"/>
          </a:xfrm>
          <a:custGeom>
            <a:avLst/>
            <a:gdLst>
              <a:gd name="T0" fmla="*/ 59 w 60"/>
              <a:gd name="T1" fmla="*/ 123 h 126"/>
              <a:gd name="T2" fmla="*/ 60 w 60"/>
              <a:gd name="T3" fmla="*/ 122 h 126"/>
              <a:gd name="T4" fmla="*/ 60 w 60"/>
              <a:gd name="T5" fmla="*/ 27 h 126"/>
              <a:gd name="T6" fmla="*/ 59 w 60"/>
              <a:gd name="T7" fmla="*/ 14 h 126"/>
              <a:gd name="T8" fmla="*/ 30 w 60"/>
              <a:gd name="T9" fmla="*/ 0 h 126"/>
              <a:gd name="T10" fmla="*/ 2 w 60"/>
              <a:gd name="T11" fmla="*/ 14 h 126"/>
              <a:gd name="T12" fmla="*/ 1 w 60"/>
              <a:gd name="T13" fmla="*/ 27 h 126"/>
              <a:gd name="T14" fmla="*/ 1 w 60"/>
              <a:gd name="T15" fmla="*/ 122 h 126"/>
              <a:gd name="T16" fmla="*/ 2 w 60"/>
              <a:gd name="T17" fmla="*/ 123 h 126"/>
              <a:gd name="T18" fmla="*/ 30 w 60"/>
              <a:gd name="T19" fmla="*/ 108 h 126"/>
              <a:gd name="T20" fmla="*/ 59 w 60"/>
              <a:gd name="T21" fmla="*/ 123 h 126"/>
              <a:gd name="T22" fmla="*/ 52 w 60"/>
              <a:gd name="T23" fmla="*/ 57 h 126"/>
              <a:gd name="T24" fmla="*/ 50 w 60"/>
              <a:gd name="T25" fmla="*/ 58 h 126"/>
              <a:gd name="T26" fmla="*/ 49 w 60"/>
              <a:gd name="T27" fmla="*/ 58 h 126"/>
              <a:gd name="T28" fmla="*/ 45 w 60"/>
              <a:gd name="T29" fmla="*/ 57 h 126"/>
              <a:gd name="T30" fmla="*/ 30 w 60"/>
              <a:gd name="T31" fmla="*/ 55 h 126"/>
              <a:gd name="T32" fmla="*/ 15 w 60"/>
              <a:gd name="T33" fmla="*/ 57 h 126"/>
              <a:gd name="T34" fmla="*/ 11 w 60"/>
              <a:gd name="T35" fmla="*/ 58 h 126"/>
              <a:gd name="T36" fmla="*/ 9 w 60"/>
              <a:gd name="T37" fmla="*/ 57 h 126"/>
              <a:gd name="T38" fmla="*/ 10 w 60"/>
              <a:gd name="T39" fmla="*/ 55 h 126"/>
              <a:gd name="T40" fmla="*/ 30 w 60"/>
              <a:gd name="T41" fmla="*/ 51 h 126"/>
              <a:gd name="T42" fmla="*/ 51 w 60"/>
              <a:gd name="T43" fmla="*/ 55 h 126"/>
              <a:gd name="T44" fmla="*/ 52 w 60"/>
              <a:gd name="T45" fmla="*/ 57 h 126"/>
              <a:gd name="T46" fmla="*/ 52 w 60"/>
              <a:gd name="T47" fmla="*/ 40 h 126"/>
              <a:gd name="T48" fmla="*/ 50 w 60"/>
              <a:gd name="T49" fmla="*/ 41 h 126"/>
              <a:gd name="T50" fmla="*/ 49 w 60"/>
              <a:gd name="T51" fmla="*/ 41 h 126"/>
              <a:gd name="T52" fmla="*/ 45 w 60"/>
              <a:gd name="T53" fmla="*/ 40 h 126"/>
              <a:gd name="T54" fmla="*/ 30 w 60"/>
              <a:gd name="T55" fmla="*/ 38 h 126"/>
              <a:gd name="T56" fmla="*/ 15 w 60"/>
              <a:gd name="T57" fmla="*/ 40 h 126"/>
              <a:gd name="T58" fmla="*/ 11 w 60"/>
              <a:gd name="T59" fmla="*/ 41 h 126"/>
              <a:gd name="T60" fmla="*/ 9 w 60"/>
              <a:gd name="T61" fmla="*/ 40 h 126"/>
              <a:gd name="T62" fmla="*/ 10 w 60"/>
              <a:gd name="T63" fmla="*/ 38 h 126"/>
              <a:gd name="T64" fmla="*/ 30 w 60"/>
              <a:gd name="T65" fmla="*/ 34 h 126"/>
              <a:gd name="T66" fmla="*/ 51 w 60"/>
              <a:gd name="T67" fmla="*/ 38 h 126"/>
              <a:gd name="T68" fmla="*/ 52 w 60"/>
              <a:gd name="T69" fmla="*/ 40 h 126"/>
              <a:gd name="T70" fmla="*/ 52 w 60"/>
              <a:gd name="T71" fmla="*/ 23 h 126"/>
              <a:gd name="T72" fmla="*/ 50 w 60"/>
              <a:gd name="T73" fmla="*/ 24 h 126"/>
              <a:gd name="T74" fmla="*/ 49 w 60"/>
              <a:gd name="T75" fmla="*/ 24 h 126"/>
              <a:gd name="T76" fmla="*/ 45 w 60"/>
              <a:gd name="T77" fmla="*/ 23 h 126"/>
              <a:gd name="T78" fmla="*/ 30 w 60"/>
              <a:gd name="T79" fmla="*/ 21 h 126"/>
              <a:gd name="T80" fmla="*/ 15 w 60"/>
              <a:gd name="T81" fmla="*/ 23 h 126"/>
              <a:gd name="T82" fmla="*/ 11 w 60"/>
              <a:gd name="T83" fmla="*/ 24 h 126"/>
              <a:gd name="T84" fmla="*/ 9 w 60"/>
              <a:gd name="T85" fmla="*/ 23 h 126"/>
              <a:gd name="T86" fmla="*/ 10 w 60"/>
              <a:gd name="T87" fmla="*/ 21 h 126"/>
              <a:gd name="T88" fmla="*/ 30 w 60"/>
              <a:gd name="T89" fmla="*/ 17 h 126"/>
              <a:gd name="T90" fmla="*/ 51 w 60"/>
              <a:gd name="T91" fmla="*/ 21 h 126"/>
              <a:gd name="T92" fmla="*/ 52 w 60"/>
              <a:gd name="T93" fmla="*/ 23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60" h="126">
                <a:moveTo>
                  <a:pt x="59" y="123"/>
                </a:moveTo>
                <a:cubicBezTo>
                  <a:pt x="60" y="126"/>
                  <a:pt x="60" y="126"/>
                  <a:pt x="60" y="122"/>
                </a:cubicBezTo>
                <a:cubicBezTo>
                  <a:pt x="60" y="103"/>
                  <a:pt x="60" y="47"/>
                  <a:pt x="60" y="27"/>
                </a:cubicBezTo>
                <a:cubicBezTo>
                  <a:pt x="60" y="24"/>
                  <a:pt x="60" y="17"/>
                  <a:pt x="59" y="14"/>
                </a:cubicBezTo>
                <a:cubicBezTo>
                  <a:pt x="55" y="3"/>
                  <a:pt x="44" y="0"/>
                  <a:pt x="30" y="0"/>
                </a:cubicBezTo>
                <a:cubicBezTo>
                  <a:pt x="17" y="0"/>
                  <a:pt x="5" y="3"/>
                  <a:pt x="2" y="14"/>
                </a:cubicBezTo>
                <a:cubicBezTo>
                  <a:pt x="1" y="17"/>
                  <a:pt x="1" y="24"/>
                  <a:pt x="1" y="27"/>
                </a:cubicBezTo>
                <a:cubicBezTo>
                  <a:pt x="1" y="47"/>
                  <a:pt x="1" y="103"/>
                  <a:pt x="1" y="122"/>
                </a:cubicBezTo>
                <a:cubicBezTo>
                  <a:pt x="1" y="126"/>
                  <a:pt x="0" y="126"/>
                  <a:pt x="2" y="123"/>
                </a:cubicBezTo>
                <a:cubicBezTo>
                  <a:pt x="5" y="112"/>
                  <a:pt x="17" y="108"/>
                  <a:pt x="30" y="108"/>
                </a:cubicBezTo>
                <a:cubicBezTo>
                  <a:pt x="44" y="108"/>
                  <a:pt x="56" y="112"/>
                  <a:pt x="59" y="123"/>
                </a:cubicBezTo>
                <a:moveTo>
                  <a:pt x="52" y="57"/>
                </a:moveTo>
                <a:cubicBezTo>
                  <a:pt x="51" y="58"/>
                  <a:pt x="51" y="58"/>
                  <a:pt x="50" y="58"/>
                </a:cubicBezTo>
                <a:cubicBezTo>
                  <a:pt x="50" y="58"/>
                  <a:pt x="50" y="58"/>
                  <a:pt x="49" y="58"/>
                </a:cubicBezTo>
                <a:cubicBezTo>
                  <a:pt x="48" y="57"/>
                  <a:pt x="47" y="57"/>
                  <a:pt x="45" y="57"/>
                </a:cubicBezTo>
                <a:cubicBezTo>
                  <a:pt x="41" y="55"/>
                  <a:pt x="36" y="55"/>
                  <a:pt x="30" y="55"/>
                </a:cubicBezTo>
                <a:cubicBezTo>
                  <a:pt x="24" y="55"/>
                  <a:pt x="19" y="55"/>
                  <a:pt x="15" y="57"/>
                </a:cubicBezTo>
                <a:cubicBezTo>
                  <a:pt x="14" y="57"/>
                  <a:pt x="13" y="57"/>
                  <a:pt x="11" y="58"/>
                </a:cubicBezTo>
                <a:cubicBezTo>
                  <a:pt x="11" y="59"/>
                  <a:pt x="10" y="58"/>
                  <a:pt x="9" y="57"/>
                </a:cubicBezTo>
                <a:cubicBezTo>
                  <a:pt x="9" y="56"/>
                  <a:pt x="9" y="55"/>
                  <a:pt x="10" y="55"/>
                </a:cubicBezTo>
                <a:cubicBezTo>
                  <a:pt x="15" y="52"/>
                  <a:pt x="22" y="51"/>
                  <a:pt x="30" y="51"/>
                </a:cubicBezTo>
                <a:cubicBezTo>
                  <a:pt x="39" y="51"/>
                  <a:pt x="46" y="52"/>
                  <a:pt x="51" y="55"/>
                </a:cubicBezTo>
                <a:cubicBezTo>
                  <a:pt x="52" y="55"/>
                  <a:pt x="52" y="56"/>
                  <a:pt x="52" y="57"/>
                </a:cubicBezTo>
                <a:moveTo>
                  <a:pt x="52" y="40"/>
                </a:moveTo>
                <a:cubicBezTo>
                  <a:pt x="51" y="41"/>
                  <a:pt x="51" y="41"/>
                  <a:pt x="50" y="41"/>
                </a:cubicBezTo>
                <a:cubicBezTo>
                  <a:pt x="50" y="41"/>
                  <a:pt x="50" y="41"/>
                  <a:pt x="49" y="41"/>
                </a:cubicBezTo>
                <a:cubicBezTo>
                  <a:pt x="48" y="41"/>
                  <a:pt x="47" y="40"/>
                  <a:pt x="45" y="40"/>
                </a:cubicBezTo>
                <a:cubicBezTo>
                  <a:pt x="41" y="38"/>
                  <a:pt x="36" y="38"/>
                  <a:pt x="30" y="38"/>
                </a:cubicBezTo>
                <a:cubicBezTo>
                  <a:pt x="24" y="38"/>
                  <a:pt x="19" y="38"/>
                  <a:pt x="15" y="40"/>
                </a:cubicBezTo>
                <a:cubicBezTo>
                  <a:pt x="14" y="40"/>
                  <a:pt x="13" y="41"/>
                  <a:pt x="11" y="41"/>
                </a:cubicBezTo>
                <a:cubicBezTo>
                  <a:pt x="11" y="42"/>
                  <a:pt x="10" y="41"/>
                  <a:pt x="9" y="40"/>
                </a:cubicBezTo>
                <a:cubicBezTo>
                  <a:pt x="9" y="39"/>
                  <a:pt x="9" y="38"/>
                  <a:pt x="10" y="38"/>
                </a:cubicBezTo>
                <a:cubicBezTo>
                  <a:pt x="15" y="36"/>
                  <a:pt x="22" y="34"/>
                  <a:pt x="30" y="34"/>
                </a:cubicBezTo>
                <a:cubicBezTo>
                  <a:pt x="39" y="34"/>
                  <a:pt x="46" y="36"/>
                  <a:pt x="51" y="38"/>
                </a:cubicBezTo>
                <a:cubicBezTo>
                  <a:pt x="52" y="38"/>
                  <a:pt x="52" y="39"/>
                  <a:pt x="52" y="40"/>
                </a:cubicBezTo>
                <a:moveTo>
                  <a:pt x="52" y="23"/>
                </a:moveTo>
                <a:cubicBezTo>
                  <a:pt x="51" y="24"/>
                  <a:pt x="51" y="24"/>
                  <a:pt x="50" y="24"/>
                </a:cubicBezTo>
                <a:cubicBezTo>
                  <a:pt x="50" y="24"/>
                  <a:pt x="50" y="24"/>
                  <a:pt x="49" y="24"/>
                </a:cubicBezTo>
                <a:cubicBezTo>
                  <a:pt x="48" y="24"/>
                  <a:pt x="47" y="23"/>
                  <a:pt x="45" y="23"/>
                </a:cubicBezTo>
                <a:cubicBezTo>
                  <a:pt x="41" y="21"/>
                  <a:pt x="36" y="21"/>
                  <a:pt x="30" y="21"/>
                </a:cubicBezTo>
                <a:cubicBezTo>
                  <a:pt x="24" y="21"/>
                  <a:pt x="19" y="21"/>
                  <a:pt x="15" y="23"/>
                </a:cubicBezTo>
                <a:cubicBezTo>
                  <a:pt x="14" y="23"/>
                  <a:pt x="13" y="24"/>
                  <a:pt x="11" y="24"/>
                </a:cubicBezTo>
                <a:cubicBezTo>
                  <a:pt x="11" y="25"/>
                  <a:pt x="10" y="24"/>
                  <a:pt x="9" y="23"/>
                </a:cubicBezTo>
                <a:cubicBezTo>
                  <a:pt x="9" y="23"/>
                  <a:pt x="9" y="21"/>
                  <a:pt x="10" y="21"/>
                </a:cubicBezTo>
                <a:cubicBezTo>
                  <a:pt x="15" y="19"/>
                  <a:pt x="22" y="17"/>
                  <a:pt x="30" y="17"/>
                </a:cubicBezTo>
                <a:cubicBezTo>
                  <a:pt x="39" y="17"/>
                  <a:pt x="46" y="19"/>
                  <a:pt x="51" y="21"/>
                </a:cubicBezTo>
                <a:cubicBezTo>
                  <a:pt x="52" y="21"/>
                  <a:pt x="52" y="23"/>
                  <a:pt x="52" y="23"/>
                </a:cubicBezTo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44" name="Freeform 18"/>
          <p:cNvSpPr>
            <a:spLocks noChangeArrowheads="1"/>
          </p:cNvSpPr>
          <p:nvPr/>
        </p:nvSpPr>
        <p:spPr bwMode="auto">
          <a:xfrm>
            <a:off x="1223962" y="1389460"/>
            <a:ext cx="120254" cy="71438"/>
          </a:xfrm>
          <a:custGeom>
            <a:avLst/>
            <a:gdLst>
              <a:gd name="T0" fmla="*/ 26 w 93"/>
              <a:gd name="T1" fmla="*/ 30 h 55"/>
              <a:gd name="T2" fmla="*/ 66 w 93"/>
              <a:gd name="T3" fmla="*/ 26 h 55"/>
              <a:gd name="T4" fmla="*/ 57 w 93"/>
              <a:gd name="T5" fmla="*/ 35 h 55"/>
              <a:gd name="T6" fmla="*/ 59 w 93"/>
              <a:gd name="T7" fmla="*/ 41 h 55"/>
              <a:gd name="T8" fmla="*/ 81 w 93"/>
              <a:gd name="T9" fmla="*/ 41 h 55"/>
              <a:gd name="T10" fmla="*/ 84 w 93"/>
              <a:gd name="T11" fmla="*/ 41 h 55"/>
              <a:gd name="T12" fmla="*/ 86 w 93"/>
              <a:gd name="T13" fmla="*/ 41 h 55"/>
              <a:gd name="T14" fmla="*/ 90 w 93"/>
              <a:gd name="T15" fmla="*/ 41 h 55"/>
              <a:gd name="T16" fmla="*/ 92 w 93"/>
              <a:gd name="T17" fmla="*/ 39 h 55"/>
              <a:gd name="T18" fmla="*/ 92 w 93"/>
              <a:gd name="T19" fmla="*/ 8 h 55"/>
              <a:gd name="T20" fmla="*/ 86 w 93"/>
              <a:gd name="T21" fmla="*/ 5 h 55"/>
              <a:gd name="T22" fmla="*/ 77 w 93"/>
              <a:gd name="T23" fmla="*/ 14 h 55"/>
              <a:gd name="T24" fmla="*/ 15 w 93"/>
              <a:gd name="T25" fmla="*/ 19 h 55"/>
              <a:gd name="T26" fmla="*/ 1 w 93"/>
              <a:gd name="T27" fmla="*/ 55 h 55"/>
              <a:gd name="T28" fmla="*/ 17 w 93"/>
              <a:gd name="T29" fmla="*/ 55 h 55"/>
              <a:gd name="T30" fmla="*/ 26 w 93"/>
              <a:gd name="T31" fmla="*/ 30 h 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3" h="55">
                <a:moveTo>
                  <a:pt x="26" y="30"/>
                </a:moveTo>
                <a:cubicBezTo>
                  <a:pt x="37" y="20"/>
                  <a:pt x="53" y="18"/>
                  <a:pt x="66" y="26"/>
                </a:cubicBezTo>
                <a:cubicBezTo>
                  <a:pt x="61" y="30"/>
                  <a:pt x="57" y="35"/>
                  <a:pt x="57" y="35"/>
                </a:cubicBezTo>
                <a:cubicBezTo>
                  <a:pt x="53" y="39"/>
                  <a:pt x="57" y="41"/>
                  <a:pt x="59" y="41"/>
                </a:cubicBezTo>
                <a:cubicBezTo>
                  <a:pt x="81" y="41"/>
                  <a:pt x="81" y="41"/>
                  <a:pt x="81" y="41"/>
                </a:cubicBezTo>
                <a:cubicBezTo>
                  <a:pt x="83" y="41"/>
                  <a:pt x="84" y="41"/>
                  <a:pt x="84" y="41"/>
                </a:cubicBezTo>
                <a:cubicBezTo>
                  <a:pt x="86" y="41"/>
                  <a:pt x="86" y="41"/>
                  <a:pt x="86" y="41"/>
                </a:cubicBezTo>
                <a:cubicBezTo>
                  <a:pt x="90" y="41"/>
                  <a:pt x="90" y="41"/>
                  <a:pt x="90" y="41"/>
                </a:cubicBezTo>
                <a:cubicBezTo>
                  <a:pt x="91" y="41"/>
                  <a:pt x="92" y="40"/>
                  <a:pt x="92" y="39"/>
                </a:cubicBezTo>
                <a:cubicBezTo>
                  <a:pt x="92" y="8"/>
                  <a:pt x="92" y="8"/>
                  <a:pt x="92" y="8"/>
                </a:cubicBezTo>
                <a:cubicBezTo>
                  <a:pt x="93" y="5"/>
                  <a:pt x="89" y="2"/>
                  <a:pt x="86" y="5"/>
                </a:cubicBezTo>
                <a:cubicBezTo>
                  <a:pt x="86" y="5"/>
                  <a:pt x="81" y="11"/>
                  <a:pt x="77" y="14"/>
                </a:cubicBezTo>
                <a:cubicBezTo>
                  <a:pt x="58" y="0"/>
                  <a:pt x="32" y="2"/>
                  <a:pt x="15" y="19"/>
                </a:cubicBezTo>
                <a:cubicBezTo>
                  <a:pt x="5" y="29"/>
                  <a:pt x="0" y="42"/>
                  <a:pt x="1" y="55"/>
                </a:cubicBezTo>
                <a:cubicBezTo>
                  <a:pt x="17" y="55"/>
                  <a:pt x="17" y="55"/>
                  <a:pt x="17" y="55"/>
                </a:cubicBezTo>
                <a:cubicBezTo>
                  <a:pt x="16" y="46"/>
                  <a:pt x="19" y="37"/>
                  <a:pt x="26" y="30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5" name="Freeform 19"/>
          <p:cNvSpPr>
            <a:spLocks noChangeArrowheads="1"/>
          </p:cNvSpPr>
          <p:nvPr/>
        </p:nvSpPr>
        <p:spPr bwMode="auto">
          <a:xfrm>
            <a:off x="1228729" y="1453755"/>
            <a:ext cx="119063" cy="69056"/>
          </a:xfrm>
          <a:custGeom>
            <a:avLst/>
            <a:gdLst>
              <a:gd name="T0" fmla="*/ 76 w 92"/>
              <a:gd name="T1" fmla="*/ 0 h 54"/>
              <a:gd name="T2" fmla="*/ 66 w 92"/>
              <a:gd name="T3" fmla="*/ 24 h 54"/>
              <a:gd name="T4" fmla="*/ 27 w 92"/>
              <a:gd name="T5" fmla="*/ 29 h 54"/>
              <a:gd name="T6" fmla="*/ 36 w 92"/>
              <a:gd name="T7" fmla="*/ 20 h 54"/>
              <a:gd name="T8" fmla="*/ 34 w 92"/>
              <a:gd name="T9" fmla="*/ 14 h 54"/>
              <a:gd name="T10" fmla="*/ 11 w 92"/>
              <a:gd name="T11" fmla="*/ 14 h 54"/>
              <a:gd name="T12" fmla="*/ 9 w 92"/>
              <a:gd name="T13" fmla="*/ 14 h 54"/>
              <a:gd name="T14" fmla="*/ 7 w 92"/>
              <a:gd name="T15" fmla="*/ 14 h 54"/>
              <a:gd name="T16" fmla="*/ 2 w 92"/>
              <a:gd name="T17" fmla="*/ 14 h 54"/>
              <a:gd name="T18" fmla="*/ 0 w 92"/>
              <a:gd name="T19" fmla="*/ 16 h 54"/>
              <a:gd name="T20" fmla="*/ 0 w 92"/>
              <a:gd name="T21" fmla="*/ 47 h 54"/>
              <a:gd name="T22" fmla="*/ 6 w 92"/>
              <a:gd name="T23" fmla="*/ 49 h 54"/>
              <a:gd name="T24" fmla="*/ 15 w 92"/>
              <a:gd name="T25" fmla="*/ 41 h 54"/>
              <a:gd name="T26" fmla="*/ 78 w 92"/>
              <a:gd name="T27" fmla="*/ 36 h 54"/>
              <a:gd name="T28" fmla="*/ 92 w 92"/>
              <a:gd name="T29" fmla="*/ 0 h 54"/>
              <a:gd name="T30" fmla="*/ 76 w 92"/>
              <a:gd name="T31" fmla="*/ 0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2" h="54">
                <a:moveTo>
                  <a:pt x="76" y="0"/>
                </a:moveTo>
                <a:cubicBezTo>
                  <a:pt x="76" y="9"/>
                  <a:pt x="73" y="18"/>
                  <a:pt x="66" y="24"/>
                </a:cubicBezTo>
                <a:cubicBezTo>
                  <a:pt x="56" y="35"/>
                  <a:pt x="39" y="37"/>
                  <a:pt x="27" y="29"/>
                </a:cubicBezTo>
                <a:cubicBezTo>
                  <a:pt x="31" y="25"/>
                  <a:pt x="36" y="20"/>
                  <a:pt x="36" y="20"/>
                </a:cubicBezTo>
                <a:cubicBezTo>
                  <a:pt x="39" y="16"/>
                  <a:pt x="36" y="14"/>
                  <a:pt x="34" y="14"/>
                </a:cubicBezTo>
                <a:cubicBezTo>
                  <a:pt x="11" y="14"/>
                  <a:pt x="11" y="14"/>
                  <a:pt x="11" y="14"/>
                </a:cubicBezTo>
                <a:cubicBezTo>
                  <a:pt x="10" y="14"/>
                  <a:pt x="9" y="14"/>
                  <a:pt x="9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2" y="14"/>
                  <a:pt x="2" y="14"/>
                  <a:pt x="2" y="14"/>
                </a:cubicBezTo>
                <a:cubicBezTo>
                  <a:pt x="1" y="14"/>
                  <a:pt x="0" y="15"/>
                  <a:pt x="0" y="16"/>
                </a:cubicBezTo>
                <a:cubicBezTo>
                  <a:pt x="0" y="47"/>
                  <a:pt x="0" y="47"/>
                  <a:pt x="0" y="47"/>
                </a:cubicBezTo>
                <a:cubicBezTo>
                  <a:pt x="0" y="50"/>
                  <a:pt x="3" y="53"/>
                  <a:pt x="6" y="49"/>
                </a:cubicBezTo>
                <a:cubicBezTo>
                  <a:pt x="6" y="49"/>
                  <a:pt x="12" y="44"/>
                  <a:pt x="15" y="41"/>
                </a:cubicBezTo>
                <a:cubicBezTo>
                  <a:pt x="34" y="54"/>
                  <a:pt x="61" y="53"/>
                  <a:pt x="78" y="36"/>
                </a:cubicBezTo>
                <a:cubicBezTo>
                  <a:pt x="88" y="26"/>
                  <a:pt x="92" y="13"/>
                  <a:pt x="92" y="0"/>
                </a:cubicBezTo>
                <a:cubicBezTo>
                  <a:pt x="76" y="0"/>
                  <a:pt x="76" y="0"/>
                  <a:pt x="76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6" name="Freeform 20"/>
          <p:cNvSpPr>
            <a:spLocks noEditPoints="1" noChangeArrowheads="1"/>
          </p:cNvSpPr>
          <p:nvPr/>
        </p:nvSpPr>
        <p:spPr bwMode="auto">
          <a:xfrm>
            <a:off x="1741894" y="1694263"/>
            <a:ext cx="238125" cy="210740"/>
          </a:xfrm>
          <a:custGeom>
            <a:avLst/>
            <a:gdLst>
              <a:gd name="T0" fmla="*/ 163 w 184"/>
              <a:gd name="T1" fmla="*/ 0 h 163"/>
              <a:gd name="T2" fmla="*/ 22 w 184"/>
              <a:gd name="T3" fmla="*/ 0 h 163"/>
              <a:gd name="T4" fmla="*/ 0 w 184"/>
              <a:gd name="T5" fmla="*/ 22 h 163"/>
              <a:gd name="T6" fmla="*/ 0 w 184"/>
              <a:gd name="T7" fmla="*/ 98 h 163"/>
              <a:gd name="T8" fmla="*/ 22 w 184"/>
              <a:gd name="T9" fmla="*/ 119 h 163"/>
              <a:gd name="T10" fmla="*/ 33 w 184"/>
              <a:gd name="T11" fmla="*/ 119 h 163"/>
              <a:gd name="T12" fmla="*/ 33 w 184"/>
              <a:gd name="T13" fmla="*/ 157 h 163"/>
              <a:gd name="T14" fmla="*/ 34 w 184"/>
              <a:gd name="T15" fmla="*/ 161 h 163"/>
              <a:gd name="T16" fmla="*/ 42 w 184"/>
              <a:gd name="T17" fmla="*/ 161 h 163"/>
              <a:gd name="T18" fmla="*/ 87 w 184"/>
              <a:gd name="T19" fmla="*/ 119 h 163"/>
              <a:gd name="T20" fmla="*/ 163 w 184"/>
              <a:gd name="T21" fmla="*/ 119 h 163"/>
              <a:gd name="T22" fmla="*/ 184 w 184"/>
              <a:gd name="T23" fmla="*/ 98 h 163"/>
              <a:gd name="T24" fmla="*/ 184 w 184"/>
              <a:gd name="T25" fmla="*/ 22 h 163"/>
              <a:gd name="T26" fmla="*/ 163 w 184"/>
              <a:gd name="T27" fmla="*/ 0 h 163"/>
              <a:gd name="T28" fmla="*/ 38 w 184"/>
              <a:gd name="T29" fmla="*/ 33 h 163"/>
              <a:gd name="T30" fmla="*/ 125 w 184"/>
              <a:gd name="T31" fmla="*/ 33 h 163"/>
              <a:gd name="T32" fmla="*/ 130 w 184"/>
              <a:gd name="T33" fmla="*/ 38 h 163"/>
              <a:gd name="T34" fmla="*/ 125 w 184"/>
              <a:gd name="T35" fmla="*/ 43 h 163"/>
              <a:gd name="T36" fmla="*/ 38 w 184"/>
              <a:gd name="T37" fmla="*/ 43 h 163"/>
              <a:gd name="T38" fmla="*/ 33 w 184"/>
              <a:gd name="T39" fmla="*/ 38 h 163"/>
              <a:gd name="T40" fmla="*/ 38 w 184"/>
              <a:gd name="T41" fmla="*/ 33 h 163"/>
              <a:gd name="T42" fmla="*/ 81 w 184"/>
              <a:gd name="T43" fmla="*/ 87 h 163"/>
              <a:gd name="T44" fmla="*/ 38 w 184"/>
              <a:gd name="T45" fmla="*/ 87 h 163"/>
              <a:gd name="T46" fmla="*/ 33 w 184"/>
              <a:gd name="T47" fmla="*/ 81 h 163"/>
              <a:gd name="T48" fmla="*/ 38 w 184"/>
              <a:gd name="T49" fmla="*/ 76 h 163"/>
              <a:gd name="T50" fmla="*/ 81 w 184"/>
              <a:gd name="T51" fmla="*/ 76 h 163"/>
              <a:gd name="T52" fmla="*/ 87 w 184"/>
              <a:gd name="T53" fmla="*/ 81 h 163"/>
              <a:gd name="T54" fmla="*/ 81 w 184"/>
              <a:gd name="T55" fmla="*/ 87 h 163"/>
              <a:gd name="T56" fmla="*/ 146 w 184"/>
              <a:gd name="T57" fmla="*/ 65 h 163"/>
              <a:gd name="T58" fmla="*/ 38 w 184"/>
              <a:gd name="T59" fmla="*/ 65 h 163"/>
              <a:gd name="T60" fmla="*/ 33 w 184"/>
              <a:gd name="T61" fmla="*/ 60 h 163"/>
              <a:gd name="T62" fmla="*/ 38 w 184"/>
              <a:gd name="T63" fmla="*/ 54 h 163"/>
              <a:gd name="T64" fmla="*/ 146 w 184"/>
              <a:gd name="T65" fmla="*/ 54 h 163"/>
              <a:gd name="T66" fmla="*/ 152 w 184"/>
              <a:gd name="T67" fmla="*/ 60 h 163"/>
              <a:gd name="T68" fmla="*/ 146 w 184"/>
              <a:gd name="T69" fmla="*/ 65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84" h="163">
                <a:moveTo>
                  <a:pt x="163" y="0"/>
                </a:move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110"/>
                  <a:pt x="10" y="119"/>
                  <a:pt x="22" y="119"/>
                </a:cubicBezTo>
                <a:cubicBezTo>
                  <a:pt x="33" y="119"/>
                  <a:pt x="33" y="119"/>
                  <a:pt x="33" y="119"/>
                </a:cubicBezTo>
                <a:cubicBezTo>
                  <a:pt x="33" y="157"/>
                  <a:pt x="33" y="157"/>
                  <a:pt x="33" y="157"/>
                </a:cubicBezTo>
                <a:cubicBezTo>
                  <a:pt x="33" y="159"/>
                  <a:pt x="33" y="160"/>
                  <a:pt x="34" y="161"/>
                </a:cubicBezTo>
                <a:cubicBezTo>
                  <a:pt x="36" y="163"/>
                  <a:pt x="40" y="163"/>
                  <a:pt x="42" y="161"/>
                </a:cubicBezTo>
                <a:cubicBezTo>
                  <a:pt x="87" y="119"/>
                  <a:pt x="87" y="119"/>
                  <a:pt x="87" y="119"/>
                </a:cubicBezTo>
                <a:cubicBezTo>
                  <a:pt x="163" y="119"/>
                  <a:pt x="163" y="119"/>
                  <a:pt x="163" y="119"/>
                </a:cubicBezTo>
                <a:cubicBezTo>
                  <a:pt x="175" y="119"/>
                  <a:pt x="184" y="110"/>
                  <a:pt x="184" y="98"/>
                </a:cubicBezTo>
                <a:cubicBezTo>
                  <a:pt x="184" y="22"/>
                  <a:pt x="184" y="22"/>
                  <a:pt x="184" y="22"/>
                </a:cubicBezTo>
                <a:cubicBezTo>
                  <a:pt x="184" y="10"/>
                  <a:pt x="175" y="0"/>
                  <a:pt x="163" y="0"/>
                </a:cubicBezTo>
                <a:moveTo>
                  <a:pt x="38" y="33"/>
                </a:moveTo>
                <a:cubicBezTo>
                  <a:pt x="125" y="33"/>
                  <a:pt x="125" y="33"/>
                  <a:pt x="125" y="33"/>
                </a:cubicBezTo>
                <a:cubicBezTo>
                  <a:pt x="128" y="33"/>
                  <a:pt x="130" y="35"/>
                  <a:pt x="130" y="38"/>
                </a:cubicBezTo>
                <a:cubicBezTo>
                  <a:pt x="130" y="41"/>
                  <a:pt x="128" y="43"/>
                  <a:pt x="125" y="43"/>
                </a:cubicBezTo>
                <a:cubicBezTo>
                  <a:pt x="38" y="43"/>
                  <a:pt x="38" y="43"/>
                  <a:pt x="38" y="43"/>
                </a:cubicBezTo>
                <a:cubicBezTo>
                  <a:pt x="35" y="43"/>
                  <a:pt x="33" y="41"/>
                  <a:pt x="33" y="38"/>
                </a:cubicBezTo>
                <a:cubicBezTo>
                  <a:pt x="33" y="35"/>
                  <a:pt x="35" y="33"/>
                  <a:pt x="38" y="33"/>
                </a:cubicBezTo>
                <a:moveTo>
                  <a:pt x="81" y="87"/>
                </a:moveTo>
                <a:cubicBezTo>
                  <a:pt x="38" y="87"/>
                  <a:pt x="38" y="87"/>
                  <a:pt x="38" y="87"/>
                </a:cubicBezTo>
                <a:cubicBezTo>
                  <a:pt x="35" y="87"/>
                  <a:pt x="33" y="84"/>
                  <a:pt x="33" y="81"/>
                </a:cubicBezTo>
                <a:cubicBezTo>
                  <a:pt x="33" y="78"/>
                  <a:pt x="35" y="76"/>
                  <a:pt x="38" y="76"/>
                </a:cubicBezTo>
                <a:cubicBezTo>
                  <a:pt x="81" y="76"/>
                  <a:pt x="81" y="76"/>
                  <a:pt x="81" y="76"/>
                </a:cubicBezTo>
                <a:cubicBezTo>
                  <a:pt x="84" y="76"/>
                  <a:pt x="87" y="78"/>
                  <a:pt x="87" y="81"/>
                </a:cubicBezTo>
                <a:cubicBezTo>
                  <a:pt x="87" y="84"/>
                  <a:pt x="84" y="87"/>
                  <a:pt x="81" y="87"/>
                </a:cubicBezTo>
                <a:moveTo>
                  <a:pt x="146" y="65"/>
                </a:moveTo>
                <a:cubicBezTo>
                  <a:pt x="38" y="65"/>
                  <a:pt x="38" y="65"/>
                  <a:pt x="38" y="65"/>
                </a:cubicBezTo>
                <a:cubicBezTo>
                  <a:pt x="35" y="65"/>
                  <a:pt x="33" y="63"/>
                  <a:pt x="33" y="60"/>
                </a:cubicBezTo>
                <a:cubicBezTo>
                  <a:pt x="33" y="57"/>
                  <a:pt x="35" y="54"/>
                  <a:pt x="38" y="54"/>
                </a:cubicBezTo>
                <a:cubicBezTo>
                  <a:pt x="146" y="54"/>
                  <a:pt x="146" y="54"/>
                  <a:pt x="146" y="54"/>
                </a:cubicBezTo>
                <a:cubicBezTo>
                  <a:pt x="149" y="54"/>
                  <a:pt x="152" y="57"/>
                  <a:pt x="152" y="60"/>
                </a:cubicBezTo>
                <a:cubicBezTo>
                  <a:pt x="152" y="63"/>
                  <a:pt x="149" y="65"/>
                  <a:pt x="146" y="65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7" name="Oval 21"/>
          <p:cNvSpPr>
            <a:spLocks noChangeArrowheads="1"/>
          </p:cNvSpPr>
          <p:nvPr/>
        </p:nvSpPr>
        <p:spPr bwMode="auto">
          <a:xfrm>
            <a:off x="201217" y="1277542"/>
            <a:ext cx="450056" cy="450056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48" name="Freeform 22"/>
          <p:cNvSpPr>
            <a:spLocks noChangeArrowheads="1"/>
          </p:cNvSpPr>
          <p:nvPr/>
        </p:nvSpPr>
        <p:spPr bwMode="auto">
          <a:xfrm>
            <a:off x="292903" y="1389460"/>
            <a:ext cx="269081" cy="261938"/>
          </a:xfrm>
          <a:custGeom>
            <a:avLst/>
            <a:gdLst>
              <a:gd name="T0" fmla="*/ 208 w 208"/>
              <a:gd name="T1" fmla="*/ 76 h 203"/>
              <a:gd name="T2" fmla="*/ 106 w 208"/>
              <a:gd name="T3" fmla="*/ 65 h 203"/>
              <a:gd name="T4" fmla="*/ 104 w 208"/>
              <a:gd name="T5" fmla="*/ 75 h 203"/>
              <a:gd name="T6" fmla="*/ 102 w 208"/>
              <a:gd name="T7" fmla="*/ 65 h 203"/>
              <a:gd name="T8" fmla="*/ 0 w 208"/>
              <a:gd name="T9" fmla="*/ 79 h 203"/>
              <a:gd name="T10" fmla="*/ 106 w 208"/>
              <a:gd name="T11" fmla="*/ 203 h 203"/>
              <a:gd name="T12" fmla="*/ 106 w 208"/>
              <a:gd name="T13" fmla="*/ 203 h 203"/>
              <a:gd name="T14" fmla="*/ 106 w 208"/>
              <a:gd name="T15" fmla="*/ 203 h 203"/>
              <a:gd name="T16" fmla="*/ 106 w 208"/>
              <a:gd name="T17" fmla="*/ 203 h 203"/>
              <a:gd name="T18" fmla="*/ 106 w 208"/>
              <a:gd name="T19" fmla="*/ 203 h 203"/>
              <a:gd name="T20" fmla="*/ 208 w 208"/>
              <a:gd name="T21" fmla="*/ 76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8" h="203">
                <a:moveTo>
                  <a:pt x="208" y="76"/>
                </a:moveTo>
                <a:cubicBezTo>
                  <a:pt x="207" y="7"/>
                  <a:pt x="121" y="0"/>
                  <a:pt x="106" y="65"/>
                </a:cubicBezTo>
                <a:cubicBezTo>
                  <a:pt x="104" y="75"/>
                  <a:pt x="104" y="75"/>
                  <a:pt x="104" y="75"/>
                </a:cubicBezTo>
                <a:cubicBezTo>
                  <a:pt x="102" y="65"/>
                  <a:pt x="102" y="65"/>
                  <a:pt x="102" y="65"/>
                </a:cubicBezTo>
                <a:cubicBezTo>
                  <a:pt x="85" y="0"/>
                  <a:pt x="0" y="10"/>
                  <a:pt x="0" y="79"/>
                </a:cubicBezTo>
                <a:cubicBezTo>
                  <a:pt x="1" y="134"/>
                  <a:pt x="70" y="171"/>
                  <a:pt x="106" y="203"/>
                </a:cubicBezTo>
                <a:cubicBezTo>
                  <a:pt x="106" y="203"/>
                  <a:pt x="106" y="203"/>
                  <a:pt x="106" y="203"/>
                </a:cubicBezTo>
                <a:cubicBezTo>
                  <a:pt x="106" y="203"/>
                  <a:pt x="106" y="203"/>
                  <a:pt x="106" y="203"/>
                </a:cubicBezTo>
                <a:cubicBezTo>
                  <a:pt x="106" y="203"/>
                  <a:pt x="106" y="203"/>
                  <a:pt x="106" y="203"/>
                </a:cubicBezTo>
                <a:cubicBezTo>
                  <a:pt x="106" y="203"/>
                  <a:pt x="106" y="203"/>
                  <a:pt x="106" y="203"/>
                </a:cubicBezTo>
                <a:cubicBezTo>
                  <a:pt x="140" y="170"/>
                  <a:pt x="208" y="131"/>
                  <a:pt x="208" y="7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9" name="Oval 23"/>
          <p:cNvSpPr>
            <a:spLocks noChangeArrowheads="1"/>
          </p:cNvSpPr>
          <p:nvPr/>
        </p:nvSpPr>
        <p:spPr bwMode="auto">
          <a:xfrm>
            <a:off x="464344" y="819155"/>
            <a:ext cx="456010" cy="454819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grpSp>
        <p:nvGrpSpPr>
          <p:cNvPr id="50" name="组合 69"/>
          <p:cNvGrpSpPr/>
          <p:nvPr/>
        </p:nvGrpSpPr>
        <p:grpSpPr bwMode="auto">
          <a:xfrm>
            <a:off x="542925" y="934644"/>
            <a:ext cx="292894" cy="225028"/>
            <a:chOff x="1830585" y="2437786"/>
            <a:chExt cx="391386" cy="298823"/>
          </a:xfrm>
        </p:grpSpPr>
        <p:sp>
          <p:nvSpPr>
            <p:cNvPr id="51" name="Freeform 24"/>
            <p:cNvSpPr>
              <a:spLocks noChangeArrowheads="1"/>
            </p:cNvSpPr>
            <p:nvPr/>
          </p:nvSpPr>
          <p:spPr bwMode="auto">
            <a:xfrm>
              <a:off x="2091509" y="2464664"/>
              <a:ext cx="130462" cy="243486"/>
            </a:xfrm>
            <a:custGeom>
              <a:avLst/>
              <a:gdLst>
                <a:gd name="T0" fmla="*/ 76 w 76"/>
                <a:gd name="T1" fmla="*/ 128 h 142"/>
                <a:gd name="T2" fmla="*/ 72 w 76"/>
                <a:gd name="T3" fmla="*/ 142 h 142"/>
                <a:gd name="T4" fmla="*/ 0 w 76"/>
                <a:gd name="T5" fmla="*/ 62 h 142"/>
                <a:gd name="T6" fmla="*/ 71 w 76"/>
                <a:gd name="T7" fmla="*/ 0 h 142"/>
                <a:gd name="T8" fmla="*/ 76 w 76"/>
                <a:gd name="T9" fmla="*/ 15 h 142"/>
                <a:gd name="T10" fmla="*/ 76 w 76"/>
                <a:gd name="T11" fmla="*/ 12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142">
                  <a:moveTo>
                    <a:pt x="76" y="128"/>
                  </a:moveTo>
                  <a:cubicBezTo>
                    <a:pt x="76" y="133"/>
                    <a:pt x="74" y="138"/>
                    <a:pt x="72" y="142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74" y="4"/>
                    <a:pt x="76" y="9"/>
                    <a:pt x="76" y="15"/>
                  </a:cubicBezTo>
                  <a:lnTo>
                    <a:pt x="76" y="12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52" name="Freeform 25"/>
            <p:cNvSpPr>
              <a:spLocks noChangeArrowheads="1"/>
            </p:cNvSpPr>
            <p:nvPr/>
          </p:nvSpPr>
          <p:spPr bwMode="auto">
            <a:xfrm>
              <a:off x="1856041" y="2437786"/>
              <a:ext cx="348430" cy="158108"/>
            </a:xfrm>
            <a:custGeom>
              <a:avLst/>
              <a:gdLst>
                <a:gd name="T0" fmla="*/ 101 w 202"/>
                <a:gd name="T1" fmla="*/ 91 h 91"/>
                <a:gd name="T2" fmla="*/ 202 w 202"/>
                <a:gd name="T3" fmla="*/ 3 h 91"/>
                <a:gd name="T4" fmla="*/ 188 w 202"/>
                <a:gd name="T5" fmla="*/ 0 h 91"/>
                <a:gd name="T6" fmla="*/ 14 w 202"/>
                <a:gd name="T7" fmla="*/ 0 h 91"/>
                <a:gd name="T8" fmla="*/ 0 w 202"/>
                <a:gd name="T9" fmla="*/ 3 h 91"/>
                <a:gd name="T10" fmla="*/ 101 w 202"/>
                <a:gd name="T11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2" h="91">
                  <a:moveTo>
                    <a:pt x="101" y="91"/>
                  </a:moveTo>
                  <a:cubicBezTo>
                    <a:pt x="202" y="3"/>
                    <a:pt x="202" y="3"/>
                    <a:pt x="202" y="3"/>
                  </a:cubicBezTo>
                  <a:cubicBezTo>
                    <a:pt x="197" y="1"/>
                    <a:pt x="193" y="0"/>
                    <a:pt x="188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9" y="0"/>
                    <a:pt x="4" y="1"/>
                    <a:pt x="0" y="3"/>
                  </a:cubicBezTo>
                  <a:lnTo>
                    <a:pt x="101" y="9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53" name="Freeform 26"/>
            <p:cNvSpPr>
              <a:spLocks noChangeArrowheads="1"/>
            </p:cNvSpPr>
            <p:nvPr/>
          </p:nvSpPr>
          <p:spPr bwMode="auto">
            <a:xfrm>
              <a:off x="1854451" y="2586407"/>
              <a:ext cx="351610" cy="150202"/>
            </a:xfrm>
            <a:custGeom>
              <a:avLst/>
              <a:gdLst>
                <a:gd name="T0" fmla="*/ 130 w 204"/>
                <a:gd name="T1" fmla="*/ 0 h 87"/>
                <a:gd name="T2" fmla="*/ 107 w 204"/>
                <a:gd name="T3" fmla="*/ 20 h 87"/>
                <a:gd name="T4" fmla="*/ 102 w 204"/>
                <a:gd name="T5" fmla="*/ 22 h 87"/>
                <a:gd name="T6" fmla="*/ 97 w 204"/>
                <a:gd name="T7" fmla="*/ 20 h 87"/>
                <a:gd name="T8" fmla="*/ 74 w 204"/>
                <a:gd name="T9" fmla="*/ 0 h 87"/>
                <a:gd name="T10" fmla="*/ 0 w 204"/>
                <a:gd name="T11" fmla="*/ 83 h 87"/>
                <a:gd name="T12" fmla="*/ 15 w 204"/>
                <a:gd name="T13" fmla="*/ 87 h 87"/>
                <a:gd name="T14" fmla="*/ 189 w 204"/>
                <a:gd name="T15" fmla="*/ 87 h 87"/>
                <a:gd name="T16" fmla="*/ 204 w 204"/>
                <a:gd name="T17" fmla="*/ 83 h 87"/>
                <a:gd name="T18" fmla="*/ 130 w 204"/>
                <a:gd name="T1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" h="87">
                  <a:moveTo>
                    <a:pt x="130" y="0"/>
                  </a:moveTo>
                  <a:cubicBezTo>
                    <a:pt x="107" y="20"/>
                    <a:pt x="107" y="20"/>
                    <a:pt x="107" y="20"/>
                  </a:cubicBezTo>
                  <a:cubicBezTo>
                    <a:pt x="105" y="22"/>
                    <a:pt x="104" y="22"/>
                    <a:pt x="102" y="22"/>
                  </a:cubicBezTo>
                  <a:cubicBezTo>
                    <a:pt x="100" y="22"/>
                    <a:pt x="99" y="22"/>
                    <a:pt x="97" y="2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4" y="86"/>
                    <a:pt x="10" y="87"/>
                    <a:pt x="15" y="87"/>
                  </a:cubicBezTo>
                  <a:cubicBezTo>
                    <a:pt x="189" y="87"/>
                    <a:pt x="189" y="87"/>
                    <a:pt x="189" y="87"/>
                  </a:cubicBezTo>
                  <a:cubicBezTo>
                    <a:pt x="194" y="87"/>
                    <a:pt x="200" y="86"/>
                    <a:pt x="204" y="83"/>
                  </a:cubicBezTo>
                  <a:lnTo>
                    <a:pt x="13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54" name="Freeform 27"/>
            <p:cNvSpPr>
              <a:spLocks noChangeArrowheads="1"/>
            </p:cNvSpPr>
            <p:nvPr/>
          </p:nvSpPr>
          <p:spPr bwMode="auto">
            <a:xfrm>
              <a:off x="1830585" y="2459921"/>
              <a:ext cx="132054" cy="249810"/>
            </a:xfrm>
            <a:custGeom>
              <a:avLst/>
              <a:gdLst>
                <a:gd name="T0" fmla="*/ 5 w 77"/>
                <a:gd name="T1" fmla="*/ 0 h 145"/>
                <a:gd name="T2" fmla="*/ 0 w 77"/>
                <a:gd name="T3" fmla="*/ 16 h 145"/>
                <a:gd name="T4" fmla="*/ 0 w 77"/>
                <a:gd name="T5" fmla="*/ 131 h 145"/>
                <a:gd name="T6" fmla="*/ 4 w 77"/>
                <a:gd name="T7" fmla="*/ 145 h 145"/>
                <a:gd name="T8" fmla="*/ 77 w 77"/>
                <a:gd name="T9" fmla="*/ 63 h 145"/>
                <a:gd name="T10" fmla="*/ 5 w 77"/>
                <a:gd name="T11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" h="145">
                  <a:moveTo>
                    <a:pt x="5" y="0"/>
                  </a:moveTo>
                  <a:cubicBezTo>
                    <a:pt x="2" y="5"/>
                    <a:pt x="0" y="10"/>
                    <a:pt x="0" y="16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6"/>
                    <a:pt x="2" y="141"/>
                    <a:pt x="4" y="145"/>
                  </a:cubicBezTo>
                  <a:cubicBezTo>
                    <a:pt x="77" y="63"/>
                    <a:pt x="77" y="63"/>
                    <a:pt x="77" y="63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</p:grpSp>
      <p:sp>
        <p:nvSpPr>
          <p:cNvPr id="55" name="Oval 28"/>
          <p:cNvSpPr>
            <a:spLocks noChangeArrowheads="1"/>
          </p:cNvSpPr>
          <p:nvPr/>
        </p:nvSpPr>
        <p:spPr bwMode="auto">
          <a:xfrm>
            <a:off x="653663" y="1734744"/>
            <a:ext cx="371475" cy="369094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56" name="Freeform 29"/>
          <p:cNvSpPr>
            <a:spLocks noEditPoints="1" noChangeArrowheads="1"/>
          </p:cNvSpPr>
          <p:nvPr/>
        </p:nvSpPr>
        <p:spPr bwMode="auto">
          <a:xfrm>
            <a:off x="765573" y="1791894"/>
            <a:ext cx="148828" cy="263128"/>
          </a:xfrm>
          <a:custGeom>
            <a:avLst/>
            <a:gdLst>
              <a:gd name="T0" fmla="*/ 100 w 115"/>
              <a:gd name="T1" fmla="*/ 0 h 203"/>
              <a:gd name="T2" fmla="*/ 14 w 115"/>
              <a:gd name="T3" fmla="*/ 0 h 203"/>
              <a:gd name="T4" fmla="*/ 0 w 115"/>
              <a:gd name="T5" fmla="*/ 15 h 203"/>
              <a:gd name="T6" fmla="*/ 0 w 115"/>
              <a:gd name="T7" fmla="*/ 189 h 203"/>
              <a:gd name="T8" fmla="*/ 14 w 115"/>
              <a:gd name="T9" fmla="*/ 203 h 203"/>
              <a:gd name="T10" fmla="*/ 100 w 115"/>
              <a:gd name="T11" fmla="*/ 203 h 203"/>
              <a:gd name="T12" fmla="*/ 115 w 115"/>
              <a:gd name="T13" fmla="*/ 189 h 203"/>
              <a:gd name="T14" fmla="*/ 115 w 115"/>
              <a:gd name="T15" fmla="*/ 15 h 203"/>
              <a:gd name="T16" fmla="*/ 100 w 115"/>
              <a:gd name="T17" fmla="*/ 0 h 203"/>
              <a:gd name="T18" fmla="*/ 90 w 115"/>
              <a:gd name="T19" fmla="*/ 10 h 203"/>
              <a:gd name="T20" fmla="*/ 94 w 115"/>
              <a:gd name="T21" fmla="*/ 14 h 203"/>
              <a:gd name="T22" fmla="*/ 90 w 115"/>
              <a:gd name="T23" fmla="*/ 17 h 203"/>
              <a:gd name="T24" fmla="*/ 86 w 115"/>
              <a:gd name="T25" fmla="*/ 14 h 203"/>
              <a:gd name="T26" fmla="*/ 90 w 115"/>
              <a:gd name="T27" fmla="*/ 10 h 203"/>
              <a:gd name="T28" fmla="*/ 37 w 115"/>
              <a:gd name="T29" fmla="*/ 11 h 203"/>
              <a:gd name="T30" fmla="*/ 77 w 115"/>
              <a:gd name="T31" fmla="*/ 11 h 203"/>
              <a:gd name="T32" fmla="*/ 77 w 115"/>
              <a:gd name="T33" fmla="*/ 16 h 203"/>
              <a:gd name="T34" fmla="*/ 37 w 115"/>
              <a:gd name="T35" fmla="*/ 16 h 203"/>
              <a:gd name="T36" fmla="*/ 37 w 115"/>
              <a:gd name="T37" fmla="*/ 11 h 203"/>
              <a:gd name="T38" fmla="*/ 57 w 115"/>
              <a:gd name="T39" fmla="*/ 194 h 203"/>
              <a:gd name="T40" fmla="*/ 47 w 115"/>
              <a:gd name="T41" fmla="*/ 184 h 203"/>
              <a:gd name="T42" fmla="*/ 57 w 115"/>
              <a:gd name="T43" fmla="*/ 175 h 203"/>
              <a:gd name="T44" fmla="*/ 67 w 115"/>
              <a:gd name="T45" fmla="*/ 184 h 203"/>
              <a:gd name="T46" fmla="*/ 57 w 115"/>
              <a:gd name="T47" fmla="*/ 194 h 203"/>
              <a:gd name="T48" fmla="*/ 103 w 115"/>
              <a:gd name="T49" fmla="*/ 165 h 203"/>
              <a:gd name="T50" fmla="*/ 11 w 115"/>
              <a:gd name="T51" fmla="*/ 165 h 203"/>
              <a:gd name="T52" fmla="*/ 11 w 115"/>
              <a:gd name="T53" fmla="*/ 25 h 203"/>
              <a:gd name="T54" fmla="*/ 103 w 115"/>
              <a:gd name="T55" fmla="*/ 25 h 203"/>
              <a:gd name="T56" fmla="*/ 103 w 115"/>
              <a:gd name="T57" fmla="*/ 165 h 2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5" h="203">
                <a:moveTo>
                  <a:pt x="100" y="0"/>
                </a:moveTo>
                <a:cubicBezTo>
                  <a:pt x="14" y="0"/>
                  <a:pt x="14" y="0"/>
                  <a:pt x="14" y="0"/>
                </a:cubicBezTo>
                <a:cubicBezTo>
                  <a:pt x="6" y="0"/>
                  <a:pt x="0" y="7"/>
                  <a:pt x="0" y="15"/>
                </a:cubicBezTo>
                <a:cubicBezTo>
                  <a:pt x="0" y="189"/>
                  <a:pt x="0" y="189"/>
                  <a:pt x="0" y="189"/>
                </a:cubicBezTo>
                <a:cubicBezTo>
                  <a:pt x="0" y="197"/>
                  <a:pt x="6" y="203"/>
                  <a:pt x="14" y="203"/>
                </a:cubicBezTo>
                <a:cubicBezTo>
                  <a:pt x="100" y="203"/>
                  <a:pt x="100" y="203"/>
                  <a:pt x="100" y="203"/>
                </a:cubicBezTo>
                <a:cubicBezTo>
                  <a:pt x="108" y="203"/>
                  <a:pt x="115" y="197"/>
                  <a:pt x="115" y="189"/>
                </a:cubicBezTo>
                <a:cubicBezTo>
                  <a:pt x="115" y="15"/>
                  <a:pt x="115" y="15"/>
                  <a:pt x="115" y="15"/>
                </a:cubicBezTo>
                <a:cubicBezTo>
                  <a:pt x="115" y="7"/>
                  <a:pt x="108" y="0"/>
                  <a:pt x="100" y="0"/>
                </a:cubicBezTo>
                <a:moveTo>
                  <a:pt x="90" y="10"/>
                </a:moveTo>
                <a:cubicBezTo>
                  <a:pt x="92" y="10"/>
                  <a:pt x="94" y="11"/>
                  <a:pt x="94" y="14"/>
                </a:cubicBezTo>
                <a:cubicBezTo>
                  <a:pt x="94" y="16"/>
                  <a:pt x="92" y="17"/>
                  <a:pt x="90" y="17"/>
                </a:cubicBezTo>
                <a:cubicBezTo>
                  <a:pt x="88" y="17"/>
                  <a:pt x="86" y="16"/>
                  <a:pt x="86" y="14"/>
                </a:cubicBezTo>
                <a:cubicBezTo>
                  <a:pt x="86" y="11"/>
                  <a:pt x="88" y="10"/>
                  <a:pt x="90" y="10"/>
                </a:cubicBezTo>
                <a:moveTo>
                  <a:pt x="37" y="11"/>
                </a:moveTo>
                <a:cubicBezTo>
                  <a:pt x="77" y="11"/>
                  <a:pt x="77" y="11"/>
                  <a:pt x="77" y="11"/>
                </a:cubicBezTo>
                <a:cubicBezTo>
                  <a:pt x="77" y="16"/>
                  <a:pt x="77" y="16"/>
                  <a:pt x="77" y="16"/>
                </a:cubicBezTo>
                <a:cubicBezTo>
                  <a:pt x="37" y="16"/>
                  <a:pt x="37" y="16"/>
                  <a:pt x="37" y="16"/>
                </a:cubicBezTo>
                <a:lnTo>
                  <a:pt x="37" y="11"/>
                </a:lnTo>
                <a:close/>
                <a:moveTo>
                  <a:pt x="57" y="194"/>
                </a:moveTo>
                <a:cubicBezTo>
                  <a:pt x="52" y="194"/>
                  <a:pt x="47" y="190"/>
                  <a:pt x="47" y="184"/>
                </a:cubicBezTo>
                <a:cubicBezTo>
                  <a:pt x="47" y="179"/>
                  <a:pt x="52" y="175"/>
                  <a:pt x="57" y="175"/>
                </a:cubicBezTo>
                <a:cubicBezTo>
                  <a:pt x="63" y="175"/>
                  <a:pt x="67" y="179"/>
                  <a:pt x="67" y="184"/>
                </a:cubicBezTo>
                <a:cubicBezTo>
                  <a:pt x="67" y="190"/>
                  <a:pt x="63" y="194"/>
                  <a:pt x="57" y="194"/>
                </a:cubicBezTo>
                <a:moveTo>
                  <a:pt x="103" y="165"/>
                </a:moveTo>
                <a:cubicBezTo>
                  <a:pt x="11" y="165"/>
                  <a:pt x="11" y="165"/>
                  <a:pt x="11" y="165"/>
                </a:cubicBezTo>
                <a:cubicBezTo>
                  <a:pt x="11" y="25"/>
                  <a:pt x="11" y="25"/>
                  <a:pt x="11" y="25"/>
                </a:cubicBezTo>
                <a:cubicBezTo>
                  <a:pt x="103" y="25"/>
                  <a:pt x="103" y="25"/>
                  <a:pt x="103" y="25"/>
                </a:cubicBezTo>
                <a:lnTo>
                  <a:pt x="103" y="1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7" name="Oval 30"/>
          <p:cNvSpPr>
            <a:spLocks noChangeArrowheads="1"/>
          </p:cNvSpPr>
          <p:nvPr/>
        </p:nvSpPr>
        <p:spPr bwMode="auto">
          <a:xfrm>
            <a:off x="102394" y="1789510"/>
            <a:ext cx="460772" cy="460772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8" name="Freeform 31"/>
          <p:cNvSpPr>
            <a:spLocks noChangeArrowheads="1"/>
          </p:cNvSpPr>
          <p:nvPr/>
        </p:nvSpPr>
        <p:spPr bwMode="auto">
          <a:xfrm>
            <a:off x="223847" y="1891904"/>
            <a:ext cx="217885" cy="255984"/>
          </a:xfrm>
          <a:custGeom>
            <a:avLst/>
            <a:gdLst>
              <a:gd name="T0" fmla="*/ 92 w 168"/>
              <a:gd name="T1" fmla="*/ 0 h 198"/>
              <a:gd name="T2" fmla="*/ 76 w 168"/>
              <a:gd name="T3" fmla="*/ 0 h 198"/>
              <a:gd name="T4" fmla="*/ 76 w 168"/>
              <a:gd name="T5" fmla="*/ 145 h 198"/>
              <a:gd name="T6" fmla="*/ 46 w 168"/>
              <a:gd name="T7" fmla="*/ 137 h 198"/>
              <a:gd name="T8" fmla="*/ 0 w 168"/>
              <a:gd name="T9" fmla="*/ 168 h 198"/>
              <a:gd name="T10" fmla="*/ 46 w 168"/>
              <a:gd name="T11" fmla="*/ 198 h 198"/>
              <a:gd name="T12" fmla="*/ 92 w 168"/>
              <a:gd name="T13" fmla="*/ 168 h 198"/>
              <a:gd name="T14" fmla="*/ 92 w 168"/>
              <a:gd name="T15" fmla="*/ 46 h 198"/>
              <a:gd name="T16" fmla="*/ 168 w 168"/>
              <a:gd name="T17" fmla="*/ 107 h 198"/>
              <a:gd name="T18" fmla="*/ 92 w 168"/>
              <a:gd name="T19" fmla="*/ 0 h 1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8" h="198">
                <a:moveTo>
                  <a:pt x="92" y="0"/>
                </a:moveTo>
                <a:cubicBezTo>
                  <a:pt x="76" y="0"/>
                  <a:pt x="76" y="0"/>
                  <a:pt x="76" y="0"/>
                </a:cubicBezTo>
                <a:cubicBezTo>
                  <a:pt x="76" y="145"/>
                  <a:pt x="76" y="145"/>
                  <a:pt x="76" y="145"/>
                </a:cubicBezTo>
                <a:cubicBezTo>
                  <a:pt x="68" y="140"/>
                  <a:pt x="58" y="137"/>
                  <a:pt x="46" y="137"/>
                </a:cubicBezTo>
                <a:cubicBezTo>
                  <a:pt x="21" y="137"/>
                  <a:pt x="0" y="151"/>
                  <a:pt x="0" y="168"/>
                </a:cubicBezTo>
                <a:cubicBezTo>
                  <a:pt x="0" y="184"/>
                  <a:pt x="21" y="198"/>
                  <a:pt x="46" y="198"/>
                </a:cubicBezTo>
                <a:cubicBezTo>
                  <a:pt x="71" y="198"/>
                  <a:pt x="92" y="184"/>
                  <a:pt x="92" y="168"/>
                </a:cubicBezTo>
                <a:cubicBezTo>
                  <a:pt x="92" y="46"/>
                  <a:pt x="92" y="46"/>
                  <a:pt x="92" y="46"/>
                </a:cubicBezTo>
                <a:cubicBezTo>
                  <a:pt x="130" y="40"/>
                  <a:pt x="152" y="84"/>
                  <a:pt x="168" y="107"/>
                </a:cubicBezTo>
                <a:cubicBezTo>
                  <a:pt x="158" y="0"/>
                  <a:pt x="92" y="0"/>
                  <a:pt x="92" y="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9" name="Oval 32"/>
          <p:cNvSpPr>
            <a:spLocks noChangeArrowheads="1"/>
          </p:cNvSpPr>
          <p:nvPr/>
        </p:nvSpPr>
        <p:spPr bwMode="auto">
          <a:xfrm>
            <a:off x="610791" y="2837264"/>
            <a:ext cx="460772" cy="461963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grpSp>
        <p:nvGrpSpPr>
          <p:cNvPr id="60" name="组合 79"/>
          <p:cNvGrpSpPr/>
          <p:nvPr/>
        </p:nvGrpSpPr>
        <p:grpSpPr bwMode="auto">
          <a:xfrm>
            <a:off x="714375" y="2944416"/>
            <a:ext cx="253604" cy="239315"/>
            <a:chOff x="2076933" y="4913647"/>
            <a:chExt cx="338181" cy="318503"/>
          </a:xfrm>
        </p:grpSpPr>
        <p:sp>
          <p:nvSpPr>
            <p:cNvPr id="61" name="Freeform 33"/>
            <p:cNvSpPr>
              <a:spLocks noChangeArrowheads="1"/>
            </p:cNvSpPr>
            <p:nvPr/>
          </p:nvSpPr>
          <p:spPr bwMode="auto">
            <a:xfrm>
              <a:off x="2076933" y="5095875"/>
              <a:ext cx="338181" cy="136275"/>
            </a:xfrm>
            <a:custGeom>
              <a:avLst/>
              <a:gdLst>
                <a:gd name="T0" fmla="*/ 303 w 464"/>
                <a:gd name="T1" fmla="*/ 0 h 187"/>
                <a:gd name="T2" fmla="*/ 303 w 464"/>
                <a:gd name="T3" fmla="*/ 50 h 187"/>
                <a:gd name="T4" fmla="*/ 303 w 464"/>
                <a:gd name="T5" fmla="*/ 81 h 187"/>
                <a:gd name="T6" fmla="*/ 303 w 464"/>
                <a:gd name="T7" fmla="*/ 83 h 187"/>
                <a:gd name="T8" fmla="*/ 161 w 464"/>
                <a:gd name="T9" fmla="*/ 83 h 187"/>
                <a:gd name="T10" fmla="*/ 161 w 464"/>
                <a:gd name="T11" fmla="*/ 50 h 187"/>
                <a:gd name="T12" fmla="*/ 161 w 464"/>
                <a:gd name="T13" fmla="*/ 0 h 187"/>
                <a:gd name="T14" fmla="*/ 0 w 464"/>
                <a:gd name="T15" fmla="*/ 0 h 187"/>
                <a:gd name="T16" fmla="*/ 0 w 464"/>
                <a:gd name="T17" fmla="*/ 187 h 187"/>
                <a:gd name="T18" fmla="*/ 464 w 464"/>
                <a:gd name="T19" fmla="*/ 187 h 187"/>
                <a:gd name="T20" fmla="*/ 464 w 464"/>
                <a:gd name="T21" fmla="*/ 0 h 187"/>
                <a:gd name="T22" fmla="*/ 303 w 464"/>
                <a:gd name="T23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4" h="187">
                  <a:moveTo>
                    <a:pt x="303" y="0"/>
                  </a:moveTo>
                  <a:lnTo>
                    <a:pt x="303" y="50"/>
                  </a:lnTo>
                  <a:lnTo>
                    <a:pt x="303" y="81"/>
                  </a:lnTo>
                  <a:lnTo>
                    <a:pt x="303" y="83"/>
                  </a:lnTo>
                  <a:lnTo>
                    <a:pt x="161" y="83"/>
                  </a:lnTo>
                  <a:lnTo>
                    <a:pt x="161" y="50"/>
                  </a:lnTo>
                  <a:lnTo>
                    <a:pt x="161" y="0"/>
                  </a:lnTo>
                  <a:lnTo>
                    <a:pt x="0" y="0"/>
                  </a:lnTo>
                  <a:lnTo>
                    <a:pt x="0" y="187"/>
                  </a:lnTo>
                  <a:lnTo>
                    <a:pt x="464" y="187"/>
                  </a:lnTo>
                  <a:lnTo>
                    <a:pt x="464" y="0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62" name="Freeform 34"/>
            <p:cNvSpPr>
              <a:spLocks noChangeArrowheads="1"/>
            </p:cNvSpPr>
            <p:nvPr/>
          </p:nvSpPr>
          <p:spPr bwMode="auto">
            <a:xfrm>
              <a:off x="2076933" y="4978615"/>
              <a:ext cx="338181" cy="153706"/>
            </a:xfrm>
            <a:custGeom>
              <a:avLst/>
              <a:gdLst>
                <a:gd name="T0" fmla="*/ 324 w 464"/>
                <a:gd name="T1" fmla="*/ 0 h 210"/>
                <a:gd name="T2" fmla="*/ 324 w 464"/>
                <a:gd name="T3" fmla="*/ 0 h 210"/>
                <a:gd name="T4" fmla="*/ 275 w 464"/>
                <a:gd name="T5" fmla="*/ 0 h 210"/>
                <a:gd name="T6" fmla="*/ 189 w 464"/>
                <a:gd name="T7" fmla="*/ 0 h 210"/>
                <a:gd name="T8" fmla="*/ 140 w 464"/>
                <a:gd name="T9" fmla="*/ 0 h 210"/>
                <a:gd name="T10" fmla="*/ 0 w 464"/>
                <a:gd name="T11" fmla="*/ 0 h 210"/>
                <a:gd name="T12" fmla="*/ 0 w 464"/>
                <a:gd name="T13" fmla="*/ 130 h 210"/>
                <a:gd name="T14" fmla="*/ 194 w 464"/>
                <a:gd name="T15" fmla="*/ 130 h 210"/>
                <a:gd name="T16" fmla="*/ 194 w 464"/>
                <a:gd name="T17" fmla="*/ 210 h 210"/>
                <a:gd name="T18" fmla="*/ 270 w 464"/>
                <a:gd name="T19" fmla="*/ 210 h 210"/>
                <a:gd name="T20" fmla="*/ 270 w 464"/>
                <a:gd name="T21" fmla="*/ 130 h 210"/>
                <a:gd name="T22" fmla="*/ 464 w 464"/>
                <a:gd name="T23" fmla="*/ 130 h 210"/>
                <a:gd name="T24" fmla="*/ 464 w 464"/>
                <a:gd name="T25" fmla="*/ 0 h 210"/>
                <a:gd name="T26" fmla="*/ 324 w 464"/>
                <a:gd name="T27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64" h="210">
                  <a:moveTo>
                    <a:pt x="324" y="0"/>
                  </a:moveTo>
                  <a:lnTo>
                    <a:pt x="324" y="0"/>
                  </a:lnTo>
                  <a:lnTo>
                    <a:pt x="275" y="0"/>
                  </a:lnTo>
                  <a:lnTo>
                    <a:pt x="189" y="0"/>
                  </a:lnTo>
                  <a:lnTo>
                    <a:pt x="140" y="0"/>
                  </a:lnTo>
                  <a:lnTo>
                    <a:pt x="0" y="0"/>
                  </a:lnTo>
                  <a:lnTo>
                    <a:pt x="0" y="130"/>
                  </a:lnTo>
                  <a:lnTo>
                    <a:pt x="194" y="130"/>
                  </a:lnTo>
                  <a:lnTo>
                    <a:pt x="194" y="210"/>
                  </a:lnTo>
                  <a:lnTo>
                    <a:pt x="270" y="210"/>
                  </a:lnTo>
                  <a:lnTo>
                    <a:pt x="270" y="130"/>
                  </a:lnTo>
                  <a:lnTo>
                    <a:pt x="464" y="130"/>
                  </a:lnTo>
                  <a:lnTo>
                    <a:pt x="464" y="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63" name="Freeform 35"/>
            <p:cNvSpPr>
              <a:spLocks noChangeArrowheads="1"/>
            </p:cNvSpPr>
            <p:nvPr/>
          </p:nvSpPr>
          <p:spPr bwMode="auto">
            <a:xfrm>
              <a:off x="2178546" y="4913647"/>
              <a:ext cx="134955" cy="64968"/>
            </a:xfrm>
            <a:custGeom>
              <a:avLst/>
              <a:gdLst>
                <a:gd name="T0" fmla="*/ 49 w 184"/>
                <a:gd name="T1" fmla="*/ 56 h 90"/>
                <a:gd name="T2" fmla="*/ 135 w 184"/>
                <a:gd name="T3" fmla="*/ 56 h 90"/>
                <a:gd name="T4" fmla="*/ 135 w 184"/>
                <a:gd name="T5" fmla="*/ 90 h 90"/>
                <a:gd name="T6" fmla="*/ 184 w 184"/>
                <a:gd name="T7" fmla="*/ 90 h 90"/>
                <a:gd name="T8" fmla="*/ 184 w 184"/>
                <a:gd name="T9" fmla="*/ 0 h 90"/>
                <a:gd name="T10" fmla="*/ 0 w 184"/>
                <a:gd name="T11" fmla="*/ 0 h 90"/>
                <a:gd name="T12" fmla="*/ 0 w 184"/>
                <a:gd name="T13" fmla="*/ 90 h 90"/>
                <a:gd name="T14" fmla="*/ 49 w 184"/>
                <a:gd name="T15" fmla="*/ 90 h 90"/>
                <a:gd name="T16" fmla="*/ 49 w 184"/>
                <a:gd name="T17" fmla="*/ 5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4" h="90">
                  <a:moveTo>
                    <a:pt x="49" y="56"/>
                  </a:moveTo>
                  <a:lnTo>
                    <a:pt x="135" y="56"/>
                  </a:lnTo>
                  <a:lnTo>
                    <a:pt x="135" y="90"/>
                  </a:lnTo>
                  <a:lnTo>
                    <a:pt x="184" y="90"/>
                  </a:lnTo>
                  <a:lnTo>
                    <a:pt x="184" y="0"/>
                  </a:lnTo>
                  <a:lnTo>
                    <a:pt x="0" y="0"/>
                  </a:lnTo>
                  <a:lnTo>
                    <a:pt x="0" y="90"/>
                  </a:lnTo>
                  <a:lnTo>
                    <a:pt x="49" y="90"/>
                  </a:lnTo>
                  <a:lnTo>
                    <a:pt x="49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</p:grpSp>
      <p:sp>
        <p:nvSpPr>
          <p:cNvPr id="64" name="Oval 36"/>
          <p:cNvSpPr>
            <a:spLocks noChangeArrowheads="1"/>
          </p:cNvSpPr>
          <p:nvPr/>
        </p:nvSpPr>
        <p:spPr bwMode="auto">
          <a:xfrm>
            <a:off x="1329929" y="1484710"/>
            <a:ext cx="361950" cy="361950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5" name="Freeform 37"/>
          <p:cNvSpPr>
            <a:spLocks noEditPoints="1" noChangeArrowheads="1"/>
          </p:cNvSpPr>
          <p:nvPr/>
        </p:nvSpPr>
        <p:spPr bwMode="auto">
          <a:xfrm>
            <a:off x="1394222" y="1575201"/>
            <a:ext cx="232172" cy="195263"/>
          </a:xfrm>
          <a:custGeom>
            <a:avLst/>
            <a:gdLst>
              <a:gd name="T0" fmla="*/ 108 w 180"/>
              <a:gd name="T1" fmla="*/ 26 h 151"/>
              <a:gd name="T2" fmla="*/ 124 w 180"/>
              <a:gd name="T3" fmla="*/ 50 h 151"/>
              <a:gd name="T4" fmla="*/ 135 w 180"/>
              <a:gd name="T5" fmla="*/ 53 h 151"/>
              <a:gd name="T6" fmla="*/ 161 w 180"/>
              <a:gd name="T7" fmla="*/ 26 h 151"/>
              <a:gd name="T8" fmla="*/ 135 w 180"/>
              <a:gd name="T9" fmla="*/ 0 h 151"/>
              <a:gd name="T10" fmla="*/ 108 w 180"/>
              <a:gd name="T11" fmla="*/ 26 h 151"/>
              <a:gd name="T12" fmla="*/ 91 w 180"/>
              <a:gd name="T13" fmla="*/ 80 h 151"/>
              <a:gd name="T14" fmla="*/ 118 w 180"/>
              <a:gd name="T15" fmla="*/ 53 h 151"/>
              <a:gd name="T16" fmla="*/ 91 w 180"/>
              <a:gd name="T17" fmla="*/ 27 h 151"/>
              <a:gd name="T18" fmla="*/ 65 w 180"/>
              <a:gd name="T19" fmla="*/ 53 h 151"/>
              <a:gd name="T20" fmla="*/ 91 w 180"/>
              <a:gd name="T21" fmla="*/ 80 h 151"/>
              <a:gd name="T22" fmla="*/ 102 w 180"/>
              <a:gd name="T23" fmla="*/ 82 h 151"/>
              <a:gd name="T24" fmla="*/ 80 w 180"/>
              <a:gd name="T25" fmla="*/ 82 h 151"/>
              <a:gd name="T26" fmla="*/ 46 w 180"/>
              <a:gd name="T27" fmla="*/ 115 h 151"/>
              <a:gd name="T28" fmla="*/ 46 w 180"/>
              <a:gd name="T29" fmla="*/ 143 h 151"/>
              <a:gd name="T30" fmla="*/ 46 w 180"/>
              <a:gd name="T31" fmla="*/ 143 h 151"/>
              <a:gd name="T32" fmla="*/ 48 w 180"/>
              <a:gd name="T33" fmla="*/ 144 h 151"/>
              <a:gd name="T34" fmla="*/ 94 w 180"/>
              <a:gd name="T35" fmla="*/ 151 h 151"/>
              <a:gd name="T36" fmla="*/ 134 w 180"/>
              <a:gd name="T37" fmla="*/ 144 h 151"/>
              <a:gd name="T38" fmla="*/ 136 w 180"/>
              <a:gd name="T39" fmla="*/ 143 h 151"/>
              <a:gd name="T40" fmla="*/ 136 w 180"/>
              <a:gd name="T41" fmla="*/ 143 h 151"/>
              <a:gd name="T42" fmla="*/ 136 w 180"/>
              <a:gd name="T43" fmla="*/ 115 h 151"/>
              <a:gd name="T44" fmla="*/ 102 w 180"/>
              <a:gd name="T45" fmla="*/ 82 h 151"/>
              <a:gd name="T46" fmla="*/ 146 w 180"/>
              <a:gd name="T47" fmla="*/ 54 h 151"/>
              <a:gd name="T48" fmla="*/ 124 w 180"/>
              <a:gd name="T49" fmla="*/ 54 h 151"/>
              <a:gd name="T50" fmla="*/ 114 w 180"/>
              <a:gd name="T51" fmla="*/ 77 h 151"/>
              <a:gd name="T52" fmla="*/ 142 w 180"/>
              <a:gd name="T53" fmla="*/ 115 h 151"/>
              <a:gd name="T54" fmla="*/ 142 w 180"/>
              <a:gd name="T55" fmla="*/ 124 h 151"/>
              <a:gd name="T56" fmla="*/ 178 w 180"/>
              <a:gd name="T57" fmla="*/ 116 h 151"/>
              <a:gd name="T58" fmla="*/ 180 w 180"/>
              <a:gd name="T59" fmla="*/ 116 h 151"/>
              <a:gd name="T60" fmla="*/ 180 w 180"/>
              <a:gd name="T61" fmla="*/ 116 h 151"/>
              <a:gd name="T62" fmla="*/ 180 w 180"/>
              <a:gd name="T63" fmla="*/ 88 h 151"/>
              <a:gd name="T64" fmla="*/ 146 w 180"/>
              <a:gd name="T65" fmla="*/ 54 h 151"/>
              <a:gd name="T66" fmla="*/ 45 w 180"/>
              <a:gd name="T67" fmla="*/ 53 h 151"/>
              <a:gd name="T68" fmla="*/ 59 w 180"/>
              <a:gd name="T69" fmla="*/ 48 h 151"/>
              <a:gd name="T70" fmla="*/ 71 w 180"/>
              <a:gd name="T71" fmla="*/ 28 h 151"/>
              <a:gd name="T72" fmla="*/ 71 w 180"/>
              <a:gd name="T73" fmla="*/ 26 h 151"/>
              <a:gd name="T74" fmla="*/ 45 w 180"/>
              <a:gd name="T75" fmla="*/ 0 h 151"/>
              <a:gd name="T76" fmla="*/ 19 w 180"/>
              <a:gd name="T77" fmla="*/ 26 h 151"/>
              <a:gd name="T78" fmla="*/ 45 w 180"/>
              <a:gd name="T79" fmla="*/ 53 h 151"/>
              <a:gd name="T80" fmla="*/ 69 w 180"/>
              <a:gd name="T81" fmla="*/ 77 h 151"/>
              <a:gd name="T82" fmla="*/ 59 w 180"/>
              <a:gd name="T83" fmla="*/ 54 h 151"/>
              <a:gd name="T84" fmla="*/ 56 w 180"/>
              <a:gd name="T85" fmla="*/ 54 h 151"/>
              <a:gd name="T86" fmla="*/ 34 w 180"/>
              <a:gd name="T87" fmla="*/ 54 h 151"/>
              <a:gd name="T88" fmla="*/ 0 w 180"/>
              <a:gd name="T89" fmla="*/ 88 h 151"/>
              <a:gd name="T90" fmla="*/ 0 w 180"/>
              <a:gd name="T91" fmla="*/ 116 h 151"/>
              <a:gd name="T92" fmla="*/ 0 w 180"/>
              <a:gd name="T93" fmla="*/ 116 h 151"/>
              <a:gd name="T94" fmla="*/ 2 w 180"/>
              <a:gd name="T95" fmla="*/ 117 h 151"/>
              <a:gd name="T96" fmla="*/ 40 w 180"/>
              <a:gd name="T97" fmla="*/ 124 h 151"/>
              <a:gd name="T98" fmla="*/ 40 w 180"/>
              <a:gd name="T99" fmla="*/ 115 h 151"/>
              <a:gd name="T100" fmla="*/ 69 w 180"/>
              <a:gd name="T101" fmla="*/ 77 h 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80" h="151">
                <a:moveTo>
                  <a:pt x="108" y="26"/>
                </a:moveTo>
                <a:cubicBezTo>
                  <a:pt x="117" y="31"/>
                  <a:pt x="123" y="40"/>
                  <a:pt x="124" y="50"/>
                </a:cubicBezTo>
                <a:cubicBezTo>
                  <a:pt x="127" y="52"/>
                  <a:pt x="131" y="53"/>
                  <a:pt x="135" y="53"/>
                </a:cubicBezTo>
                <a:cubicBezTo>
                  <a:pt x="149" y="53"/>
                  <a:pt x="161" y="41"/>
                  <a:pt x="161" y="26"/>
                </a:cubicBezTo>
                <a:cubicBezTo>
                  <a:pt x="161" y="12"/>
                  <a:pt x="149" y="0"/>
                  <a:pt x="135" y="0"/>
                </a:cubicBezTo>
                <a:cubicBezTo>
                  <a:pt x="120" y="0"/>
                  <a:pt x="109" y="11"/>
                  <a:pt x="108" y="26"/>
                </a:cubicBezTo>
                <a:moveTo>
                  <a:pt x="91" y="80"/>
                </a:moveTo>
                <a:cubicBezTo>
                  <a:pt x="106" y="80"/>
                  <a:pt x="118" y="68"/>
                  <a:pt x="118" y="53"/>
                </a:cubicBezTo>
                <a:cubicBezTo>
                  <a:pt x="118" y="39"/>
                  <a:pt x="106" y="27"/>
                  <a:pt x="91" y="27"/>
                </a:cubicBezTo>
                <a:cubicBezTo>
                  <a:pt x="77" y="27"/>
                  <a:pt x="65" y="39"/>
                  <a:pt x="65" y="53"/>
                </a:cubicBezTo>
                <a:cubicBezTo>
                  <a:pt x="65" y="68"/>
                  <a:pt x="77" y="80"/>
                  <a:pt x="91" y="80"/>
                </a:cubicBezTo>
                <a:moveTo>
                  <a:pt x="102" y="82"/>
                </a:moveTo>
                <a:cubicBezTo>
                  <a:pt x="80" y="82"/>
                  <a:pt x="80" y="82"/>
                  <a:pt x="80" y="82"/>
                </a:cubicBezTo>
                <a:cubicBezTo>
                  <a:pt x="61" y="82"/>
                  <a:pt x="46" y="97"/>
                  <a:pt x="46" y="115"/>
                </a:cubicBezTo>
                <a:cubicBezTo>
                  <a:pt x="46" y="143"/>
                  <a:pt x="46" y="143"/>
                  <a:pt x="46" y="143"/>
                </a:cubicBezTo>
                <a:cubicBezTo>
                  <a:pt x="46" y="143"/>
                  <a:pt x="46" y="143"/>
                  <a:pt x="46" y="143"/>
                </a:cubicBezTo>
                <a:cubicBezTo>
                  <a:pt x="48" y="144"/>
                  <a:pt x="48" y="144"/>
                  <a:pt x="48" y="144"/>
                </a:cubicBezTo>
                <a:cubicBezTo>
                  <a:pt x="66" y="149"/>
                  <a:pt x="81" y="151"/>
                  <a:pt x="94" y="151"/>
                </a:cubicBezTo>
                <a:cubicBezTo>
                  <a:pt x="119" y="151"/>
                  <a:pt x="133" y="144"/>
                  <a:pt x="134" y="144"/>
                </a:cubicBezTo>
                <a:cubicBezTo>
                  <a:pt x="136" y="143"/>
                  <a:pt x="136" y="143"/>
                  <a:pt x="136" y="143"/>
                </a:cubicBezTo>
                <a:cubicBezTo>
                  <a:pt x="136" y="143"/>
                  <a:pt x="136" y="143"/>
                  <a:pt x="136" y="143"/>
                </a:cubicBezTo>
                <a:cubicBezTo>
                  <a:pt x="136" y="115"/>
                  <a:pt x="136" y="115"/>
                  <a:pt x="136" y="115"/>
                </a:cubicBezTo>
                <a:cubicBezTo>
                  <a:pt x="136" y="97"/>
                  <a:pt x="121" y="82"/>
                  <a:pt x="102" y="82"/>
                </a:cubicBezTo>
                <a:moveTo>
                  <a:pt x="146" y="54"/>
                </a:moveTo>
                <a:cubicBezTo>
                  <a:pt x="124" y="54"/>
                  <a:pt x="124" y="54"/>
                  <a:pt x="124" y="54"/>
                </a:cubicBezTo>
                <a:cubicBezTo>
                  <a:pt x="124" y="63"/>
                  <a:pt x="120" y="71"/>
                  <a:pt x="114" y="77"/>
                </a:cubicBezTo>
                <a:cubicBezTo>
                  <a:pt x="130" y="82"/>
                  <a:pt x="142" y="97"/>
                  <a:pt x="142" y="115"/>
                </a:cubicBezTo>
                <a:cubicBezTo>
                  <a:pt x="142" y="124"/>
                  <a:pt x="142" y="124"/>
                  <a:pt x="142" y="124"/>
                </a:cubicBezTo>
                <a:cubicBezTo>
                  <a:pt x="164" y="123"/>
                  <a:pt x="177" y="117"/>
                  <a:pt x="178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0" y="116"/>
                  <a:pt x="180" y="116"/>
                  <a:pt x="180" y="116"/>
                </a:cubicBezTo>
                <a:cubicBezTo>
                  <a:pt x="180" y="88"/>
                  <a:pt x="180" y="88"/>
                  <a:pt x="180" y="88"/>
                </a:cubicBezTo>
                <a:cubicBezTo>
                  <a:pt x="180" y="70"/>
                  <a:pt x="165" y="54"/>
                  <a:pt x="146" y="54"/>
                </a:cubicBezTo>
                <a:moveTo>
                  <a:pt x="45" y="53"/>
                </a:moveTo>
                <a:cubicBezTo>
                  <a:pt x="50" y="53"/>
                  <a:pt x="55" y="51"/>
                  <a:pt x="59" y="48"/>
                </a:cubicBezTo>
                <a:cubicBezTo>
                  <a:pt x="60" y="40"/>
                  <a:pt x="65" y="33"/>
                  <a:pt x="71" y="28"/>
                </a:cubicBezTo>
                <a:cubicBezTo>
                  <a:pt x="71" y="27"/>
                  <a:pt x="71" y="27"/>
                  <a:pt x="71" y="26"/>
                </a:cubicBezTo>
                <a:cubicBezTo>
                  <a:pt x="71" y="12"/>
                  <a:pt x="59" y="0"/>
                  <a:pt x="45" y="0"/>
                </a:cubicBezTo>
                <a:cubicBezTo>
                  <a:pt x="30" y="0"/>
                  <a:pt x="19" y="12"/>
                  <a:pt x="19" y="26"/>
                </a:cubicBezTo>
                <a:cubicBezTo>
                  <a:pt x="19" y="41"/>
                  <a:pt x="30" y="53"/>
                  <a:pt x="45" y="53"/>
                </a:cubicBezTo>
                <a:moveTo>
                  <a:pt x="69" y="77"/>
                </a:moveTo>
                <a:cubicBezTo>
                  <a:pt x="63" y="71"/>
                  <a:pt x="59" y="63"/>
                  <a:pt x="59" y="54"/>
                </a:cubicBezTo>
                <a:cubicBezTo>
                  <a:pt x="58" y="54"/>
                  <a:pt x="57" y="54"/>
                  <a:pt x="56" y="54"/>
                </a:cubicBezTo>
                <a:cubicBezTo>
                  <a:pt x="34" y="54"/>
                  <a:pt x="34" y="54"/>
                  <a:pt x="34" y="54"/>
                </a:cubicBezTo>
                <a:cubicBezTo>
                  <a:pt x="15" y="54"/>
                  <a:pt x="0" y="70"/>
                  <a:pt x="0" y="88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16"/>
                  <a:pt x="0" y="116"/>
                  <a:pt x="0" y="116"/>
                </a:cubicBezTo>
                <a:cubicBezTo>
                  <a:pt x="2" y="117"/>
                  <a:pt x="2" y="117"/>
                  <a:pt x="2" y="117"/>
                </a:cubicBezTo>
                <a:cubicBezTo>
                  <a:pt x="16" y="121"/>
                  <a:pt x="29" y="123"/>
                  <a:pt x="40" y="124"/>
                </a:cubicBezTo>
                <a:cubicBezTo>
                  <a:pt x="40" y="115"/>
                  <a:pt x="40" y="115"/>
                  <a:pt x="40" y="115"/>
                </a:cubicBezTo>
                <a:cubicBezTo>
                  <a:pt x="40" y="97"/>
                  <a:pt x="52" y="82"/>
                  <a:pt x="69" y="77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6" name="Oval 38"/>
          <p:cNvSpPr>
            <a:spLocks noChangeArrowheads="1"/>
          </p:cNvSpPr>
          <p:nvPr/>
        </p:nvSpPr>
        <p:spPr bwMode="auto">
          <a:xfrm>
            <a:off x="1604963" y="579835"/>
            <a:ext cx="448866" cy="446484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7" name="Freeform 39"/>
          <p:cNvSpPr>
            <a:spLocks noEditPoints="1" noChangeArrowheads="1"/>
          </p:cNvSpPr>
          <p:nvPr/>
        </p:nvSpPr>
        <p:spPr bwMode="auto">
          <a:xfrm>
            <a:off x="1678781" y="653657"/>
            <a:ext cx="300038" cy="298847"/>
          </a:xfrm>
          <a:custGeom>
            <a:avLst/>
            <a:gdLst>
              <a:gd name="T0" fmla="*/ 116 w 232"/>
              <a:gd name="T1" fmla="*/ 232 h 232"/>
              <a:gd name="T2" fmla="*/ 232 w 232"/>
              <a:gd name="T3" fmla="*/ 116 h 232"/>
              <a:gd name="T4" fmla="*/ 116 w 232"/>
              <a:gd name="T5" fmla="*/ 0 h 232"/>
              <a:gd name="T6" fmla="*/ 0 w 232"/>
              <a:gd name="T7" fmla="*/ 116 h 232"/>
              <a:gd name="T8" fmla="*/ 116 w 232"/>
              <a:gd name="T9" fmla="*/ 232 h 232"/>
              <a:gd name="T10" fmla="*/ 116 w 232"/>
              <a:gd name="T11" fmla="*/ 22 h 232"/>
              <a:gd name="T12" fmla="*/ 210 w 232"/>
              <a:gd name="T13" fmla="*/ 116 h 232"/>
              <a:gd name="T14" fmla="*/ 116 w 232"/>
              <a:gd name="T15" fmla="*/ 210 h 232"/>
              <a:gd name="T16" fmla="*/ 22 w 232"/>
              <a:gd name="T17" fmla="*/ 116 h 232"/>
              <a:gd name="T18" fmla="*/ 116 w 232"/>
              <a:gd name="T19" fmla="*/ 22 h 232"/>
              <a:gd name="T20" fmla="*/ 116 w 232"/>
              <a:gd name="T21" fmla="*/ 136 h 232"/>
              <a:gd name="T22" fmla="*/ 189 w 232"/>
              <a:gd name="T23" fmla="*/ 116 h 232"/>
              <a:gd name="T24" fmla="*/ 116 w 232"/>
              <a:gd name="T25" fmla="*/ 188 h 232"/>
              <a:gd name="T26" fmla="*/ 44 w 232"/>
              <a:gd name="T27" fmla="*/ 116 h 232"/>
              <a:gd name="T28" fmla="*/ 116 w 232"/>
              <a:gd name="T29" fmla="*/ 136 h 232"/>
              <a:gd name="T30" fmla="*/ 58 w 232"/>
              <a:gd name="T31" fmla="*/ 80 h 232"/>
              <a:gd name="T32" fmla="*/ 73 w 232"/>
              <a:gd name="T33" fmla="*/ 101 h 232"/>
              <a:gd name="T34" fmla="*/ 87 w 232"/>
              <a:gd name="T35" fmla="*/ 80 h 232"/>
              <a:gd name="T36" fmla="*/ 73 w 232"/>
              <a:gd name="T37" fmla="*/ 58 h 232"/>
              <a:gd name="T38" fmla="*/ 58 w 232"/>
              <a:gd name="T39" fmla="*/ 80 h 232"/>
              <a:gd name="T40" fmla="*/ 145 w 232"/>
              <a:gd name="T41" fmla="*/ 80 h 232"/>
              <a:gd name="T42" fmla="*/ 160 w 232"/>
              <a:gd name="T43" fmla="*/ 101 h 232"/>
              <a:gd name="T44" fmla="*/ 174 w 232"/>
              <a:gd name="T45" fmla="*/ 80 h 232"/>
              <a:gd name="T46" fmla="*/ 160 w 232"/>
              <a:gd name="T47" fmla="*/ 58 h 232"/>
              <a:gd name="T48" fmla="*/ 145 w 232"/>
              <a:gd name="T49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2" h="232">
                <a:moveTo>
                  <a:pt x="116" y="232"/>
                </a:moveTo>
                <a:cubicBezTo>
                  <a:pt x="180" y="232"/>
                  <a:pt x="232" y="180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moveTo>
                  <a:pt x="116" y="22"/>
                </a:moveTo>
                <a:cubicBezTo>
                  <a:pt x="168" y="22"/>
                  <a:pt x="210" y="64"/>
                  <a:pt x="210" y="116"/>
                </a:cubicBezTo>
                <a:cubicBezTo>
                  <a:pt x="210" y="168"/>
                  <a:pt x="168" y="210"/>
                  <a:pt x="116" y="210"/>
                </a:cubicBezTo>
                <a:cubicBezTo>
                  <a:pt x="64" y="210"/>
                  <a:pt x="22" y="168"/>
                  <a:pt x="22" y="116"/>
                </a:cubicBezTo>
                <a:cubicBezTo>
                  <a:pt x="22" y="64"/>
                  <a:pt x="64" y="22"/>
                  <a:pt x="116" y="22"/>
                </a:cubicBezTo>
                <a:moveTo>
                  <a:pt x="116" y="136"/>
                </a:moveTo>
                <a:cubicBezTo>
                  <a:pt x="143" y="136"/>
                  <a:pt x="168" y="129"/>
                  <a:pt x="189" y="116"/>
                </a:cubicBezTo>
                <a:cubicBezTo>
                  <a:pt x="185" y="157"/>
                  <a:pt x="154" y="188"/>
                  <a:pt x="116" y="188"/>
                </a:cubicBezTo>
                <a:cubicBezTo>
                  <a:pt x="79" y="188"/>
                  <a:pt x="47" y="157"/>
                  <a:pt x="44" y="116"/>
                </a:cubicBezTo>
                <a:cubicBezTo>
                  <a:pt x="65" y="129"/>
                  <a:pt x="90" y="136"/>
                  <a:pt x="116" y="136"/>
                </a:cubicBezTo>
                <a:moveTo>
                  <a:pt x="58" y="80"/>
                </a:moveTo>
                <a:cubicBezTo>
                  <a:pt x="58" y="92"/>
                  <a:pt x="65" y="101"/>
                  <a:pt x="73" y="101"/>
                </a:cubicBezTo>
                <a:cubicBezTo>
                  <a:pt x="81" y="101"/>
                  <a:pt x="87" y="92"/>
                  <a:pt x="87" y="80"/>
                </a:cubicBezTo>
                <a:cubicBezTo>
                  <a:pt x="87" y="68"/>
                  <a:pt x="81" y="58"/>
                  <a:pt x="73" y="58"/>
                </a:cubicBezTo>
                <a:cubicBezTo>
                  <a:pt x="65" y="58"/>
                  <a:pt x="58" y="68"/>
                  <a:pt x="58" y="80"/>
                </a:cubicBezTo>
                <a:moveTo>
                  <a:pt x="145" y="80"/>
                </a:moveTo>
                <a:cubicBezTo>
                  <a:pt x="145" y="92"/>
                  <a:pt x="152" y="101"/>
                  <a:pt x="160" y="101"/>
                </a:cubicBezTo>
                <a:cubicBezTo>
                  <a:pt x="168" y="101"/>
                  <a:pt x="174" y="92"/>
                  <a:pt x="174" y="80"/>
                </a:cubicBezTo>
                <a:cubicBezTo>
                  <a:pt x="174" y="68"/>
                  <a:pt x="168" y="58"/>
                  <a:pt x="160" y="58"/>
                </a:cubicBezTo>
                <a:cubicBezTo>
                  <a:pt x="152" y="58"/>
                  <a:pt x="145" y="68"/>
                  <a:pt x="145" y="8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8" name="Freeform 40"/>
          <p:cNvSpPr>
            <a:spLocks noChangeArrowheads="1"/>
          </p:cNvSpPr>
          <p:nvPr/>
        </p:nvSpPr>
        <p:spPr bwMode="auto">
          <a:xfrm>
            <a:off x="2269332" y="2299098"/>
            <a:ext cx="45244" cy="45244"/>
          </a:xfrm>
          <a:custGeom>
            <a:avLst/>
            <a:gdLst>
              <a:gd name="T0" fmla="*/ 12 w 35"/>
              <a:gd name="T1" fmla="*/ 2 h 35"/>
              <a:gd name="T2" fmla="*/ 32 w 35"/>
              <a:gd name="T3" fmla="*/ 12 h 35"/>
              <a:gd name="T4" fmla="*/ 22 w 35"/>
              <a:gd name="T5" fmla="*/ 32 h 35"/>
              <a:gd name="T6" fmla="*/ 3 w 35"/>
              <a:gd name="T7" fmla="*/ 22 h 35"/>
              <a:gd name="T8" fmla="*/ 12 w 35"/>
              <a:gd name="T9" fmla="*/ 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" h="35">
                <a:moveTo>
                  <a:pt x="12" y="2"/>
                </a:moveTo>
                <a:cubicBezTo>
                  <a:pt x="20" y="0"/>
                  <a:pt x="29" y="4"/>
                  <a:pt x="32" y="12"/>
                </a:cubicBezTo>
                <a:cubicBezTo>
                  <a:pt x="35" y="20"/>
                  <a:pt x="31" y="29"/>
                  <a:pt x="22" y="32"/>
                </a:cubicBezTo>
                <a:cubicBezTo>
                  <a:pt x="14" y="35"/>
                  <a:pt x="5" y="30"/>
                  <a:pt x="3" y="22"/>
                </a:cubicBezTo>
                <a:cubicBezTo>
                  <a:pt x="0" y="14"/>
                  <a:pt x="4" y="5"/>
                  <a:pt x="12" y="2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9" name="Freeform 41"/>
          <p:cNvSpPr>
            <a:spLocks noChangeArrowheads="1"/>
          </p:cNvSpPr>
          <p:nvPr/>
        </p:nvSpPr>
        <p:spPr bwMode="auto">
          <a:xfrm>
            <a:off x="2226469" y="2244334"/>
            <a:ext cx="109538" cy="73819"/>
          </a:xfrm>
          <a:custGeom>
            <a:avLst/>
            <a:gdLst>
              <a:gd name="T0" fmla="*/ 74 w 85"/>
              <a:gd name="T1" fmla="*/ 11 h 57"/>
              <a:gd name="T2" fmla="*/ 73 w 85"/>
              <a:gd name="T3" fmla="*/ 11 h 57"/>
              <a:gd name="T4" fmla="*/ 72 w 85"/>
              <a:gd name="T5" fmla="*/ 11 h 57"/>
              <a:gd name="T6" fmla="*/ 72 w 85"/>
              <a:gd name="T7" fmla="*/ 10 h 57"/>
              <a:gd name="T8" fmla="*/ 6 w 85"/>
              <a:gd name="T9" fmla="*/ 35 h 57"/>
              <a:gd name="T10" fmla="*/ 5 w 85"/>
              <a:gd name="T11" fmla="*/ 38 h 57"/>
              <a:gd name="T12" fmla="*/ 3 w 85"/>
              <a:gd name="T13" fmla="*/ 42 h 57"/>
              <a:gd name="T14" fmla="*/ 7 w 85"/>
              <a:gd name="T15" fmla="*/ 55 h 57"/>
              <a:gd name="T16" fmla="*/ 20 w 85"/>
              <a:gd name="T17" fmla="*/ 50 h 57"/>
              <a:gd name="T18" fmla="*/ 24 w 85"/>
              <a:gd name="T19" fmla="*/ 44 h 57"/>
              <a:gd name="T20" fmla="*/ 66 w 85"/>
              <a:gd name="T21" fmla="*/ 29 h 57"/>
              <a:gd name="T22" fmla="*/ 71 w 85"/>
              <a:gd name="T23" fmla="*/ 31 h 57"/>
              <a:gd name="T24" fmla="*/ 84 w 85"/>
              <a:gd name="T25" fmla="*/ 27 h 57"/>
              <a:gd name="T26" fmla="*/ 84 w 85"/>
              <a:gd name="T27" fmla="*/ 19 h 57"/>
              <a:gd name="T28" fmla="*/ 79 w 85"/>
              <a:gd name="T29" fmla="*/ 14 h 57"/>
              <a:gd name="T30" fmla="*/ 74 w 85"/>
              <a:gd name="T31" fmla="*/ 11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85" h="57">
                <a:moveTo>
                  <a:pt x="74" y="11"/>
                </a:moveTo>
                <a:cubicBezTo>
                  <a:pt x="74" y="11"/>
                  <a:pt x="74" y="11"/>
                  <a:pt x="73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72" y="10"/>
                  <a:pt x="72" y="10"/>
                  <a:pt x="72" y="10"/>
                </a:cubicBezTo>
                <a:cubicBezTo>
                  <a:pt x="47" y="0"/>
                  <a:pt x="18" y="10"/>
                  <a:pt x="6" y="35"/>
                </a:cubicBezTo>
                <a:cubicBezTo>
                  <a:pt x="5" y="38"/>
                  <a:pt x="5" y="38"/>
                  <a:pt x="5" y="38"/>
                </a:cubicBezTo>
                <a:cubicBezTo>
                  <a:pt x="3" y="42"/>
                  <a:pt x="3" y="42"/>
                  <a:pt x="3" y="42"/>
                </a:cubicBezTo>
                <a:cubicBezTo>
                  <a:pt x="0" y="47"/>
                  <a:pt x="2" y="53"/>
                  <a:pt x="7" y="55"/>
                </a:cubicBezTo>
                <a:cubicBezTo>
                  <a:pt x="12" y="57"/>
                  <a:pt x="18" y="55"/>
                  <a:pt x="20" y="50"/>
                </a:cubicBezTo>
                <a:cubicBezTo>
                  <a:pt x="24" y="44"/>
                  <a:pt x="24" y="44"/>
                  <a:pt x="24" y="44"/>
                </a:cubicBezTo>
                <a:cubicBezTo>
                  <a:pt x="31" y="28"/>
                  <a:pt x="50" y="21"/>
                  <a:pt x="66" y="29"/>
                </a:cubicBezTo>
                <a:cubicBezTo>
                  <a:pt x="71" y="31"/>
                  <a:pt x="71" y="31"/>
                  <a:pt x="71" y="31"/>
                </a:cubicBezTo>
                <a:cubicBezTo>
                  <a:pt x="75" y="34"/>
                  <a:pt x="81" y="32"/>
                  <a:pt x="84" y="27"/>
                </a:cubicBezTo>
                <a:cubicBezTo>
                  <a:pt x="85" y="24"/>
                  <a:pt x="85" y="22"/>
                  <a:pt x="84" y="19"/>
                </a:cubicBezTo>
                <a:cubicBezTo>
                  <a:pt x="83" y="17"/>
                  <a:pt x="81" y="15"/>
                  <a:pt x="79" y="14"/>
                </a:cubicBezTo>
                <a:lnTo>
                  <a:pt x="74" y="11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0" name="Freeform 42"/>
          <p:cNvSpPr>
            <a:spLocks noChangeArrowheads="1"/>
          </p:cNvSpPr>
          <p:nvPr/>
        </p:nvSpPr>
        <p:spPr bwMode="auto">
          <a:xfrm>
            <a:off x="2187178" y="2197894"/>
            <a:ext cx="166688" cy="101204"/>
          </a:xfrm>
          <a:custGeom>
            <a:avLst/>
            <a:gdLst>
              <a:gd name="T0" fmla="*/ 123 w 129"/>
              <a:gd name="T1" fmla="*/ 20 h 78"/>
              <a:gd name="T2" fmla="*/ 119 w 129"/>
              <a:gd name="T3" fmla="*/ 18 h 78"/>
              <a:gd name="T4" fmla="*/ 119 w 129"/>
              <a:gd name="T5" fmla="*/ 18 h 78"/>
              <a:gd name="T6" fmla="*/ 116 w 129"/>
              <a:gd name="T7" fmla="*/ 17 h 78"/>
              <a:gd name="T8" fmla="*/ 114 w 129"/>
              <a:gd name="T9" fmla="*/ 16 h 78"/>
              <a:gd name="T10" fmla="*/ 6 w 129"/>
              <a:gd name="T11" fmla="*/ 56 h 78"/>
              <a:gd name="T12" fmla="*/ 6 w 129"/>
              <a:gd name="T13" fmla="*/ 57 h 78"/>
              <a:gd name="T14" fmla="*/ 2 w 129"/>
              <a:gd name="T15" fmla="*/ 64 h 78"/>
              <a:gd name="T16" fmla="*/ 6 w 129"/>
              <a:gd name="T17" fmla="*/ 76 h 78"/>
              <a:gd name="T18" fmla="*/ 18 w 129"/>
              <a:gd name="T19" fmla="*/ 72 h 78"/>
              <a:gd name="T20" fmla="*/ 22 w 129"/>
              <a:gd name="T21" fmla="*/ 65 h 78"/>
              <a:gd name="T22" fmla="*/ 22 w 129"/>
              <a:gd name="T23" fmla="*/ 64 h 78"/>
              <a:gd name="T24" fmla="*/ 109 w 129"/>
              <a:gd name="T25" fmla="*/ 34 h 78"/>
              <a:gd name="T26" fmla="*/ 115 w 129"/>
              <a:gd name="T27" fmla="*/ 36 h 78"/>
              <a:gd name="T28" fmla="*/ 127 w 129"/>
              <a:gd name="T29" fmla="*/ 32 h 78"/>
              <a:gd name="T30" fmla="*/ 123 w 129"/>
              <a:gd name="T31" fmla="*/ 20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29" h="78">
                <a:moveTo>
                  <a:pt x="123" y="20"/>
                </a:moveTo>
                <a:cubicBezTo>
                  <a:pt x="119" y="18"/>
                  <a:pt x="119" y="18"/>
                  <a:pt x="119" y="18"/>
                </a:cubicBezTo>
                <a:cubicBezTo>
                  <a:pt x="119" y="18"/>
                  <a:pt x="119" y="18"/>
                  <a:pt x="119" y="18"/>
                </a:cubicBezTo>
                <a:cubicBezTo>
                  <a:pt x="116" y="17"/>
                  <a:pt x="116" y="17"/>
                  <a:pt x="116" y="17"/>
                </a:cubicBezTo>
                <a:cubicBezTo>
                  <a:pt x="115" y="17"/>
                  <a:pt x="114" y="16"/>
                  <a:pt x="114" y="16"/>
                </a:cubicBezTo>
                <a:cubicBezTo>
                  <a:pt x="73" y="0"/>
                  <a:pt x="26" y="17"/>
                  <a:pt x="6" y="56"/>
                </a:cubicBezTo>
                <a:cubicBezTo>
                  <a:pt x="6" y="56"/>
                  <a:pt x="6" y="57"/>
                  <a:pt x="6" y="57"/>
                </a:cubicBezTo>
                <a:cubicBezTo>
                  <a:pt x="2" y="64"/>
                  <a:pt x="2" y="64"/>
                  <a:pt x="2" y="64"/>
                </a:cubicBezTo>
                <a:cubicBezTo>
                  <a:pt x="0" y="69"/>
                  <a:pt x="2" y="74"/>
                  <a:pt x="6" y="76"/>
                </a:cubicBezTo>
                <a:cubicBezTo>
                  <a:pt x="11" y="78"/>
                  <a:pt x="16" y="76"/>
                  <a:pt x="18" y="72"/>
                </a:cubicBezTo>
                <a:cubicBezTo>
                  <a:pt x="22" y="65"/>
                  <a:pt x="22" y="65"/>
                  <a:pt x="22" y="65"/>
                </a:cubicBezTo>
                <a:cubicBezTo>
                  <a:pt x="22" y="65"/>
                  <a:pt x="22" y="64"/>
                  <a:pt x="22" y="64"/>
                </a:cubicBezTo>
                <a:cubicBezTo>
                  <a:pt x="38" y="32"/>
                  <a:pt x="77" y="19"/>
                  <a:pt x="109" y="34"/>
                </a:cubicBezTo>
                <a:cubicBezTo>
                  <a:pt x="115" y="36"/>
                  <a:pt x="115" y="36"/>
                  <a:pt x="115" y="36"/>
                </a:cubicBezTo>
                <a:cubicBezTo>
                  <a:pt x="120" y="39"/>
                  <a:pt x="125" y="37"/>
                  <a:pt x="127" y="32"/>
                </a:cubicBezTo>
                <a:cubicBezTo>
                  <a:pt x="129" y="28"/>
                  <a:pt x="127" y="23"/>
                  <a:pt x="123" y="20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1" name="Oval 43"/>
          <p:cNvSpPr>
            <a:spLocks noChangeArrowheads="1"/>
          </p:cNvSpPr>
          <p:nvPr/>
        </p:nvSpPr>
        <p:spPr bwMode="auto">
          <a:xfrm>
            <a:off x="1932394" y="2682484"/>
            <a:ext cx="454819" cy="454819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72" name="Freeform 44"/>
          <p:cNvSpPr>
            <a:spLocks noEditPoints="1" noChangeArrowheads="1"/>
          </p:cNvSpPr>
          <p:nvPr/>
        </p:nvSpPr>
        <p:spPr bwMode="auto">
          <a:xfrm>
            <a:off x="2000250" y="2757490"/>
            <a:ext cx="315516" cy="308372"/>
          </a:xfrm>
          <a:custGeom>
            <a:avLst/>
            <a:gdLst>
              <a:gd name="T0" fmla="*/ 144 w 245"/>
              <a:gd name="T1" fmla="*/ 2 h 239"/>
              <a:gd name="T2" fmla="*/ 105 w 245"/>
              <a:gd name="T3" fmla="*/ 2 h 239"/>
              <a:gd name="T4" fmla="*/ 136 w 245"/>
              <a:gd name="T5" fmla="*/ 235 h 239"/>
              <a:gd name="T6" fmla="*/ 216 w 245"/>
              <a:gd name="T7" fmla="*/ 164 h 239"/>
              <a:gd name="T8" fmla="*/ 187 w 245"/>
              <a:gd name="T9" fmla="*/ 152 h 239"/>
              <a:gd name="T10" fmla="*/ 183 w 245"/>
              <a:gd name="T11" fmla="*/ 203 h 239"/>
              <a:gd name="T12" fmla="*/ 46 w 245"/>
              <a:gd name="T13" fmla="*/ 57 h 239"/>
              <a:gd name="T14" fmla="*/ 45 w 245"/>
              <a:gd name="T15" fmla="*/ 109 h 239"/>
              <a:gd name="T16" fmla="*/ 53 w 245"/>
              <a:gd name="T17" fmla="*/ 102 h 239"/>
              <a:gd name="T18" fmla="*/ 65 w 245"/>
              <a:gd name="T19" fmla="*/ 107 h 239"/>
              <a:gd name="T20" fmla="*/ 74 w 245"/>
              <a:gd name="T21" fmla="*/ 129 h 239"/>
              <a:gd name="T22" fmla="*/ 87 w 245"/>
              <a:gd name="T23" fmla="*/ 143 h 239"/>
              <a:gd name="T24" fmla="*/ 88 w 245"/>
              <a:gd name="T25" fmla="*/ 172 h 239"/>
              <a:gd name="T26" fmla="*/ 94 w 245"/>
              <a:gd name="T27" fmla="*/ 199 h 239"/>
              <a:gd name="T28" fmla="*/ 106 w 245"/>
              <a:gd name="T29" fmla="*/ 209 h 239"/>
              <a:gd name="T30" fmla="*/ 125 w 245"/>
              <a:gd name="T31" fmla="*/ 177 h 239"/>
              <a:gd name="T32" fmla="*/ 140 w 245"/>
              <a:gd name="T33" fmla="*/ 136 h 239"/>
              <a:gd name="T34" fmla="*/ 114 w 245"/>
              <a:gd name="T35" fmla="*/ 132 h 239"/>
              <a:gd name="T36" fmla="*/ 91 w 245"/>
              <a:gd name="T37" fmla="*/ 129 h 239"/>
              <a:gd name="T38" fmla="*/ 77 w 245"/>
              <a:gd name="T39" fmla="*/ 123 h 239"/>
              <a:gd name="T40" fmla="*/ 86 w 245"/>
              <a:gd name="T41" fmla="*/ 113 h 239"/>
              <a:gd name="T42" fmla="*/ 88 w 245"/>
              <a:gd name="T43" fmla="*/ 107 h 239"/>
              <a:gd name="T44" fmla="*/ 72 w 245"/>
              <a:gd name="T45" fmla="*/ 95 h 239"/>
              <a:gd name="T46" fmla="*/ 119 w 245"/>
              <a:gd name="T47" fmla="*/ 114 h 239"/>
              <a:gd name="T48" fmla="*/ 122 w 245"/>
              <a:gd name="T49" fmla="*/ 104 h 239"/>
              <a:gd name="T50" fmla="*/ 132 w 245"/>
              <a:gd name="T51" fmla="*/ 68 h 239"/>
              <a:gd name="T52" fmla="*/ 137 w 245"/>
              <a:gd name="T53" fmla="*/ 59 h 239"/>
              <a:gd name="T54" fmla="*/ 145 w 245"/>
              <a:gd name="T55" fmla="*/ 50 h 239"/>
              <a:gd name="T56" fmla="*/ 128 w 245"/>
              <a:gd name="T57" fmla="*/ 44 h 239"/>
              <a:gd name="T58" fmla="*/ 111 w 245"/>
              <a:gd name="T59" fmla="*/ 43 h 239"/>
              <a:gd name="T60" fmla="*/ 96 w 245"/>
              <a:gd name="T61" fmla="*/ 47 h 239"/>
              <a:gd name="T62" fmla="*/ 116 w 245"/>
              <a:gd name="T63" fmla="*/ 31 h 239"/>
              <a:gd name="T64" fmla="*/ 108 w 245"/>
              <a:gd name="T65" fmla="*/ 24 h 239"/>
              <a:gd name="T66" fmla="*/ 104 w 245"/>
              <a:gd name="T67" fmla="*/ 20 h 239"/>
              <a:gd name="T68" fmla="*/ 135 w 245"/>
              <a:gd name="T69" fmla="*/ 27 h 239"/>
              <a:gd name="T70" fmla="*/ 165 w 245"/>
              <a:gd name="T71" fmla="*/ 29 h 239"/>
              <a:gd name="T72" fmla="*/ 167 w 245"/>
              <a:gd name="T73" fmla="*/ 44 h 239"/>
              <a:gd name="T74" fmla="*/ 179 w 245"/>
              <a:gd name="T75" fmla="*/ 52 h 239"/>
              <a:gd name="T76" fmla="*/ 194 w 245"/>
              <a:gd name="T77" fmla="*/ 51 h 239"/>
              <a:gd name="T78" fmla="*/ 207 w 245"/>
              <a:gd name="T79" fmla="*/ 59 h 239"/>
              <a:gd name="T80" fmla="*/ 198 w 245"/>
              <a:gd name="T81" fmla="*/ 93 h 239"/>
              <a:gd name="T82" fmla="*/ 221 w 245"/>
              <a:gd name="T83" fmla="*/ 127 h 2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45" h="239">
                <a:moveTo>
                  <a:pt x="241" y="103"/>
                </a:moveTo>
                <a:cubicBezTo>
                  <a:pt x="239" y="84"/>
                  <a:pt x="232" y="65"/>
                  <a:pt x="220" y="49"/>
                </a:cubicBezTo>
                <a:cubicBezTo>
                  <a:pt x="201" y="23"/>
                  <a:pt x="175" y="8"/>
                  <a:pt x="144" y="2"/>
                </a:cubicBezTo>
                <a:cubicBezTo>
                  <a:pt x="137" y="1"/>
                  <a:pt x="131" y="1"/>
                  <a:pt x="124" y="0"/>
                </a:cubicBezTo>
                <a:cubicBezTo>
                  <a:pt x="123" y="0"/>
                  <a:pt x="123" y="0"/>
                  <a:pt x="123" y="0"/>
                </a:cubicBezTo>
                <a:cubicBezTo>
                  <a:pt x="117" y="1"/>
                  <a:pt x="111" y="1"/>
                  <a:pt x="105" y="2"/>
                </a:cubicBezTo>
                <a:cubicBezTo>
                  <a:pt x="44" y="11"/>
                  <a:pt x="0" y="69"/>
                  <a:pt x="7" y="130"/>
                </a:cubicBezTo>
                <a:cubicBezTo>
                  <a:pt x="10" y="160"/>
                  <a:pt x="23" y="185"/>
                  <a:pt x="45" y="205"/>
                </a:cubicBezTo>
                <a:cubicBezTo>
                  <a:pt x="70" y="228"/>
                  <a:pt x="101" y="239"/>
                  <a:pt x="136" y="235"/>
                </a:cubicBezTo>
                <a:cubicBezTo>
                  <a:pt x="163" y="233"/>
                  <a:pt x="186" y="222"/>
                  <a:pt x="206" y="203"/>
                </a:cubicBezTo>
                <a:cubicBezTo>
                  <a:pt x="234" y="176"/>
                  <a:pt x="245" y="142"/>
                  <a:pt x="241" y="103"/>
                </a:cubicBezTo>
                <a:moveTo>
                  <a:pt x="216" y="164"/>
                </a:moveTo>
                <a:cubicBezTo>
                  <a:pt x="213" y="159"/>
                  <a:pt x="209" y="151"/>
                  <a:pt x="208" y="145"/>
                </a:cubicBezTo>
                <a:cubicBezTo>
                  <a:pt x="205" y="136"/>
                  <a:pt x="199" y="145"/>
                  <a:pt x="199" y="151"/>
                </a:cubicBezTo>
                <a:cubicBezTo>
                  <a:pt x="198" y="157"/>
                  <a:pt x="195" y="161"/>
                  <a:pt x="187" y="152"/>
                </a:cubicBezTo>
                <a:cubicBezTo>
                  <a:pt x="179" y="143"/>
                  <a:pt x="177" y="145"/>
                  <a:pt x="175" y="145"/>
                </a:cubicBezTo>
                <a:cubicBezTo>
                  <a:pt x="173" y="145"/>
                  <a:pt x="168" y="151"/>
                  <a:pt x="169" y="179"/>
                </a:cubicBezTo>
                <a:cubicBezTo>
                  <a:pt x="170" y="198"/>
                  <a:pt x="178" y="201"/>
                  <a:pt x="183" y="203"/>
                </a:cubicBezTo>
                <a:cubicBezTo>
                  <a:pt x="173" y="209"/>
                  <a:pt x="162" y="214"/>
                  <a:pt x="150" y="217"/>
                </a:cubicBezTo>
                <a:cubicBezTo>
                  <a:pt x="104" y="229"/>
                  <a:pt x="57" y="208"/>
                  <a:pt x="35" y="165"/>
                </a:cubicBezTo>
                <a:cubicBezTo>
                  <a:pt x="15" y="126"/>
                  <a:pt x="25" y="82"/>
                  <a:pt x="46" y="57"/>
                </a:cubicBezTo>
                <a:cubicBezTo>
                  <a:pt x="46" y="61"/>
                  <a:pt x="47" y="65"/>
                  <a:pt x="47" y="69"/>
                </a:cubicBezTo>
                <a:cubicBezTo>
                  <a:pt x="48" y="80"/>
                  <a:pt x="47" y="91"/>
                  <a:pt x="45" y="102"/>
                </a:cubicBezTo>
                <a:cubicBezTo>
                  <a:pt x="45" y="104"/>
                  <a:pt x="45" y="106"/>
                  <a:pt x="45" y="109"/>
                </a:cubicBezTo>
                <a:cubicBezTo>
                  <a:pt x="46" y="110"/>
                  <a:pt x="48" y="111"/>
                  <a:pt x="49" y="111"/>
                </a:cubicBezTo>
                <a:cubicBezTo>
                  <a:pt x="50" y="112"/>
                  <a:pt x="52" y="110"/>
                  <a:pt x="52" y="109"/>
                </a:cubicBezTo>
                <a:cubicBezTo>
                  <a:pt x="53" y="107"/>
                  <a:pt x="53" y="104"/>
                  <a:pt x="53" y="102"/>
                </a:cubicBezTo>
                <a:cubicBezTo>
                  <a:pt x="53" y="100"/>
                  <a:pt x="53" y="99"/>
                  <a:pt x="53" y="96"/>
                </a:cubicBezTo>
                <a:cubicBezTo>
                  <a:pt x="55" y="98"/>
                  <a:pt x="56" y="98"/>
                  <a:pt x="57" y="99"/>
                </a:cubicBezTo>
                <a:cubicBezTo>
                  <a:pt x="60" y="102"/>
                  <a:pt x="62" y="105"/>
                  <a:pt x="65" y="107"/>
                </a:cubicBezTo>
                <a:cubicBezTo>
                  <a:pt x="66" y="109"/>
                  <a:pt x="67" y="110"/>
                  <a:pt x="67" y="112"/>
                </a:cubicBezTo>
                <a:cubicBezTo>
                  <a:pt x="67" y="115"/>
                  <a:pt x="68" y="117"/>
                  <a:pt x="70" y="119"/>
                </a:cubicBezTo>
                <a:cubicBezTo>
                  <a:pt x="72" y="122"/>
                  <a:pt x="72" y="126"/>
                  <a:pt x="74" y="129"/>
                </a:cubicBezTo>
                <a:cubicBezTo>
                  <a:pt x="74" y="130"/>
                  <a:pt x="74" y="132"/>
                  <a:pt x="75" y="133"/>
                </a:cubicBezTo>
                <a:cubicBezTo>
                  <a:pt x="76" y="136"/>
                  <a:pt x="78" y="138"/>
                  <a:pt x="82" y="138"/>
                </a:cubicBezTo>
                <a:cubicBezTo>
                  <a:pt x="85" y="138"/>
                  <a:pt x="86" y="140"/>
                  <a:pt x="87" y="143"/>
                </a:cubicBezTo>
                <a:cubicBezTo>
                  <a:pt x="86" y="143"/>
                  <a:pt x="85" y="143"/>
                  <a:pt x="84" y="143"/>
                </a:cubicBezTo>
                <a:cubicBezTo>
                  <a:pt x="80" y="144"/>
                  <a:pt x="78" y="146"/>
                  <a:pt x="78" y="150"/>
                </a:cubicBezTo>
                <a:cubicBezTo>
                  <a:pt x="78" y="159"/>
                  <a:pt x="81" y="166"/>
                  <a:pt x="88" y="172"/>
                </a:cubicBezTo>
                <a:cubicBezTo>
                  <a:pt x="90" y="174"/>
                  <a:pt x="91" y="175"/>
                  <a:pt x="93" y="177"/>
                </a:cubicBezTo>
                <a:cubicBezTo>
                  <a:pt x="97" y="181"/>
                  <a:pt x="98" y="186"/>
                  <a:pt x="97" y="191"/>
                </a:cubicBezTo>
                <a:cubicBezTo>
                  <a:pt x="96" y="193"/>
                  <a:pt x="94" y="196"/>
                  <a:pt x="94" y="199"/>
                </a:cubicBezTo>
                <a:cubicBezTo>
                  <a:pt x="94" y="201"/>
                  <a:pt x="94" y="204"/>
                  <a:pt x="94" y="207"/>
                </a:cubicBezTo>
                <a:cubicBezTo>
                  <a:pt x="95" y="209"/>
                  <a:pt x="95" y="215"/>
                  <a:pt x="97" y="215"/>
                </a:cubicBezTo>
                <a:cubicBezTo>
                  <a:pt x="102" y="214"/>
                  <a:pt x="105" y="215"/>
                  <a:pt x="106" y="209"/>
                </a:cubicBezTo>
                <a:cubicBezTo>
                  <a:pt x="106" y="208"/>
                  <a:pt x="106" y="208"/>
                  <a:pt x="105" y="207"/>
                </a:cubicBezTo>
                <a:cubicBezTo>
                  <a:pt x="104" y="202"/>
                  <a:pt x="111" y="187"/>
                  <a:pt x="115" y="185"/>
                </a:cubicBezTo>
                <a:cubicBezTo>
                  <a:pt x="118" y="182"/>
                  <a:pt x="121" y="180"/>
                  <a:pt x="125" y="177"/>
                </a:cubicBezTo>
                <a:cubicBezTo>
                  <a:pt x="129" y="173"/>
                  <a:pt x="131" y="168"/>
                  <a:pt x="129" y="162"/>
                </a:cubicBezTo>
                <a:cubicBezTo>
                  <a:pt x="127" y="157"/>
                  <a:pt x="129" y="153"/>
                  <a:pt x="133" y="149"/>
                </a:cubicBezTo>
                <a:cubicBezTo>
                  <a:pt x="137" y="146"/>
                  <a:pt x="140" y="141"/>
                  <a:pt x="140" y="136"/>
                </a:cubicBezTo>
                <a:cubicBezTo>
                  <a:pt x="139" y="130"/>
                  <a:pt x="136" y="126"/>
                  <a:pt x="131" y="127"/>
                </a:cubicBezTo>
                <a:cubicBezTo>
                  <a:pt x="129" y="127"/>
                  <a:pt x="126" y="128"/>
                  <a:pt x="124" y="129"/>
                </a:cubicBezTo>
                <a:cubicBezTo>
                  <a:pt x="121" y="130"/>
                  <a:pt x="117" y="132"/>
                  <a:pt x="114" y="132"/>
                </a:cubicBezTo>
                <a:cubicBezTo>
                  <a:pt x="109" y="133"/>
                  <a:pt x="106" y="130"/>
                  <a:pt x="104" y="126"/>
                </a:cubicBezTo>
                <a:cubicBezTo>
                  <a:pt x="102" y="123"/>
                  <a:pt x="102" y="123"/>
                  <a:pt x="99" y="125"/>
                </a:cubicBezTo>
                <a:cubicBezTo>
                  <a:pt x="96" y="126"/>
                  <a:pt x="94" y="128"/>
                  <a:pt x="91" y="129"/>
                </a:cubicBezTo>
                <a:cubicBezTo>
                  <a:pt x="89" y="131"/>
                  <a:pt x="87" y="130"/>
                  <a:pt x="85" y="128"/>
                </a:cubicBezTo>
                <a:cubicBezTo>
                  <a:pt x="84" y="127"/>
                  <a:pt x="82" y="126"/>
                  <a:pt x="81" y="125"/>
                </a:cubicBezTo>
                <a:cubicBezTo>
                  <a:pt x="79" y="124"/>
                  <a:pt x="78" y="124"/>
                  <a:pt x="77" y="123"/>
                </a:cubicBezTo>
                <a:cubicBezTo>
                  <a:pt x="76" y="122"/>
                  <a:pt x="74" y="120"/>
                  <a:pt x="74" y="119"/>
                </a:cubicBezTo>
                <a:cubicBezTo>
                  <a:pt x="74" y="117"/>
                  <a:pt x="76" y="115"/>
                  <a:pt x="78" y="115"/>
                </a:cubicBezTo>
                <a:cubicBezTo>
                  <a:pt x="80" y="114"/>
                  <a:pt x="83" y="114"/>
                  <a:pt x="86" y="113"/>
                </a:cubicBezTo>
                <a:cubicBezTo>
                  <a:pt x="88" y="113"/>
                  <a:pt x="89" y="112"/>
                  <a:pt x="90" y="112"/>
                </a:cubicBezTo>
                <a:cubicBezTo>
                  <a:pt x="92" y="111"/>
                  <a:pt x="92" y="110"/>
                  <a:pt x="91" y="109"/>
                </a:cubicBezTo>
                <a:cubicBezTo>
                  <a:pt x="90" y="108"/>
                  <a:pt x="89" y="108"/>
                  <a:pt x="88" y="107"/>
                </a:cubicBezTo>
                <a:cubicBezTo>
                  <a:pt x="84" y="105"/>
                  <a:pt x="80" y="104"/>
                  <a:pt x="75" y="102"/>
                </a:cubicBezTo>
                <a:cubicBezTo>
                  <a:pt x="74" y="102"/>
                  <a:pt x="73" y="101"/>
                  <a:pt x="72" y="100"/>
                </a:cubicBezTo>
                <a:cubicBezTo>
                  <a:pt x="70" y="99"/>
                  <a:pt x="69" y="97"/>
                  <a:pt x="72" y="95"/>
                </a:cubicBezTo>
                <a:cubicBezTo>
                  <a:pt x="81" y="86"/>
                  <a:pt x="93" y="84"/>
                  <a:pt x="103" y="95"/>
                </a:cubicBezTo>
                <a:cubicBezTo>
                  <a:pt x="106" y="98"/>
                  <a:pt x="108" y="103"/>
                  <a:pt x="111" y="106"/>
                </a:cubicBezTo>
                <a:cubicBezTo>
                  <a:pt x="113" y="109"/>
                  <a:pt x="116" y="112"/>
                  <a:pt x="119" y="114"/>
                </a:cubicBezTo>
                <a:cubicBezTo>
                  <a:pt x="120" y="115"/>
                  <a:pt x="123" y="115"/>
                  <a:pt x="124" y="115"/>
                </a:cubicBezTo>
                <a:cubicBezTo>
                  <a:pt x="126" y="114"/>
                  <a:pt x="126" y="111"/>
                  <a:pt x="125" y="109"/>
                </a:cubicBezTo>
                <a:cubicBezTo>
                  <a:pt x="124" y="107"/>
                  <a:pt x="123" y="105"/>
                  <a:pt x="122" y="104"/>
                </a:cubicBezTo>
                <a:cubicBezTo>
                  <a:pt x="116" y="96"/>
                  <a:pt x="117" y="82"/>
                  <a:pt x="128" y="76"/>
                </a:cubicBezTo>
                <a:cubicBezTo>
                  <a:pt x="132" y="74"/>
                  <a:pt x="135" y="72"/>
                  <a:pt x="137" y="67"/>
                </a:cubicBezTo>
                <a:cubicBezTo>
                  <a:pt x="135" y="67"/>
                  <a:pt x="133" y="68"/>
                  <a:pt x="132" y="68"/>
                </a:cubicBezTo>
                <a:cubicBezTo>
                  <a:pt x="123" y="71"/>
                  <a:pt x="129" y="65"/>
                  <a:pt x="133" y="63"/>
                </a:cubicBezTo>
                <a:cubicBezTo>
                  <a:pt x="136" y="63"/>
                  <a:pt x="131" y="61"/>
                  <a:pt x="131" y="61"/>
                </a:cubicBezTo>
                <a:cubicBezTo>
                  <a:pt x="131" y="61"/>
                  <a:pt x="134" y="60"/>
                  <a:pt x="137" y="59"/>
                </a:cubicBezTo>
                <a:cubicBezTo>
                  <a:pt x="139" y="58"/>
                  <a:pt x="142" y="57"/>
                  <a:pt x="143" y="55"/>
                </a:cubicBezTo>
                <a:cubicBezTo>
                  <a:pt x="145" y="54"/>
                  <a:pt x="145" y="52"/>
                  <a:pt x="146" y="51"/>
                </a:cubicBezTo>
                <a:cubicBezTo>
                  <a:pt x="146" y="51"/>
                  <a:pt x="146" y="50"/>
                  <a:pt x="145" y="50"/>
                </a:cubicBezTo>
                <a:cubicBezTo>
                  <a:pt x="143" y="50"/>
                  <a:pt x="141" y="51"/>
                  <a:pt x="139" y="51"/>
                </a:cubicBezTo>
                <a:cubicBezTo>
                  <a:pt x="135" y="51"/>
                  <a:pt x="134" y="51"/>
                  <a:pt x="134" y="47"/>
                </a:cubicBezTo>
                <a:cubicBezTo>
                  <a:pt x="133" y="44"/>
                  <a:pt x="131" y="43"/>
                  <a:pt x="128" y="44"/>
                </a:cubicBezTo>
                <a:cubicBezTo>
                  <a:pt x="127" y="45"/>
                  <a:pt x="125" y="46"/>
                  <a:pt x="123" y="47"/>
                </a:cubicBezTo>
                <a:cubicBezTo>
                  <a:pt x="120" y="50"/>
                  <a:pt x="117" y="49"/>
                  <a:pt x="115" y="45"/>
                </a:cubicBezTo>
                <a:cubicBezTo>
                  <a:pt x="115" y="42"/>
                  <a:pt x="113" y="42"/>
                  <a:pt x="111" y="43"/>
                </a:cubicBezTo>
                <a:cubicBezTo>
                  <a:pt x="110" y="44"/>
                  <a:pt x="109" y="45"/>
                  <a:pt x="108" y="46"/>
                </a:cubicBezTo>
                <a:cubicBezTo>
                  <a:pt x="106" y="47"/>
                  <a:pt x="104" y="48"/>
                  <a:pt x="102" y="48"/>
                </a:cubicBezTo>
                <a:cubicBezTo>
                  <a:pt x="100" y="49"/>
                  <a:pt x="97" y="50"/>
                  <a:pt x="96" y="47"/>
                </a:cubicBezTo>
                <a:cubicBezTo>
                  <a:pt x="95" y="45"/>
                  <a:pt x="96" y="43"/>
                  <a:pt x="98" y="41"/>
                </a:cubicBezTo>
                <a:cubicBezTo>
                  <a:pt x="100" y="39"/>
                  <a:pt x="103" y="38"/>
                  <a:pt x="105" y="37"/>
                </a:cubicBezTo>
                <a:cubicBezTo>
                  <a:pt x="109" y="35"/>
                  <a:pt x="113" y="33"/>
                  <a:pt x="116" y="31"/>
                </a:cubicBezTo>
                <a:cubicBezTo>
                  <a:pt x="119" y="29"/>
                  <a:pt x="120" y="26"/>
                  <a:pt x="119" y="23"/>
                </a:cubicBezTo>
                <a:cubicBezTo>
                  <a:pt x="119" y="20"/>
                  <a:pt x="117" y="19"/>
                  <a:pt x="114" y="21"/>
                </a:cubicBezTo>
                <a:cubicBezTo>
                  <a:pt x="112" y="22"/>
                  <a:pt x="110" y="23"/>
                  <a:pt x="108" y="24"/>
                </a:cubicBezTo>
                <a:cubicBezTo>
                  <a:pt x="107" y="25"/>
                  <a:pt x="105" y="25"/>
                  <a:pt x="103" y="24"/>
                </a:cubicBezTo>
                <a:cubicBezTo>
                  <a:pt x="103" y="24"/>
                  <a:pt x="102" y="23"/>
                  <a:pt x="102" y="22"/>
                </a:cubicBezTo>
                <a:cubicBezTo>
                  <a:pt x="102" y="21"/>
                  <a:pt x="103" y="20"/>
                  <a:pt x="104" y="20"/>
                </a:cubicBezTo>
                <a:cubicBezTo>
                  <a:pt x="109" y="19"/>
                  <a:pt x="114" y="18"/>
                  <a:pt x="119" y="18"/>
                </a:cubicBezTo>
                <a:cubicBezTo>
                  <a:pt x="120" y="18"/>
                  <a:pt x="121" y="18"/>
                  <a:pt x="121" y="19"/>
                </a:cubicBezTo>
                <a:cubicBezTo>
                  <a:pt x="125" y="23"/>
                  <a:pt x="129" y="25"/>
                  <a:pt x="135" y="27"/>
                </a:cubicBezTo>
                <a:cubicBezTo>
                  <a:pt x="139" y="28"/>
                  <a:pt x="139" y="27"/>
                  <a:pt x="140" y="23"/>
                </a:cubicBezTo>
                <a:cubicBezTo>
                  <a:pt x="145" y="22"/>
                  <a:pt x="151" y="19"/>
                  <a:pt x="156" y="22"/>
                </a:cubicBezTo>
                <a:cubicBezTo>
                  <a:pt x="159" y="24"/>
                  <a:pt x="162" y="27"/>
                  <a:pt x="165" y="29"/>
                </a:cubicBezTo>
                <a:cubicBezTo>
                  <a:pt x="165" y="30"/>
                  <a:pt x="165" y="32"/>
                  <a:pt x="165" y="33"/>
                </a:cubicBezTo>
                <a:cubicBezTo>
                  <a:pt x="164" y="35"/>
                  <a:pt x="163" y="36"/>
                  <a:pt x="163" y="38"/>
                </a:cubicBezTo>
                <a:cubicBezTo>
                  <a:pt x="162" y="41"/>
                  <a:pt x="164" y="44"/>
                  <a:pt x="167" y="44"/>
                </a:cubicBezTo>
                <a:cubicBezTo>
                  <a:pt x="168" y="44"/>
                  <a:pt x="169" y="43"/>
                  <a:pt x="171" y="43"/>
                </a:cubicBezTo>
                <a:cubicBezTo>
                  <a:pt x="174" y="43"/>
                  <a:pt x="175" y="44"/>
                  <a:pt x="174" y="48"/>
                </a:cubicBezTo>
                <a:cubicBezTo>
                  <a:pt x="174" y="52"/>
                  <a:pt x="175" y="53"/>
                  <a:pt x="179" y="52"/>
                </a:cubicBezTo>
                <a:cubicBezTo>
                  <a:pt x="181" y="52"/>
                  <a:pt x="182" y="52"/>
                  <a:pt x="183" y="53"/>
                </a:cubicBezTo>
                <a:cubicBezTo>
                  <a:pt x="184" y="53"/>
                  <a:pt x="185" y="54"/>
                  <a:pt x="185" y="54"/>
                </a:cubicBezTo>
                <a:cubicBezTo>
                  <a:pt x="190" y="57"/>
                  <a:pt x="193" y="56"/>
                  <a:pt x="194" y="51"/>
                </a:cubicBezTo>
                <a:cubicBezTo>
                  <a:pt x="194" y="50"/>
                  <a:pt x="194" y="50"/>
                  <a:pt x="194" y="49"/>
                </a:cubicBezTo>
                <a:cubicBezTo>
                  <a:pt x="195" y="47"/>
                  <a:pt x="196" y="46"/>
                  <a:pt x="198" y="48"/>
                </a:cubicBezTo>
                <a:cubicBezTo>
                  <a:pt x="201" y="51"/>
                  <a:pt x="204" y="55"/>
                  <a:pt x="207" y="59"/>
                </a:cubicBezTo>
                <a:cubicBezTo>
                  <a:pt x="204" y="62"/>
                  <a:pt x="204" y="66"/>
                  <a:pt x="204" y="70"/>
                </a:cubicBezTo>
                <a:cubicBezTo>
                  <a:pt x="205" y="75"/>
                  <a:pt x="204" y="78"/>
                  <a:pt x="202" y="82"/>
                </a:cubicBezTo>
                <a:cubicBezTo>
                  <a:pt x="201" y="86"/>
                  <a:pt x="199" y="90"/>
                  <a:pt x="198" y="93"/>
                </a:cubicBezTo>
                <a:cubicBezTo>
                  <a:pt x="196" y="99"/>
                  <a:pt x="198" y="102"/>
                  <a:pt x="204" y="103"/>
                </a:cubicBezTo>
                <a:cubicBezTo>
                  <a:pt x="209" y="104"/>
                  <a:pt x="210" y="105"/>
                  <a:pt x="211" y="111"/>
                </a:cubicBezTo>
                <a:cubicBezTo>
                  <a:pt x="211" y="118"/>
                  <a:pt x="215" y="124"/>
                  <a:pt x="221" y="127"/>
                </a:cubicBezTo>
                <a:cubicBezTo>
                  <a:pt x="223" y="128"/>
                  <a:pt x="224" y="128"/>
                  <a:pt x="226" y="129"/>
                </a:cubicBezTo>
                <a:cubicBezTo>
                  <a:pt x="225" y="140"/>
                  <a:pt x="222" y="152"/>
                  <a:pt x="216" y="164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3" name="Oval 45"/>
          <p:cNvSpPr>
            <a:spLocks noChangeArrowheads="1"/>
          </p:cNvSpPr>
          <p:nvPr/>
        </p:nvSpPr>
        <p:spPr bwMode="auto">
          <a:xfrm>
            <a:off x="2559853" y="1252540"/>
            <a:ext cx="461963" cy="460772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grpSp>
        <p:nvGrpSpPr>
          <p:cNvPr id="74" name="组合 93"/>
          <p:cNvGrpSpPr/>
          <p:nvPr/>
        </p:nvGrpSpPr>
        <p:grpSpPr bwMode="auto">
          <a:xfrm>
            <a:off x="2637235" y="1340649"/>
            <a:ext cx="304800" cy="264319"/>
            <a:chOff x="4409943" y="2975668"/>
            <a:chExt cx="406691" cy="352028"/>
          </a:xfrm>
        </p:grpSpPr>
        <p:sp>
          <p:nvSpPr>
            <p:cNvPr id="75" name="Freeform 46"/>
            <p:cNvSpPr>
              <a:spLocks noChangeArrowheads="1"/>
            </p:cNvSpPr>
            <p:nvPr/>
          </p:nvSpPr>
          <p:spPr bwMode="auto">
            <a:xfrm>
              <a:off x="4684777" y="2991525"/>
              <a:ext cx="66723" cy="82457"/>
            </a:xfrm>
            <a:custGeom>
              <a:avLst/>
              <a:gdLst>
                <a:gd name="T0" fmla="*/ 90 w 90"/>
                <a:gd name="T1" fmla="*/ 0 h 113"/>
                <a:gd name="T2" fmla="*/ 0 w 90"/>
                <a:gd name="T3" fmla="*/ 0 h 113"/>
                <a:gd name="T4" fmla="*/ 0 w 90"/>
                <a:gd name="T5" fmla="*/ 40 h 113"/>
                <a:gd name="T6" fmla="*/ 90 w 90"/>
                <a:gd name="T7" fmla="*/ 113 h 113"/>
                <a:gd name="T8" fmla="*/ 90 w 90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113">
                  <a:moveTo>
                    <a:pt x="90" y="0"/>
                  </a:moveTo>
                  <a:lnTo>
                    <a:pt x="0" y="0"/>
                  </a:lnTo>
                  <a:lnTo>
                    <a:pt x="0" y="40"/>
                  </a:lnTo>
                  <a:lnTo>
                    <a:pt x="90" y="113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76" name="Freeform 47"/>
            <p:cNvSpPr>
              <a:spLocks noChangeArrowheads="1"/>
            </p:cNvSpPr>
            <p:nvPr/>
          </p:nvSpPr>
          <p:spPr bwMode="auto">
            <a:xfrm>
              <a:off x="4475077" y="3062883"/>
              <a:ext cx="276423" cy="264813"/>
            </a:xfrm>
            <a:custGeom>
              <a:avLst/>
              <a:gdLst>
                <a:gd name="T0" fmla="*/ 379 w 379"/>
                <a:gd name="T1" fmla="*/ 193 h 364"/>
                <a:gd name="T2" fmla="*/ 379 w 379"/>
                <a:gd name="T3" fmla="*/ 153 h 364"/>
                <a:gd name="T4" fmla="*/ 289 w 379"/>
                <a:gd name="T5" fmla="*/ 80 h 364"/>
                <a:gd name="T6" fmla="*/ 190 w 379"/>
                <a:gd name="T7" fmla="*/ 0 h 364"/>
                <a:gd name="T8" fmla="*/ 0 w 379"/>
                <a:gd name="T9" fmla="*/ 153 h 364"/>
                <a:gd name="T10" fmla="*/ 0 w 379"/>
                <a:gd name="T11" fmla="*/ 364 h 364"/>
                <a:gd name="T12" fmla="*/ 121 w 379"/>
                <a:gd name="T13" fmla="*/ 364 h 364"/>
                <a:gd name="T14" fmla="*/ 121 w 379"/>
                <a:gd name="T15" fmla="*/ 158 h 364"/>
                <a:gd name="T16" fmla="*/ 261 w 379"/>
                <a:gd name="T17" fmla="*/ 158 h 364"/>
                <a:gd name="T18" fmla="*/ 261 w 379"/>
                <a:gd name="T19" fmla="*/ 364 h 364"/>
                <a:gd name="T20" fmla="*/ 379 w 379"/>
                <a:gd name="T21" fmla="*/ 364 h 364"/>
                <a:gd name="T22" fmla="*/ 379 w 379"/>
                <a:gd name="T23" fmla="*/ 19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79" h="364">
                  <a:moveTo>
                    <a:pt x="379" y="193"/>
                  </a:moveTo>
                  <a:lnTo>
                    <a:pt x="379" y="153"/>
                  </a:lnTo>
                  <a:lnTo>
                    <a:pt x="289" y="80"/>
                  </a:lnTo>
                  <a:lnTo>
                    <a:pt x="190" y="0"/>
                  </a:lnTo>
                  <a:lnTo>
                    <a:pt x="0" y="153"/>
                  </a:lnTo>
                  <a:lnTo>
                    <a:pt x="0" y="364"/>
                  </a:lnTo>
                  <a:lnTo>
                    <a:pt x="121" y="364"/>
                  </a:lnTo>
                  <a:lnTo>
                    <a:pt x="121" y="158"/>
                  </a:lnTo>
                  <a:lnTo>
                    <a:pt x="261" y="158"/>
                  </a:lnTo>
                  <a:lnTo>
                    <a:pt x="261" y="364"/>
                  </a:lnTo>
                  <a:lnTo>
                    <a:pt x="379" y="364"/>
                  </a:lnTo>
                  <a:lnTo>
                    <a:pt x="379" y="1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77" name="Freeform 48"/>
            <p:cNvSpPr>
              <a:spLocks noChangeArrowheads="1"/>
            </p:cNvSpPr>
            <p:nvPr/>
          </p:nvSpPr>
          <p:spPr bwMode="auto">
            <a:xfrm>
              <a:off x="4409943" y="2975668"/>
              <a:ext cx="406691" cy="207729"/>
            </a:xfrm>
            <a:custGeom>
              <a:avLst/>
              <a:gdLst>
                <a:gd name="T0" fmla="*/ 89 w 558"/>
                <a:gd name="T1" fmla="*/ 253 h 286"/>
                <a:gd name="T2" fmla="*/ 279 w 558"/>
                <a:gd name="T3" fmla="*/ 100 h 286"/>
                <a:gd name="T4" fmla="*/ 378 w 558"/>
                <a:gd name="T5" fmla="*/ 178 h 286"/>
                <a:gd name="T6" fmla="*/ 468 w 558"/>
                <a:gd name="T7" fmla="*/ 253 h 286"/>
                <a:gd name="T8" fmla="*/ 510 w 558"/>
                <a:gd name="T9" fmla="*/ 286 h 286"/>
                <a:gd name="T10" fmla="*/ 558 w 558"/>
                <a:gd name="T11" fmla="*/ 227 h 286"/>
                <a:gd name="T12" fmla="*/ 468 w 558"/>
                <a:gd name="T13" fmla="*/ 154 h 286"/>
                <a:gd name="T14" fmla="*/ 378 w 558"/>
                <a:gd name="T15" fmla="*/ 81 h 286"/>
                <a:gd name="T16" fmla="*/ 279 w 558"/>
                <a:gd name="T17" fmla="*/ 0 h 286"/>
                <a:gd name="T18" fmla="*/ 0 w 558"/>
                <a:gd name="T19" fmla="*/ 227 h 286"/>
                <a:gd name="T20" fmla="*/ 49 w 558"/>
                <a:gd name="T21" fmla="*/ 286 h 286"/>
                <a:gd name="T22" fmla="*/ 89 w 558"/>
                <a:gd name="T23" fmla="*/ 253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58" h="286">
                  <a:moveTo>
                    <a:pt x="89" y="253"/>
                  </a:moveTo>
                  <a:lnTo>
                    <a:pt x="279" y="100"/>
                  </a:lnTo>
                  <a:lnTo>
                    <a:pt x="378" y="178"/>
                  </a:lnTo>
                  <a:lnTo>
                    <a:pt x="468" y="253"/>
                  </a:lnTo>
                  <a:lnTo>
                    <a:pt x="510" y="286"/>
                  </a:lnTo>
                  <a:lnTo>
                    <a:pt x="558" y="227"/>
                  </a:lnTo>
                  <a:lnTo>
                    <a:pt x="468" y="154"/>
                  </a:lnTo>
                  <a:lnTo>
                    <a:pt x="378" y="81"/>
                  </a:lnTo>
                  <a:lnTo>
                    <a:pt x="279" y="0"/>
                  </a:lnTo>
                  <a:lnTo>
                    <a:pt x="0" y="227"/>
                  </a:lnTo>
                  <a:lnTo>
                    <a:pt x="49" y="286"/>
                  </a:lnTo>
                  <a:lnTo>
                    <a:pt x="89" y="2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</p:grpSp>
      <p:sp>
        <p:nvSpPr>
          <p:cNvPr id="78" name="Oval 49"/>
          <p:cNvSpPr>
            <a:spLocks noChangeArrowheads="1"/>
          </p:cNvSpPr>
          <p:nvPr/>
        </p:nvSpPr>
        <p:spPr bwMode="auto">
          <a:xfrm>
            <a:off x="100021" y="2443163"/>
            <a:ext cx="454819" cy="457200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grpSp>
        <p:nvGrpSpPr>
          <p:cNvPr id="79" name="组合 98"/>
          <p:cNvGrpSpPr/>
          <p:nvPr/>
        </p:nvGrpSpPr>
        <p:grpSpPr bwMode="auto">
          <a:xfrm>
            <a:off x="166690" y="2551515"/>
            <a:ext cx="320279" cy="258365"/>
            <a:chOff x="1513542" y="4408563"/>
            <a:chExt cx="425641" cy="344740"/>
          </a:xfrm>
        </p:grpSpPr>
        <p:sp>
          <p:nvSpPr>
            <p:cNvPr id="80" name="Freeform 50"/>
            <p:cNvSpPr>
              <a:spLocks noChangeArrowheads="1"/>
            </p:cNvSpPr>
            <p:nvPr/>
          </p:nvSpPr>
          <p:spPr bwMode="auto">
            <a:xfrm>
              <a:off x="1513542" y="4489584"/>
              <a:ext cx="306967" cy="263719"/>
            </a:xfrm>
            <a:custGeom>
              <a:avLst/>
              <a:gdLst>
                <a:gd name="T0" fmla="*/ 45 w 421"/>
                <a:gd name="T1" fmla="*/ 362 h 362"/>
                <a:gd name="T2" fmla="*/ 118 w 421"/>
                <a:gd name="T3" fmla="*/ 281 h 362"/>
                <a:gd name="T4" fmla="*/ 421 w 421"/>
                <a:gd name="T5" fmla="*/ 281 h 362"/>
                <a:gd name="T6" fmla="*/ 421 w 421"/>
                <a:gd name="T7" fmla="*/ 199 h 362"/>
                <a:gd name="T8" fmla="*/ 146 w 421"/>
                <a:gd name="T9" fmla="*/ 199 h 362"/>
                <a:gd name="T10" fmla="*/ 132 w 421"/>
                <a:gd name="T11" fmla="*/ 199 h 362"/>
                <a:gd name="T12" fmla="*/ 132 w 421"/>
                <a:gd name="T13" fmla="*/ 182 h 362"/>
                <a:gd name="T14" fmla="*/ 132 w 421"/>
                <a:gd name="T15" fmla="*/ 0 h 362"/>
                <a:gd name="T16" fmla="*/ 0 w 421"/>
                <a:gd name="T17" fmla="*/ 0 h 362"/>
                <a:gd name="T18" fmla="*/ 0 w 421"/>
                <a:gd name="T19" fmla="*/ 281 h 362"/>
                <a:gd name="T20" fmla="*/ 45 w 421"/>
                <a:gd name="T21" fmla="*/ 281 h 362"/>
                <a:gd name="T22" fmla="*/ 45 w 421"/>
                <a:gd name="T23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21" h="362">
                  <a:moveTo>
                    <a:pt x="45" y="362"/>
                  </a:moveTo>
                  <a:lnTo>
                    <a:pt x="118" y="281"/>
                  </a:lnTo>
                  <a:lnTo>
                    <a:pt x="421" y="281"/>
                  </a:lnTo>
                  <a:lnTo>
                    <a:pt x="421" y="199"/>
                  </a:lnTo>
                  <a:lnTo>
                    <a:pt x="146" y="199"/>
                  </a:lnTo>
                  <a:lnTo>
                    <a:pt x="132" y="199"/>
                  </a:lnTo>
                  <a:lnTo>
                    <a:pt x="132" y="182"/>
                  </a:lnTo>
                  <a:lnTo>
                    <a:pt x="13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45" y="281"/>
                  </a:lnTo>
                  <a:lnTo>
                    <a:pt x="45" y="36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81" name="Freeform 51"/>
            <p:cNvSpPr>
              <a:spLocks noEditPoints="1" noChangeArrowheads="1"/>
            </p:cNvSpPr>
            <p:nvPr/>
          </p:nvSpPr>
          <p:spPr bwMode="auto">
            <a:xfrm>
              <a:off x="1622722" y="4408563"/>
              <a:ext cx="316461" cy="273251"/>
            </a:xfrm>
            <a:custGeom>
              <a:avLst/>
              <a:gdLst>
                <a:gd name="T0" fmla="*/ 132 w 184"/>
                <a:gd name="T1" fmla="*/ 124 h 159"/>
                <a:gd name="T2" fmla="*/ 165 w 184"/>
                <a:gd name="T3" fmla="*/ 159 h 159"/>
                <a:gd name="T4" fmla="*/ 165 w 184"/>
                <a:gd name="T5" fmla="*/ 124 h 159"/>
                <a:gd name="T6" fmla="*/ 184 w 184"/>
                <a:gd name="T7" fmla="*/ 124 h 159"/>
                <a:gd name="T8" fmla="*/ 184 w 184"/>
                <a:gd name="T9" fmla="*/ 0 h 159"/>
                <a:gd name="T10" fmla="*/ 0 w 184"/>
                <a:gd name="T11" fmla="*/ 0 h 159"/>
                <a:gd name="T12" fmla="*/ 0 w 184"/>
                <a:gd name="T13" fmla="*/ 47 h 159"/>
                <a:gd name="T14" fmla="*/ 0 w 184"/>
                <a:gd name="T15" fmla="*/ 124 h 159"/>
                <a:gd name="T16" fmla="*/ 115 w 184"/>
                <a:gd name="T17" fmla="*/ 124 h 159"/>
                <a:gd name="T18" fmla="*/ 132 w 184"/>
                <a:gd name="T19" fmla="*/ 124 h 159"/>
                <a:gd name="T20" fmla="*/ 154 w 184"/>
                <a:gd name="T21" fmla="*/ 49 h 159"/>
                <a:gd name="T22" fmla="*/ 168 w 184"/>
                <a:gd name="T23" fmla="*/ 63 h 159"/>
                <a:gd name="T24" fmla="*/ 154 w 184"/>
                <a:gd name="T25" fmla="*/ 77 h 159"/>
                <a:gd name="T26" fmla="*/ 140 w 184"/>
                <a:gd name="T27" fmla="*/ 63 h 159"/>
                <a:gd name="T28" fmla="*/ 154 w 184"/>
                <a:gd name="T29" fmla="*/ 49 h 159"/>
                <a:gd name="T30" fmla="*/ 36 w 184"/>
                <a:gd name="T31" fmla="*/ 77 h 159"/>
                <a:gd name="T32" fmla="*/ 22 w 184"/>
                <a:gd name="T33" fmla="*/ 63 h 159"/>
                <a:gd name="T34" fmla="*/ 36 w 184"/>
                <a:gd name="T35" fmla="*/ 49 h 159"/>
                <a:gd name="T36" fmla="*/ 50 w 184"/>
                <a:gd name="T37" fmla="*/ 63 h 159"/>
                <a:gd name="T38" fmla="*/ 36 w 184"/>
                <a:gd name="T39" fmla="*/ 77 h 159"/>
                <a:gd name="T40" fmla="*/ 75 w 184"/>
                <a:gd name="T41" fmla="*/ 77 h 159"/>
                <a:gd name="T42" fmla="*/ 61 w 184"/>
                <a:gd name="T43" fmla="*/ 63 h 159"/>
                <a:gd name="T44" fmla="*/ 75 w 184"/>
                <a:gd name="T45" fmla="*/ 49 h 159"/>
                <a:gd name="T46" fmla="*/ 89 w 184"/>
                <a:gd name="T47" fmla="*/ 63 h 159"/>
                <a:gd name="T48" fmla="*/ 75 w 184"/>
                <a:gd name="T49" fmla="*/ 77 h 159"/>
                <a:gd name="T50" fmla="*/ 115 w 184"/>
                <a:gd name="T51" fmla="*/ 77 h 159"/>
                <a:gd name="T52" fmla="*/ 100 w 184"/>
                <a:gd name="T53" fmla="*/ 63 h 159"/>
                <a:gd name="T54" fmla="*/ 115 w 184"/>
                <a:gd name="T55" fmla="*/ 49 h 159"/>
                <a:gd name="T56" fmla="*/ 115 w 184"/>
                <a:gd name="T57" fmla="*/ 49 h 159"/>
                <a:gd name="T58" fmla="*/ 129 w 184"/>
                <a:gd name="T59" fmla="*/ 63 h 159"/>
                <a:gd name="T60" fmla="*/ 115 w 184"/>
                <a:gd name="T61" fmla="*/ 77 h 159"/>
                <a:gd name="T62" fmla="*/ 115 w 184"/>
                <a:gd name="T63" fmla="*/ 77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84" h="159">
                  <a:moveTo>
                    <a:pt x="132" y="124"/>
                  </a:moveTo>
                  <a:cubicBezTo>
                    <a:pt x="165" y="159"/>
                    <a:pt x="165" y="159"/>
                    <a:pt x="165" y="159"/>
                  </a:cubicBezTo>
                  <a:cubicBezTo>
                    <a:pt x="165" y="124"/>
                    <a:pt x="165" y="124"/>
                    <a:pt x="165" y="124"/>
                  </a:cubicBezTo>
                  <a:cubicBezTo>
                    <a:pt x="184" y="124"/>
                    <a:pt x="184" y="124"/>
                    <a:pt x="184" y="124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115" y="124"/>
                    <a:pt x="115" y="124"/>
                    <a:pt x="115" y="124"/>
                  </a:cubicBezTo>
                  <a:lnTo>
                    <a:pt x="132" y="124"/>
                  </a:lnTo>
                  <a:close/>
                  <a:moveTo>
                    <a:pt x="154" y="49"/>
                  </a:moveTo>
                  <a:cubicBezTo>
                    <a:pt x="162" y="49"/>
                    <a:pt x="168" y="56"/>
                    <a:pt x="168" y="63"/>
                  </a:cubicBezTo>
                  <a:cubicBezTo>
                    <a:pt x="168" y="71"/>
                    <a:pt x="162" y="77"/>
                    <a:pt x="154" y="77"/>
                  </a:cubicBezTo>
                  <a:cubicBezTo>
                    <a:pt x="146" y="77"/>
                    <a:pt x="140" y="71"/>
                    <a:pt x="140" y="63"/>
                  </a:cubicBezTo>
                  <a:cubicBezTo>
                    <a:pt x="140" y="56"/>
                    <a:pt x="146" y="49"/>
                    <a:pt x="154" y="49"/>
                  </a:cubicBezTo>
                  <a:moveTo>
                    <a:pt x="36" y="77"/>
                  </a:moveTo>
                  <a:cubicBezTo>
                    <a:pt x="28" y="77"/>
                    <a:pt x="22" y="71"/>
                    <a:pt x="22" y="63"/>
                  </a:cubicBezTo>
                  <a:cubicBezTo>
                    <a:pt x="22" y="56"/>
                    <a:pt x="28" y="49"/>
                    <a:pt x="36" y="49"/>
                  </a:cubicBezTo>
                  <a:cubicBezTo>
                    <a:pt x="44" y="49"/>
                    <a:pt x="50" y="56"/>
                    <a:pt x="50" y="63"/>
                  </a:cubicBezTo>
                  <a:cubicBezTo>
                    <a:pt x="50" y="71"/>
                    <a:pt x="44" y="77"/>
                    <a:pt x="36" y="77"/>
                  </a:cubicBezTo>
                  <a:moveTo>
                    <a:pt x="75" y="77"/>
                  </a:moveTo>
                  <a:cubicBezTo>
                    <a:pt x="67" y="77"/>
                    <a:pt x="61" y="71"/>
                    <a:pt x="61" y="63"/>
                  </a:cubicBezTo>
                  <a:cubicBezTo>
                    <a:pt x="61" y="56"/>
                    <a:pt x="67" y="49"/>
                    <a:pt x="75" y="49"/>
                  </a:cubicBezTo>
                  <a:cubicBezTo>
                    <a:pt x="83" y="49"/>
                    <a:pt x="89" y="56"/>
                    <a:pt x="89" y="63"/>
                  </a:cubicBezTo>
                  <a:cubicBezTo>
                    <a:pt x="89" y="71"/>
                    <a:pt x="83" y="77"/>
                    <a:pt x="75" y="77"/>
                  </a:cubicBezTo>
                  <a:moveTo>
                    <a:pt x="115" y="77"/>
                  </a:moveTo>
                  <a:cubicBezTo>
                    <a:pt x="107" y="77"/>
                    <a:pt x="100" y="71"/>
                    <a:pt x="100" y="63"/>
                  </a:cubicBezTo>
                  <a:cubicBezTo>
                    <a:pt x="100" y="56"/>
                    <a:pt x="107" y="49"/>
                    <a:pt x="115" y="49"/>
                  </a:cubicBezTo>
                  <a:cubicBezTo>
                    <a:pt x="115" y="49"/>
                    <a:pt x="115" y="49"/>
                    <a:pt x="115" y="49"/>
                  </a:cubicBezTo>
                  <a:cubicBezTo>
                    <a:pt x="123" y="50"/>
                    <a:pt x="129" y="56"/>
                    <a:pt x="129" y="63"/>
                  </a:cubicBezTo>
                  <a:cubicBezTo>
                    <a:pt x="129" y="71"/>
                    <a:pt x="123" y="77"/>
                    <a:pt x="115" y="77"/>
                  </a:cubicBezTo>
                  <a:cubicBezTo>
                    <a:pt x="115" y="77"/>
                    <a:pt x="115" y="77"/>
                    <a:pt x="115" y="77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</p:grpSp>
      <p:grpSp>
        <p:nvGrpSpPr>
          <p:cNvPr id="82" name="组合 101"/>
          <p:cNvGrpSpPr/>
          <p:nvPr/>
        </p:nvGrpSpPr>
        <p:grpSpPr bwMode="auto">
          <a:xfrm>
            <a:off x="1332319" y="1993110"/>
            <a:ext cx="307181" cy="309563"/>
            <a:chOff x="1824505" y="2549841"/>
            <a:chExt cx="410336" cy="412522"/>
          </a:xfrm>
        </p:grpSpPr>
        <p:sp>
          <p:nvSpPr>
            <p:cNvPr id="83" name="Oval 52"/>
            <p:cNvSpPr>
              <a:spLocks noChangeArrowheads="1"/>
            </p:cNvSpPr>
            <p:nvPr/>
          </p:nvSpPr>
          <p:spPr bwMode="auto">
            <a:xfrm>
              <a:off x="1824505" y="2549841"/>
              <a:ext cx="410336" cy="412522"/>
            </a:xfrm>
            <a:prstGeom prst="ellipse">
              <a:avLst/>
            </a:prstGeom>
            <a:solidFill>
              <a:srgbClr val="FB71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Rectangle 53"/>
            <p:cNvSpPr>
              <a:spLocks noChangeArrowheads="1"/>
            </p:cNvSpPr>
            <p:nvPr/>
          </p:nvSpPr>
          <p:spPr bwMode="auto">
            <a:xfrm>
              <a:off x="2064662" y="2664078"/>
              <a:ext cx="46124" cy="206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Freeform 54"/>
            <p:cNvSpPr>
              <a:spLocks noEditPoints="1" noChangeArrowheads="1"/>
            </p:cNvSpPr>
            <p:nvPr userDrawn="1"/>
          </p:nvSpPr>
          <p:spPr bwMode="auto">
            <a:xfrm>
              <a:off x="1894485" y="2691051"/>
              <a:ext cx="244929" cy="179288"/>
            </a:xfrm>
            <a:custGeom>
              <a:avLst/>
              <a:gdLst>
                <a:gd name="T0" fmla="*/ 0 w 142"/>
                <a:gd name="T1" fmla="*/ 104 h 104"/>
                <a:gd name="T2" fmla="*/ 142 w 142"/>
                <a:gd name="T3" fmla="*/ 104 h 104"/>
                <a:gd name="T4" fmla="*/ 142 w 142"/>
                <a:gd name="T5" fmla="*/ 0 h 104"/>
                <a:gd name="T6" fmla="*/ 0 w 142"/>
                <a:gd name="T7" fmla="*/ 0 h 104"/>
                <a:gd name="T8" fmla="*/ 0 w 142"/>
                <a:gd name="T9" fmla="*/ 104 h 104"/>
                <a:gd name="T10" fmla="*/ 98 w 142"/>
                <a:gd name="T11" fmla="*/ 11 h 104"/>
                <a:gd name="T12" fmla="*/ 127 w 142"/>
                <a:gd name="T13" fmla="*/ 11 h 104"/>
                <a:gd name="T14" fmla="*/ 127 w 142"/>
                <a:gd name="T15" fmla="*/ 29 h 104"/>
                <a:gd name="T16" fmla="*/ 98 w 142"/>
                <a:gd name="T17" fmla="*/ 29 h 104"/>
                <a:gd name="T18" fmla="*/ 98 w 142"/>
                <a:gd name="T19" fmla="*/ 11 h 104"/>
                <a:gd name="T20" fmla="*/ 12 w 142"/>
                <a:gd name="T21" fmla="*/ 52 h 104"/>
                <a:gd name="T22" fmla="*/ 13 w 142"/>
                <a:gd name="T23" fmla="*/ 48 h 104"/>
                <a:gd name="T24" fmla="*/ 13 w 142"/>
                <a:gd name="T25" fmla="*/ 44 h 104"/>
                <a:gd name="T26" fmla="*/ 16 w 142"/>
                <a:gd name="T27" fmla="*/ 36 h 104"/>
                <a:gd name="T28" fmla="*/ 17 w 142"/>
                <a:gd name="T29" fmla="*/ 32 h 104"/>
                <a:gd name="T30" fmla="*/ 19 w 142"/>
                <a:gd name="T31" fmla="*/ 29 h 104"/>
                <a:gd name="T32" fmla="*/ 22 w 142"/>
                <a:gd name="T33" fmla="*/ 26 h 104"/>
                <a:gd name="T34" fmla="*/ 24 w 142"/>
                <a:gd name="T35" fmla="*/ 24 h 104"/>
                <a:gd name="T36" fmla="*/ 53 w 142"/>
                <a:gd name="T37" fmla="*/ 11 h 104"/>
                <a:gd name="T38" fmla="*/ 83 w 142"/>
                <a:gd name="T39" fmla="*/ 24 h 104"/>
                <a:gd name="T40" fmla="*/ 87 w 142"/>
                <a:gd name="T41" fmla="*/ 29 h 104"/>
                <a:gd name="T42" fmla="*/ 89 w 142"/>
                <a:gd name="T43" fmla="*/ 32 h 104"/>
                <a:gd name="T44" fmla="*/ 91 w 142"/>
                <a:gd name="T45" fmla="*/ 36 h 104"/>
                <a:gd name="T46" fmla="*/ 93 w 142"/>
                <a:gd name="T47" fmla="*/ 44 h 104"/>
                <a:gd name="T48" fmla="*/ 94 w 142"/>
                <a:gd name="T49" fmla="*/ 48 h 104"/>
                <a:gd name="T50" fmla="*/ 94 w 142"/>
                <a:gd name="T51" fmla="*/ 52 h 104"/>
                <a:gd name="T52" fmla="*/ 91 w 142"/>
                <a:gd name="T53" fmla="*/ 66 h 104"/>
                <a:gd name="T54" fmla="*/ 87 w 142"/>
                <a:gd name="T55" fmla="*/ 75 h 104"/>
                <a:gd name="T56" fmla="*/ 83 w 142"/>
                <a:gd name="T57" fmla="*/ 79 h 104"/>
                <a:gd name="T58" fmla="*/ 53 w 142"/>
                <a:gd name="T59" fmla="*/ 93 h 104"/>
                <a:gd name="T60" fmla="*/ 41 w 142"/>
                <a:gd name="T61" fmla="*/ 91 h 104"/>
                <a:gd name="T62" fmla="*/ 32 w 142"/>
                <a:gd name="T63" fmla="*/ 87 h 104"/>
                <a:gd name="T64" fmla="*/ 29 w 142"/>
                <a:gd name="T65" fmla="*/ 85 h 104"/>
                <a:gd name="T66" fmla="*/ 27 w 142"/>
                <a:gd name="T67" fmla="*/ 83 h 104"/>
                <a:gd name="T68" fmla="*/ 24 w 142"/>
                <a:gd name="T69" fmla="*/ 81 h 104"/>
                <a:gd name="T70" fmla="*/ 22 w 142"/>
                <a:gd name="T71" fmla="*/ 78 h 104"/>
                <a:gd name="T72" fmla="*/ 21 w 142"/>
                <a:gd name="T73" fmla="*/ 77 h 104"/>
                <a:gd name="T74" fmla="*/ 19 w 142"/>
                <a:gd name="T75" fmla="*/ 75 h 104"/>
                <a:gd name="T76" fmla="*/ 17 w 142"/>
                <a:gd name="T77" fmla="*/ 71 h 104"/>
                <a:gd name="T78" fmla="*/ 15 w 142"/>
                <a:gd name="T79" fmla="*/ 66 h 104"/>
                <a:gd name="T80" fmla="*/ 12 w 142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2" h="104">
                  <a:moveTo>
                    <a:pt x="0" y="104"/>
                  </a:moveTo>
                  <a:cubicBezTo>
                    <a:pt x="142" y="104"/>
                    <a:pt x="142" y="104"/>
                    <a:pt x="142" y="104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04"/>
                  </a:lnTo>
                  <a:close/>
                  <a:moveTo>
                    <a:pt x="98" y="11"/>
                  </a:moveTo>
                  <a:cubicBezTo>
                    <a:pt x="127" y="11"/>
                    <a:pt x="127" y="11"/>
                    <a:pt x="127" y="11"/>
                  </a:cubicBezTo>
                  <a:cubicBezTo>
                    <a:pt x="127" y="29"/>
                    <a:pt x="127" y="29"/>
                    <a:pt x="127" y="29"/>
                  </a:cubicBezTo>
                  <a:cubicBezTo>
                    <a:pt x="98" y="29"/>
                    <a:pt x="98" y="29"/>
                    <a:pt x="98" y="29"/>
                  </a:cubicBezTo>
                  <a:lnTo>
                    <a:pt x="98" y="11"/>
                  </a:lnTo>
                  <a:close/>
                  <a:moveTo>
                    <a:pt x="12" y="52"/>
                  </a:moveTo>
                  <a:cubicBezTo>
                    <a:pt x="12" y="50"/>
                    <a:pt x="13" y="49"/>
                    <a:pt x="13" y="48"/>
                  </a:cubicBezTo>
                  <a:cubicBezTo>
                    <a:pt x="13" y="46"/>
                    <a:pt x="13" y="45"/>
                    <a:pt x="13" y="44"/>
                  </a:cubicBezTo>
                  <a:cubicBezTo>
                    <a:pt x="14" y="41"/>
                    <a:pt x="15" y="38"/>
                    <a:pt x="16" y="36"/>
                  </a:cubicBezTo>
                  <a:cubicBezTo>
                    <a:pt x="16" y="35"/>
                    <a:pt x="17" y="34"/>
                    <a:pt x="17" y="32"/>
                  </a:cubicBezTo>
                  <a:cubicBezTo>
                    <a:pt x="18" y="31"/>
                    <a:pt x="19" y="30"/>
                    <a:pt x="19" y="29"/>
                  </a:cubicBezTo>
                  <a:cubicBezTo>
                    <a:pt x="20" y="28"/>
                    <a:pt x="21" y="27"/>
                    <a:pt x="22" y="26"/>
                  </a:cubicBezTo>
                  <a:cubicBezTo>
                    <a:pt x="22" y="25"/>
                    <a:pt x="23" y="24"/>
                    <a:pt x="24" y="24"/>
                  </a:cubicBezTo>
                  <a:cubicBezTo>
                    <a:pt x="31" y="16"/>
                    <a:pt x="42" y="11"/>
                    <a:pt x="53" y="11"/>
                  </a:cubicBezTo>
                  <a:cubicBezTo>
                    <a:pt x="65" y="11"/>
                    <a:pt x="76" y="16"/>
                    <a:pt x="83" y="24"/>
                  </a:cubicBezTo>
                  <a:cubicBezTo>
                    <a:pt x="85" y="26"/>
                    <a:pt x="86" y="27"/>
                    <a:pt x="87" y="29"/>
                  </a:cubicBezTo>
                  <a:cubicBezTo>
                    <a:pt x="88" y="30"/>
                    <a:pt x="88" y="31"/>
                    <a:pt x="89" y="32"/>
                  </a:cubicBezTo>
                  <a:cubicBezTo>
                    <a:pt x="90" y="34"/>
                    <a:pt x="90" y="35"/>
                    <a:pt x="91" y="36"/>
                  </a:cubicBezTo>
                  <a:cubicBezTo>
                    <a:pt x="92" y="38"/>
                    <a:pt x="93" y="41"/>
                    <a:pt x="93" y="44"/>
                  </a:cubicBezTo>
                  <a:cubicBezTo>
                    <a:pt x="93" y="45"/>
                    <a:pt x="94" y="46"/>
                    <a:pt x="94" y="48"/>
                  </a:cubicBezTo>
                  <a:cubicBezTo>
                    <a:pt x="94" y="49"/>
                    <a:pt x="94" y="50"/>
                    <a:pt x="94" y="52"/>
                  </a:cubicBezTo>
                  <a:cubicBezTo>
                    <a:pt x="94" y="57"/>
                    <a:pt x="93" y="62"/>
                    <a:pt x="91" y="66"/>
                  </a:cubicBezTo>
                  <a:cubicBezTo>
                    <a:pt x="90" y="69"/>
                    <a:pt x="89" y="72"/>
                    <a:pt x="87" y="75"/>
                  </a:cubicBezTo>
                  <a:cubicBezTo>
                    <a:pt x="86" y="76"/>
                    <a:pt x="85" y="78"/>
                    <a:pt x="83" y="79"/>
                  </a:cubicBezTo>
                  <a:cubicBezTo>
                    <a:pt x="76" y="87"/>
                    <a:pt x="65" y="93"/>
                    <a:pt x="53" y="93"/>
                  </a:cubicBezTo>
                  <a:cubicBezTo>
                    <a:pt x="49" y="93"/>
                    <a:pt x="45" y="92"/>
                    <a:pt x="41" y="91"/>
                  </a:cubicBezTo>
                  <a:cubicBezTo>
                    <a:pt x="38" y="90"/>
                    <a:pt x="35" y="88"/>
                    <a:pt x="32" y="87"/>
                  </a:cubicBezTo>
                  <a:cubicBezTo>
                    <a:pt x="31" y="86"/>
                    <a:pt x="30" y="85"/>
                    <a:pt x="29" y="85"/>
                  </a:cubicBezTo>
                  <a:cubicBezTo>
                    <a:pt x="28" y="84"/>
                    <a:pt x="28" y="84"/>
                    <a:pt x="27" y="83"/>
                  </a:cubicBezTo>
                  <a:cubicBezTo>
                    <a:pt x="26" y="82"/>
                    <a:pt x="25" y="82"/>
                    <a:pt x="24" y="81"/>
                  </a:cubicBezTo>
                  <a:cubicBezTo>
                    <a:pt x="24" y="80"/>
                    <a:pt x="23" y="79"/>
                    <a:pt x="22" y="78"/>
                  </a:cubicBezTo>
                  <a:cubicBezTo>
                    <a:pt x="22" y="78"/>
                    <a:pt x="21" y="77"/>
                    <a:pt x="21" y="77"/>
                  </a:cubicBezTo>
                  <a:cubicBezTo>
                    <a:pt x="20" y="76"/>
                    <a:pt x="20" y="75"/>
                    <a:pt x="19" y="75"/>
                  </a:cubicBezTo>
                  <a:cubicBezTo>
                    <a:pt x="19" y="74"/>
                    <a:pt x="18" y="72"/>
                    <a:pt x="17" y="71"/>
                  </a:cubicBezTo>
                  <a:cubicBezTo>
                    <a:pt x="16" y="70"/>
                    <a:pt x="16" y="68"/>
                    <a:pt x="15" y="66"/>
                  </a:cubicBezTo>
                  <a:cubicBezTo>
                    <a:pt x="13" y="62"/>
                    <a:pt x="12" y="57"/>
                    <a:pt x="12" y="5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86" name="Oval 55"/>
            <p:cNvSpPr>
              <a:spLocks noChangeArrowheads="1"/>
            </p:cNvSpPr>
            <p:nvPr/>
          </p:nvSpPr>
          <p:spPr bwMode="auto">
            <a:xfrm>
              <a:off x="1935836" y="2729130"/>
              <a:ext cx="100198" cy="1015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7" name="Oval 56"/>
          <p:cNvSpPr>
            <a:spLocks noChangeArrowheads="1"/>
          </p:cNvSpPr>
          <p:nvPr/>
        </p:nvSpPr>
        <p:spPr bwMode="auto">
          <a:xfrm>
            <a:off x="992990" y="582220"/>
            <a:ext cx="442913" cy="442913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grpSp>
        <p:nvGrpSpPr>
          <p:cNvPr id="88" name="组合 107"/>
          <p:cNvGrpSpPr/>
          <p:nvPr/>
        </p:nvGrpSpPr>
        <p:grpSpPr bwMode="auto">
          <a:xfrm>
            <a:off x="1056094" y="715567"/>
            <a:ext cx="321469" cy="232172"/>
            <a:chOff x="2514964" y="2144793"/>
            <a:chExt cx="429286" cy="310484"/>
          </a:xfrm>
        </p:grpSpPr>
        <p:sp>
          <p:nvSpPr>
            <p:cNvPr id="89" name="Freeform 57"/>
            <p:cNvSpPr>
              <a:spLocks noChangeArrowheads="1"/>
            </p:cNvSpPr>
            <p:nvPr/>
          </p:nvSpPr>
          <p:spPr bwMode="auto">
            <a:xfrm>
              <a:off x="2638980" y="2340637"/>
              <a:ext cx="87447" cy="38213"/>
            </a:xfrm>
            <a:custGeom>
              <a:avLst/>
              <a:gdLst>
                <a:gd name="T0" fmla="*/ 116 w 121"/>
                <a:gd name="T1" fmla="*/ 54 h 54"/>
                <a:gd name="T2" fmla="*/ 121 w 121"/>
                <a:gd name="T3" fmla="*/ 0 h 54"/>
                <a:gd name="T4" fmla="*/ 0 w 121"/>
                <a:gd name="T5" fmla="*/ 0 h 54"/>
                <a:gd name="T6" fmla="*/ 5 w 121"/>
                <a:gd name="T7" fmla="*/ 54 h 54"/>
                <a:gd name="T8" fmla="*/ 116 w 121"/>
                <a:gd name="T9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1" h="54">
                  <a:moveTo>
                    <a:pt x="116" y="54"/>
                  </a:moveTo>
                  <a:lnTo>
                    <a:pt x="121" y="0"/>
                  </a:lnTo>
                  <a:lnTo>
                    <a:pt x="0" y="0"/>
                  </a:lnTo>
                  <a:lnTo>
                    <a:pt x="5" y="54"/>
                  </a:lnTo>
                  <a:lnTo>
                    <a:pt x="116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0" name="Freeform 58"/>
            <p:cNvSpPr>
              <a:spLocks noChangeArrowheads="1"/>
            </p:cNvSpPr>
            <p:nvPr/>
          </p:nvSpPr>
          <p:spPr bwMode="auto">
            <a:xfrm>
              <a:off x="2740737" y="2262618"/>
              <a:ext cx="96986" cy="65281"/>
            </a:xfrm>
            <a:custGeom>
              <a:avLst/>
              <a:gdLst>
                <a:gd name="T0" fmla="*/ 0 w 132"/>
                <a:gd name="T1" fmla="*/ 90 h 90"/>
                <a:gd name="T2" fmla="*/ 109 w 132"/>
                <a:gd name="T3" fmla="*/ 90 h 90"/>
                <a:gd name="T4" fmla="*/ 132 w 132"/>
                <a:gd name="T5" fmla="*/ 0 h 90"/>
                <a:gd name="T6" fmla="*/ 7 w 132"/>
                <a:gd name="T7" fmla="*/ 0 h 90"/>
                <a:gd name="T8" fmla="*/ 0 w 132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90">
                  <a:moveTo>
                    <a:pt x="0" y="90"/>
                  </a:moveTo>
                  <a:lnTo>
                    <a:pt x="109" y="90"/>
                  </a:lnTo>
                  <a:lnTo>
                    <a:pt x="132" y="0"/>
                  </a:lnTo>
                  <a:lnTo>
                    <a:pt x="7" y="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1" name="Freeform 59"/>
            <p:cNvSpPr>
              <a:spLocks noChangeArrowheads="1"/>
            </p:cNvSpPr>
            <p:nvPr/>
          </p:nvSpPr>
          <p:spPr bwMode="auto">
            <a:xfrm>
              <a:off x="2549943" y="2340637"/>
              <a:ext cx="79497" cy="38213"/>
            </a:xfrm>
            <a:custGeom>
              <a:avLst/>
              <a:gdLst>
                <a:gd name="T0" fmla="*/ 0 w 111"/>
                <a:gd name="T1" fmla="*/ 0 h 54"/>
                <a:gd name="T2" fmla="*/ 12 w 111"/>
                <a:gd name="T3" fmla="*/ 54 h 54"/>
                <a:gd name="T4" fmla="*/ 111 w 111"/>
                <a:gd name="T5" fmla="*/ 54 h 54"/>
                <a:gd name="T6" fmla="*/ 107 w 111"/>
                <a:gd name="T7" fmla="*/ 0 h 54"/>
                <a:gd name="T8" fmla="*/ 0 w 11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4">
                  <a:moveTo>
                    <a:pt x="0" y="0"/>
                  </a:moveTo>
                  <a:lnTo>
                    <a:pt x="12" y="54"/>
                  </a:lnTo>
                  <a:lnTo>
                    <a:pt x="111" y="54"/>
                  </a:lnTo>
                  <a:lnTo>
                    <a:pt x="1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2" name="Freeform 60"/>
            <p:cNvSpPr>
              <a:spLocks noChangeArrowheads="1"/>
            </p:cNvSpPr>
            <p:nvPr/>
          </p:nvSpPr>
          <p:spPr bwMode="auto">
            <a:xfrm>
              <a:off x="2735966" y="2340637"/>
              <a:ext cx="81088" cy="38213"/>
            </a:xfrm>
            <a:custGeom>
              <a:avLst/>
              <a:gdLst>
                <a:gd name="T0" fmla="*/ 111 w 111"/>
                <a:gd name="T1" fmla="*/ 0 h 54"/>
                <a:gd name="T2" fmla="*/ 4 w 111"/>
                <a:gd name="T3" fmla="*/ 0 h 54"/>
                <a:gd name="T4" fmla="*/ 0 w 111"/>
                <a:gd name="T5" fmla="*/ 54 h 54"/>
                <a:gd name="T6" fmla="*/ 97 w 111"/>
                <a:gd name="T7" fmla="*/ 54 h 54"/>
                <a:gd name="T8" fmla="*/ 111 w 111"/>
                <a:gd name="T9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4">
                  <a:moveTo>
                    <a:pt x="111" y="0"/>
                  </a:moveTo>
                  <a:lnTo>
                    <a:pt x="4" y="0"/>
                  </a:lnTo>
                  <a:lnTo>
                    <a:pt x="0" y="54"/>
                  </a:lnTo>
                  <a:lnTo>
                    <a:pt x="97" y="54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3" name="Freeform 61"/>
            <p:cNvSpPr>
              <a:spLocks noChangeArrowheads="1"/>
            </p:cNvSpPr>
            <p:nvPr/>
          </p:nvSpPr>
          <p:spPr bwMode="auto">
            <a:xfrm>
              <a:off x="2745506" y="2144793"/>
              <a:ext cx="198744" cy="105087"/>
            </a:xfrm>
            <a:custGeom>
              <a:avLst/>
              <a:gdLst>
                <a:gd name="T0" fmla="*/ 78 w 115"/>
                <a:gd name="T1" fmla="*/ 0 h 61"/>
                <a:gd name="T2" fmla="*/ 72 w 115"/>
                <a:gd name="T3" fmla="*/ 2 h 61"/>
                <a:gd name="T4" fmla="*/ 70 w 115"/>
                <a:gd name="T5" fmla="*/ 4 h 61"/>
                <a:gd name="T6" fmla="*/ 40 w 115"/>
                <a:gd name="T7" fmla="*/ 34 h 61"/>
                <a:gd name="T8" fmla="*/ 38 w 115"/>
                <a:gd name="T9" fmla="*/ 37 h 61"/>
                <a:gd name="T10" fmla="*/ 2 w 115"/>
                <a:gd name="T11" fmla="*/ 37 h 61"/>
                <a:gd name="T12" fmla="*/ 0 w 115"/>
                <a:gd name="T13" fmla="*/ 61 h 61"/>
                <a:gd name="T14" fmla="*/ 55 w 115"/>
                <a:gd name="T15" fmla="*/ 61 h 61"/>
                <a:gd name="T16" fmla="*/ 59 w 115"/>
                <a:gd name="T17" fmla="*/ 46 h 61"/>
                <a:gd name="T18" fmla="*/ 82 w 115"/>
                <a:gd name="T19" fmla="*/ 23 h 61"/>
                <a:gd name="T20" fmla="*/ 101 w 115"/>
                <a:gd name="T21" fmla="*/ 23 h 61"/>
                <a:gd name="T22" fmla="*/ 101 w 115"/>
                <a:gd name="T23" fmla="*/ 0 h 61"/>
                <a:gd name="T24" fmla="*/ 78 w 115"/>
                <a:gd name="T2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5" h="61">
                  <a:moveTo>
                    <a:pt x="78" y="0"/>
                  </a:moveTo>
                  <a:cubicBezTo>
                    <a:pt x="76" y="0"/>
                    <a:pt x="74" y="1"/>
                    <a:pt x="72" y="2"/>
                  </a:cubicBezTo>
                  <a:cubicBezTo>
                    <a:pt x="71" y="3"/>
                    <a:pt x="71" y="3"/>
                    <a:pt x="70" y="4"/>
                  </a:cubicBezTo>
                  <a:cubicBezTo>
                    <a:pt x="60" y="14"/>
                    <a:pt x="50" y="24"/>
                    <a:pt x="40" y="34"/>
                  </a:cubicBezTo>
                  <a:cubicBezTo>
                    <a:pt x="39" y="35"/>
                    <a:pt x="39" y="36"/>
                    <a:pt x="38" y="37"/>
                  </a:cubicBezTo>
                  <a:cubicBezTo>
                    <a:pt x="2" y="37"/>
                    <a:pt x="2" y="37"/>
                    <a:pt x="2" y="37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9" y="46"/>
                    <a:pt x="59" y="46"/>
                    <a:pt x="59" y="46"/>
                  </a:cubicBezTo>
                  <a:cubicBezTo>
                    <a:pt x="67" y="38"/>
                    <a:pt x="75" y="30"/>
                    <a:pt x="82" y="23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15" y="23"/>
                    <a:pt x="115" y="0"/>
                    <a:pt x="101" y="0"/>
                  </a:cubicBezTo>
                  <a:lnTo>
                    <a:pt x="7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4" name="Freeform 62"/>
            <p:cNvSpPr>
              <a:spLocks noChangeArrowheads="1"/>
            </p:cNvSpPr>
            <p:nvPr/>
          </p:nvSpPr>
          <p:spPr bwMode="auto">
            <a:xfrm>
              <a:off x="2629440" y="2208482"/>
              <a:ext cx="108116" cy="41398"/>
            </a:xfrm>
            <a:custGeom>
              <a:avLst/>
              <a:gdLst>
                <a:gd name="T0" fmla="*/ 5 w 149"/>
                <a:gd name="T1" fmla="*/ 57 h 57"/>
                <a:gd name="T2" fmla="*/ 144 w 149"/>
                <a:gd name="T3" fmla="*/ 57 h 57"/>
                <a:gd name="T4" fmla="*/ 149 w 149"/>
                <a:gd name="T5" fmla="*/ 0 h 57"/>
                <a:gd name="T6" fmla="*/ 0 w 149"/>
                <a:gd name="T7" fmla="*/ 0 h 57"/>
                <a:gd name="T8" fmla="*/ 5 w 149"/>
                <a:gd name="T9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57">
                  <a:moveTo>
                    <a:pt x="5" y="57"/>
                  </a:moveTo>
                  <a:lnTo>
                    <a:pt x="144" y="57"/>
                  </a:lnTo>
                  <a:lnTo>
                    <a:pt x="149" y="0"/>
                  </a:lnTo>
                  <a:lnTo>
                    <a:pt x="0" y="0"/>
                  </a:lnTo>
                  <a:lnTo>
                    <a:pt x="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5" name="Freeform 63"/>
            <p:cNvSpPr>
              <a:spLocks noChangeArrowheads="1"/>
            </p:cNvSpPr>
            <p:nvPr/>
          </p:nvSpPr>
          <p:spPr bwMode="auto">
            <a:xfrm>
              <a:off x="2529273" y="2262618"/>
              <a:ext cx="95397" cy="65281"/>
            </a:xfrm>
            <a:custGeom>
              <a:avLst/>
              <a:gdLst>
                <a:gd name="T0" fmla="*/ 132 w 132"/>
                <a:gd name="T1" fmla="*/ 90 h 90"/>
                <a:gd name="T2" fmla="*/ 125 w 132"/>
                <a:gd name="T3" fmla="*/ 0 h 90"/>
                <a:gd name="T4" fmla="*/ 0 w 132"/>
                <a:gd name="T5" fmla="*/ 0 h 90"/>
                <a:gd name="T6" fmla="*/ 24 w 132"/>
                <a:gd name="T7" fmla="*/ 90 h 90"/>
                <a:gd name="T8" fmla="*/ 132 w 132"/>
                <a:gd name="T9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90">
                  <a:moveTo>
                    <a:pt x="132" y="90"/>
                  </a:moveTo>
                  <a:lnTo>
                    <a:pt x="125" y="0"/>
                  </a:lnTo>
                  <a:lnTo>
                    <a:pt x="0" y="0"/>
                  </a:lnTo>
                  <a:lnTo>
                    <a:pt x="24" y="90"/>
                  </a:lnTo>
                  <a:lnTo>
                    <a:pt x="132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6" name="Freeform 64"/>
            <p:cNvSpPr>
              <a:spLocks noChangeArrowheads="1"/>
            </p:cNvSpPr>
            <p:nvPr/>
          </p:nvSpPr>
          <p:spPr bwMode="auto">
            <a:xfrm>
              <a:off x="2514964" y="2208482"/>
              <a:ext cx="103346" cy="41398"/>
            </a:xfrm>
            <a:custGeom>
              <a:avLst/>
              <a:gdLst>
                <a:gd name="T0" fmla="*/ 0 w 142"/>
                <a:gd name="T1" fmla="*/ 0 h 57"/>
                <a:gd name="T2" fmla="*/ 14 w 142"/>
                <a:gd name="T3" fmla="*/ 57 h 57"/>
                <a:gd name="T4" fmla="*/ 142 w 142"/>
                <a:gd name="T5" fmla="*/ 57 h 57"/>
                <a:gd name="T6" fmla="*/ 137 w 142"/>
                <a:gd name="T7" fmla="*/ 0 h 57"/>
                <a:gd name="T8" fmla="*/ 0 w 142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" h="57">
                  <a:moveTo>
                    <a:pt x="0" y="0"/>
                  </a:moveTo>
                  <a:lnTo>
                    <a:pt x="14" y="57"/>
                  </a:lnTo>
                  <a:lnTo>
                    <a:pt x="142" y="57"/>
                  </a:lnTo>
                  <a:lnTo>
                    <a:pt x="1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7" name="Freeform 65"/>
            <p:cNvSpPr>
              <a:spLocks noChangeArrowheads="1"/>
            </p:cNvSpPr>
            <p:nvPr/>
          </p:nvSpPr>
          <p:spPr bwMode="auto">
            <a:xfrm>
              <a:off x="2632620" y="2262618"/>
              <a:ext cx="101757" cy="65281"/>
            </a:xfrm>
            <a:custGeom>
              <a:avLst/>
              <a:gdLst>
                <a:gd name="T0" fmla="*/ 139 w 139"/>
                <a:gd name="T1" fmla="*/ 0 h 90"/>
                <a:gd name="T2" fmla="*/ 0 w 139"/>
                <a:gd name="T3" fmla="*/ 0 h 90"/>
                <a:gd name="T4" fmla="*/ 7 w 139"/>
                <a:gd name="T5" fmla="*/ 90 h 90"/>
                <a:gd name="T6" fmla="*/ 132 w 139"/>
                <a:gd name="T7" fmla="*/ 90 h 90"/>
                <a:gd name="T8" fmla="*/ 139 w 139"/>
                <a:gd name="T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" h="90">
                  <a:moveTo>
                    <a:pt x="139" y="0"/>
                  </a:moveTo>
                  <a:lnTo>
                    <a:pt x="0" y="0"/>
                  </a:lnTo>
                  <a:lnTo>
                    <a:pt x="7" y="90"/>
                  </a:lnTo>
                  <a:lnTo>
                    <a:pt x="132" y="9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mtClean="0">
                <a:latin typeface="+mn-lt"/>
                <a:ea typeface="+mn-ea"/>
              </a:endParaRPr>
            </a:p>
          </p:txBody>
        </p:sp>
        <p:sp>
          <p:nvSpPr>
            <p:cNvPr id="98" name="Oval 66"/>
            <p:cNvSpPr>
              <a:spLocks noChangeArrowheads="1"/>
            </p:cNvSpPr>
            <p:nvPr/>
          </p:nvSpPr>
          <p:spPr bwMode="auto">
            <a:xfrm>
              <a:off x="2562662" y="2389996"/>
              <a:ext cx="66778" cy="652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  <p:sp>
          <p:nvSpPr>
            <p:cNvPr id="99" name="Oval 67"/>
            <p:cNvSpPr>
              <a:spLocks noChangeArrowheads="1"/>
            </p:cNvSpPr>
            <p:nvPr/>
          </p:nvSpPr>
          <p:spPr bwMode="auto">
            <a:xfrm>
              <a:off x="2737557" y="2389996"/>
              <a:ext cx="65187" cy="6528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" panose="020B0503020204020204" pitchFamily="34" charset="-122"/>
                </a:defRPr>
              </a:lvl9pPr>
            </a:lstStyle>
            <a:p>
              <a:pPr eaLnBrk="1" hangingPunct="1">
                <a:defRPr/>
              </a:pPr>
              <a:endParaRPr lang="zh-CN" altLang="en-US" smtClean="0">
                <a:solidFill>
                  <a:srgbClr val="000000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100" name="Oval 68"/>
          <p:cNvSpPr>
            <a:spLocks noChangeArrowheads="1"/>
          </p:cNvSpPr>
          <p:nvPr/>
        </p:nvSpPr>
        <p:spPr bwMode="auto">
          <a:xfrm>
            <a:off x="2519363" y="2646765"/>
            <a:ext cx="456010" cy="454819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1" name="Freeform 69"/>
          <p:cNvSpPr>
            <a:spLocks noEditPoints="1" noChangeArrowheads="1"/>
          </p:cNvSpPr>
          <p:nvPr/>
        </p:nvSpPr>
        <p:spPr bwMode="auto">
          <a:xfrm>
            <a:off x="2624147" y="2736062"/>
            <a:ext cx="245269" cy="279797"/>
          </a:xfrm>
          <a:custGeom>
            <a:avLst/>
            <a:gdLst>
              <a:gd name="T0" fmla="*/ 8 w 190"/>
              <a:gd name="T1" fmla="*/ 182 h 216"/>
              <a:gd name="T2" fmla="*/ 1 w 190"/>
              <a:gd name="T3" fmla="*/ 209 h 216"/>
              <a:gd name="T4" fmla="*/ 12 w 190"/>
              <a:gd name="T5" fmla="*/ 209 h 216"/>
              <a:gd name="T6" fmla="*/ 17 w 190"/>
              <a:gd name="T7" fmla="*/ 190 h 216"/>
              <a:gd name="T8" fmla="*/ 26 w 190"/>
              <a:gd name="T9" fmla="*/ 188 h 216"/>
              <a:gd name="T10" fmla="*/ 26 w 190"/>
              <a:gd name="T11" fmla="*/ 211 h 216"/>
              <a:gd name="T12" fmla="*/ 190 w 190"/>
              <a:gd name="T13" fmla="*/ 211 h 216"/>
              <a:gd name="T14" fmla="*/ 190 w 190"/>
              <a:gd name="T15" fmla="*/ 0 h 216"/>
              <a:gd name="T16" fmla="*/ 26 w 190"/>
              <a:gd name="T17" fmla="*/ 0 h 216"/>
              <a:gd name="T18" fmla="*/ 26 w 190"/>
              <a:gd name="T19" fmla="*/ 0 h 216"/>
              <a:gd name="T20" fmla="*/ 8 w 190"/>
              <a:gd name="T21" fmla="*/ 6 h 216"/>
              <a:gd name="T22" fmla="*/ 1 w 190"/>
              <a:gd name="T23" fmla="*/ 33 h 216"/>
              <a:gd name="T24" fmla="*/ 12 w 190"/>
              <a:gd name="T25" fmla="*/ 33 h 216"/>
              <a:gd name="T26" fmla="*/ 17 w 190"/>
              <a:gd name="T27" fmla="*/ 14 h 216"/>
              <a:gd name="T28" fmla="*/ 26 w 190"/>
              <a:gd name="T29" fmla="*/ 11 h 216"/>
              <a:gd name="T30" fmla="*/ 26 w 190"/>
              <a:gd name="T31" fmla="*/ 44 h 216"/>
              <a:gd name="T32" fmla="*/ 8 w 190"/>
              <a:gd name="T33" fmla="*/ 50 h 216"/>
              <a:gd name="T34" fmla="*/ 1 w 190"/>
              <a:gd name="T35" fmla="*/ 77 h 216"/>
              <a:gd name="T36" fmla="*/ 12 w 190"/>
              <a:gd name="T37" fmla="*/ 77 h 216"/>
              <a:gd name="T38" fmla="*/ 17 w 190"/>
              <a:gd name="T39" fmla="*/ 58 h 216"/>
              <a:gd name="T40" fmla="*/ 26 w 190"/>
              <a:gd name="T41" fmla="*/ 55 h 216"/>
              <a:gd name="T42" fmla="*/ 26 w 190"/>
              <a:gd name="T43" fmla="*/ 88 h 216"/>
              <a:gd name="T44" fmla="*/ 8 w 190"/>
              <a:gd name="T45" fmla="*/ 94 h 216"/>
              <a:gd name="T46" fmla="*/ 1 w 190"/>
              <a:gd name="T47" fmla="*/ 121 h 216"/>
              <a:gd name="T48" fmla="*/ 12 w 190"/>
              <a:gd name="T49" fmla="*/ 121 h 216"/>
              <a:gd name="T50" fmla="*/ 17 w 190"/>
              <a:gd name="T51" fmla="*/ 102 h 216"/>
              <a:gd name="T52" fmla="*/ 26 w 190"/>
              <a:gd name="T53" fmla="*/ 99 h 216"/>
              <a:gd name="T54" fmla="*/ 26 w 190"/>
              <a:gd name="T55" fmla="*/ 132 h 216"/>
              <a:gd name="T56" fmla="*/ 8 w 190"/>
              <a:gd name="T57" fmla="*/ 138 h 216"/>
              <a:gd name="T58" fmla="*/ 1 w 190"/>
              <a:gd name="T59" fmla="*/ 165 h 216"/>
              <a:gd name="T60" fmla="*/ 12 w 190"/>
              <a:gd name="T61" fmla="*/ 165 h 216"/>
              <a:gd name="T62" fmla="*/ 17 w 190"/>
              <a:gd name="T63" fmla="*/ 146 h 216"/>
              <a:gd name="T64" fmla="*/ 26 w 190"/>
              <a:gd name="T65" fmla="*/ 143 h 216"/>
              <a:gd name="T66" fmla="*/ 26 w 190"/>
              <a:gd name="T67" fmla="*/ 176 h 216"/>
              <a:gd name="T68" fmla="*/ 8 w 190"/>
              <a:gd name="T69" fmla="*/ 182 h 216"/>
              <a:gd name="T70" fmla="*/ 64 w 190"/>
              <a:gd name="T71" fmla="*/ 22 h 216"/>
              <a:gd name="T72" fmla="*/ 153 w 190"/>
              <a:gd name="T73" fmla="*/ 22 h 216"/>
              <a:gd name="T74" fmla="*/ 153 w 190"/>
              <a:gd name="T75" fmla="*/ 69 h 216"/>
              <a:gd name="T76" fmla="*/ 64 w 190"/>
              <a:gd name="T77" fmla="*/ 69 h 216"/>
              <a:gd name="T78" fmla="*/ 64 w 190"/>
              <a:gd name="T79" fmla="*/ 2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90" h="216">
                <a:moveTo>
                  <a:pt x="8" y="182"/>
                </a:moveTo>
                <a:cubicBezTo>
                  <a:pt x="1" y="189"/>
                  <a:pt x="0" y="199"/>
                  <a:pt x="1" y="209"/>
                </a:cubicBezTo>
                <a:cubicBezTo>
                  <a:pt x="1" y="216"/>
                  <a:pt x="13" y="216"/>
                  <a:pt x="12" y="209"/>
                </a:cubicBezTo>
                <a:cubicBezTo>
                  <a:pt x="12" y="203"/>
                  <a:pt x="11" y="194"/>
                  <a:pt x="17" y="190"/>
                </a:cubicBezTo>
                <a:cubicBezTo>
                  <a:pt x="20" y="188"/>
                  <a:pt x="23" y="188"/>
                  <a:pt x="26" y="188"/>
                </a:cubicBezTo>
                <a:cubicBezTo>
                  <a:pt x="26" y="211"/>
                  <a:pt x="26" y="211"/>
                  <a:pt x="26" y="211"/>
                </a:cubicBezTo>
                <a:cubicBezTo>
                  <a:pt x="190" y="211"/>
                  <a:pt x="190" y="211"/>
                  <a:pt x="190" y="211"/>
                </a:cubicBezTo>
                <a:cubicBezTo>
                  <a:pt x="190" y="0"/>
                  <a:pt x="190" y="0"/>
                  <a:pt x="19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0" y="0"/>
                  <a:pt x="13" y="1"/>
                  <a:pt x="8" y="6"/>
                </a:cubicBezTo>
                <a:cubicBezTo>
                  <a:pt x="1" y="13"/>
                  <a:pt x="0" y="23"/>
                  <a:pt x="1" y="33"/>
                </a:cubicBezTo>
                <a:cubicBezTo>
                  <a:pt x="1" y="40"/>
                  <a:pt x="13" y="40"/>
                  <a:pt x="12" y="33"/>
                </a:cubicBezTo>
                <a:cubicBezTo>
                  <a:pt x="12" y="26"/>
                  <a:pt x="11" y="18"/>
                  <a:pt x="17" y="14"/>
                </a:cubicBezTo>
                <a:cubicBezTo>
                  <a:pt x="20" y="12"/>
                  <a:pt x="23" y="11"/>
                  <a:pt x="26" y="11"/>
                </a:cubicBezTo>
                <a:cubicBezTo>
                  <a:pt x="26" y="44"/>
                  <a:pt x="26" y="44"/>
                  <a:pt x="26" y="44"/>
                </a:cubicBezTo>
                <a:cubicBezTo>
                  <a:pt x="20" y="44"/>
                  <a:pt x="13" y="45"/>
                  <a:pt x="8" y="50"/>
                </a:cubicBezTo>
                <a:cubicBezTo>
                  <a:pt x="1" y="57"/>
                  <a:pt x="0" y="67"/>
                  <a:pt x="1" y="77"/>
                </a:cubicBezTo>
                <a:cubicBezTo>
                  <a:pt x="1" y="84"/>
                  <a:pt x="13" y="84"/>
                  <a:pt x="12" y="77"/>
                </a:cubicBezTo>
                <a:cubicBezTo>
                  <a:pt x="12" y="70"/>
                  <a:pt x="11" y="62"/>
                  <a:pt x="17" y="58"/>
                </a:cubicBezTo>
                <a:cubicBezTo>
                  <a:pt x="20" y="56"/>
                  <a:pt x="23" y="55"/>
                  <a:pt x="26" y="55"/>
                </a:cubicBezTo>
                <a:cubicBezTo>
                  <a:pt x="26" y="88"/>
                  <a:pt x="26" y="88"/>
                  <a:pt x="26" y="88"/>
                </a:cubicBezTo>
                <a:cubicBezTo>
                  <a:pt x="20" y="88"/>
                  <a:pt x="13" y="89"/>
                  <a:pt x="8" y="94"/>
                </a:cubicBezTo>
                <a:cubicBezTo>
                  <a:pt x="1" y="101"/>
                  <a:pt x="0" y="111"/>
                  <a:pt x="1" y="121"/>
                </a:cubicBezTo>
                <a:cubicBezTo>
                  <a:pt x="1" y="128"/>
                  <a:pt x="13" y="128"/>
                  <a:pt x="12" y="121"/>
                </a:cubicBezTo>
                <a:cubicBezTo>
                  <a:pt x="12" y="114"/>
                  <a:pt x="11" y="106"/>
                  <a:pt x="17" y="102"/>
                </a:cubicBezTo>
                <a:cubicBezTo>
                  <a:pt x="20" y="100"/>
                  <a:pt x="23" y="99"/>
                  <a:pt x="26" y="99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0" y="132"/>
                  <a:pt x="13" y="133"/>
                  <a:pt x="8" y="138"/>
                </a:cubicBezTo>
                <a:cubicBezTo>
                  <a:pt x="1" y="145"/>
                  <a:pt x="0" y="155"/>
                  <a:pt x="1" y="165"/>
                </a:cubicBezTo>
                <a:cubicBezTo>
                  <a:pt x="1" y="172"/>
                  <a:pt x="13" y="172"/>
                  <a:pt x="12" y="165"/>
                </a:cubicBezTo>
                <a:cubicBezTo>
                  <a:pt x="12" y="159"/>
                  <a:pt x="11" y="150"/>
                  <a:pt x="17" y="146"/>
                </a:cubicBezTo>
                <a:cubicBezTo>
                  <a:pt x="20" y="144"/>
                  <a:pt x="23" y="144"/>
                  <a:pt x="26" y="143"/>
                </a:cubicBezTo>
                <a:cubicBezTo>
                  <a:pt x="26" y="176"/>
                  <a:pt x="26" y="176"/>
                  <a:pt x="26" y="176"/>
                </a:cubicBezTo>
                <a:cubicBezTo>
                  <a:pt x="20" y="176"/>
                  <a:pt x="13" y="177"/>
                  <a:pt x="8" y="182"/>
                </a:cubicBezTo>
                <a:moveTo>
                  <a:pt x="64" y="22"/>
                </a:moveTo>
                <a:cubicBezTo>
                  <a:pt x="153" y="22"/>
                  <a:pt x="153" y="22"/>
                  <a:pt x="153" y="22"/>
                </a:cubicBezTo>
                <a:cubicBezTo>
                  <a:pt x="153" y="69"/>
                  <a:pt x="153" y="69"/>
                  <a:pt x="153" y="69"/>
                </a:cubicBezTo>
                <a:cubicBezTo>
                  <a:pt x="64" y="69"/>
                  <a:pt x="64" y="69"/>
                  <a:pt x="64" y="69"/>
                </a:cubicBezTo>
                <a:lnTo>
                  <a:pt x="64" y="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2" name="Oval 70"/>
          <p:cNvSpPr>
            <a:spLocks noChangeArrowheads="1"/>
          </p:cNvSpPr>
          <p:nvPr/>
        </p:nvSpPr>
        <p:spPr bwMode="auto">
          <a:xfrm>
            <a:off x="1860956" y="1283494"/>
            <a:ext cx="371475" cy="369094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3" name="Freeform 71"/>
          <p:cNvSpPr>
            <a:spLocks noEditPoints="1" noChangeArrowheads="1"/>
          </p:cNvSpPr>
          <p:nvPr/>
        </p:nvSpPr>
        <p:spPr bwMode="auto">
          <a:xfrm>
            <a:off x="1920478" y="1350169"/>
            <a:ext cx="242888" cy="242888"/>
          </a:xfrm>
          <a:custGeom>
            <a:avLst/>
            <a:gdLst>
              <a:gd name="T0" fmla="*/ 132 w 188"/>
              <a:gd name="T1" fmla="*/ 97 h 188"/>
              <a:gd name="T2" fmla="*/ 140 w 188"/>
              <a:gd name="T3" fmla="*/ 58 h 188"/>
              <a:gd name="T4" fmla="*/ 141 w 188"/>
              <a:gd name="T5" fmla="*/ 51 h 188"/>
              <a:gd name="T6" fmla="*/ 134 w 188"/>
              <a:gd name="T7" fmla="*/ 51 h 188"/>
              <a:gd name="T8" fmla="*/ 124 w 188"/>
              <a:gd name="T9" fmla="*/ 51 h 188"/>
              <a:gd name="T10" fmla="*/ 64 w 188"/>
              <a:gd name="T11" fmla="*/ 68 h 188"/>
              <a:gd name="T12" fmla="*/ 45 w 188"/>
              <a:gd name="T13" fmla="*/ 113 h 188"/>
              <a:gd name="T14" fmla="*/ 79 w 188"/>
              <a:gd name="T15" fmla="*/ 141 h 188"/>
              <a:gd name="T16" fmla="*/ 108 w 188"/>
              <a:gd name="T17" fmla="*/ 132 h 188"/>
              <a:gd name="T18" fmla="*/ 134 w 188"/>
              <a:gd name="T19" fmla="*/ 141 h 188"/>
              <a:gd name="T20" fmla="*/ 176 w 188"/>
              <a:gd name="T21" fmla="*/ 118 h 188"/>
              <a:gd name="T22" fmla="*/ 188 w 188"/>
              <a:gd name="T23" fmla="*/ 77 h 188"/>
              <a:gd name="T24" fmla="*/ 158 w 188"/>
              <a:gd name="T25" fmla="*/ 18 h 188"/>
              <a:gd name="T26" fmla="*/ 102 w 188"/>
              <a:gd name="T27" fmla="*/ 0 h 188"/>
              <a:gd name="T28" fmla="*/ 25 w 188"/>
              <a:gd name="T29" fmla="*/ 36 h 188"/>
              <a:gd name="T30" fmla="*/ 0 w 188"/>
              <a:gd name="T31" fmla="*/ 108 h 188"/>
              <a:gd name="T32" fmla="*/ 28 w 188"/>
              <a:gd name="T33" fmla="*/ 169 h 188"/>
              <a:gd name="T34" fmla="*/ 87 w 188"/>
              <a:gd name="T35" fmla="*/ 188 h 188"/>
              <a:gd name="T36" fmla="*/ 168 w 188"/>
              <a:gd name="T37" fmla="*/ 167 h 188"/>
              <a:gd name="T38" fmla="*/ 172 w 188"/>
              <a:gd name="T39" fmla="*/ 165 h 188"/>
              <a:gd name="T40" fmla="*/ 170 w 188"/>
              <a:gd name="T41" fmla="*/ 160 h 188"/>
              <a:gd name="T42" fmla="*/ 163 w 188"/>
              <a:gd name="T43" fmla="*/ 144 h 188"/>
              <a:gd name="T44" fmla="*/ 160 w 188"/>
              <a:gd name="T45" fmla="*/ 138 h 188"/>
              <a:gd name="T46" fmla="*/ 155 w 188"/>
              <a:gd name="T47" fmla="*/ 141 h 188"/>
              <a:gd name="T48" fmla="*/ 89 w 188"/>
              <a:gd name="T49" fmla="*/ 160 h 188"/>
              <a:gd name="T50" fmla="*/ 48 w 188"/>
              <a:gd name="T51" fmla="*/ 147 h 188"/>
              <a:gd name="T52" fmla="*/ 33 w 188"/>
              <a:gd name="T53" fmla="*/ 109 h 188"/>
              <a:gd name="T54" fmla="*/ 100 w 188"/>
              <a:gd name="T55" fmla="*/ 27 h 188"/>
              <a:gd name="T56" fmla="*/ 140 w 188"/>
              <a:gd name="T57" fmla="*/ 41 h 188"/>
              <a:gd name="T58" fmla="*/ 155 w 188"/>
              <a:gd name="T59" fmla="*/ 79 h 188"/>
              <a:gd name="T60" fmla="*/ 150 w 188"/>
              <a:gd name="T61" fmla="*/ 102 h 188"/>
              <a:gd name="T62" fmla="*/ 135 w 188"/>
              <a:gd name="T63" fmla="*/ 114 h 188"/>
              <a:gd name="T64" fmla="*/ 130 w 188"/>
              <a:gd name="T65" fmla="*/ 109 h 188"/>
              <a:gd name="T66" fmla="*/ 131 w 188"/>
              <a:gd name="T67" fmla="*/ 99 h 188"/>
              <a:gd name="T68" fmla="*/ 132 w 188"/>
              <a:gd name="T69" fmla="*/ 97 h 188"/>
              <a:gd name="T70" fmla="*/ 103 w 188"/>
              <a:gd name="T71" fmla="*/ 79 h 188"/>
              <a:gd name="T72" fmla="*/ 81 w 188"/>
              <a:gd name="T73" fmla="*/ 114 h 188"/>
              <a:gd name="T74" fmla="*/ 78 w 188"/>
              <a:gd name="T75" fmla="*/ 111 h 188"/>
              <a:gd name="T76" fmla="*/ 91 w 188"/>
              <a:gd name="T77" fmla="*/ 84 h 188"/>
              <a:gd name="T78" fmla="*/ 103 w 188"/>
              <a:gd name="T79" fmla="*/ 79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8" h="188">
                <a:moveTo>
                  <a:pt x="132" y="97"/>
                </a:moveTo>
                <a:cubicBezTo>
                  <a:pt x="140" y="58"/>
                  <a:pt x="140" y="58"/>
                  <a:pt x="140" y="58"/>
                </a:cubicBezTo>
                <a:cubicBezTo>
                  <a:pt x="141" y="51"/>
                  <a:pt x="141" y="51"/>
                  <a:pt x="141" y="51"/>
                </a:cubicBezTo>
                <a:cubicBezTo>
                  <a:pt x="134" y="51"/>
                  <a:pt x="134" y="51"/>
                  <a:pt x="134" y="51"/>
                </a:cubicBezTo>
                <a:cubicBezTo>
                  <a:pt x="131" y="51"/>
                  <a:pt x="127" y="51"/>
                  <a:pt x="124" y="51"/>
                </a:cubicBezTo>
                <a:cubicBezTo>
                  <a:pt x="88" y="51"/>
                  <a:pt x="73" y="58"/>
                  <a:pt x="64" y="68"/>
                </a:cubicBezTo>
                <a:cubicBezTo>
                  <a:pt x="53" y="79"/>
                  <a:pt x="45" y="98"/>
                  <a:pt x="45" y="113"/>
                </a:cubicBezTo>
                <a:cubicBezTo>
                  <a:pt x="45" y="129"/>
                  <a:pt x="59" y="141"/>
                  <a:pt x="79" y="141"/>
                </a:cubicBezTo>
                <a:cubicBezTo>
                  <a:pt x="92" y="141"/>
                  <a:pt x="100" y="138"/>
                  <a:pt x="108" y="132"/>
                </a:cubicBezTo>
                <a:cubicBezTo>
                  <a:pt x="115" y="138"/>
                  <a:pt x="121" y="141"/>
                  <a:pt x="134" y="141"/>
                </a:cubicBezTo>
                <a:cubicBezTo>
                  <a:pt x="152" y="141"/>
                  <a:pt x="166" y="133"/>
                  <a:pt x="176" y="118"/>
                </a:cubicBezTo>
                <a:cubicBezTo>
                  <a:pt x="184" y="107"/>
                  <a:pt x="188" y="92"/>
                  <a:pt x="188" y="77"/>
                </a:cubicBezTo>
                <a:cubicBezTo>
                  <a:pt x="188" y="46"/>
                  <a:pt x="172" y="28"/>
                  <a:pt x="158" y="18"/>
                </a:cubicBezTo>
                <a:cubicBezTo>
                  <a:pt x="142" y="7"/>
                  <a:pt x="121" y="0"/>
                  <a:pt x="102" y="0"/>
                </a:cubicBezTo>
                <a:cubicBezTo>
                  <a:pt x="62" y="0"/>
                  <a:pt x="38" y="20"/>
                  <a:pt x="25" y="36"/>
                </a:cubicBezTo>
                <a:cubicBezTo>
                  <a:pt x="9" y="56"/>
                  <a:pt x="0" y="82"/>
                  <a:pt x="0" y="108"/>
                </a:cubicBezTo>
                <a:cubicBezTo>
                  <a:pt x="0" y="134"/>
                  <a:pt x="10" y="155"/>
                  <a:pt x="28" y="169"/>
                </a:cubicBezTo>
                <a:cubicBezTo>
                  <a:pt x="44" y="181"/>
                  <a:pt x="65" y="188"/>
                  <a:pt x="87" y="188"/>
                </a:cubicBezTo>
                <a:cubicBezTo>
                  <a:pt x="115" y="188"/>
                  <a:pt x="143" y="180"/>
                  <a:pt x="168" y="167"/>
                </a:cubicBezTo>
                <a:cubicBezTo>
                  <a:pt x="172" y="165"/>
                  <a:pt x="172" y="165"/>
                  <a:pt x="172" y="165"/>
                </a:cubicBezTo>
                <a:cubicBezTo>
                  <a:pt x="170" y="160"/>
                  <a:pt x="170" y="160"/>
                  <a:pt x="170" y="160"/>
                </a:cubicBezTo>
                <a:cubicBezTo>
                  <a:pt x="163" y="144"/>
                  <a:pt x="163" y="144"/>
                  <a:pt x="163" y="144"/>
                </a:cubicBezTo>
                <a:cubicBezTo>
                  <a:pt x="160" y="138"/>
                  <a:pt x="160" y="138"/>
                  <a:pt x="160" y="138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36" y="151"/>
                  <a:pt x="115" y="160"/>
                  <a:pt x="89" y="160"/>
                </a:cubicBezTo>
                <a:cubicBezTo>
                  <a:pt x="72" y="160"/>
                  <a:pt x="58" y="156"/>
                  <a:pt x="48" y="147"/>
                </a:cubicBezTo>
                <a:cubicBezTo>
                  <a:pt x="38" y="137"/>
                  <a:pt x="33" y="124"/>
                  <a:pt x="33" y="109"/>
                </a:cubicBezTo>
                <a:cubicBezTo>
                  <a:pt x="33" y="55"/>
                  <a:pt x="66" y="27"/>
                  <a:pt x="100" y="27"/>
                </a:cubicBezTo>
                <a:cubicBezTo>
                  <a:pt x="116" y="27"/>
                  <a:pt x="130" y="32"/>
                  <a:pt x="140" y="41"/>
                </a:cubicBezTo>
                <a:cubicBezTo>
                  <a:pt x="150" y="51"/>
                  <a:pt x="155" y="63"/>
                  <a:pt x="155" y="79"/>
                </a:cubicBezTo>
                <a:cubicBezTo>
                  <a:pt x="155" y="84"/>
                  <a:pt x="154" y="94"/>
                  <a:pt x="150" y="102"/>
                </a:cubicBezTo>
                <a:cubicBezTo>
                  <a:pt x="146" y="110"/>
                  <a:pt x="141" y="114"/>
                  <a:pt x="135" y="114"/>
                </a:cubicBezTo>
                <a:cubicBezTo>
                  <a:pt x="131" y="114"/>
                  <a:pt x="130" y="113"/>
                  <a:pt x="130" y="109"/>
                </a:cubicBezTo>
                <a:cubicBezTo>
                  <a:pt x="130" y="107"/>
                  <a:pt x="131" y="102"/>
                  <a:pt x="131" y="99"/>
                </a:cubicBezTo>
                <a:cubicBezTo>
                  <a:pt x="131" y="98"/>
                  <a:pt x="132" y="97"/>
                  <a:pt x="132" y="97"/>
                </a:cubicBezTo>
                <a:moveTo>
                  <a:pt x="103" y="79"/>
                </a:moveTo>
                <a:cubicBezTo>
                  <a:pt x="96" y="108"/>
                  <a:pt x="87" y="114"/>
                  <a:pt x="81" y="114"/>
                </a:cubicBezTo>
                <a:cubicBezTo>
                  <a:pt x="80" y="114"/>
                  <a:pt x="78" y="114"/>
                  <a:pt x="78" y="111"/>
                </a:cubicBezTo>
                <a:cubicBezTo>
                  <a:pt x="78" y="103"/>
                  <a:pt x="84" y="91"/>
                  <a:pt x="91" y="84"/>
                </a:cubicBezTo>
                <a:cubicBezTo>
                  <a:pt x="93" y="81"/>
                  <a:pt x="98" y="80"/>
                  <a:pt x="103" y="79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4" name="Oval 72"/>
          <p:cNvSpPr>
            <a:spLocks noChangeArrowheads="1"/>
          </p:cNvSpPr>
          <p:nvPr/>
        </p:nvSpPr>
        <p:spPr bwMode="auto">
          <a:xfrm>
            <a:off x="1323985" y="1025131"/>
            <a:ext cx="375047" cy="373856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5" name="Freeform 73"/>
          <p:cNvSpPr>
            <a:spLocks noChangeArrowheads="1"/>
          </p:cNvSpPr>
          <p:nvPr/>
        </p:nvSpPr>
        <p:spPr bwMode="auto">
          <a:xfrm>
            <a:off x="1382317" y="1092995"/>
            <a:ext cx="164306" cy="238125"/>
          </a:xfrm>
          <a:custGeom>
            <a:avLst/>
            <a:gdLst>
              <a:gd name="T0" fmla="*/ 0 w 301"/>
              <a:gd name="T1" fmla="*/ 307 h 435"/>
              <a:gd name="T2" fmla="*/ 81 w 301"/>
              <a:gd name="T3" fmla="*/ 307 h 435"/>
              <a:gd name="T4" fmla="*/ 81 w 301"/>
              <a:gd name="T5" fmla="*/ 343 h 435"/>
              <a:gd name="T6" fmla="*/ 301 w 301"/>
              <a:gd name="T7" fmla="*/ 435 h 435"/>
              <a:gd name="T8" fmla="*/ 301 w 301"/>
              <a:gd name="T9" fmla="*/ 217 h 435"/>
              <a:gd name="T10" fmla="*/ 301 w 301"/>
              <a:gd name="T11" fmla="*/ 0 h 435"/>
              <a:gd name="T12" fmla="*/ 81 w 301"/>
              <a:gd name="T13" fmla="*/ 92 h 435"/>
              <a:gd name="T14" fmla="*/ 81 w 301"/>
              <a:gd name="T15" fmla="*/ 128 h 435"/>
              <a:gd name="T16" fmla="*/ 0 w 301"/>
              <a:gd name="T17" fmla="*/ 128 h 435"/>
              <a:gd name="T18" fmla="*/ 0 w 301"/>
              <a:gd name="T19" fmla="*/ 307 h 4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01" h="435">
                <a:moveTo>
                  <a:pt x="0" y="307"/>
                </a:moveTo>
                <a:lnTo>
                  <a:pt x="81" y="307"/>
                </a:lnTo>
                <a:lnTo>
                  <a:pt x="81" y="343"/>
                </a:lnTo>
                <a:lnTo>
                  <a:pt x="301" y="435"/>
                </a:lnTo>
                <a:lnTo>
                  <a:pt x="301" y="217"/>
                </a:lnTo>
                <a:lnTo>
                  <a:pt x="301" y="0"/>
                </a:lnTo>
                <a:lnTo>
                  <a:pt x="81" y="92"/>
                </a:lnTo>
                <a:lnTo>
                  <a:pt x="81" y="128"/>
                </a:lnTo>
                <a:lnTo>
                  <a:pt x="0" y="128"/>
                </a:lnTo>
                <a:lnTo>
                  <a:pt x="0" y="3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6" name="Freeform 74"/>
          <p:cNvSpPr>
            <a:spLocks noChangeArrowheads="1"/>
          </p:cNvSpPr>
          <p:nvPr/>
        </p:nvSpPr>
        <p:spPr bwMode="auto">
          <a:xfrm>
            <a:off x="1558529" y="1134671"/>
            <a:ext cx="38100" cy="154781"/>
          </a:xfrm>
          <a:custGeom>
            <a:avLst/>
            <a:gdLst>
              <a:gd name="T0" fmla="*/ 0 w 29"/>
              <a:gd name="T1" fmla="*/ 8 h 120"/>
              <a:gd name="T2" fmla="*/ 12 w 29"/>
              <a:gd name="T3" fmla="*/ 60 h 120"/>
              <a:gd name="T4" fmla="*/ 0 w 29"/>
              <a:gd name="T5" fmla="*/ 112 h 120"/>
              <a:gd name="T6" fmla="*/ 15 w 29"/>
              <a:gd name="T7" fmla="*/ 120 h 120"/>
              <a:gd name="T8" fmla="*/ 29 w 29"/>
              <a:gd name="T9" fmla="*/ 60 h 120"/>
              <a:gd name="T10" fmla="*/ 15 w 29"/>
              <a:gd name="T11" fmla="*/ 0 h 120"/>
              <a:gd name="T12" fmla="*/ 0 w 29"/>
              <a:gd name="T13" fmla="*/ 8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" h="120">
                <a:moveTo>
                  <a:pt x="0" y="8"/>
                </a:moveTo>
                <a:cubicBezTo>
                  <a:pt x="8" y="23"/>
                  <a:pt x="12" y="41"/>
                  <a:pt x="12" y="60"/>
                </a:cubicBezTo>
                <a:cubicBezTo>
                  <a:pt x="12" y="79"/>
                  <a:pt x="8" y="98"/>
                  <a:pt x="0" y="112"/>
                </a:cubicBezTo>
                <a:cubicBezTo>
                  <a:pt x="15" y="120"/>
                  <a:pt x="15" y="120"/>
                  <a:pt x="15" y="120"/>
                </a:cubicBezTo>
                <a:cubicBezTo>
                  <a:pt x="24" y="103"/>
                  <a:pt x="29" y="82"/>
                  <a:pt x="29" y="60"/>
                </a:cubicBezTo>
                <a:cubicBezTo>
                  <a:pt x="29" y="38"/>
                  <a:pt x="24" y="17"/>
                  <a:pt x="15" y="0"/>
                </a:cubicBezTo>
                <a:lnTo>
                  <a:pt x="0" y="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7" name="Freeform 75"/>
          <p:cNvSpPr>
            <a:spLocks noChangeArrowheads="1"/>
          </p:cNvSpPr>
          <p:nvPr/>
        </p:nvSpPr>
        <p:spPr bwMode="auto">
          <a:xfrm>
            <a:off x="1594248" y="1108477"/>
            <a:ext cx="45244" cy="207169"/>
          </a:xfrm>
          <a:custGeom>
            <a:avLst/>
            <a:gdLst>
              <a:gd name="T0" fmla="*/ 17 w 34"/>
              <a:gd name="T1" fmla="*/ 80 h 160"/>
              <a:gd name="T2" fmla="*/ 0 w 34"/>
              <a:gd name="T3" fmla="*/ 152 h 160"/>
              <a:gd name="T4" fmla="*/ 15 w 34"/>
              <a:gd name="T5" fmla="*/ 160 h 160"/>
              <a:gd name="T6" fmla="*/ 34 w 34"/>
              <a:gd name="T7" fmla="*/ 80 h 160"/>
              <a:gd name="T8" fmla="*/ 15 w 34"/>
              <a:gd name="T9" fmla="*/ 0 h 160"/>
              <a:gd name="T10" fmla="*/ 0 w 34"/>
              <a:gd name="T11" fmla="*/ 8 h 160"/>
              <a:gd name="T12" fmla="*/ 17 w 34"/>
              <a:gd name="T13" fmla="*/ 8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4" h="160">
                <a:moveTo>
                  <a:pt x="17" y="80"/>
                </a:moveTo>
                <a:cubicBezTo>
                  <a:pt x="17" y="107"/>
                  <a:pt x="11" y="132"/>
                  <a:pt x="0" y="152"/>
                </a:cubicBezTo>
                <a:cubicBezTo>
                  <a:pt x="15" y="160"/>
                  <a:pt x="15" y="160"/>
                  <a:pt x="15" y="160"/>
                </a:cubicBezTo>
                <a:cubicBezTo>
                  <a:pt x="27" y="138"/>
                  <a:pt x="34" y="109"/>
                  <a:pt x="34" y="80"/>
                </a:cubicBezTo>
                <a:cubicBezTo>
                  <a:pt x="34" y="51"/>
                  <a:pt x="27" y="23"/>
                  <a:pt x="15" y="0"/>
                </a:cubicBezTo>
                <a:cubicBezTo>
                  <a:pt x="0" y="8"/>
                  <a:pt x="0" y="8"/>
                  <a:pt x="0" y="8"/>
                </a:cubicBezTo>
                <a:cubicBezTo>
                  <a:pt x="11" y="28"/>
                  <a:pt x="17" y="54"/>
                  <a:pt x="17" y="8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8" name="Oval 76"/>
          <p:cNvSpPr>
            <a:spLocks noChangeArrowheads="1"/>
          </p:cNvSpPr>
          <p:nvPr/>
        </p:nvSpPr>
        <p:spPr bwMode="auto">
          <a:xfrm>
            <a:off x="2688432" y="1945486"/>
            <a:ext cx="456010" cy="454819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09" name="Freeform 77"/>
          <p:cNvSpPr>
            <a:spLocks noEditPoints="1" noChangeArrowheads="1"/>
          </p:cNvSpPr>
          <p:nvPr/>
        </p:nvSpPr>
        <p:spPr bwMode="auto">
          <a:xfrm>
            <a:off x="2769403" y="2070499"/>
            <a:ext cx="294085" cy="248840"/>
          </a:xfrm>
          <a:custGeom>
            <a:avLst/>
            <a:gdLst>
              <a:gd name="T0" fmla="*/ 224 w 227"/>
              <a:gd name="T1" fmla="*/ 53 h 192"/>
              <a:gd name="T2" fmla="*/ 196 w 227"/>
              <a:gd name="T3" fmla="*/ 40 h 192"/>
              <a:gd name="T4" fmla="*/ 134 w 227"/>
              <a:gd name="T5" fmla="*/ 0 h 192"/>
              <a:gd name="T6" fmla="*/ 76 w 227"/>
              <a:gd name="T7" fmla="*/ 67 h 192"/>
              <a:gd name="T8" fmla="*/ 77 w 227"/>
              <a:gd name="T9" fmla="*/ 77 h 192"/>
              <a:gd name="T10" fmla="*/ 21 w 227"/>
              <a:gd name="T11" fmla="*/ 105 h 192"/>
              <a:gd name="T12" fmla="*/ 0 w 227"/>
              <a:gd name="T13" fmla="*/ 94 h 192"/>
              <a:gd name="T14" fmla="*/ 98 w 227"/>
              <a:gd name="T15" fmla="*/ 192 h 192"/>
              <a:gd name="T16" fmla="*/ 205 w 227"/>
              <a:gd name="T17" fmla="*/ 85 h 192"/>
              <a:gd name="T18" fmla="*/ 224 w 227"/>
              <a:gd name="T19" fmla="*/ 64 h 192"/>
              <a:gd name="T20" fmla="*/ 227 w 227"/>
              <a:gd name="T21" fmla="*/ 59 h 192"/>
              <a:gd name="T22" fmla="*/ 224 w 227"/>
              <a:gd name="T23" fmla="*/ 53 h 192"/>
              <a:gd name="T24" fmla="*/ 169 w 227"/>
              <a:gd name="T25" fmla="*/ 64 h 192"/>
              <a:gd name="T26" fmla="*/ 159 w 227"/>
              <a:gd name="T27" fmla="*/ 55 h 192"/>
              <a:gd name="T28" fmla="*/ 169 w 227"/>
              <a:gd name="T29" fmla="*/ 46 h 192"/>
              <a:gd name="T30" fmla="*/ 178 w 227"/>
              <a:gd name="T31" fmla="*/ 55 h 192"/>
              <a:gd name="T32" fmla="*/ 169 w 227"/>
              <a:gd name="T33" fmla="*/ 64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27" h="192">
                <a:moveTo>
                  <a:pt x="224" y="53"/>
                </a:moveTo>
                <a:cubicBezTo>
                  <a:pt x="196" y="40"/>
                  <a:pt x="196" y="40"/>
                  <a:pt x="196" y="40"/>
                </a:cubicBezTo>
                <a:cubicBezTo>
                  <a:pt x="190" y="18"/>
                  <a:pt x="166" y="0"/>
                  <a:pt x="134" y="0"/>
                </a:cubicBezTo>
                <a:cubicBezTo>
                  <a:pt x="99" y="0"/>
                  <a:pt x="76" y="31"/>
                  <a:pt x="76" y="67"/>
                </a:cubicBezTo>
                <a:cubicBezTo>
                  <a:pt x="76" y="70"/>
                  <a:pt x="77" y="74"/>
                  <a:pt x="77" y="77"/>
                </a:cubicBezTo>
                <a:cubicBezTo>
                  <a:pt x="79" y="121"/>
                  <a:pt x="36" y="115"/>
                  <a:pt x="21" y="105"/>
                </a:cubicBezTo>
                <a:cubicBezTo>
                  <a:pt x="7" y="96"/>
                  <a:pt x="0" y="76"/>
                  <a:pt x="0" y="94"/>
                </a:cubicBezTo>
                <a:cubicBezTo>
                  <a:pt x="0" y="134"/>
                  <a:pt x="43" y="192"/>
                  <a:pt x="98" y="192"/>
                </a:cubicBezTo>
                <a:cubicBezTo>
                  <a:pt x="161" y="192"/>
                  <a:pt x="205" y="151"/>
                  <a:pt x="205" y="85"/>
                </a:cubicBezTo>
                <a:cubicBezTo>
                  <a:pt x="224" y="64"/>
                  <a:pt x="224" y="64"/>
                  <a:pt x="224" y="64"/>
                </a:cubicBezTo>
                <a:cubicBezTo>
                  <a:pt x="226" y="63"/>
                  <a:pt x="227" y="61"/>
                  <a:pt x="227" y="59"/>
                </a:cubicBezTo>
                <a:cubicBezTo>
                  <a:pt x="227" y="57"/>
                  <a:pt x="226" y="54"/>
                  <a:pt x="224" y="53"/>
                </a:cubicBezTo>
                <a:moveTo>
                  <a:pt x="169" y="64"/>
                </a:moveTo>
                <a:cubicBezTo>
                  <a:pt x="164" y="64"/>
                  <a:pt x="159" y="60"/>
                  <a:pt x="159" y="55"/>
                </a:cubicBezTo>
                <a:cubicBezTo>
                  <a:pt x="159" y="50"/>
                  <a:pt x="164" y="46"/>
                  <a:pt x="169" y="46"/>
                </a:cubicBezTo>
                <a:cubicBezTo>
                  <a:pt x="174" y="46"/>
                  <a:pt x="178" y="50"/>
                  <a:pt x="178" y="55"/>
                </a:cubicBezTo>
                <a:cubicBezTo>
                  <a:pt x="178" y="60"/>
                  <a:pt x="174" y="64"/>
                  <a:pt x="169" y="64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0" name="Oval 78"/>
          <p:cNvSpPr>
            <a:spLocks noChangeArrowheads="1"/>
          </p:cNvSpPr>
          <p:nvPr/>
        </p:nvSpPr>
        <p:spPr bwMode="auto">
          <a:xfrm>
            <a:off x="2085975" y="820342"/>
            <a:ext cx="452438" cy="452438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11" name="Freeform 79"/>
          <p:cNvSpPr>
            <a:spLocks noChangeArrowheads="1"/>
          </p:cNvSpPr>
          <p:nvPr/>
        </p:nvSpPr>
        <p:spPr bwMode="auto">
          <a:xfrm>
            <a:off x="2153850" y="922736"/>
            <a:ext cx="317897" cy="246459"/>
          </a:xfrm>
          <a:custGeom>
            <a:avLst/>
            <a:gdLst>
              <a:gd name="T0" fmla="*/ 246 w 246"/>
              <a:gd name="T1" fmla="*/ 140 h 191"/>
              <a:gd name="T2" fmla="*/ 227 w 246"/>
              <a:gd name="T3" fmla="*/ 104 h 191"/>
              <a:gd name="T4" fmla="*/ 123 w 246"/>
              <a:gd name="T5" fmla="*/ 0 h 191"/>
              <a:gd name="T6" fmla="*/ 19 w 246"/>
              <a:gd name="T7" fmla="*/ 104 h 191"/>
              <a:gd name="T8" fmla="*/ 0 w 246"/>
              <a:gd name="T9" fmla="*/ 140 h 191"/>
              <a:gd name="T10" fmla="*/ 43 w 246"/>
              <a:gd name="T11" fmla="*/ 185 h 191"/>
              <a:gd name="T12" fmla="*/ 49 w 246"/>
              <a:gd name="T13" fmla="*/ 191 h 191"/>
              <a:gd name="T14" fmla="*/ 68 w 246"/>
              <a:gd name="T15" fmla="*/ 191 h 191"/>
              <a:gd name="T16" fmla="*/ 74 w 246"/>
              <a:gd name="T17" fmla="*/ 185 h 191"/>
              <a:gd name="T18" fmla="*/ 74 w 246"/>
              <a:gd name="T19" fmla="*/ 96 h 191"/>
              <a:gd name="T20" fmla="*/ 68 w 246"/>
              <a:gd name="T21" fmla="*/ 89 h 191"/>
              <a:gd name="T22" fmla="*/ 49 w 246"/>
              <a:gd name="T23" fmla="*/ 89 h 191"/>
              <a:gd name="T24" fmla="*/ 43 w 246"/>
              <a:gd name="T25" fmla="*/ 96 h 191"/>
              <a:gd name="T26" fmla="*/ 36 w 246"/>
              <a:gd name="T27" fmla="*/ 97 h 191"/>
              <a:gd name="T28" fmla="*/ 123 w 246"/>
              <a:gd name="T29" fmla="*/ 17 h 191"/>
              <a:gd name="T30" fmla="*/ 210 w 246"/>
              <a:gd name="T31" fmla="*/ 97 h 191"/>
              <a:gd name="T32" fmla="*/ 203 w 246"/>
              <a:gd name="T33" fmla="*/ 96 h 191"/>
              <a:gd name="T34" fmla="*/ 197 w 246"/>
              <a:gd name="T35" fmla="*/ 89 h 191"/>
              <a:gd name="T36" fmla="*/ 178 w 246"/>
              <a:gd name="T37" fmla="*/ 89 h 191"/>
              <a:gd name="T38" fmla="*/ 171 w 246"/>
              <a:gd name="T39" fmla="*/ 96 h 191"/>
              <a:gd name="T40" fmla="*/ 171 w 246"/>
              <a:gd name="T41" fmla="*/ 185 h 191"/>
              <a:gd name="T42" fmla="*/ 178 w 246"/>
              <a:gd name="T43" fmla="*/ 191 h 191"/>
              <a:gd name="T44" fmla="*/ 197 w 246"/>
              <a:gd name="T45" fmla="*/ 191 h 191"/>
              <a:gd name="T46" fmla="*/ 203 w 246"/>
              <a:gd name="T47" fmla="*/ 185 h 191"/>
              <a:gd name="T48" fmla="*/ 216 w 246"/>
              <a:gd name="T49" fmla="*/ 182 h 191"/>
              <a:gd name="T50" fmla="*/ 225 w 246"/>
              <a:gd name="T51" fmla="*/ 178 h 191"/>
              <a:gd name="T52" fmla="*/ 246 w 246"/>
              <a:gd name="T53" fmla="*/ 14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46" h="191">
                <a:moveTo>
                  <a:pt x="246" y="140"/>
                </a:moveTo>
                <a:cubicBezTo>
                  <a:pt x="246" y="125"/>
                  <a:pt x="238" y="112"/>
                  <a:pt x="227" y="104"/>
                </a:cubicBezTo>
                <a:cubicBezTo>
                  <a:pt x="227" y="47"/>
                  <a:pt x="180" y="0"/>
                  <a:pt x="123" y="0"/>
                </a:cubicBezTo>
                <a:cubicBezTo>
                  <a:pt x="66" y="0"/>
                  <a:pt x="19" y="47"/>
                  <a:pt x="19" y="104"/>
                </a:cubicBezTo>
                <a:cubicBezTo>
                  <a:pt x="7" y="112"/>
                  <a:pt x="0" y="125"/>
                  <a:pt x="0" y="140"/>
                </a:cubicBezTo>
                <a:cubicBezTo>
                  <a:pt x="0" y="164"/>
                  <a:pt x="19" y="184"/>
                  <a:pt x="43" y="185"/>
                </a:cubicBezTo>
                <a:cubicBezTo>
                  <a:pt x="43" y="188"/>
                  <a:pt x="46" y="191"/>
                  <a:pt x="49" y="191"/>
                </a:cubicBezTo>
                <a:cubicBezTo>
                  <a:pt x="68" y="191"/>
                  <a:pt x="68" y="191"/>
                  <a:pt x="68" y="191"/>
                </a:cubicBezTo>
                <a:cubicBezTo>
                  <a:pt x="71" y="191"/>
                  <a:pt x="74" y="188"/>
                  <a:pt x="74" y="185"/>
                </a:cubicBezTo>
                <a:cubicBezTo>
                  <a:pt x="74" y="96"/>
                  <a:pt x="74" y="96"/>
                  <a:pt x="74" y="96"/>
                </a:cubicBezTo>
                <a:cubicBezTo>
                  <a:pt x="74" y="92"/>
                  <a:pt x="71" y="89"/>
                  <a:pt x="68" y="89"/>
                </a:cubicBezTo>
                <a:cubicBezTo>
                  <a:pt x="49" y="89"/>
                  <a:pt x="49" y="89"/>
                  <a:pt x="49" y="89"/>
                </a:cubicBezTo>
                <a:cubicBezTo>
                  <a:pt x="46" y="89"/>
                  <a:pt x="43" y="92"/>
                  <a:pt x="43" y="96"/>
                </a:cubicBezTo>
                <a:cubicBezTo>
                  <a:pt x="40" y="96"/>
                  <a:pt x="38" y="96"/>
                  <a:pt x="36" y="97"/>
                </a:cubicBezTo>
                <a:cubicBezTo>
                  <a:pt x="40" y="52"/>
                  <a:pt x="77" y="17"/>
                  <a:pt x="123" y="17"/>
                </a:cubicBezTo>
                <a:cubicBezTo>
                  <a:pt x="168" y="17"/>
                  <a:pt x="206" y="52"/>
                  <a:pt x="210" y="97"/>
                </a:cubicBezTo>
                <a:cubicBezTo>
                  <a:pt x="207" y="96"/>
                  <a:pt x="205" y="96"/>
                  <a:pt x="203" y="96"/>
                </a:cubicBezTo>
                <a:cubicBezTo>
                  <a:pt x="203" y="92"/>
                  <a:pt x="200" y="89"/>
                  <a:pt x="197" y="89"/>
                </a:cubicBezTo>
                <a:cubicBezTo>
                  <a:pt x="178" y="89"/>
                  <a:pt x="178" y="89"/>
                  <a:pt x="178" y="89"/>
                </a:cubicBezTo>
                <a:cubicBezTo>
                  <a:pt x="174" y="89"/>
                  <a:pt x="171" y="92"/>
                  <a:pt x="171" y="96"/>
                </a:cubicBezTo>
                <a:cubicBezTo>
                  <a:pt x="171" y="185"/>
                  <a:pt x="171" y="185"/>
                  <a:pt x="171" y="185"/>
                </a:cubicBezTo>
                <a:cubicBezTo>
                  <a:pt x="171" y="188"/>
                  <a:pt x="174" y="191"/>
                  <a:pt x="178" y="191"/>
                </a:cubicBezTo>
                <a:cubicBezTo>
                  <a:pt x="197" y="191"/>
                  <a:pt x="197" y="191"/>
                  <a:pt x="197" y="191"/>
                </a:cubicBezTo>
                <a:cubicBezTo>
                  <a:pt x="200" y="191"/>
                  <a:pt x="203" y="188"/>
                  <a:pt x="203" y="185"/>
                </a:cubicBezTo>
                <a:cubicBezTo>
                  <a:pt x="208" y="185"/>
                  <a:pt x="212" y="184"/>
                  <a:pt x="216" y="182"/>
                </a:cubicBezTo>
                <a:cubicBezTo>
                  <a:pt x="225" y="178"/>
                  <a:pt x="225" y="178"/>
                  <a:pt x="225" y="178"/>
                </a:cubicBezTo>
                <a:cubicBezTo>
                  <a:pt x="238" y="170"/>
                  <a:pt x="246" y="156"/>
                  <a:pt x="246" y="14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2" name="Freeform 80"/>
          <p:cNvSpPr>
            <a:spLocks noChangeArrowheads="1"/>
          </p:cNvSpPr>
          <p:nvPr/>
        </p:nvSpPr>
        <p:spPr bwMode="auto">
          <a:xfrm>
            <a:off x="2247906" y="1546624"/>
            <a:ext cx="146447" cy="136922"/>
          </a:xfrm>
          <a:custGeom>
            <a:avLst/>
            <a:gdLst>
              <a:gd name="T0" fmla="*/ 106 w 113"/>
              <a:gd name="T1" fmla="*/ 55 h 106"/>
              <a:gd name="T2" fmla="*/ 58 w 113"/>
              <a:gd name="T3" fmla="*/ 39 h 106"/>
              <a:gd name="T4" fmla="*/ 56 w 113"/>
              <a:gd name="T5" fmla="*/ 43 h 106"/>
              <a:gd name="T6" fmla="*/ 56 w 113"/>
              <a:gd name="T7" fmla="*/ 38 h 106"/>
              <a:gd name="T8" fmla="*/ 5 w 113"/>
              <a:gd name="T9" fmla="*/ 34 h 106"/>
              <a:gd name="T10" fmla="*/ 43 w 113"/>
              <a:gd name="T11" fmla="*/ 106 h 106"/>
              <a:gd name="T12" fmla="*/ 43 w 113"/>
              <a:gd name="T13" fmla="*/ 106 h 106"/>
              <a:gd name="T14" fmla="*/ 43 w 113"/>
              <a:gd name="T15" fmla="*/ 106 h 106"/>
              <a:gd name="T16" fmla="*/ 43 w 113"/>
              <a:gd name="T17" fmla="*/ 106 h 106"/>
              <a:gd name="T18" fmla="*/ 43 w 113"/>
              <a:gd name="T19" fmla="*/ 106 h 106"/>
              <a:gd name="T20" fmla="*/ 106 w 113"/>
              <a:gd name="T21" fmla="*/ 55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3" h="106">
                <a:moveTo>
                  <a:pt x="106" y="55"/>
                </a:moveTo>
                <a:cubicBezTo>
                  <a:pt x="113" y="21"/>
                  <a:pt x="72" y="9"/>
                  <a:pt x="58" y="39"/>
                </a:cubicBezTo>
                <a:cubicBezTo>
                  <a:pt x="56" y="43"/>
                  <a:pt x="56" y="43"/>
                  <a:pt x="56" y="43"/>
                </a:cubicBezTo>
                <a:cubicBezTo>
                  <a:pt x="56" y="38"/>
                  <a:pt x="56" y="38"/>
                  <a:pt x="56" y="38"/>
                </a:cubicBezTo>
                <a:cubicBezTo>
                  <a:pt x="55" y="5"/>
                  <a:pt x="12" y="0"/>
                  <a:pt x="5" y="34"/>
                </a:cubicBezTo>
                <a:cubicBezTo>
                  <a:pt x="0" y="61"/>
                  <a:pt x="29" y="87"/>
                  <a:pt x="43" y="106"/>
                </a:cubicBezTo>
                <a:cubicBezTo>
                  <a:pt x="43" y="106"/>
                  <a:pt x="43" y="106"/>
                  <a:pt x="43" y="106"/>
                </a:cubicBezTo>
                <a:cubicBezTo>
                  <a:pt x="43" y="106"/>
                  <a:pt x="43" y="106"/>
                  <a:pt x="43" y="106"/>
                </a:cubicBezTo>
                <a:cubicBezTo>
                  <a:pt x="43" y="106"/>
                  <a:pt x="43" y="106"/>
                  <a:pt x="43" y="106"/>
                </a:cubicBezTo>
                <a:cubicBezTo>
                  <a:pt x="43" y="106"/>
                  <a:pt x="43" y="106"/>
                  <a:pt x="43" y="106"/>
                </a:cubicBezTo>
                <a:cubicBezTo>
                  <a:pt x="64" y="94"/>
                  <a:pt x="101" y="82"/>
                  <a:pt x="106" y="55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3" name="Freeform 81"/>
          <p:cNvSpPr>
            <a:spLocks noEditPoints="1" noChangeArrowheads="1"/>
          </p:cNvSpPr>
          <p:nvPr/>
        </p:nvSpPr>
        <p:spPr bwMode="auto">
          <a:xfrm>
            <a:off x="715575" y="2489599"/>
            <a:ext cx="176213" cy="147638"/>
          </a:xfrm>
          <a:custGeom>
            <a:avLst/>
            <a:gdLst>
              <a:gd name="T0" fmla="*/ 2 w 136"/>
              <a:gd name="T1" fmla="*/ 32 h 115"/>
              <a:gd name="T2" fmla="*/ 0 w 136"/>
              <a:gd name="T3" fmla="*/ 36 h 115"/>
              <a:gd name="T4" fmla="*/ 2 w 136"/>
              <a:gd name="T5" fmla="*/ 39 h 115"/>
              <a:gd name="T6" fmla="*/ 14 w 136"/>
              <a:gd name="T7" fmla="*/ 51 h 115"/>
              <a:gd name="T8" fmla="*/ 78 w 136"/>
              <a:gd name="T9" fmla="*/ 115 h 115"/>
              <a:gd name="T10" fmla="*/ 136 w 136"/>
              <a:gd name="T11" fmla="*/ 57 h 115"/>
              <a:gd name="T12" fmla="*/ 123 w 136"/>
              <a:gd name="T13" fmla="*/ 63 h 115"/>
              <a:gd name="T14" fmla="*/ 90 w 136"/>
              <a:gd name="T15" fmla="*/ 47 h 115"/>
              <a:gd name="T16" fmla="*/ 91 w 136"/>
              <a:gd name="T17" fmla="*/ 40 h 115"/>
              <a:gd name="T18" fmla="*/ 56 w 136"/>
              <a:gd name="T19" fmla="*/ 0 h 115"/>
              <a:gd name="T20" fmla="*/ 19 w 136"/>
              <a:gd name="T21" fmla="*/ 24 h 115"/>
              <a:gd name="T22" fmla="*/ 2 w 136"/>
              <a:gd name="T23" fmla="*/ 32 h 115"/>
              <a:gd name="T24" fmla="*/ 35 w 136"/>
              <a:gd name="T25" fmla="*/ 39 h 115"/>
              <a:gd name="T26" fmla="*/ 30 w 136"/>
              <a:gd name="T27" fmla="*/ 33 h 115"/>
              <a:gd name="T28" fmla="*/ 35 w 136"/>
              <a:gd name="T29" fmla="*/ 28 h 115"/>
              <a:gd name="T30" fmla="*/ 41 w 136"/>
              <a:gd name="T31" fmla="*/ 33 h 115"/>
              <a:gd name="T32" fmla="*/ 35 w 136"/>
              <a:gd name="T33" fmla="*/ 39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6" h="115">
                <a:moveTo>
                  <a:pt x="2" y="32"/>
                </a:moveTo>
                <a:cubicBezTo>
                  <a:pt x="1" y="33"/>
                  <a:pt x="0" y="34"/>
                  <a:pt x="0" y="36"/>
                </a:cubicBezTo>
                <a:cubicBezTo>
                  <a:pt x="0" y="37"/>
                  <a:pt x="1" y="38"/>
                  <a:pt x="2" y="39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91"/>
                  <a:pt x="40" y="115"/>
                  <a:pt x="78" y="115"/>
                </a:cubicBezTo>
                <a:cubicBezTo>
                  <a:pt x="111" y="115"/>
                  <a:pt x="136" y="80"/>
                  <a:pt x="136" y="57"/>
                </a:cubicBezTo>
                <a:cubicBezTo>
                  <a:pt x="136" y="46"/>
                  <a:pt x="132" y="58"/>
                  <a:pt x="123" y="63"/>
                </a:cubicBezTo>
                <a:cubicBezTo>
                  <a:pt x="114" y="69"/>
                  <a:pt x="89" y="72"/>
                  <a:pt x="90" y="47"/>
                </a:cubicBezTo>
                <a:cubicBezTo>
                  <a:pt x="90" y="45"/>
                  <a:pt x="91" y="42"/>
                  <a:pt x="91" y="40"/>
                </a:cubicBezTo>
                <a:cubicBezTo>
                  <a:pt x="91" y="19"/>
                  <a:pt x="77" y="0"/>
                  <a:pt x="56" y="0"/>
                </a:cubicBezTo>
                <a:cubicBezTo>
                  <a:pt x="37" y="0"/>
                  <a:pt x="23" y="12"/>
                  <a:pt x="19" y="24"/>
                </a:cubicBezTo>
                <a:cubicBezTo>
                  <a:pt x="2" y="32"/>
                  <a:pt x="2" y="32"/>
                  <a:pt x="2" y="32"/>
                </a:cubicBezTo>
                <a:moveTo>
                  <a:pt x="35" y="39"/>
                </a:moveTo>
                <a:cubicBezTo>
                  <a:pt x="32" y="39"/>
                  <a:pt x="30" y="36"/>
                  <a:pt x="30" y="33"/>
                </a:cubicBezTo>
                <a:cubicBezTo>
                  <a:pt x="30" y="30"/>
                  <a:pt x="32" y="28"/>
                  <a:pt x="35" y="28"/>
                </a:cubicBezTo>
                <a:cubicBezTo>
                  <a:pt x="39" y="28"/>
                  <a:pt x="41" y="30"/>
                  <a:pt x="41" y="33"/>
                </a:cubicBezTo>
                <a:cubicBezTo>
                  <a:pt x="41" y="36"/>
                  <a:pt x="39" y="39"/>
                  <a:pt x="35" y="39"/>
                </a:cubicBezTo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4" name="Freeform 82"/>
          <p:cNvSpPr>
            <a:spLocks noEditPoints="1" noChangeArrowheads="1"/>
          </p:cNvSpPr>
          <p:nvPr/>
        </p:nvSpPr>
        <p:spPr bwMode="auto">
          <a:xfrm>
            <a:off x="1294210" y="2369347"/>
            <a:ext cx="122634" cy="175022"/>
          </a:xfrm>
          <a:custGeom>
            <a:avLst/>
            <a:gdLst>
              <a:gd name="T0" fmla="*/ 48 w 95"/>
              <a:gd name="T1" fmla="*/ 0 h 135"/>
              <a:gd name="T2" fmla="*/ 0 w 95"/>
              <a:gd name="T3" fmla="*/ 47 h 135"/>
              <a:gd name="T4" fmla="*/ 48 w 95"/>
              <a:gd name="T5" fmla="*/ 135 h 135"/>
              <a:gd name="T6" fmla="*/ 95 w 95"/>
              <a:gd name="T7" fmla="*/ 47 h 135"/>
              <a:gd name="T8" fmla="*/ 48 w 95"/>
              <a:gd name="T9" fmla="*/ 0 h 135"/>
              <a:gd name="T10" fmla="*/ 48 w 95"/>
              <a:gd name="T11" fmla="*/ 55 h 135"/>
              <a:gd name="T12" fmla="*/ 33 w 95"/>
              <a:gd name="T13" fmla="*/ 40 h 135"/>
              <a:gd name="T14" fmla="*/ 48 w 95"/>
              <a:gd name="T15" fmla="*/ 26 h 135"/>
              <a:gd name="T16" fmla="*/ 62 w 95"/>
              <a:gd name="T17" fmla="*/ 40 h 135"/>
              <a:gd name="T18" fmla="*/ 48 w 95"/>
              <a:gd name="T19" fmla="*/ 55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5" h="135">
                <a:moveTo>
                  <a:pt x="48" y="0"/>
                </a:moveTo>
                <a:cubicBezTo>
                  <a:pt x="21" y="0"/>
                  <a:pt x="0" y="21"/>
                  <a:pt x="0" y="47"/>
                </a:cubicBezTo>
                <a:cubicBezTo>
                  <a:pt x="0" y="74"/>
                  <a:pt x="48" y="135"/>
                  <a:pt x="48" y="135"/>
                </a:cubicBezTo>
                <a:cubicBezTo>
                  <a:pt x="48" y="135"/>
                  <a:pt x="95" y="74"/>
                  <a:pt x="95" y="47"/>
                </a:cubicBezTo>
                <a:cubicBezTo>
                  <a:pt x="95" y="21"/>
                  <a:pt x="74" y="0"/>
                  <a:pt x="48" y="0"/>
                </a:cubicBezTo>
                <a:close/>
                <a:moveTo>
                  <a:pt x="48" y="55"/>
                </a:moveTo>
                <a:cubicBezTo>
                  <a:pt x="39" y="55"/>
                  <a:pt x="33" y="49"/>
                  <a:pt x="33" y="40"/>
                </a:cubicBezTo>
                <a:cubicBezTo>
                  <a:pt x="33" y="32"/>
                  <a:pt x="39" y="26"/>
                  <a:pt x="48" y="26"/>
                </a:cubicBezTo>
                <a:cubicBezTo>
                  <a:pt x="56" y="26"/>
                  <a:pt x="62" y="32"/>
                  <a:pt x="62" y="40"/>
                </a:cubicBezTo>
                <a:cubicBezTo>
                  <a:pt x="62" y="49"/>
                  <a:pt x="56" y="55"/>
                  <a:pt x="48" y="55"/>
                </a:cubicBez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5" name="Freeform 83"/>
          <p:cNvSpPr>
            <a:spLocks noEditPoints="1" noChangeArrowheads="1"/>
          </p:cNvSpPr>
          <p:nvPr/>
        </p:nvSpPr>
        <p:spPr bwMode="auto">
          <a:xfrm>
            <a:off x="1716890" y="1483524"/>
            <a:ext cx="91679" cy="130969"/>
          </a:xfrm>
          <a:custGeom>
            <a:avLst/>
            <a:gdLst>
              <a:gd name="T0" fmla="*/ 35 w 71"/>
              <a:gd name="T1" fmla="*/ 0 h 101"/>
              <a:gd name="T2" fmla="*/ 0 w 71"/>
              <a:gd name="T3" fmla="*/ 36 h 101"/>
              <a:gd name="T4" fmla="*/ 35 w 71"/>
              <a:gd name="T5" fmla="*/ 101 h 101"/>
              <a:gd name="T6" fmla="*/ 71 w 71"/>
              <a:gd name="T7" fmla="*/ 36 h 101"/>
              <a:gd name="T8" fmla="*/ 35 w 71"/>
              <a:gd name="T9" fmla="*/ 0 h 101"/>
              <a:gd name="T10" fmla="*/ 35 w 71"/>
              <a:gd name="T11" fmla="*/ 42 h 101"/>
              <a:gd name="T12" fmla="*/ 24 w 71"/>
              <a:gd name="T13" fmla="*/ 31 h 101"/>
              <a:gd name="T14" fmla="*/ 35 w 71"/>
              <a:gd name="T15" fmla="*/ 20 h 101"/>
              <a:gd name="T16" fmla="*/ 46 w 71"/>
              <a:gd name="T17" fmla="*/ 31 h 101"/>
              <a:gd name="T18" fmla="*/ 35 w 71"/>
              <a:gd name="T19" fmla="*/ 42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1" h="101">
                <a:moveTo>
                  <a:pt x="35" y="0"/>
                </a:moveTo>
                <a:cubicBezTo>
                  <a:pt x="16" y="0"/>
                  <a:pt x="0" y="16"/>
                  <a:pt x="0" y="36"/>
                </a:cubicBezTo>
                <a:cubicBezTo>
                  <a:pt x="0" y="56"/>
                  <a:pt x="35" y="101"/>
                  <a:pt x="35" y="101"/>
                </a:cubicBezTo>
                <a:cubicBezTo>
                  <a:pt x="35" y="101"/>
                  <a:pt x="71" y="56"/>
                  <a:pt x="71" y="36"/>
                </a:cubicBezTo>
                <a:cubicBezTo>
                  <a:pt x="71" y="16"/>
                  <a:pt x="55" y="0"/>
                  <a:pt x="35" y="0"/>
                </a:cubicBezTo>
                <a:close/>
                <a:moveTo>
                  <a:pt x="35" y="42"/>
                </a:moveTo>
                <a:cubicBezTo>
                  <a:pt x="29" y="42"/>
                  <a:pt x="24" y="37"/>
                  <a:pt x="24" y="31"/>
                </a:cubicBezTo>
                <a:cubicBezTo>
                  <a:pt x="24" y="25"/>
                  <a:pt x="29" y="20"/>
                  <a:pt x="35" y="20"/>
                </a:cubicBezTo>
                <a:cubicBezTo>
                  <a:pt x="41" y="20"/>
                  <a:pt x="46" y="25"/>
                  <a:pt x="46" y="31"/>
                </a:cubicBezTo>
                <a:cubicBezTo>
                  <a:pt x="46" y="37"/>
                  <a:pt x="41" y="42"/>
                  <a:pt x="35" y="42"/>
                </a:cubicBez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6" name="Freeform 84"/>
          <p:cNvSpPr>
            <a:spLocks noChangeArrowheads="1"/>
          </p:cNvSpPr>
          <p:nvPr/>
        </p:nvSpPr>
        <p:spPr bwMode="auto">
          <a:xfrm>
            <a:off x="1409700" y="927502"/>
            <a:ext cx="67866" cy="54769"/>
          </a:xfrm>
          <a:custGeom>
            <a:avLst/>
            <a:gdLst>
              <a:gd name="T0" fmla="*/ 11 w 52"/>
              <a:gd name="T1" fmla="*/ 42 h 42"/>
              <a:gd name="T2" fmla="*/ 0 w 52"/>
              <a:gd name="T3" fmla="*/ 0 h 42"/>
              <a:gd name="T4" fmla="*/ 6 w 52"/>
              <a:gd name="T5" fmla="*/ 0 h 42"/>
              <a:gd name="T6" fmla="*/ 11 w 52"/>
              <a:gd name="T7" fmla="*/ 21 h 42"/>
              <a:gd name="T8" fmla="*/ 14 w 52"/>
              <a:gd name="T9" fmla="*/ 36 h 42"/>
              <a:gd name="T10" fmla="*/ 15 w 52"/>
              <a:gd name="T11" fmla="*/ 36 h 42"/>
              <a:gd name="T12" fmla="*/ 18 w 52"/>
              <a:gd name="T13" fmla="*/ 21 h 42"/>
              <a:gd name="T14" fmla="*/ 24 w 52"/>
              <a:gd name="T15" fmla="*/ 0 h 42"/>
              <a:gd name="T16" fmla="*/ 29 w 52"/>
              <a:gd name="T17" fmla="*/ 0 h 42"/>
              <a:gd name="T18" fmla="*/ 35 w 52"/>
              <a:gd name="T19" fmla="*/ 21 h 42"/>
              <a:gd name="T20" fmla="*/ 38 w 52"/>
              <a:gd name="T21" fmla="*/ 36 h 42"/>
              <a:gd name="T22" fmla="*/ 38 w 52"/>
              <a:gd name="T23" fmla="*/ 36 h 42"/>
              <a:gd name="T24" fmla="*/ 41 w 52"/>
              <a:gd name="T25" fmla="*/ 21 h 42"/>
              <a:gd name="T26" fmla="*/ 47 w 52"/>
              <a:gd name="T27" fmla="*/ 0 h 42"/>
              <a:gd name="T28" fmla="*/ 52 w 52"/>
              <a:gd name="T29" fmla="*/ 0 h 42"/>
              <a:gd name="T30" fmla="*/ 40 w 52"/>
              <a:gd name="T31" fmla="*/ 42 h 42"/>
              <a:gd name="T32" fmla="*/ 35 w 52"/>
              <a:gd name="T33" fmla="*/ 42 h 42"/>
              <a:gd name="T34" fmla="*/ 29 w 52"/>
              <a:gd name="T35" fmla="*/ 20 h 42"/>
              <a:gd name="T36" fmla="*/ 26 w 52"/>
              <a:gd name="T37" fmla="*/ 6 h 42"/>
              <a:gd name="T38" fmla="*/ 26 w 52"/>
              <a:gd name="T39" fmla="*/ 6 h 42"/>
              <a:gd name="T40" fmla="*/ 23 w 52"/>
              <a:gd name="T41" fmla="*/ 20 h 42"/>
              <a:gd name="T42" fmla="*/ 17 w 52"/>
              <a:gd name="T43" fmla="*/ 42 h 42"/>
              <a:gd name="T44" fmla="*/ 11 w 52"/>
              <a:gd name="T45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2" h="42">
                <a:moveTo>
                  <a:pt x="11" y="42"/>
                </a:move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11" y="21"/>
                  <a:pt x="11" y="21"/>
                  <a:pt x="11" y="21"/>
                </a:cubicBezTo>
                <a:cubicBezTo>
                  <a:pt x="13" y="26"/>
                  <a:pt x="14" y="32"/>
                  <a:pt x="14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32"/>
                  <a:pt x="17" y="27"/>
                  <a:pt x="18" y="21"/>
                </a:cubicBezTo>
                <a:cubicBezTo>
                  <a:pt x="24" y="0"/>
                  <a:pt x="24" y="0"/>
                  <a:pt x="24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6"/>
                  <a:pt x="37" y="31"/>
                  <a:pt x="38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9" y="31"/>
                  <a:pt x="40" y="26"/>
                  <a:pt x="41" y="21"/>
                </a:cubicBezTo>
                <a:cubicBezTo>
                  <a:pt x="47" y="0"/>
                  <a:pt x="47" y="0"/>
                  <a:pt x="47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42"/>
                  <a:pt x="40" y="42"/>
                  <a:pt x="40" y="42"/>
                </a:cubicBezTo>
                <a:cubicBezTo>
                  <a:pt x="35" y="42"/>
                  <a:pt x="35" y="42"/>
                  <a:pt x="35" y="42"/>
                </a:cubicBezTo>
                <a:cubicBezTo>
                  <a:pt x="29" y="20"/>
                  <a:pt x="29" y="20"/>
                  <a:pt x="29" y="20"/>
                </a:cubicBezTo>
                <a:cubicBezTo>
                  <a:pt x="28" y="15"/>
                  <a:pt x="27" y="10"/>
                  <a:pt x="26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10"/>
                  <a:pt x="25" y="14"/>
                  <a:pt x="23" y="20"/>
                </a:cubicBezTo>
                <a:cubicBezTo>
                  <a:pt x="17" y="42"/>
                  <a:pt x="17" y="42"/>
                  <a:pt x="17" y="42"/>
                </a:cubicBezTo>
                <a:lnTo>
                  <a:pt x="11" y="42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7" name="Freeform 85"/>
          <p:cNvSpPr>
            <a:spLocks noChangeArrowheads="1"/>
          </p:cNvSpPr>
          <p:nvPr/>
        </p:nvSpPr>
        <p:spPr bwMode="auto">
          <a:xfrm>
            <a:off x="1481147" y="927502"/>
            <a:ext cx="66675" cy="54769"/>
          </a:xfrm>
          <a:custGeom>
            <a:avLst/>
            <a:gdLst>
              <a:gd name="T0" fmla="*/ 11 w 52"/>
              <a:gd name="T1" fmla="*/ 42 h 42"/>
              <a:gd name="T2" fmla="*/ 0 w 52"/>
              <a:gd name="T3" fmla="*/ 0 h 42"/>
              <a:gd name="T4" fmla="*/ 6 w 52"/>
              <a:gd name="T5" fmla="*/ 0 h 42"/>
              <a:gd name="T6" fmla="*/ 11 w 52"/>
              <a:gd name="T7" fmla="*/ 21 h 42"/>
              <a:gd name="T8" fmla="*/ 14 w 52"/>
              <a:gd name="T9" fmla="*/ 36 h 42"/>
              <a:gd name="T10" fmla="*/ 14 w 52"/>
              <a:gd name="T11" fmla="*/ 36 h 42"/>
              <a:gd name="T12" fmla="*/ 18 w 52"/>
              <a:gd name="T13" fmla="*/ 21 h 42"/>
              <a:gd name="T14" fmla="*/ 23 w 52"/>
              <a:gd name="T15" fmla="*/ 0 h 42"/>
              <a:gd name="T16" fmla="*/ 29 w 52"/>
              <a:gd name="T17" fmla="*/ 0 h 42"/>
              <a:gd name="T18" fmla="*/ 34 w 52"/>
              <a:gd name="T19" fmla="*/ 21 h 42"/>
              <a:gd name="T20" fmla="*/ 37 w 52"/>
              <a:gd name="T21" fmla="*/ 36 h 42"/>
              <a:gd name="T22" fmla="*/ 37 w 52"/>
              <a:gd name="T23" fmla="*/ 36 h 42"/>
              <a:gd name="T24" fmla="*/ 41 w 52"/>
              <a:gd name="T25" fmla="*/ 21 h 42"/>
              <a:gd name="T26" fmla="*/ 46 w 52"/>
              <a:gd name="T27" fmla="*/ 0 h 42"/>
              <a:gd name="T28" fmla="*/ 52 w 52"/>
              <a:gd name="T29" fmla="*/ 0 h 42"/>
              <a:gd name="T30" fmla="*/ 40 w 52"/>
              <a:gd name="T31" fmla="*/ 42 h 42"/>
              <a:gd name="T32" fmla="*/ 34 w 52"/>
              <a:gd name="T33" fmla="*/ 42 h 42"/>
              <a:gd name="T34" fmla="*/ 29 w 52"/>
              <a:gd name="T35" fmla="*/ 20 h 42"/>
              <a:gd name="T36" fmla="*/ 26 w 52"/>
              <a:gd name="T37" fmla="*/ 6 h 42"/>
              <a:gd name="T38" fmla="*/ 26 w 52"/>
              <a:gd name="T39" fmla="*/ 6 h 42"/>
              <a:gd name="T40" fmla="*/ 23 w 52"/>
              <a:gd name="T41" fmla="*/ 20 h 42"/>
              <a:gd name="T42" fmla="*/ 16 w 52"/>
              <a:gd name="T43" fmla="*/ 42 h 42"/>
              <a:gd name="T44" fmla="*/ 11 w 52"/>
              <a:gd name="T45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2" h="42">
                <a:moveTo>
                  <a:pt x="11" y="42"/>
                </a:move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11" y="21"/>
                  <a:pt x="11" y="21"/>
                  <a:pt x="11" y="21"/>
                </a:cubicBezTo>
                <a:cubicBezTo>
                  <a:pt x="12" y="26"/>
                  <a:pt x="13" y="32"/>
                  <a:pt x="14" y="36"/>
                </a:cubicBezTo>
                <a:cubicBezTo>
                  <a:pt x="14" y="36"/>
                  <a:pt x="14" y="36"/>
                  <a:pt x="14" y="36"/>
                </a:cubicBezTo>
                <a:cubicBezTo>
                  <a:pt x="15" y="32"/>
                  <a:pt x="16" y="27"/>
                  <a:pt x="18" y="21"/>
                </a:cubicBezTo>
                <a:cubicBezTo>
                  <a:pt x="23" y="0"/>
                  <a:pt x="23" y="0"/>
                  <a:pt x="23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34" y="21"/>
                  <a:pt x="34" y="21"/>
                  <a:pt x="34" y="21"/>
                </a:cubicBezTo>
                <a:cubicBezTo>
                  <a:pt x="35" y="26"/>
                  <a:pt x="37" y="31"/>
                  <a:pt x="37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8" y="31"/>
                  <a:pt x="39" y="26"/>
                  <a:pt x="41" y="21"/>
                </a:cubicBezTo>
                <a:cubicBezTo>
                  <a:pt x="46" y="0"/>
                  <a:pt x="46" y="0"/>
                  <a:pt x="46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40" y="42"/>
                  <a:pt x="40" y="42"/>
                  <a:pt x="40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29" y="20"/>
                  <a:pt x="29" y="20"/>
                  <a:pt x="29" y="20"/>
                </a:cubicBezTo>
                <a:cubicBezTo>
                  <a:pt x="27" y="15"/>
                  <a:pt x="27" y="10"/>
                  <a:pt x="26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5" y="10"/>
                  <a:pt x="24" y="14"/>
                  <a:pt x="23" y="20"/>
                </a:cubicBezTo>
                <a:cubicBezTo>
                  <a:pt x="16" y="42"/>
                  <a:pt x="16" y="42"/>
                  <a:pt x="16" y="42"/>
                </a:cubicBezTo>
                <a:lnTo>
                  <a:pt x="11" y="42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8" name="Freeform 86"/>
          <p:cNvSpPr>
            <a:spLocks noChangeArrowheads="1"/>
          </p:cNvSpPr>
          <p:nvPr/>
        </p:nvSpPr>
        <p:spPr bwMode="auto">
          <a:xfrm>
            <a:off x="1551390" y="927502"/>
            <a:ext cx="67865" cy="54769"/>
          </a:xfrm>
          <a:custGeom>
            <a:avLst/>
            <a:gdLst>
              <a:gd name="T0" fmla="*/ 11 w 53"/>
              <a:gd name="T1" fmla="*/ 42 h 42"/>
              <a:gd name="T2" fmla="*/ 0 w 53"/>
              <a:gd name="T3" fmla="*/ 0 h 42"/>
              <a:gd name="T4" fmla="*/ 6 w 53"/>
              <a:gd name="T5" fmla="*/ 0 h 42"/>
              <a:gd name="T6" fmla="*/ 11 w 53"/>
              <a:gd name="T7" fmla="*/ 21 h 42"/>
              <a:gd name="T8" fmla="*/ 14 w 53"/>
              <a:gd name="T9" fmla="*/ 36 h 42"/>
              <a:gd name="T10" fmla="*/ 15 w 53"/>
              <a:gd name="T11" fmla="*/ 36 h 42"/>
              <a:gd name="T12" fmla="*/ 18 w 53"/>
              <a:gd name="T13" fmla="*/ 21 h 42"/>
              <a:gd name="T14" fmla="*/ 24 w 53"/>
              <a:gd name="T15" fmla="*/ 0 h 42"/>
              <a:gd name="T16" fmla="*/ 30 w 53"/>
              <a:gd name="T17" fmla="*/ 0 h 42"/>
              <a:gd name="T18" fmla="*/ 35 w 53"/>
              <a:gd name="T19" fmla="*/ 21 h 42"/>
              <a:gd name="T20" fmla="*/ 38 w 53"/>
              <a:gd name="T21" fmla="*/ 36 h 42"/>
              <a:gd name="T22" fmla="*/ 38 w 53"/>
              <a:gd name="T23" fmla="*/ 36 h 42"/>
              <a:gd name="T24" fmla="*/ 41 w 53"/>
              <a:gd name="T25" fmla="*/ 21 h 42"/>
              <a:gd name="T26" fmla="*/ 47 w 53"/>
              <a:gd name="T27" fmla="*/ 0 h 42"/>
              <a:gd name="T28" fmla="*/ 53 w 53"/>
              <a:gd name="T29" fmla="*/ 0 h 42"/>
              <a:gd name="T30" fmla="*/ 40 w 53"/>
              <a:gd name="T31" fmla="*/ 42 h 42"/>
              <a:gd name="T32" fmla="*/ 35 w 53"/>
              <a:gd name="T33" fmla="*/ 42 h 42"/>
              <a:gd name="T34" fmla="*/ 29 w 53"/>
              <a:gd name="T35" fmla="*/ 20 h 42"/>
              <a:gd name="T36" fmla="*/ 27 w 53"/>
              <a:gd name="T37" fmla="*/ 6 h 42"/>
              <a:gd name="T38" fmla="*/ 26 w 53"/>
              <a:gd name="T39" fmla="*/ 6 h 42"/>
              <a:gd name="T40" fmla="*/ 23 w 53"/>
              <a:gd name="T41" fmla="*/ 20 h 42"/>
              <a:gd name="T42" fmla="*/ 17 w 53"/>
              <a:gd name="T43" fmla="*/ 42 h 42"/>
              <a:gd name="T44" fmla="*/ 11 w 53"/>
              <a:gd name="T45" fmla="*/ 42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53" h="42">
                <a:moveTo>
                  <a:pt x="11" y="42"/>
                </a:moveTo>
                <a:cubicBezTo>
                  <a:pt x="0" y="0"/>
                  <a:pt x="0" y="0"/>
                  <a:pt x="0" y="0"/>
                </a:cubicBezTo>
                <a:cubicBezTo>
                  <a:pt x="6" y="0"/>
                  <a:pt x="6" y="0"/>
                  <a:pt x="6" y="0"/>
                </a:cubicBezTo>
                <a:cubicBezTo>
                  <a:pt x="11" y="21"/>
                  <a:pt x="11" y="21"/>
                  <a:pt x="11" y="21"/>
                </a:cubicBezTo>
                <a:cubicBezTo>
                  <a:pt x="13" y="26"/>
                  <a:pt x="14" y="32"/>
                  <a:pt x="14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32"/>
                  <a:pt x="17" y="27"/>
                  <a:pt x="18" y="21"/>
                </a:cubicBezTo>
                <a:cubicBezTo>
                  <a:pt x="24" y="0"/>
                  <a:pt x="24" y="0"/>
                  <a:pt x="24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5" y="21"/>
                  <a:pt x="35" y="21"/>
                  <a:pt x="35" y="21"/>
                </a:cubicBezTo>
                <a:cubicBezTo>
                  <a:pt x="36" y="26"/>
                  <a:pt x="37" y="31"/>
                  <a:pt x="38" y="36"/>
                </a:cubicBezTo>
                <a:cubicBezTo>
                  <a:pt x="38" y="36"/>
                  <a:pt x="38" y="36"/>
                  <a:pt x="38" y="36"/>
                </a:cubicBezTo>
                <a:cubicBezTo>
                  <a:pt x="39" y="31"/>
                  <a:pt x="40" y="26"/>
                  <a:pt x="41" y="21"/>
                </a:cubicBezTo>
                <a:cubicBezTo>
                  <a:pt x="47" y="0"/>
                  <a:pt x="47" y="0"/>
                  <a:pt x="47" y="0"/>
                </a:cubicBezTo>
                <a:cubicBezTo>
                  <a:pt x="53" y="0"/>
                  <a:pt x="53" y="0"/>
                  <a:pt x="53" y="0"/>
                </a:cubicBezTo>
                <a:cubicBezTo>
                  <a:pt x="40" y="42"/>
                  <a:pt x="40" y="42"/>
                  <a:pt x="40" y="42"/>
                </a:cubicBezTo>
                <a:cubicBezTo>
                  <a:pt x="35" y="42"/>
                  <a:pt x="35" y="42"/>
                  <a:pt x="35" y="42"/>
                </a:cubicBezTo>
                <a:cubicBezTo>
                  <a:pt x="29" y="20"/>
                  <a:pt x="29" y="20"/>
                  <a:pt x="29" y="20"/>
                </a:cubicBezTo>
                <a:cubicBezTo>
                  <a:pt x="28" y="15"/>
                  <a:pt x="27" y="10"/>
                  <a:pt x="27" y="6"/>
                </a:cubicBezTo>
                <a:cubicBezTo>
                  <a:pt x="26" y="6"/>
                  <a:pt x="26" y="6"/>
                  <a:pt x="26" y="6"/>
                </a:cubicBezTo>
                <a:cubicBezTo>
                  <a:pt x="26" y="10"/>
                  <a:pt x="25" y="14"/>
                  <a:pt x="23" y="20"/>
                </a:cubicBezTo>
                <a:cubicBezTo>
                  <a:pt x="17" y="42"/>
                  <a:pt x="17" y="42"/>
                  <a:pt x="17" y="42"/>
                </a:cubicBezTo>
                <a:lnTo>
                  <a:pt x="11" y="42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9" name="Freeform 87"/>
          <p:cNvSpPr>
            <a:spLocks noChangeArrowheads="1"/>
          </p:cNvSpPr>
          <p:nvPr/>
        </p:nvSpPr>
        <p:spPr bwMode="auto">
          <a:xfrm>
            <a:off x="1166821" y="2671763"/>
            <a:ext cx="15479" cy="28575"/>
          </a:xfrm>
          <a:custGeom>
            <a:avLst/>
            <a:gdLst>
              <a:gd name="T0" fmla="*/ 5 w 12"/>
              <a:gd name="T1" fmla="*/ 17 h 22"/>
              <a:gd name="T2" fmla="*/ 0 w 12"/>
              <a:gd name="T3" fmla="*/ 9 h 22"/>
              <a:gd name="T4" fmla="*/ 0 w 12"/>
              <a:gd name="T5" fmla="*/ 15 h 22"/>
              <a:gd name="T6" fmla="*/ 2 w 12"/>
              <a:gd name="T7" fmla="*/ 22 h 22"/>
              <a:gd name="T8" fmla="*/ 5 w 12"/>
              <a:gd name="T9" fmla="*/ 17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22">
                <a:moveTo>
                  <a:pt x="5" y="17"/>
                </a:moveTo>
                <a:cubicBezTo>
                  <a:pt x="12" y="4"/>
                  <a:pt x="1" y="0"/>
                  <a:pt x="0" y="9"/>
                </a:cubicBezTo>
                <a:cubicBezTo>
                  <a:pt x="0" y="11"/>
                  <a:pt x="0" y="13"/>
                  <a:pt x="0" y="15"/>
                </a:cubicBezTo>
                <a:cubicBezTo>
                  <a:pt x="0" y="18"/>
                  <a:pt x="1" y="20"/>
                  <a:pt x="2" y="22"/>
                </a:cubicBezTo>
                <a:cubicBezTo>
                  <a:pt x="3" y="21"/>
                  <a:pt x="4" y="19"/>
                  <a:pt x="5" y="17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0" name="Freeform 88"/>
          <p:cNvSpPr>
            <a:spLocks noChangeArrowheads="1"/>
          </p:cNvSpPr>
          <p:nvPr/>
        </p:nvSpPr>
        <p:spPr bwMode="auto">
          <a:xfrm>
            <a:off x="1131103" y="2689624"/>
            <a:ext cx="9525" cy="14288"/>
          </a:xfrm>
          <a:custGeom>
            <a:avLst/>
            <a:gdLst>
              <a:gd name="T0" fmla="*/ 4 w 8"/>
              <a:gd name="T1" fmla="*/ 8 h 11"/>
              <a:gd name="T2" fmla="*/ 8 w 8"/>
              <a:gd name="T3" fmla="*/ 11 h 11"/>
              <a:gd name="T4" fmla="*/ 2 w 8"/>
              <a:gd name="T5" fmla="*/ 0 h 11"/>
              <a:gd name="T6" fmla="*/ 4 w 8"/>
              <a:gd name="T7" fmla="*/ 8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" h="11">
                <a:moveTo>
                  <a:pt x="4" y="8"/>
                </a:moveTo>
                <a:cubicBezTo>
                  <a:pt x="5" y="9"/>
                  <a:pt x="7" y="10"/>
                  <a:pt x="8" y="11"/>
                </a:cubicBezTo>
                <a:cubicBezTo>
                  <a:pt x="6" y="6"/>
                  <a:pt x="4" y="3"/>
                  <a:pt x="2" y="0"/>
                </a:cubicBezTo>
                <a:cubicBezTo>
                  <a:pt x="0" y="4"/>
                  <a:pt x="1" y="7"/>
                  <a:pt x="4" y="8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1" name="Freeform 89"/>
          <p:cNvSpPr>
            <a:spLocks noChangeArrowheads="1"/>
          </p:cNvSpPr>
          <p:nvPr/>
        </p:nvSpPr>
        <p:spPr bwMode="auto">
          <a:xfrm>
            <a:off x="1190634" y="2706293"/>
            <a:ext cx="23813" cy="17859"/>
          </a:xfrm>
          <a:custGeom>
            <a:avLst/>
            <a:gdLst>
              <a:gd name="T0" fmla="*/ 5 w 19"/>
              <a:gd name="T1" fmla="*/ 14 h 14"/>
              <a:gd name="T2" fmla="*/ 12 w 19"/>
              <a:gd name="T3" fmla="*/ 13 h 14"/>
              <a:gd name="T4" fmla="*/ 13 w 19"/>
              <a:gd name="T5" fmla="*/ 1 h 14"/>
              <a:gd name="T6" fmla="*/ 0 w 19"/>
              <a:gd name="T7" fmla="*/ 13 h 14"/>
              <a:gd name="T8" fmla="*/ 5 w 19"/>
              <a:gd name="T9" fmla="*/ 14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9" h="14">
                <a:moveTo>
                  <a:pt x="5" y="14"/>
                </a:moveTo>
                <a:cubicBezTo>
                  <a:pt x="7" y="14"/>
                  <a:pt x="9" y="13"/>
                  <a:pt x="12" y="13"/>
                </a:cubicBezTo>
                <a:cubicBezTo>
                  <a:pt x="18" y="8"/>
                  <a:pt x="19" y="5"/>
                  <a:pt x="13" y="1"/>
                </a:cubicBezTo>
                <a:cubicBezTo>
                  <a:pt x="8" y="0"/>
                  <a:pt x="3" y="7"/>
                  <a:pt x="0" y="13"/>
                </a:cubicBezTo>
                <a:cubicBezTo>
                  <a:pt x="2" y="14"/>
                  <a:pt x="3" y="14"/>
                  <a:pt x="5" y="14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2" name="Freeform 90"/>
          <p:cNvSpPr>
            <a:spLocks noChangeArrowheads="1"/>
          </p:cNvSpPr>
          <p:nvPr/>
        </p:nvSpPr>
        <p:spPr bwMode="auto">
          <a:xfrm>
            <a:off x="1152525" y="2711055"/>
            <a:ext cx="29766" cy="72628"/>
          </a:xfrm>
          <a:custGeom>
            <a:avLst/>
            <a:gdLst>
              <a:gd name="T0" fmla="*/ 23 w 23"/>
              <a:gd name="T1" fmla="*/ 14 h 57"/>
              <a:gd name="T2" fmla="*/ 13 w 23"/>
              <a:gd name="T3" fmla="*/ 7 h 57"/>
              <a:gd name="T4" fmla="*/ 9 w 23"/>
              <a:gd name="T5" fmla="*/ 0 h 57"/>
              <a:gd name="T6" fmla="*/ 0 w 23"/>
              <a:gd name="T7" fmla="*/ 3 h 57"/>
              <a:gd name="T8" fmla="*/ 8 w 23"/>
              <a:gd name="T9" fmla="*/ 55 h 57"/>
              <a:gd name="T10" fmla="*/ 7 w 23"/>
              <a:gd name="T11" fmla="*/ 57 h 57"/>
              <a:gd name="T12" fmla="*/ 14 w 23"/>
              <a:gd name="T13" fmla="*/ 57 h 57"/>
              <a:gd name="T14" fmla="*/ 23 w 23"/>
              <a:gd name="T15" fmla="*/ 57 h 57"/>
              <a:gd name="T16" fmla="*/ 23 w 23"/>
              <a:gd name="T17" fmla="*/ 14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" h="57">
                <a:moveTo>
                  <a:pt x="23" y="14"/>
                </a:moveTo>
                <a:cubicBezTo>
                  <a:pt x="19" y="12"/>
                  <a:pt x="16" y="10"/>
                  <a:pt x="13" y="7"/>
                </a:cubicBezTo>
                <a:cubicBezTo>
                  <a:pt x="12" y="6"/>
                  <a:pt x="11" y="3"/>
                  <a:pt x="9" y="0"/>
                </a:cubicBezTo>
                <a:cubicBezTo>
                  <a:pt x="6" y="1"/>
                  <a:pt x="3" y="2"/>
                  <a:pt x="0" y="3"/>
                </a:cubicBezTo>
                <a:cubicBezTo>
                  <a:pt x="5" y="19"/>
                  <a:pt x="7" y="38"/>
                  <a:pt x="8" y="55"/>
                </a:cubicBezTo>
                <a:cubicBezTo>
                  <a:pt x="8" y="56"/>
                  <a:pt x="8" y="56"/>
                  <a:pt x="7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23" y="57"/>
                  <a:pt x="23" y="57"/>
                  <a:pt x="23" y="57"/>
                </a:cubicBezTo>
                <a:cubicBezTo>
                  <a:pt x="19" y="43"/>
                  <a:pt x="18" y="27"/>
                  <a:pt x="23" y="14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3" name="Freeform 91"/>
          <p:cNvSpPr>
            <a:spLocks noChangeArrowheads="1"/>
          </p:cNvSpPr>
          <p:nvPr/>
        </p:nvSpPr>
        <p:spPr bwMode="auto">
          <a:xfrm>
            <a:off x="1069181" y="2605093"/>
            <a:ext cx="204788" cy="179785"/>
          </a:xfrm>
          <a:custGeom>
            <a:avLst/>
            <a:gdLst>
              <a:gd name="T0" fmla="*/ 121 w 159"/>
              <a:gd name="T1" fmla="*/ 16 h 139"/>
              <a:gd name="T2" fmla="*/ 79 w 159"/>
              <a:gd name="T3" fmla="*/ 0 h 139"/>
              <a:gd name="T4" fmla="*/ 38 w 159"/>
              <a:gd name="T5" fmla="*/ 16 h 139"/>
              <a:gd name="T6" fmla="*/ 32 w 159"/>
              <a:gd name="T7" fmla="*/ 99 h 139"/>
              <a:gd name="T8" fmla="*/ 42 w 159"/>
              <a:gd name="T9" fmla="*/ 129 h 139"/>
              <a:gd name="T10" fmla="*/ 48 w 159"/>
              <a:gd name="T11" fmla="*/ 138 h 139"/>
              <a:gd name="T12" fmla="*/ 68 w 159"/>
              <a:gd name="T13" fmla="*/ 138 h 139"/>
              <a:gd name="T14" fmla="*/ 59 w 159"/>
              <a:gd name="T15" fmla="*/ 85 h 139"/>
              <a:gd name="T16" fmla="*/ 59 w 159"/>
              <a:gd name="T17" fmla="*/ 83 h 139"/>
              <a:gd name="T18" fmla="*/ 51 w 159"/>
              <a:gd name="T19" fmla="*/ 80 h 139"/>
              <a:gd name="T20" fmla="*/ 42 w 159"/>
              <a:gd name="T21" fmla="*/ 66 h 139"/>
              <a:gd name="T22" fmla="*/ 62 w 159"/>
              <a:gd name="T23" fmla="*/ 74 h 139"/>
              <a:gd name="T24" fmla="*/ 63 w 159"/>
              <a:gd name="T25" fmla="*/ 78 h 139"/>
              <a:gd name="T26" fmla="*/ 73 w 159"/>
              <a:gd name="T27" fmla="*/ 76 h 139"/>
              <a:gd name="T28" fmla="*/ 77 w 159"/>
              <a:gd name="T29" fmla="*/ 49 h 139"/>
              <a:gd name="T30" fmla="*/ 88 w 159"/>
              <a:gd name="T31" fmla="*/ 60 h 139"/>
              <a:gd name="T32" fmla="*/ 79 w 159"/>
              <a:gd name="T33" fmla="*/ 78 h 139"/>
              <a:gd name="T34" fmla="*/ 81 w 159"/>
              <a:gd name="T35" fmla="*/ 81 h 139"/>
              <a:gd name="T36" fmla="*/ 90 w 159"/>
              <a:gd name="T37" fmla="*/ 90 h 139"/>
              <a:gd name="T38" fmla="*/ 94 w 159"/>
              <a:gd name="T39" fmla="*/ 83 h 139"/>
              <a:gd name="T40" fmla="*/ 108 w 159"/>
              <a:gd name="T41" fmla="*/ 73 h 139"/>
              <a:gd name="T42" fmla="*/ 117 w 159"/>
              <a:gd name="T43" fmla="*/ 85 h 139"/>
              <a:gd name="T44" fmla="*/ 92 w 159"/>
              <a:gd name="T45" fmla="*/ 96 h 139"/>
              <a:gd name="T46" fmla="*/ 91 w 159"/>
              <a:gd name="T47" fmla="*/ 102 h 139"/>
              <a:gd name="T48" fmla="*/ 94 w 159"/>
              <a:gd name="T49" fmla="*/ 136 h 139"/>
              <a:gd name="T50" fmla="*/ 94 w 159"/>
              <a:gd name="T51" fmla="*/ 138 h 139"/>
              <a:gd name="T52" fmla="*/ 111 w 159"/>
              <a:gd name="T53" fmla="*/ 138 h 139"/>
              <a:gd name="T54" fmla="*/ 117 w 159"/>
              <a:gd name="T55" fmla="*/ 129 h 139"/>
              <a:gd name="T56" fmla="*/ 127 w 159"/>
              <a:gd name="T57" fmla="*/ 99 h 139"/>
              <a:gd name="T58" fmla="*/ 121 w 159"/>
              <a:gd name="T59" fmla="*/ 16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59" h="139">
                <a:moveTo>
                  <a:pt x="121" y="16"/>
                </a:moveTo>
                <a:cubicBezTo>
                  <a:pt x="113" y="8"/>
                  <a:pt x="103" y="0"/>
                  <a:pt x="79" y="0"/>
                </a:cubicBezTo>
                <a:cubicBezTo>
                  <a:pt x="56" y="0"/>
                  <a:pt x="46" y="8"/>
                  <a:pt x="38" y="16"/>
                </a:cubicBezTo>
                <a:cubicBezTo>
                  <a:pt x="0" y="54"/>
                  <a:pt x="29" y="94"/>
                  <a:pt x="32" y="99"/>
                </a:cubicBezTo>
                <a:cubicBezTo>
                  <a:pt x="35" y="104"/>
                  <a:pt x="41" y="119"/>
                  <a:pt x="42" y="129"/>
                </a:cubicBezTo>
                <a:cubicBezTo>
                  <a:pt x="43" y="139"/>
                  <a:pt x="48" y="138"/>
                  <a:pt x="48" y="138"/>
                </a:cubicBezTo>
                <a:cubicBezTo>
                  <a:pt x="68" y="138"/>
                  <a:pt x="68" y="138"/>
                  <a:pt x="68" y="138"/>
                </a:cubicBezTo>
                <a:cubicBezTo>
                  <a:pt x="66" y="121"/>
                  <a:pt x="66" y="101"/>
                  <a:pt x="59" y="85"/>
                </a:cubicBezTo>
                <a:cubicBezTo>
                  <a:pt x="59" y="84"/>
                  <a:pt x="59" y="84"/>
                  <a:pt x="59" y="83"/>
                </a:cubicBezTo>
                <a:cubicBezTo>
                  <a:pt x="56" y="82"/>
                  <a:pt x="54" y="81"/>
                  <a:pt x="51" y="80"/>
                </a:cubicBezTo>
                <a:cubicBezTo>
                  <a:pt x="46" y="78"/>
                  <a:pt x="40" y="72"/>
                  <a:pt x="42" y="66"/>
                </a:cubicBezTo>
                <a:cubicBezTo>
                  <a:pt x="47" y="49"/>
                  <a:pt x="58" y="65"/>
                  <a:pt x="62" y="74"/>
                </a:cubicBezTo>
                <a:cubicBezTo>
                  <a:pt x="62" y="75"/>
                  <a:pt x="63" y="77"/>
                  <a:pt x="63" y="78"/>
                </a:cubicBezTo>
                <a:cubicBezTo>
                  <a:pt x="66" y="78"/>
                  <a:pt x="70" y="78"/>
                  <a:pt x="73" y="76"/>
                </a:cubicBezTo>
                <a:cubicBezTo>
                  <a:pt x="69" y="66"/>
                  <a:pt x="68" y="52"/>
                  <a:pt x="77" y="49"/>
                </a:cubicBezTo>
                <a:cubicBezTo>
                  <a:pt x="83" y="46"/>
                  <a:pt x="88" y="54"/>
                  <a:pt x="88" y="60"/>
                </a:cubicBezTo>
                <a:cubicBezTo>
                  <a:pt x="88" y="67"/>
                  <a:pt x="85" y="73"/>
                  <a:pt x="79" y="78"/>
                </a:cubicBezTo>
                <a:cubicBezTo>
                  <a:pt x="80" y="79"/>
                  <a:pt x="80" y="80"/>
                  <a:pt x="81" y="81"/>
                </a:cubicBezTo>
                <a:cubicBezTo>
                  <a:pt x="83" y="84"/>
                  <a:pt x="86" y="87"/>
                  <a:pt x="90" y="90"/>
                </a:cubicBezTo>
                <a:cubicBezTo>
                  <a:pt x="91" y="87"/>
                  <a:pt x="92" y="85"/>
                  <a:pt x="94" y="83"/>
                </a:cubicBezTo>
                <a:cubicBezTo>
                  <a:pt x="97" y="79"/>
                  <a:pt x="102" y="72"/>
                  <a:pt x="108" y="73"/>
                </a:cubicBezTo>
                <a:cubicBezTo>
                  <a:pt x="113" y="74"/>
                  <a:pt x="118" y="80"/>
                  <a:pt x="117" y="85"/>
                </a:cubicBezTo>
                <a:cubicBezTo>
                  <a:pt x="114" y="97"/>
                  <a:pt x="102" y="99"/>
                  <a:pt x="92" y="96"/>
                </a:cubicBezTo>
                <a:cubicBezTo>
                  <a:pt x="91" y="98"/>
                  <a:pt x="91" y="100"/>
                  <a:pt x="91" y="102"/>
                </a:cubicBezTo>
                <a:cubicBezTo>
                  <a:pt x="90" y="113"/>
                  <a:pt x="90" y="125"/>
                  <a:pt x="94" y="136"/>
                </a:cubicBezTo>
                <a:cubicBezTo>
                  <a:pt x="94" y="137"/>
                  <a:pt x="94" y="137"/>
                  <a:pt x="94" y="138"/>
                </a:cubicBezTo>
                <a:cubicBezTo>
                  <a:pt x="111" y="138"/>
                  <a:pt x="111" y="138"/>
                  <a:pt x="111" y="138"/>
                </a:cubicBezTo>
                <a:cubicBezTo>
                  <a:pt x="111" y="138"/>
                  <a:pt x="115" y="139"/>
                  <a:pt x="117" y="129"/>
                </a:cubicBezTo>
                <a:cubicBezTo>
                  <a:pt x="118" y="119"/>
                  <a:pt x="124" y="104"/>
                  <a:pt x="127" y="99"/>
                </a:cubicBezTo>
                <a:cubicBezTo>
                  <a:pt x="130" y="94"/>
                  <a:pt x="159" y="54"/>
                  <a:pt x="121" y="16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4" name="Freeform 92"/>
          <p:cNvSpPr>
            <a:spLocks noChangeArrowheads="1"/>
          </p:cNvSpPr>
          <p:nvPr/>
        </p:nvSpPr>
        <p:spPr bwMode="auto">
          <a:xfrm>
            <a:off x="1127522" y="2793210"/>
            <a:ext cx="90488" cy="15479"/>
          </a:xfrm>
          <a:custGeom>
            <a:avLst/>
            <a:gdLst>
              <a:gd name="T0" fmla="*/ 63 w 69"/>
              <a:gd name="T1" fmla="*/ 0 h 12"/>
              <a:gd name="T2" fmla="*/ 6 w 69"/>
              <a:gd name="T3" fmla="*/ 0 h 12"/>
              <a:gd name="T4" fmla="*/ 0 w 69"/>
              <a:gd name="T5" fmla="*/ 6 h 12"/>
              <a:gd name="T6" fmla="*/ 6 w 69"/>
              <a:gd name="T7" fmla="*/ 12 h 12"/>
              <a:gd name="T8" fmla="*/ 63 w 69"/>
              <a:gd name="T9" fmla="*/ 12 h 12"/>
              <a:gd name="T10" fmla="*/ 69 w 69"/>
              <a:gd name="T11" fmla="*/ 6 h 12"/>
              <a:gd name="T12" fmla="*/ 63 w 69"/>
              <a:gd name="T13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9" h="12">
                <a:moveTo>
                  <a:pt x="63" y="0"/>
                </a:moveTo>
                <a:cubicBezTo>
                  <a:pt x="6" y="0"/>
                  <a:pt x="6" y="0"/>
                  <a:pt x="6" y="0"/>
                </a:cubicBezTo>
                <a:cubicBezTo>
                  <a:pt x="2" y="0"/>
                  <a:pt x="0" y="2"/>
                  <a:pt x="0" y="6"/>
                </a:cubicBezTo>
                <a:cubicBezTo>
                  <a:pt x="0" y="9"/>
                  <a:pt x="2" y="12"/>
                  <a:pt x="6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7" y="12"/>
                  <a:pt x="69" y="9"/>
                  <a:pt x="69" y="6"/>
                </a:cubicBezTo>
                <a:cubicBezTo>
                  <a:pt x="69" y="2"/>
                  <a:pt x="67" y="0"/>
                  <a:pt x="63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5" name="Freeform 93"/>
          <p:cNvSpPr>
            <a:spLocks noChangeArrowheads="1"/>
          </p:cNvSpPr>
          <p:nvPr/>
        </p:nvSpPr>
        <p:spPr bwMode="auto">
          <a:xfrm>
            <a:off x="1129913" y="2812258"/>
            <a:ext cx="85725" cy="14288"/>
          </a:xfrm>
          <a:custGeom>
            <a:avLst/>
            <a:gdLst>
              <a:gd name="T0" fmla="*/ 61 w 67"/>
              <a:gd name="T1" fmla="*/ 0 h 11"/>
              <a:gd name="T2" fmla="*/ 6 w 67"/>
              <a:gd name="T3" fmla="*/ 0 h 11"/>
              <a:gd name="T4" fmla="*/ 0 w 67"/>
              <a:gd name="T5" fmla="*/ 5 h 11"/>
              <a:gd name="T6" fmla="*/ 6 w 67"/>
              <a:gd name="T7" fmla="*/ 11 h 11"/>
              <a:gd name="T8" fmla="*/ 61 w 67"/>
              <a:gd name="T9" fmla="*/ 11 h 11"/>
              <a:gd name="T10" fmla="*/ 67 w 67"/>
              <a:gd name="T11" fmla="*/ 5 h 11"/>
              <a:gd name="T12" fmla="*/ 61 w 67"/>
              <a:gd name="T13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7" h="11">
                <a:moveTo>
                  <a:pt x="61" y="0"/>
                </a:moveTo>
                <a:cubicBezTo>
                  <a:pt x="6" y="0"/>
                  <a:pt x="6" y="0"/>
                  <a:pt x="6" y="0"/>
                </a:cubicBezTo>
                <a:cubicBezTo>
                  <a:pt x="3" y="0"/>
                  <a:pt x="0" y="2"/>
                  <a:pt x="0" y="5"/>
                </a:cubicBezTo>
                <a:cubicBezTo>
                  <a:pt x="0" y="8"/>
                  <a:pt x="3" y="11"/>
                  <a:pt x="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8"/>
                  <a:pt x="67" y="5"/>
                </a:cubicBezTo>
                <a:cubicBezTo>
                  <a:pt x="67" y="2"/>
                  <a:pt x="64" y="0"/>
                  <a:pt x="61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6" name="Freeform 94"/>
          <p:cNvSpPr>
            <a:spLocks noChangeArrowheads="1"/>
          </p:cNvSpPr>
          <p:nvPr/>
        </p:nvSpPr>
        <p:spPr bwMode="auto">
          <a:xfrm>
            <a:off x="1148963" y="2828926"/>
            <a:ext cx="47625" cy="11906"/>
          </a:xfrm>
          <a:custGeom>
            <a:avLst/>
            <a:gdLst>
              <a:gd name="T0" fmla="*/ 32 w 37"/>
              <a:gd name="T1" fmla="*/ 0 h 9"/>
              <a:gd name="T2" fmla="*/ 5 w 37"/>
              <a:gd name="T3" fmla="*/ 0 h 9"/>
              <a:gd name="T4" fmla="*/ 0 w 37"/>
              <a:gd name="T5" fmla="*/ 5 h 9"/>
              <a:gd name="T6" fmla="*/ 5 w 37"/>
              <a:gd name="T7" fmla="*/ 9 h 9"/>
              <a:gd name="T8" fmla="*/ 32 w 37"/>
              <a:gd name="T9" fmla="*/ 9 h 9"/>
              <a:gd name="T10" fmla="*/ 37 w 37"/>
              <a:gd name="T11" fmla="*/ 5 h 9"/>
              <a:gd name="T12" fmla="*/ 32 w 37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7" h="9">
                <a:moveTo>
                  <a:pt x="32" y="0"/>
                </a:move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7"/>
                  <a:pt x="2" y="9"/>
                  <a:pt x="5" y="9"/>
                </a:cubicBezTo>
                <a:cubicBezTo>
                  <a:pt x="32" y="9"/>
                  <a:pt x="32" y="9"/>
                  <a:pt x="32" y="9"/>
                </a:cubicBezTo>
                <a:cubicBezTo>
                  <a:pt x="35" y="9"/>
                  <a:pt x="37" y="7"/>
                  <a:pt x="37" y="5"/>
                </a:cubicBezTo>
                <a:cubicBezTo>
                  <a:pt x="37" y="2"/>
                  <a:pt x="35" y="0"/>
                  <a:pt x="32" y="0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7" name="Freeform 95"/>
          <p:cNvSpPr>
            <a:spLocks noEditPoints="1"/>
          </p:cNvSpPr>
          <p:nvPr/>
        </p:nvSpPr>
        <p:spPr bwMode="auto">
          <a:xfrm>
            <a:off x="1132285" y="1143001"/>
            <a:ext cx="140494" cy="183356"/>
          </a:xfrm>
          <a:custGeom>
            <a:avLst/>
            <a:gdLst>
              <a:gd name="T0" fmla="*/ 250 w 257"/>
              <a:gd name="T1" fmla="*/ 303 h 336"/>
              <a:gd name="T2" fmla="*/ 139 w 257"/>
              <a:gd name="T3" fmla="*/ 253 h 336"/>
              <a:gd name="T4" fmla="*/ 229 w 257"/>
              <a:gd name="T5" fmla="*/ 45 h 336"/>
              <a:gd name="T6" fmla="*/ 94 w 257"/>
              <a:gd name="T7" fmla="*/ 234 h 336"/>
              <a:gd name="T8" fmla="*/ 0 w 257"/>
              <a:gd name="T9" fmla="*/ 192 h 336"/>
              <a:gd name="T10" fmla="*/ 257 w 257"/>
              <a:gd name="T11" fmla="*/ 0 h 336"/>
              <a:gd name="T12" fmla="*/ 250 w 257"/>
              <a:gd name="T13" fmla="*/ 303 h 336"/>
              <a:gd name="T14" fmla="*/ 106 w 257"/>
              <a:gd name="T15" fmla="*/ 336 h 336"/>
              <a:gd name="T16" fmla="*/ 89 w 257"/>
              <a:gd name="T17" fmla="*/ 265 h 336"/>
              <a:gd name="T18" fmla="*/ 153 w 257"/>
              <a:gd name="T19" fmla="*/ 289 h 336"/>
              <a:gd name="T20" fmla="*/ 106 w 257"/>
              <a:gd name="T21" fmla="*/ 336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7" h="336">
                <a:moveTo>
                  <a:pt x="250" y="303"/>
                </a:moveTo>
                <a:lnTo>
                  <a:pt x="139" y="253"/>
                </a:lnTo>
                <a:lnTo>
                  <a:pt x="229" y="45"/>
                </a:lnTo>
                <a:lnTo>
                  <a:pt x="94" y="234"/>
                </a:lnTo>
                <a:lnTo>
                  <a:pt x="0" y="192"/>
                </a:lnTo>
                <a:lnTo>
                  <a:pt x="257" y="0"/>
                </a:lnTo>
                <a:lnTo>
                  <a:pt x="250" y="303"/>
                </a:lnTo>
                <a:close/>
                <a:moveTo>
                  <a:pt x="106" y="336"/>
                </a:moveTo>
                <a:lnTo>
                  <a:pt x="89" y="265"/>
                </a:lnTo>
                <a:lnTo>
                  <a:pt x="153" y="289"/>
                </a:lnTo>
                <a:lnTo>
                  <a:pt x="106" y="336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128" name="Freeform 96"/>
          <p:cNvSpPr>
            <a:spLocks noEditPoints="1" noChangeArrowheads="1"/>
          </p:cNvSpPr>
          <p:nvPr/>
        </p:nvSpPr>
        <p:spPr bwMode="auto">
          <a:xfrm>
            <a:off x="1875238" y="1081093"/>
            <a:ext cx="130969" cy="130969"/>
          </a:xfrm>
          <a:custGeom>
            <a:avLst/>
            <a:gdLst>
              <a:gd name="T0" fmla="*/ 15 w 101"/>
              <a:gd name="T1" fmla="*/ 76 h 101"/>
              <a:gd name="T2" fmla="*/ 10 w 101"/>
              <a:gd name="T3" fmla="*/ 81 h 101"/>
              <a:gd name="T4" fmla="*/ 21 w 101"/>
              <a:gd name="T5" fmla="*/ 93 h 101"/>
              <a:gd name="T6" fmla="*/ 26 w 101"/>
              <a:gd name="T7" fmla="*/ 87 h 101"/>
              <a:gd name="T8" fmla="*/ 43 w 101"/>
              <a:gd name="T9" fmla="*/ 94 h 101"/>
              <a:gd name="T10" fmla="*/ 43 w 101"/>
              <a:gd name="T11" fmla="*/ 101 h 101"/>
              <a:gd name="T12" fmla="*/ 59 w 101"/>
              <a:gd name="T13" fmla="*/ 101 h 101"/>
              <a:gd name="T14" fmla="*/ 59 w 101"/>
              <a:gd name="T15" fmla="*/ 94 h 101"/>
              <a:gd name="T16" fmla="*/ 76 w 101"/>
              <a:gd name="T17" fmla="*/ 86 h 101"/>
              <a:gd name="T18" fmla="*/ 81 w 101"/>
              <a:gd name="T19" fmla="*/ 92 h 101"/>
              <a:gd name="T20" fmla="*/ 92 w 101"/>
              <a:gd name="T21" fmla="*/ 80 h 101"/>
              <a:gd name="T22" fmla="*/ 87 w 101"/>
              <a:gd name="T23" fmla="*/ 75 h 101"/>
              <a:gd name="T24" fmla="*/ 94 w 101"/>
              <a:gd name="T25" fmla="*/ 58 h 101"/>
              <a:gd name="T26" fmla="*/ 101 w 101"/>
              <a:gd name="T27" fmla="*/ 58 h 101"/>
              <a:gd name="T28" fmla="*/ 101 w 101"/>
              <a:gd name="T29" fmla="*/ 42 h 101"/>
              <a:gd name="T30" fmla="*/ 93 w 101"/>
              <a:gd name="T31" fmla="*/ 42 h 101"/>
              <a:gd name="T32" fmla="*/ 86 w 101"/>
              <a:gd name="T33" fmla="*/ 26 h 101"/>
              <a:gd name="T34" fmla="*/ 92 w 101"/>
              <a:gd name="T35" fmla="*/ 20 h 101"/>
              <a:gd name="T36" fmla="*/ 80 w 101"/>
              <a:gd name="T37" fmla="*/ 9 h 101"/>
              <a:gd name="T38" fmla="*/ 75 w 101"/>
              <a:gd name="T39" fmla="*/ 14 h 101"/>
              <a:gd name="T40" fmla="*/ 58 w 101"/>
              <a:gd name="T41" fmla="*/ 8 h 101"/>
              <a:gd name="T42" fmla="*/ 58 w 101"/>
              <a:gd name="T43" fmla="*/ 0 h 101"/>
              <a:gd name="T44" fmla="*/ 42 w 101"/>
              <a:gd name="T45" fmla="*/ 0 h 101"/>
              <a:gd name="T46" fmla="*/ 42 w 101"/>
              <a:gd name="T47" fmla="*/ 8 h 101"/>
              <a:gd name="T48" fmla="*/ 25 w 101"/>
              <a:gd name="T49" fmla="*/ 15 h 101"/>
              <a:gd name="T50" fmla="*/ 20 w 101"/>
              <a:gd name="T51" fmla="*/ 10 h 101"/>
              <a:gd name="T52" fmla="*/ 9 w 101"/>
              <a:gd name="T53" fmla="*/ 21 h 101"/>
              <a:gd name="T54" fmla="*/ 14 w 101"/>
              <a:gd name="T55" fmla="*/ 27 h 101"/>
              <a:gd name="T56" fmla="*/ 8 w 101"/>
              <a:gd name="T57" fmla="*/ 43 h 101"/>
              <a:gd name="T58" fmla="*/ 0 w 101"/>
              <a:gd name="T59" fmla="*/ 44 h 101"/>
              <a:gd name="T60" fmla="*/ 0 w 101"/>
              <a:gd name="T61" fmla="*/ 59 h 101"/>
              <a:gd name="T62" fmla="*/ 8 w 101"/>
              <a:gd name="T63" fmla="*/ 59 h 101"/>
              <a:gd name="T64" fmla="*/ 15 w 101"/>
              <a:gd name="T65" fmla="*/ 76 h 101"/>
              <a:gd name="T66" fmla="*/ 50 w 101"/>
              <a:gd name="T67" fmla="*/ 19 h 101"/>
              <a:gd name="T68" fmla="*/ 83 w 101"/>
              <a:gd name="T69" fmla="*/ 50 h 101"/>
              <a:gd name="T70" fmla="*/ 51 w 101"/>
              <a:gd name="T71" fmla="*/ 83 h 101"/>
              <a:gd name="T72" fmla="*/ 18 w 101"/>
              <a:gd name="T73" fmla="*/ 51 h 101"/>
              <a:gd name="T74" fmla="*/ 50 w 101"/>
              <a:gd name="T75" fmla="*/ 19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1" h="101">
                <a:moveTo>
                  <a:pt x="15" y="76"/>
                </a:moveTo>
                <a:cubicBezTo>
                  <a:pt x="10" y="81"/>
                  <a:pt x="10" y="81"/>
                  <a:pt x="10" y="81"/>
                </a:cubicBezTo>
                <a:cubicBezTo>
                  <a:pt x="21" y="93"/>
                  <a:pt x="21" y="93"/>
                  <a:pt x="21" y="93"/>
                </a:cubicBezTo>
                <a:cubicBezTo>
                  <a:pt x="26" y="87"/>
                  <a:pt x="26" y="87"/>
                  <a:pt x="26" y="87"/>
                </a:cubicBezTo>
                <a:cubicBezTo>
                  <a:pt x="31" y="90"/>
                  <a:pt x="37" y="93"/>
                  <a:pt x="43" y="94"/>
                </a:cubicBezTo>
                <a:cubicBezTo>
                  <a:pt x="43" y="101"/>
                  <a:pt x="43" y="101"/>
                  <a:pt x="43" y="101"/>
                </a:cubicBezTo>
                <a:cubicBezTo>
                  <a:pt x="59" y="101"/>
                  <a:pt x="59" y="101"/>
                  <a:pt x="59" y="101"/>
                </a:cubicBezTo>
                <a:cubicBezTo>
                  <a:pt x="59" y="94"/>
                  <a:pt x="59" y="94"/>
                  <a:pt x="59" y="94"/>
                </a:cubicBezTo>
                <a:cubicBezTo>
                  <a:pt x="65" y="92"/>
                  <a:pt x="71" y="90"/>
                  <a:pt x="76" y="86"/>
                </a:cubicBezTo>
                <a:cubicBezTo>
                  <a:pt x="81" y="92"/>
                  <a:pt x="81" y="92"/>
                  <a:pt x="81" y="92"/>
                </a:cubicBezTo>
                <a:cubicBezTo>
                  <a:pt x="92" y="80"/>
                  <a:pt x="92" y="80"/>
                  <a:pt x="92" y="80"/>
                </a:cubicBezTo>
                <a:cubicBezTo>
                  <a:pt x="87" y="75"/>
                  <a:pt x="87" y="75"/>
                  <a:pt x="87" y="75"/>
                </a:cubicBezTo>
                <a:cubicBezTo>
                  <a:pt x="90" y="70"/>
                  <a:pt x="93" y="64"/>
                  <a:pt x="94" y="58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1" y="42"/>
                  <a:pt x="101" y="42"/>
                  <a:pt x="101" y="42"/>
                </a:cubicBezTo>
                <a:cubicBezTo>
                  <a:pt x="93" y="42"/>
                  <a:pt x="93" y="42"/>
                  <a:pt x="93" y="42"/>
                </a:cubicBezTo>
                <a:cubicBezTo>
                  <a:pt x="92" y="36"/>
                  <a:pt x="90" y="30"/>
                  <a:pt x="86" y="26"/>
                </a:cubicBezTo>
                <a:cubicBezTo>
                  <a:pt x="92" y="20"/>
                  <a:pt x="92" y="20"/>
                  <a:pt x="92" y="20"/>
                </a:cubicBezTo>
                <a:cubicBezTo>
                  <a:pt x="80" y="9"/>
                  <a:pt x="80" y="9"/>
                  <a:pt x="80" y="9"/>
                </a:cubicBezTo>
                <a:cubicBezTo>
                  <a:pt x="75" y="14"/>
                  <a:pt x="75" y="14"/>
                  <a:pt x="75" y="14"/>
                </a:cubicBezTo>
                <a:cubicBezTo>
                  <a:pt x="70" y="11"/>
                  <a:pt x="64" y="9"/>
                  <a:pt x="58" y="8"/>
                </a:cubicBezTo>
                <a:cubicBezTo>
                  <a:pt x="58" y="0"/>
                  <a:pt x="58" y="0"/>
                  <a:pt x="58" y="0"/>
                </a:cubicBezTo>
                <a:cubicBezTo>
                  <a:pt x="42" y="0"/>
                  <a:pt x="42" y="0"/>
                  <a:pt x="42" y="0"/>
                </a:cubicBezTo>
                <a:cubicBezTo>
                  <a:pt x="42" y="8"/>
                  <a:pt x="42" y="8"/>
                  <a:pt x="42" y="8"/>
                </a:cubicBezTo>
                <a:cubicBezTo>
                  <a:pt x="36" y="9"/>
                  <a:pt x="30" y="12"/>
                  <a:pt x="25" y="15"/>
                </a:cubicBezTo>
                <a:cubicBezTo>
                  <a:pt x="20" y="10"/>
                  <a:pt x="20" y="10"/>
                  <a:pt x="20" y="10"/>
                </a:cubicBezTo>
                <a:cubicBezTo>
                  <a:pt x="9" y="21"/>
                  <a:pt x="9" y="21"/>
                  <a:pt x="9" y="21"/>
                </a:cubicBezTo>
                <a:cubicBezTo>
                  <a:pt x="14" y="27"/>
                  <a:pt x="14" y="27"/>
                  <a:pt x="14" y="27"/>
                </a:cubicBezTo>
                <a:cubicBezTo>
                  <a:pt x="11" y="32"/>
                  <a:pt x="9" y="37"/>
                  <a:pt x="8" y="43"/>
                </a:cubicBezTo>
                <a:cubicBezTo>
                  <a:pt x="0" y="44"/>
                  <a:pt x="0" y="44"/>
                  <a:pt x="0" y="44"/>
                </a:cubicBezTo>
                <a:cubicBezTo>
                  <a:pt x="0" y="59"/>
                  <a:pt x="0" y="59"/>
                  <a:pt x="0" y="59"/>
                </a:cubicBezTo>
                <a:cubicBezTo>
                  <a:pt x="8" y="59"/>
                  <a:pt x="8" y="59"/>
                  <a:pt x="8" y="59"/>
                </a:cubicBezTo>
                <a:cubicBezTo>
                  <a:pt x="9" y="65"/>
                  <a:pt x="11" y="71"/>
                  <a:pt x="15" y="76"/>
                </a:cubicBezTo>
                <a:moveTo>
                  <a:pt x="50" y="19"/>
                </a:moveTo>
                <a:cubicBezTo>
                  <a:pt x="68" y="18"/>
                  <a:pt x="83" y="32"/>
                  <a:pt x="83" y="50"/>
                </a:cubicBezTo>
                <a:cubicBezTo>
                  <a:pt x="83" y="68"/>
                  <a:pt x="69" y="83"/>
                  <a:pt x="51" y="83"/>
                </a:cubicBezTo>
                <a:cubicBezTo>
                  <a:pt x="33" y="83"/>
                  <a:pt x="19" y="69"/>
                  <a:pt x="18" y="51"/>
                </a:cubicBezTo>
                <a:cubicBezTo>
                  <a:pt x="18" y="33"/>
                  <a:pt x="32" y="19"/>
                  <a:pt x="50" y="19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9" name="Freeform 97"/>
          <p:cNvSpPr>
            <a:spLocks noEditPoints="1" noChangeArrowheads="1"/>
          </p:cNvSpPr>
          <p:nvPr/>
        </p:nvSpPr>
        <p:spPr bwMode="auto">
          <a:xfrm>
            <a:off x="1975248" y="1021558"/>
            <a:ext cx="88106" cy="88106"/>
          </a:xfrm>
          <a:custGeom>
            <a:avLst/>
            <a:gdLst>
              <a:gd name="T0" fmla="*/ 63 w 68"/>
              <a:gd name="T1" fmla="*/ 28 h 68"/>
              <a:gd name="T2" fmla="*/ 68 w 68"/>
              <a:gd name="T3" fmla="*/ 26 h 68"/>
              <a:gd name="T4" fmla="*/ 63 w 68"/>
              <a:gd name="T5" fmla="*/ 14 h 68"/>
              <a:gd name="T6" fmla="*/ 58 w 68"/>
              <a:gd name="T7" fmla="*/ 16 h 68"/>
              <a:gd name="T8" fmla="*/ 50 w 68"/>
              <a:gd name="T9" fmla="*/ 9 h 68"/>
              <a:gd name="T10" fmla="*/ 52 w 68"/>
              <a:gd name="T11" fmla="*/ 4 h 68"/>
              <a:gd name="T12" fmla="*/ 40 w 68"/>
              <a:gd name="T13" fmla="*/ 0 h 68"/>
              <a:gd name="T14" fmla="*/ 38 w 68"/>
              <a:gd name="T15" fmla="*/ 4 h 68"/>
              <a:gd name="T16" fmla="*/ 28 w 68"/>
              <a:gd name="T17" fmla="*/ 5 h 68"/>
              <a:gd name="T18" fmla="*/ 26 w 68"/>
              <a:gd name="T19" fmla="*/ 0 h 68"/>
              <a:gd name="T20" fmla="*/ 14 w 68"/>
              <a:gd name="T21" fmla="*/ 5 h 68"/>
              <a:gd name="T22" fmla="*/ 16 w 68"/>
              <a:gd name="T23" fmla="*/ 10 h 68"/>
              <a:gd name="T24" fmla="*/ 9 w 68"/>
              <a:gd name="T25" fmla="*/ 17 h 68"/>
              <a:gd name="T26" fmla="*/ 4 w 68"/>
              <a:gd name="T27" fmla="*/ 16 h 68"/>
              <a:gd name="T28" fmla="*/ 0 w 68"/>
              <a:gd name="T29" fmla="*/ 27 h 68"/>
              <a:gd name="T30" fmla="*/ 4 w 68"/>
              <a:gd name="T31" fmla="*/ 29 h 68"/>
              <a:gd name="T32" fmla="*/ 5 w 68"/>
              <a:gd name="T33" fmla="*/ 40 h 68"/>
              <a:gd name="T34" fmla="*/ 0 w 68"/>
              <a:gd name="T35" fmla="*/ 42 h 68"/>
              <a:gd name="T36" fmla="*/ 5 w 68"/>
              <a:gd name="T37" fmla="*/ 54 h 68"/>
              <a:gd name="T38" fmla="*/ 10 w 68"/>
              <a:gd name="T39" fmla="*/ 51 h 68"/>
              <a:gd name="T40" fmla="*/ 18 w 68"/>
              <a:gd name="T41" fmla="*/ 59 h 68"/>
              <a:gd name="T42" fmla="*/ 16 w 68"/>
              <a:gd name="T43" fmla="*/ 64 h 68"/>
              <a:gd name="T44" fmla="*/ 28 w 68"/>
              <a:gd name="T45" fmla="*/ 68 h 68"/>
              <a:gd name="T46" fmla="*/ 29 w 68"/>
              <a:gd name="T47" fmla="*/ 63 h 68"/>
              <a:gd name="T48" fmla="*/ 40 w 68"/>
              <a:gd name="T49" fmla="*/ 63 h 68"/>
              <a:gd name="T50" fmla="*/ 42 w 68"/>
              <a:gd name="T51" fmla="*/ 68 h 68"/>
              <a:gd name="T52" fmla="*/ 54 w 68"/>
              <a:gd name="T53" fmla="*/ 63 h 68"/>
              <a:gd name="T54" fmla="*/ 52 w 68"/>
              <a:gd name="T55" fmla="*/ 58 h 68"/>
              <a:gd name="T56" fmla="*/ 59 w 68"/>
              <a:gd name="T57" fmla="*/ 50 h 68"/>
              <a:gd name="T58" fmla="*/ 64 w 68"/>
              <a:gd name="T59" fmla="*/ 52 h 68"/>
              <a:gd name="T60" fmla="*/ 68 w 68"/>
              <a:gd name="T61" fmla="*/ 40 h 68"/>
              <a:gd name="T62" fmla="*/ 63 w 68"/>
              <a:gd name="T63" fmla="*/ 38 h 68"/>
              <a:gd name="T64" fmla="*/ 63 w 68"/>
              <a:gd name="T65" fmla="*/ 28 h 68"/>
              <a:gd name="T66" fmla="*/ 42 w 68"/>
              <a:gd name="T67" fmla="*/ 52 h 68"/>
              <a:gd name="T68" fmla="*/ 34 w 68"/>
              <a:gd name="T69" fmla="*/ 54 h 68"/>
              <a:gd name="T70" fmla="*/ 16 w 68"/>
              <a:gd name="T71" fmla="*/ 42 h 68"/>
              <a:gd name="T72" fmla="*/ 26 w 68"/>
              <a:gd name="T73" fmla="*/ 16 h 68"/>
              <a:gd name="T74" fmla="*/ 34 w 68"/>
              <a:gd name="T75" fmla="*/ 14 h 68"/>
              <a:gd name="T76" fmla="*/ 52 w 68"/>
              <a:gd name="T77" fmla="*/ 26 h 68"/>
              <a:gd name="T78" fmla="*/ 42 w 68"/>
              <a:gd name="T79" fmla="*/ 52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68" h="68">
                <a:moveTo>
                  <a:pt x="63" y="28"/>
                </a:moveTo>
                <a:cubicBezTo>
                  <a:pt x="68" y="26"/>
                  <a:pt x="68" y="26"/>
                  <a:pt x="68" y="26"/>
                </a:cubicBezTo>
                <a:cubicBezTo>
                  <a:pt x="63" y="14"/>
                  <a:pt x="63" y="14"/>
                  <a:pt x="63" y="14"/>
                </a:cubicBezTo>
                <a:cubicBezTo>
                  <a:pt x="58" y="16"/>
                  <a:pt x="58" y="16"/>
                  <a:pt x="58" y="16"/>
                </a:cubicBezTo>
                <a:cubicBezTo>
                  <a:pt x="56" y="13"/>
                  <a:pt x="53" y="11"/>
                  <a:pt x="50" y="9"/>
                </a:cubicBezTo>
                <a:cubicBezTo>
                  <a:pt x="52" y="4"/>
                  <a:pt x="52" y="4"/>
                  <a:pt x="52" y="4"/>
                </a:cubicBezTo>
                <a:cubicBezTo>
                  <a:pt x="40" y="0"/>
                  <a:pt x="40" y="0"/>
                  <a:pt x="40" y="0"/>
                </a:cubicBezTo>
                <a:cubicBezTo>
                  <a:pt x="38" y="4"/>
                  <a:pt x="38" y="4"/>
                  <a:pt x="38" y="4"/>
                </a:cubicBezTo>
                <a:cubicBezTo>
                  <a:pt x="35" y="4"/>
                  <a:pt x="31" y="4"/>
                  <a:pt x="28" y="5"/>
                </a:cubicBezTo>
                <a:cubicBezTo>
                  <a:pt x="26" y="0"/>
                  <a:pt x="26" y="0"/>
                  <a:pt x="26" y="0"/>
                </a:cubicBezTo>
                <a:cubicBezTo>
                  <a:pt x="14" y="5"/>
                  <a:pt x="14" y="5"/>
                  <a:pt x="14" y="5"/>
                </a:cubicBezTo>
                <a:cubicBezTo>
                  <a:pt x="16" y="10"/>
                  <a:pt x="16" y="10"/>
                  <a:pt x="16" y="10"/>
                </a:cubicBezTo>
                <a:cubicBezTo>
                  <a:pt x="13" y="12"/>
                  <a:pt x="11" y="14"/>
                  <a:pt x="9" y="17"/>
                </a:cubicBezTo>
                <a:cubicBezTo>
                  <a:pt x="4" y="16"/>
                  <a:pt x="4" y="16"/>
                  <a:pt x="4" y="16"/>
                </a:cubicBezTo>
                <a:cubicBezTo>
                  <a:pt x="0" y="27"/>
                  <a:pt x="0" y="27"/>
                  <a:pt x="0" y="27"/>
                </a:cubicBezTo>
                <a:cubicBezTo>
                  <a:pt x="4" y="29"/>
                  <a:pt x="4" y="29"/>
                  <a:pt x="4" y="29"/>
                </a:cubicBezTo>
                <a:cubicBezTo>
                  <a:pt x="4" y="33"/>
                  <a:pt x="4" y="36"/>
                  <a:pt x="5" y="40"/>
                </a:cubicBezTo>
                <a:cubicBezTo>
                  <a:pt x="0" y="42"/>
                  <a:pt x="0" y="42"/>
                  <a:pt x="0" y="42"/>
                </a:cubicBezTo>
                <a:cubicBezTo>
                  <a:pt x="5" y="54"/>
                  <a:pt x="5" y="54"/>
                  <a:pt x="5" y="54"/>
                </a:cubicBezTo>
                <a:cubicBezTo>
                  <a:pt x="10" y="51"/>
                  <a:pt x="10" y="51"/>
                  <a:pt x="10" y="51"/>
                </a:cubicBezTo>
                <a:cubicBezTo>
                  <a:pt x="12" y="54"/>
                  <a:pt x="15" y="57"/>
                  <a:pt x="18" y="59"/>
                </a:cubicBezTo>
                <a:cubicBezTo>
                  <a:pt x="16" y="64"/>
                  <a:pt x="16" y="64"/>
                  <a:pt x="16" y="64"/>
                </a:cubicBezTo>
                <a:cubicBezTo>
                  <a:pt x="28" y="68"/>
                  <a:pt x="28" y="68"/>
                  <a:pt x="28" y="68"/>
                </a:cubicBezTo>
                <a:cubicBezTo>
                  <a:pt x="29" y="63"/>
                  <a:pt x="29" y="63"/>
                  <a:pt x="29" y="63"/>
                </a:cubicBezTo>
                <a:cubicBezTo>
                  <a:pt x="33" y="64"/>
                  <a:pt x="37" y="64"/>
                  <a:pt x="40" y="63"/>
                </a:cubicBezTo>
                <a:cubicBezTo>
                  <a:pt x="42" y="68"/>
                  <a:pt x="42" y="68"/>
                  <a:pt x="42" y="68"/>
                </a:cubicBezTo>
                <a:cubicBezTo>
                  <a:pt x="54" y="63"/>
                  <a:pt x="54" y="63"/>
                  <a:pt x="54" y="63"/>
                </a:cubicBezTo>
                <a:cubicBezTo>
                  <a:pt x="52" y="58"/>
                  <a:pt x="52" y="58"/>
                  <a:pt x="52" y="58"/>
                </a:cubicBezTo>
                <a:cubicBezTo>
                  <a:pt x="54" y="56"/>
                  <a:pt x="57" y="53"/>
                  <a:pt x="59" y="50"/>
                </a:cubicBezTo>
                <a:cubicBezTo>
                  <a:pt x="64" y="52"/>
                  <a:pt x="64" y="52"/>
                  <a:pt x="64" y="52"/>
                </a:cubicBezTo>
                <a:cubicBezTo>
                  <a:pt x="68" y="40"/>
                  <a:pt x="68" y="40"/>
                  <a:pt x="68" y="40"/>
                </a:cubicBezTo>
                <a:cubicBezTo>
                  <a:pt x="63" y="38"/>
                  <a:pt x="63" y="38"/>
                  <a:pt x="63" y="38"/>
                </a:cubicBezTo>
                <a:cubicBezTo>
                  <a:pt x="64" y="35"/>
                  <a:pt x="64" y="31"/>
                  <a:pt x="63" y="28"/>
                </a:cubicBezTo>
                <a:moveTo>
                  <a:pt x="42" y="52"/>
                </a:moveTo>
                <a:cubicBezTo>
                  <a:pt x="40" y="53"/>
                  <a:pt x="37" y="54"/>
                  <a:pt x="34" y="54"/>
                </a:cubicBezTo>
                <a:cubicBezTo>
                  <a:pt x="26" y="54"/>
                  <a:pt x="19" y="49"/>
                  <a:pt x="16" y="42"/>
                </a:cubicBezTo>
                <a:cubicBezTo>
                  <a:pt x="11" y="32"/>
                  <a:pt x="16" y="20"/>
                  <a:pt x="26" y="16"/>
                </a:cubicBezTo>
                <a:cubicBezTo>
                  <a:pt x="28" y="14"/>
                  <a:pt x="31" y="14"/>
                  <a:pt x="34" y="14"/>
                </a:cubicBezTo>
                <a:cubicBezTo>
                  <a:pt x="42" y="14"/>
                  <a:pt x="49" y="18"/>
                  <a:pt x="52" y="26"/>
                </a:cubicBezTo>
                <a:cubicBezTo>
                  <a:pt x="57" y="36"/>
                  <a:pt x="52" y="48"/>
                  <a:pt x="42" y="52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0" name="Freeform 98"/>
          <p:cNvSpPr>
            <a:spLocks noChangeArrowheads="1"/>
          </p:cNvSpPr>
          <p:nvPr/>
        </p:nvSpPr>
        <p:spPr bwMode="auto">
          <a:xfrm>
            <a:off x="1671647" y="2657479"/>
            <a:ext cx="142875" cy="167879"/>
          </a:xfrm>
          <a:custGeom>
            <a:avLst/>
            <a:gdLst>
              <a:gd name="T0" fmla="*/ 71 w 111"/>
              <a:gd name="T1" fmla="*/ 113 h 130"/>
              <a:gd name="T2" fmla="*/ 102 w 111"/>
              <a:gd name="T3" fmla="*/ 55 h 130"/>
              <a:gd name="T4" fmla="*/ 92 w 111"/>
              <a:gd name="T5" fmla="*/ 14 h 130"/>
              <a:gd name="T6" fmla="*/ 81 w 111"/>
              <a:gd name="T7" fmla="*/ 8 h 130"/>
              <a:gd name="T8" fmla="*/ 41 w 111"/>
              <a:gd name="T9" fmla="*/ 23 h 130"/>
              <a:gd name="T10" fmla="*/ 7 w 111"/>
              <a:gd name="T11" fmla="*/ 87 h 130"/>
              <a:gd name="T12" fmla="*/ 18 w 111"/>
              <a:gd name="T13" fmla="*/ 123 h 130"/>
              <a:gd name="T14" fmla="*/ 18 w 111"/>
              <a:gd name="T15" fmla="*/ 123 h 130"/>
              <a:gd name="T16" fmla="*/ 54 w 111"/>
              <a:gd name="T17" fmla="*/ 113 h 130"/>
              <a:gd name="T18" fmla="*/ 78 w 111"/>
              <a:gd name="T19" fmla="*/ 68 h 130"/>
              <a:gd name="T20" fmla="*/ 71 w 111"/>
              <a:gd name="T21" fmla="*/ 42 h 130"/>
              <a:gd name="T22" fmla="*/ 69 w 111"/>
              <a:gd name="T23" fmla="*/ 42 h 130"/>
              <a:gd name="T24" fmla="*/ 44 w 111"/>
              <a:gd name="T25" fmla="*/ 50 h 130"/>
              <a:gd name="T26" fmla="*/ 25 w 111"/>
              <a:gd name="T27" fmla="*/ 87 h 130"/>
              <a:gd name="T28" fmla="*/ 33 w 111"/>
              <a:gd name="T29" fmla="*/ 92 h 130"/>
              <a:gd name="T30" fmla="*/ 53 w 111"/>
              <a:gd name="T31" fmla="*/ 55 h 130"/>
              <a:gd name="T32" fmla="*/ 64 w 111"/>
              <a:gd name="T33" fmla="*/ 50 h 130"/>
              <a:gd name="T34" fmla="*/ 66 w 111"/>
              <a:gd name="T35" fmla="*/ 51 h 130"/>
              <a:gd name="T36" fmla="*/ 69 w 111"/>
              <a:gd name="T37" fmla="*/ 63 h 130"/>
              <a:gd name="T38" fmla="*/ 46 w 111"/>
              <a:gd name="T39" fmla="*/ 108 h 130"/>
              <a:gd name="T40" fmla="*/ 23 w 111"/>
              <a:gd name="T41" fmla="*/ 115 h 130"/>
              <a:gd name="T42" fmla="*/ 14 w 111"/>
              <a:gd name="T43" fmla="*/ 104 h 130"/>
              <a:gd name="T44" fmla="*/ 18 w 111"/>
              <a:gd name="T45" fmla="*/ 88 h 130"/>
              <a:gd name="T46" fmla="*/ 50 w 111"/>
              <a:gd name="T47" fmla="*/ 27 h 130"/>
              <a:gd name="T48" fmla="*/ 76 w 111"/>
              <a:gd name="T49" fmla="*/ 17 h 130"/>
              <a:gd name="T50" fmla="*/ 87 w 111"/>
              <a:gd name="T51" fmla="*/ 23 h 130"/>
              <a:gd name="T52" fmla="*/ 93 w 111"/>
              <a:gd name="T53" fmla="*/ 50 h 130"/>
              <a:gd name="T54" fmla="*/ 62 w 111"/>
              <a:gd name="T55" fmla="*/ 108 h 130"/>
              <a:gd name="T56" fmla="*/ 71 w 111"/>
              <a:gd name="T57" fmla="*/ 113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1" h="130">
                <a:moveTo>
                  <a:pt x="71" y="113"/>
                </a:moveTo>
                <a:cubicBezTo>
                  <a:pt x="102" y="55"/>
                  <a:pt x="102" y="55"/>
                  <a:pt x="102" y="55"/>
                </a:cubicBezTo>
                <a:cubicBezTo>
                  <a:pt x="111" y="39"/>
                  <a:pt x="107" y="22"/>
                  <a:pt x="92" y="14"/>
                </a:cubicBezTo>
                <a:cubicBezTo>
                  <a:pt x="81" y="8"/>
                  <a:pt x="81" y="8"/>
                  <a:pt x="81" y="8"/>
                </a:cubicBezTo>
                <a:cubicBezTo>
                  <a:pt x="66" y="0"/>
                  <a:pt x="50" y="6"/>
                  <a:pt x="41" y="23"/>
                </a:cubicBezTo>
                <a:cubicBezTo>
                  <a:pt x="7" y="87"/>
                  <a:pt x="7" y="87"/>
                  <a:pt x="7" y="87"/>
                </a:cubicBezTo>
                <a:cubicBezTo>
                  <a:pt x="0" y="100"/>
                  <a:pt x="5" y="116"/>
                  <a:pt x="18" y="123"/>
                </a:cubicBezTo>
                <a:cubicBezTo>
                  <a:pt x="18" y="123"/>
                  <a:pt x="18" y="123"/>
                  <a:pt x="18" y="123"/>
                </a:cubicBezTo>
                <a:cubicBezTo>
                  <a:pt x="31" y="130"/>
                  <a:pt x="47" y="125"/>
                  <a:pt x="54" y="113"/>
                </a:cubicBezTo>
                <a:cubicBezTo>
                  <a:pt x="78" y="68"/>
                  <a:pt x="78" y="68"/>
                  <a:pt x="78" y="68"/>
                </a:cubicBezTo>
                <a:cubicBezTo>
                  <a:pt x="83" y="58"/>
                  <a:pt x="80" y="47"/>
                  <a:pt x="71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60" y="37"/>
                  <a:pt x="50" y="40"/>
                  <a:pt x="44" y="50"/>
                </a:cubicBezTo>
                <a:cubicBezTo>
                  <a:pt x="25" y="87"/>
                  <a:pt x="25" y="87"/>
                  <a:pt x="25" y="87"/>
                </a:cubicBezTo>
                <a:cubicBezTo>
                  <a:pt x="33" y="92"/>
                  <a:pt x="33" y="92"/>
                  <a:pt x="33" y="92"/>
                </a:cubicBezTo>
                <a:cubicBezTo>
                  <a:pt x="53" y="55"/>
                  <a:pt x="53" y="55"/>
                  <a:pt x="53" y="55"/>
                </a:cubicBezTo>
                <a:cubicBezTo>
                  <a:pt x="55" y="51"/>
                  <a:pt x="60" y="48"/>
                  <a:pt x="64" y="50"/>
                </a:cubicBezTo>
                <a:cubicBezTo>
                  <a:pt x="66" y="51"/>
                  <a:pt x="66" y="51"/>
                  <a:pt x="66" y="51"/>
                </a:cubicBezTo>
                <a:cubicBezTo>
                  <a:pt x="70" y="54"/>
                  <a:pt x="72" y="59"/>
                  <a:pt x="69" y="63"/>
                </a:cubicBezTo>
                <a:cubicBezTo>
                  <a:pt x="46" y="108"/>
                  <a:pt x="46" y="108"/>
                  <a:pt x="46" y="108"/>
                </a:cubicBezTo>
                <a:cubicBezTo>
                  <a:pt x="41" y="116"/>
                  <a:pt x="31" y="119"/>
                  <a:pt x="23" y="115"/>
                </a:cubicBezTo>
                <a:cubicBezTo>
                  <a:pt x="19" y="112"/>
                  <a:pt x="16" y="108"/>
                  <a:pt x="14" y="104"/>
                </a:cubicBezTo>
                <a:cubicBezTo>
                  <a:pt x="14" y="100"/>
                  <a:pt x="15" y="94"/>
                  <a:pt x="18" y="88"/>
                </a:cubicBezTo>
                <a:cubicBezTo>
                  <a:pt x="50" y="27"/>
                  <a:pt x="50" y="27"/>
                  <a:pt x="50" y="27"/>
                </a:cubicBezTo>
                <a:cubicBezTo>
                  <a:pt x="58" y="13"/>
                  <a:pt x="68" y="13"/>
                  <a:pt x="76" y="17"/>
                </a:cubicBezTo>
                <a:cubicBezTo>
                  <a:pt x="87" y="23"/>
                  <a:pt x="87" y="23"/>
                  <a:pt x="87" y="23"/>
                </a:cubicBezTo>
                <a:cubicBezTo>
                  <a:pt x="98" y="29"/>
                  <a:pt x="98" y="41"/>
                  <a:pt x="93" y="50"/>
                </a:cubicBezTo>
                <a:cubicBezTo>
                  <a:pt x="62" y="108"/>
                  <a:pt x="62" y="108"/>
                  <a:pt x="62" y="108"/>
                </a:cubicBezTo>
                <a:lnTo>
                  <a:pt x="71" y="113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1" name="Oval 99"/>
          <p:cNvSpPr>
            <a:spLocks noChangeArrowheads="1"/>
          </p:cNvSpPr>
          <p:nvPr/>
        </p:nvSpPr>
        <p:spPr bwMode="auto">
          <a:xfrm>
            <a:off x="792959" y="1270403"/>
            <a:ext cx="375047" cy="372665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2" name="Oval 100"/>
          <p:cNvSpPr>
            <a:spLocks noChangeArrowheads="1"/>
          </p:cNvSpPr>
          <p:nvPr/>
        </p:nvSpPr>
        <p:spPr bwMode="auto">
          <a:xfrm>
            <a:off x="950119" y="1502572"/>
            <a:ext cx="60722" cy="60722"/>
          </a:xfrm>
          <a:prstGeom prst="ellipse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3" name="Freeform 101"/>
          <p:cNvSpPr>
            <a:spLocks noChangeArrowheads="1"/>
          </p:cNvSpPr>
          <p:nvPr/>
        </p:nvSpPr>
        <p:spPr bwMode="auto">
          <a:xfrm>
            <a:off x="895356" y="1422802"/>
            <a:ext cx="169069" cy="82153"/>
          </a:xfrm>
          <a:custGeom>
            <a:avLst/>
            <a:gdLst>
              <a:gd name="T0" fmla="*/ 121 w 131"/>
              <a:gd name="T1" fmla="*/ 30 h 64"/>
              <a:gd name="T2" fmla="*/ 120 w 131"/>
              <a:gd name="T3" fmla="*/ 29 h 64"/>
              <a:gd name="T4" fmla="*/ 119 w 131"/>
              <a:gd name="T5" fmla="*/ 28 h 64"/>
              <a:gd name="T6" fmla="*/ 119 w 131"/>
              <a:gd name="T7" fmla="*/ 27 h 64"/>
              <a:gd name="T8" fmla="*/ 14 w 131"/>
              <a:gd name="T9" fmla="*/ 30 h 64"/>
              <a:gd name="T10" fmla="*/ 10 w 131"/>
              <a:gd name="T11" fmla="*/ 33 h 64"/>
              <a:gd name="T12" fmla="*/ 6 w 131"/>
              <a:gd name="T13" fmla="*/ 38 h 64"/>
              <a:gd name="T14" fmla="*/ 6 w 131"/>
              <a:gd name="T15" fmla="*/ 58 h 64"/>
              <a:gd name="T16" fmla="*/ 26 w 131"/>
              <a:gd name="T17" fmla="*/ 58 h 64"/>
              <a:gd name="T18" fmla="*/ 34 w 131"/>
              <a:gd name="T19" fmla="*/ 50 h 64"/>
              <a:gd name="T20" fmla="*/ 101 w 131"/>
              <a:gd name="T21" fmla="*/ 50 h 64"/>
              <a:gd name="T22" fmla="*/ 107 w 131"/>
              <a:gd name="T23" fmla="*/ 56 h 64"/>
              <a:gd name="T24" fmla="*/ 127 w 131"/>
              <a:gd name="T25" fmla="*/ 56 h 64"/>
              <a:gd name="T26" fmla="*/ 131 w 131"/>
              <a:gd name="T27" fmla="*/ 46 h 64"/>
              <a:gd name="T28" fmla="*/ 127 w 131"/>
              <a:gd name="T29" fmla="*/ 35 h 64"/>
              <a:gd name="T30" fmla="*/ 121 w 131"/>
              <a:gd name="T31" fmla="*/ 3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1" h="64">
                <a:moveTo>
                  <a:pt x="121" y="30"/>
                </a:moveTo>
                <a:cubicBezTo>
                  <a:pt x="121" y="29"/>
                  <a:pt x="121" y="29"/>
                  <a:pt x="120" y="29"/>
                </a:cubicBezTo>
                <a:cubicBezTo>
                  <a:pt x="119" y="28"/>
                  <a:pt x="119" y="28"/>
                  <a:pt x="119" y="28"/>
                </a:cubicBezTo>
                <a:cubicBezTo>
                  <a:pt x="119" y="27"/>
                  <a:pt x="119" y="27"/>
                  <a:pt x="119" y="27"/>
                </a:cubicBezTo>
                <a:cubicBezTo>
                  <a:pt x="89" y="0"/>
                  <a:pt x="43" y="1"/>
                  <a:pt x="14" y="30"/>
                </a:cubicBezTo>
                <a:cubicBezTo>
                  <a:pt x="10" y="33"/>
                  <a:pt x="10" y="33"/>
                  <a:pt x="10" y="33"/>
                </a:cubicBezTo>
                <a:cubicBezTo>
                  <a:pt x="6" y="38"/>
                  <a:pt x="6" y="38"/>
                  <a:pt x="6" y="38"/>
                </a:cubicBezTo>
                <a:cubicBezTo>
                  <a:pt x="0" y="43"/>
                  <a:pt x="0" y="53"/>
                  <a:pt x="6" y="58"/>
                </a:cubicBezTo>
                <a:cubicBezTo>
                  <a:pt x="12" y="64"/>
                  <a:pt x="21" y="64"/>
                  <a:pt x="26" y="58"/>
                </a:cubicBezTo>
                <a:cubicBezTo>
                  <a:pt x="34" y="50"/>
                  <a:pt x="34" y="50"/>
                  <a:pt x="34" y="50"/>
                </a:cubicBezTo>
                <a:cubicBezTo>
                  <a:pt x="53" y="32"/>
                  <a:pt x="82" y="32"/>
                  <a:pt x="101" y="50"/>
                </a:cubicBezTo>
                <a:cubicBezTo>
                  <a:pt x="107" y="56"/>
                  <a:pt x="107" y="56"/>
                  <a:pt x="107" y="56"/>
                </a:cubicBezTo>
                <a:cubicBezTo>
                  <a:pt x="112" y="61"/>
                  <a:pt x="121" y="61"/>
                  <a:pt x="127" y="56"/>
                </a:cubicBezTo>
                <a:cubicBezTo>
                  <a:pt x="130" y="53"/>
                  <a:pt x="131" y="49"/>
                  <a:pt x="131" y="46"/>
                </a:cubicBezTo>
                <a:cubicBezTo>
                  <a:pt x="131" y="42"/>
                  <a:pt x="130" y="38"/>
                  <a:pt x="127" y="35"/>
                </a:cubicBezTo>
                <a:lnTo>
                  <a:pt x="121" y="3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4" name="Freeform 102"/>
          <p:cNvSpPr>
            <a:spLocks noChangeArrowheads="1"/>
          </p:cNvSpPr>
          <p:nvPr/>
        </p:nvSpPr>
        <p:spPr bwMode="auto">
          <a:xfrm>
            <a:off x="848925" y="1353743"/>
            <a:ext cx="260747" cy="104775"/>
          </a:xfrm>
          <a:custGeom>
            <a:avLst/>
            <a:gdLst>
              <a:gd name="T0" fmla="*/ 197 w 202"/>
              <a:gd name="T1" fmla="*/ 54 h 81"/>
              <a:gd name="T2" fmla="*/ 192 w 202"/>
              <a:gd name="T3" fmla="*/ 49 h 81"/>
              <a:gd name="T4" fmla="*/ 192 w 202"/>
              <a:gd name="T5" fmla="*/ 49 h 81"/>
              <a:gd name="T6" fmla="*/ 188 w 202"/>
              <a:gd name="T7" fmla="*/ 45 h 81"/>
              <a:gd name="T8" fmla="*/ 186 w 202"/>
              <a:gd name="T9" fmla="*/ 43 h 81"/>
              <a:gd name="T10" fmla="*/ 15 w 202"/>
              <a:gd name="T11" fmla="*/ 47 h 81"/>
              <a:gd name="T12" fmla="*/ 14 w 202"/>
              <a:gd name="T13" fmla="*/ 48 h 81"/>
              <a:gd name="T14" fmla="*/ 6 w 202"/>
              <a:gd name="T15" fmla="*/ 57 h 81"/>
              <a:gd name="T16" fmla="*/ 6 w 202"/>
              <a:gd name="T17" fmla="*/ 75 h 81"/>
              <a:gd name="T18" fmla="*/ 24 w 202"/>
              <a:gd name="T19" fmla="*/ 75 h 81"/>
              <a:gd name="T20" fmla="*/ 33 w 202"/>
              <a:gd name="T21" fmla="*/ 67 h 81"/>
              <a:gd name="T22" fmla="*/ 33 w 202"/>
              <a:gd name="T23" fmla="*/ 67 h 81"/>
              <a:gd name="T24" fmla="*/ 171 w 202"/>
              <a:gd name="T25" fmla="*/ 66 h 81"/>
              <a:gd name="T26" fmla="*/ 178 w 202"/>
              <a:gd name="T27" fmla="*/ 73 h 81"/>
              <a:gd name="T28" fmla="*/ 197 w 202"/>
              <a:gd name="T29" fmla="*/ 73 h 81"/>
              <a:gd name="T30" fmla="*/ 197 w 202"/>
              <a:gd name="T31" fmla="*/ 54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2" h="81">
                <a:moveTo>
                  <a:pt x="197" y="54"/>
                </a:moveTo>
                <a:cubicBezTo>
                  <a:pt x="192" y="49"/>
                  <a:pt x="192" y="49"/>
                  <a:pt x="192" y="49"/>
                </a:cubicBezTo>
                <a:cubicBezTo>
                  <a:pt x="192" y="49"/>
                  <a:pt x="192" y="49"/>
                  <a:pt x="192" y="49"/>
                </a:cubicBezTo>
                <a:cubicBezTo>
                  <a:pt x="188" y="45"/>
                  <a:pt x="188" y="45"/>
                  <a:pt x="188" y="45"/>
                </a:cubicBezTo>
                <a:cubicBezTo>
                  <a:pt x="188" y="44"/>
                  <a:pt x="187" y="44"/>
                  <a:pt x="186" y="43"/>
                </a:cubicBezTo>
                <a:cubicBezTo>
                  <a:pt x="137" y="0"/>
                  <a:pt x="62" y="2"/>
                  <a:pt x="15" y="47"/>
                </a:cubicBezTo>
                <a:cubicBezTo>
                  <a:pt x="15" y="48"/>
                  <a:pt x="15" y="48"/>
                  <a:pt x="14" y="48"/>
                </a:cubicBezTo>
                <a:cubicBezTo>
                  <a:pt x="6" y="57"/>
                  <a:pt x="6" y="57"/>
                  <a:pt x="6" y="57"/>
                </a:cubicBezTo>
                <a:cubicBezTo>
                  <a:pt x="0" y="62"/>
                  <a:pt x="0" y="70"/>
                  <a:pt x="6" y="75"/>
                </a:cubicBezTo>
                <a:cubicBezTo>
                  <a:pt x="11" y="81"/>
                  <a:pt x="19" y="81"/>
                  <a:pt x="24" y="75"/>
                </a:cubicBezTo>
                <a:cubicBezTo>
                  <a:pt x="33" y="67"/>
                  <a:pt x="33" y="67"/>
                  <a:pt x="33" y="67"/>
                </a:cubicBezTo>
                <a:cubicBezTo>
                  <a:pt x="33" y="67"/>
                  <a:pt x="33" y="67"/>
                  <a:pt x="33" y="67"/>
                </a:cubicBezTo>
                <a:cubicBezTo>
                  <a:pt x="72" y="29"/>
                  <a:pt x="133" y="29"/>
                  <a:pt x="171" y="66"/>
                </a:cubicBezTo>
                <a:cubicBezTo>
                  <a:pt x="178" y="73"/>
                  <a:pt x="178" y="73"/>
                  <a:pt x="178" y="73"/>
                </a:cubicBezTo>
                <a:cubicBezTo>
                  <a:pt x="183" y="78"/>
                  <a:pt x="192" y="78"/>
                  <a:pt x="197" y="73"/>
                </a:cubicBezTo>
                <a:cubicBezTo>
                  <a:pt x="202" y="67"/>
                  <a:pt x="202" y="59"/>
                  <a:pt x="197" y="54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5" name="Oval 103"/>
          <p:cNvSpPr>
            <a:spLocks noChangeArrowheads="1"/>
          </p:cNvSpPr>
          <p:nvPr/>
        </p:nvSpPr>
        <p:spPr bwMode="auto">
          <a:xfrm>
            <a:off x="2000250" y="1726406"/>
            <a:ext cx="398860" cy="400050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6" name="Freeform 104"/>
          <p:cNvSpPr>
            <a:spLocks noEditPoints="1" noChangeArrowheads="1"/>
          </p:cNvSpPr>
          <p:nvPr/>
        </p:nvSpPr>
        <p:spPr bwMode="auto">
          <a:xfrm>
            <a:off x="2074078" y="1799037"/>
            <a:ext cx="252413" cy="254794"/>
          </a:xfrm>
          <a:custGeom>
            <a:avLst/>
            <a:gdLst>
              <a:gd name="T0" fmla="*/ 98 w 196"/>
              <a:gd name="T1" fmla="*/ 197 h 197"/>
              <a:gd name="T2" fmla="*/ 196 w 196"/>
              <a:gd name="T3" fmla="*/ 99 h 197"/>
              <a:gd name="T4" fmla="*/ 98 w 196"/>
              <a:gd name="T5" fmla="*/ 0 h 197"/>
              <a:gd name="T6" fmla="*/ 0 w 196"/>
              <a:gd name="T7" fmla="*/ 99 h 197"/>
              <a:gd name="T8" fmla="*/ 98 w 196"/>
              <a:gd name="T9" fmla="*/ 197 h 197"/>
              <a:gd name="T10" fmla="*/ 38 w 196"/>
              <a:gd name="T11" fmla="*/ 166 h 197"/>
              <a:gd name="T12" fmla="*/ 30 w 196"/>
              <a:gd name="T13" fmla="*/ 158 h 197"/>
              <a:gd name="T14" fmla="*/ 49 w 196"/>
              <a:gd name="T15" fmla="*/ 140 h 197"/>
              <a:gd name="T16" fmla="*/ 57 w 196"/>
              <a:gd name="T17" fmla="*/ 148 h 197"/>
              <a:gd name="T18" fmla="*/ 38 w 196"/>
              <a:gd name="T19" fmla="*/ 166 h 197"/>
              <a:gd name="T20" fmla="*/ 103 w 196"/>
              <a:gd name="T21" fmla="*/ 188 h 197"/>
              <a:gd name="T22" fmla="*/ 92 w 196"/>
              <a:gd name="T23" fmla="*/ 188 h 197"/>
              <a:gd name="T24" fmla="*/ 92 w 196"/>
              <a:gd name="T25" fmla="*/ 162 h 197"/>
              <a:gd name="T26" fmla="*/ 103 w 196"/>
              <a:gd name="T27" fmla="*/ 162 h 197"/>
              <a:gd name="T28" fmla="*/ 103 w 196"/>
              <a:gd name="T29" fmla="*/ 188 h 197"/>
              <a:gd name="T30" fmla="*/ 188 w 196"/>
              <a:gd name="T31" fmla="*/ 104 h 197"/>
              <a:gd name="T32" fmla="*/ 161 w 196"/>
              <a:gd name="T33" fmla="*/ 104 h 197"/>
              <a:gd name="T34" fmla="*/ 161 w 196"/>
              <a:gd name="T35" fmla="*/ 93 h 197"/>
              <a:gd name="T36" fmla="*/ 188 w 196"/>
              <a:gd name="T37" fmla="*/ 93 h 197"/>
              <a:gd name="T38" fmla="*/ 188 w 196"/>
              <a:gd name="T39" fmla="*/ 104 h 197"/>
              <a:gd name="T40" fmla="*/ 157 w 196"/>
              <a:gd name="T41" fmla="*/ 31 h 197"/>
              <a:gd name="T42" fmla="*/ 165 w 196"/>
              <a:gd name="T43" fmla="*/ 39 h 197"/>
              <a:gd name="T44" fmla="*/ 147 w 196"/>
              <a:gd name="T45" fmla="*/ 58 h 197"/>
              <a:gd name="T46" fmla="*/ 139 w 196"/>
              <a:gd name="T47" fmla="*/ 50 h 197"/>
              <a:gd name="T48" fmla="*/ 157 w 196"/>
              <a:gd name="T49" fmla="*/ 31 h 197"/>
              <a:gd name="T50" fmla="*/ 147 w 196"/>
              <a:gd name="T51" fmla="*/ 140 h 197"/>
              <a:gd name="T52" fmla="*/ 165 w 196"/>
              <a:gd name="T53" fmla="*/ 158 h 197"/>
              <a:gd name="T54" fmla="*/ 157 w 196"/>
              <a:gd name="T55" fmla="*/ 166 h 197"/>
              <a:gd name="T56" fmla="*/ 139 w 196"/>
              <a:gd name="T57" fmla="*/ 148 h 197"/>
              <a:gd name="T58" fmla="*/ 147 w 196"/>
              <a:gd name="T59" fmla="*/ 140 h 197"/>
              <a:gd name="T60" fmla="*/ 92 w 196"/>
              <a:gd name="T61" fmla="*/ 9 h 197"/>
              <a:gd name="T62" fmla="*/ 103 w 196"/>
              <a:gd name="T63" fmla="*/ 9 h 197"/>
              <a:gd name="T64" fmla="*/ 103 w 196"/>
              <a:gd name="T65" fmla="*/ 35 h 197"/>
              <a:gd name="T66" fmla="*/ 92 w 196"/>
              <a:gd name="T67" fmla="*/ 35 h 197"/>
              <a:gd name="T68" fmla="*/ 92 w 196"/>
              <a:gd name="T69" fmla="*/ 9 h 197"/>
              <a:gd name="T70" fmla="*/ 82 w 196"/>
              <a:gd name="T71" fmla="*/ 76 h 197"/>
              <a:gd name="T72" fmla="*/ 99 w 196"/>
              <a:gd name="T73" fmla="*/ 92 h 197"/>
              <a:gd name="T74" fmla="*/ 130 w 196"/>
              <a:gd name="T75" fmla="*/ 62 h 197"/>
              <a:gd name="T76" fmla="*/ 137 w 196"/>
              <a:gd name="T77" fmla="*/ 70 h 197"/>
              <a:gd name="T78" fmla="*/ 99 w 196"/>
              <a:gd name="T79" fmla="*/ 108 h 197"/>
              <a:gd name="T80" fmla="*/ 74 w 196"/>
              <a:gd name="T81" fmla="*/ 84 h 197"/>
              <a:gd name="T82" fmla="*/ 82 w 196"/>
              <a:gd name="T83" fmla="*/ 76 h 197"/>
              <a:gd name="T84" fmla="*/ 38 w 196"/>
              <a:gd name="T85" fmla="*/ 31 h 197"/>
              <a:gd name="T86" fmla="*/ 57 w 196"/>
              <a:gd name="T87" fmla="*/ 50 h 197"/>
              <a:gd name="T88" fmla="*/ 49 w 196"/>
              <a:gd name="T89" fmla="*/ 58 h 197"/>
              <a:gd name="T90" fmla="*/ 30 w 196"/>
              <a:gd name="T91" fmla="*/ 39 h 197"/>
              <a:gd name="T92" fmla="*/ 38 w 196"/>
              <a:gd name="T93" fmla="*/ 31 h 197"/>
              <a:gd name="T94" fmla="*/ 34 w 196"/>
              <a:gd name="T95" fmla="*/ 104 h 197"/>
              <a:gd name="T96" fmla="*/ 8 w 196"/>
              <a:gd name="T97" fmla="*/ 104 h 197"/>
              <a:gd name="T98" fmla="*/ 8 w 196"/>
              <a:gd name="T99" fmla="*/ 93 h 197"/>
              <a:gd name="T100" fmla="*/ 34 w 196"/>
              <a:gd name="T101" fmla="*/ 93 h 197"/>
              <a:gd name="T102" fmla="*/ 34 w 196"/>
              <a:gd name="T103" fmla="*/ 104 h 1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96" h="197">
                <a:moveTo>
                  <a:pt x="98" y="197"/>
                </a:moveTo>
                <a:cubicBezTo>
                  <a:pt x="152" y="197"/>
                  <a:pt x="196" y="153"/>
                  <a:pt x="196" y="99"/>
                </a:cubicBezTo>
                <a:cubicBezTo>
                  <a:pt x="196" y="44"/>
                  <a:pt x="152" y="0"/>
                  <a:pt x="98" y="0"/>
                </a:cubicBezTo>
                <a:cubicBezTo>
                  <a:pt x="43" y="0"/>
                  <a:pt x="0" y="44"/>
                  <a:pt x="0" y="99"/>
                </a:cubicBezTo>
                <a:cubicBezTo>
                  <a:pt x="0" y="153"/>
                  <a:pt x="43" y="197"/>
                  <a:pt x="98" y="197"/>
                </a:cubicBezTo>
                <a:moveTo>
                  <a:pt x="38" y="166"/>
                </a:moveTo>
                <a:cubicBezTo>
                  <a:pt x="30" y="158"/>
                  <a:pt x="30" y="158"/>
                  <a:pt x="30" y="158"/>
                </a:cubicBezTo>
                <a:cubicBezTo>
                  <a:pt x="49" y="140"/>
                  <a:pt x="49" y="140"/>
                  <a:pt x="49" y="140"/>
                </a:cubicBezTo>
                <a:cubicBezTo>
                  <a:pt x="57" y="148"/>
                  <a:pt x="57" y="148"/>
                  <a:pt x="57" y="148"/>
                </a:cubicBezTo>
                <a:lnTo>
                  <a:pt x="38" y="166"/>
                </a:lnTo>
                <a:close/>
                <a:moveTo>
                  <a:pt x="103" y="188"/>
                </a:moveTo>
                <a:cubicBezTo>
                  <a:pt x="92" y="188"/>
                  <a:pt x="92" y="188"/>
                  <a:pt x="92" y="188"/>
                </a:cubicBezTo>
                <a:cubicBezTo>
                  <a:pt x="92" y="162"/>
                  <a:pt x="92" y="162"/>
                  <a:pt x="92" y="162"/>
                </a:cubicBezTo>
                <a:cubicBezTo>
                  <a:pt x="103" y="162"/>
                  <a:pt x="103" y="162"/>
                  <a:pt x="103" y="162"/>
                </a:cubicBezTo>
                <a:lnTo>
                  <a:pt x="103" y="188"/>
                </a:lnTo>
                <a:close/>
                <a:moveTo>
                  <a:pt x="188" y="104"/>
                </a:moveTo>
                <a:cubicBezTo>
                  <a:pt x="161" y="104"/>
                  <a:pt x="161" y="104"/>
                  <a:pt x="161" y="104"/>
                </a:cubicBezTo>
                <a:cubicBezTo>
                  <a:pt x="161" y="93"/>
                  <a:pt x="161" y="93"/>
                  <a:pt x="161" y="93"/>
                </a:cubicBezTo>
                <a:cubicBezTo>
                  <a:pt x="188" y="93"/>
                  <a:pt x="188" y="93"/>
                  <a:pt x="188" y="93"/>
                </a:cubicBezTo>
                <a:lnTo>
                  <a:pt x="188" y="104"/>
                </a:lnTo>
                <a:close/>
                <a:moveTo>
                  <a:pt x="157" y="31"/>
                </a:moveTo>
                <a:cubicBezTo>
                  <a:pt x="165" y="39"/>
                  <a:pt x="165" y="39"/>
                  <a:pt x="165" y="39"/>
                </a:cubicBezTo>
                <a:cubicBezTo>
                  <a:pt x="147" y="58"/>
                  <a:pt x="147" y="58"/>
                  <a:pt x="147" y="58"/>
                </a:cubicBezTo>
                <a:cubicBezTo>
                  <a:pt x="139" y="50"/>
                  <a:pt x="139" y="50"/>
                  <a:pt x="139" y="50"/>
                </a:cubicBezTo>
                <a:lnTo>
                  <a:pt x="157" y="31"/>
                </a:lnTo>
                <a:close/>
                <a:moveTo>
                  <a:pt x="147" y="140"/>
                </a:moveTo>
                <a:cubicBezTo>
                  <a:pt x="165" y="158"/>
                  <a:pt x="165" y="158"/>
                  <a:pt x="165" y="158"/>
                </a:cubicBezTo>
                <a:cubicBezTo>
                  <a:pt x="157" y="166"/>
                  <a:pt x="157" y="166"/>
                  <a:pt x="157" y="166"/>
                </a:cubicBezTo>
                <a:cubicBezTo>
                  <a:pt x="139" y="148"/>
                  <a:pt x="139" y="148"/>
                  <a:pt x="139" y="148"/>
                </a:cubicBezTo>
                <a:lnTo>
                  <a:pt x="147" y="140"/>
                </a:lnTo>
                <a:close/>
                <a:moveTo>
                  <a:pt x="92" y="9"/>
                </a:moveTo>
                <a:cubicBezTo>
                  <a:pt x="103" y="9"/>
                  <a:pt x="103" y="9"/>
                  <a:pt x="103" y="9"/>
                </a:cubicBezTo>
                <a:cubicBezTo>
                  <a:pt x="103" y="35"/>
                  <a:pt x="103" y="35"/>
                  <a:pt x="103" y="35"/>
                </a:cubicBezTo>
                <a:cubicBezTo>
                  <a:pt x="92" y="35"/>
                  <a:pt x="92" y="35"/>
                  <a:pt x="92" y="35"/>
                </a:cubicBezTo>
                <a:lnTo>
                  <a:pt x="92" y="9"/>
                </a:lnTo>
                <a:close/>
                <a:moveTo>
                  <a:pt x="82" y="76"/>
                </a:moveTo>
                <a:cubicBezTo>
                  <a:pt x="99" y="92"/>
                  <a:pt x="99" y="92"/>
                  <a:pt x="99" y="92"/>
                </a:cubicBezTo>
                <a:cubicBezTo>
                  <a:pt x="130" y="62"/>
                  <a:pt x="130" y="62"/>
                  <a:pt x="130" y="62"/>
                </a:cubicBezTo>
                <a:cubicBezTo>
                  <a:pt x="137" y="70"/>
                  <a:pt x="137" y="70"/>
                  <a:pt x="137" y="70"/>
                </a:cubicBezTo>
                <a:cubicBezTo>
                  <a:pt x="99" y="108"/>
                  <a:pt x="99" y="108"/>
                  <a:pt x="99" y="108"/>
                </a:cubicBezTo>
                <a:cubicBezTo>
                  <a:pt x="74" y="84"/>
                  <a:pt x="74" y="84"/>
                  <a:pt x="74" y="84"/>
                </a:cubicBezTo>
                <a:lnTo>
                  <a:pt x="82" y="76"/>
                </a:lnTo>
                <a:close/>
                <a:moveTo>
                  <a:pt x="38" y="31"/>
                </a:moveTo>
                <a:cubicBezTo>
                  <a:pt x="57" y="50"/>
                  <a:pt x="57" y="50"/>
                  <a:pt x="57" y="50"/>
                </a:cubicBezTo>
                <a:cubicBezTo>
                  <a:pt x="49" y="58"/>
                  <a:pt x="49" y="58"/>
                  <a:pt x="49" y="58"/>
                </a:cubicBezTo>
                <a:cubicBezTo>
                  <a:pt x="30" y="39"/>
                  <a:pt x="30" y="39"/>
                  <a:pt x="30" y="39"/>
                </a:cubicBezTo>
                <a:lnTo>
                  <a:pt x="38" y="31"/>
                </a:lnTo>
                <a:close/>
                <a:moveTo>
                  <a:pt x="34" y="104"/>
                </a:moveTo>
                <a:cubicBezTo>
                  <a:pt x="8" y="104"/>
                  <a:pt x="8" y="104"/>
                  <a:pt x="8" y="104"/>
                </a:cubicBezTo>
                <a:cubicBezTo>
                  <a:pt x="8" y="93"/>
                  <a:pt x="8" y="93"/>
                  <a:pt x="8" y="93"/>
                </a:cubicBezTo>
                <a:cubicBezTo>
                  <a:pt x="34" y="93"/>
                  <a:pt x="34" y="93"/>
                  <a:pt x="34" y="93"/>
                </a:cubicBezTo>
                <a:lnTo>
                  <a:pt x="34" y="1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7" name="Oval 105"/>
          <p:cNvSpPr>
            <a:spLocks noChangeArrowheads="1"/>
          </p:cNvSpPr>
          <p:nvPr/>
        </p:nvSpPr>
        <p:spPr bwMode="auto">
          <a:xfrm>
            <a:off x="1788328" y="2175273"/>
            <a:ext cx="397669" cy="396478"/>
          </a:xfrm>
          <a:prstGeom prst="ellipse">
            <a:avLst/>
          </a:pr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38" name="Freeform 106"/>
          <p:cNvSpPr>
            <a:spLocks noEditPoints="1" noChangeArrowheads="1"/>
          </p:cNvSpPr>
          <p:nvPr/>
        </p:nvSpPr>
        <p:spPr bwMode="auto">
          <a:xfrm>
            <a:off x="1866901" y="2362203"/>
            <a:ext cx="264319" cy="132160"/>
          </a:xfrm>
          <a:custGeom>
            <a:avLst/>
            <a:gdLst>
              <a:gd name="T0" fmla="*/ 86 w 204"/>
              <a:gd name="T1" fmla="*/ 102 h 102"/>
              <a:gd name="T2" fmla="*/ 153 w 204"/>
              <a:gd name="T3" fmla="*/ 70 h 102"/>
              <a:gd name="T4" fmla="*/ 168 w 204"/>
              <a:gd name="T5" fmla="*/ 73 h 102"/>
              <a:gd name="T6" fmla="*/ 204 w 204"/>
              <a:gd name="T7" fmla="*/ 37 h 102"/>
              <a:gd name="T8" fmla="*/ 170 w 204"/>
              <a:gd name="T9" fmla="*/ 1 h 102"/>
              <a:gd name="T10" fmla="*/ 170 w 204"/>
              <a:gd name="T11" fmla="*/ 0 h 102"/>
              <a:gd name="T12" fmla="*/ 1 w 204"/>
              <a:gd name="T13" fmla="*/ 0 h 102"/>
              <a:gd name="T14" fmla="*/ 0 w 204"/>
              <a:gd name="T15" fmla="*/ 17 h 102"/>
              <a:gd name="T16" fmla="*/ 86 w 204"/>
              <a:gd name="T17" fmla="*/ 102 h 102"/>
              <a:gd name="T18" fmla="*/ 171 w 204"/>
              <a:gd name="T19" fmla="*/ 17 h 102"/>
              <a:gd name="T20" fmla="*/ 171 w 204"/>
              <a:gd name="T21" fmla="*/ 16 h 102"/>
              <a:gd name="T22" fmla="*/ 189 w 204"/>
              <a:gd name="T23" fmla="*/ 37 h 102"/>
              <a:gd name="T24" fmla="*/ 168 w 204"/>
              <a:gd name="T25" fmla="*/ 57 h 102"/>
              <a:gd name="T26" fmla="*/ 162 w 204"/>
              <a:gd name="T27" fmla="*/ 56 h 102"/>
              <a:gd name="T28" fmla="*/ 171 w 204"/>
              <a:gd name="T29" fmla="*/ 17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4" h="102">
                <a:moveTo>
                  <a:pt x="86" y="102"/>
                </a:moveTo>
                <a:cubicBezTo>
                  <a:pt x="113" y="102"/>
                  <a:pt x="137" y="89"/>
                  <a:pt x="153" y="70"/>
                </a:cubicBezTo>
                <a:cubicBezTo>
                  <a:pt x="158" y="72"/>
                  <a:pt x="163" y="73"/>
                  <a:pt x="168" y="73"/>
                </a:cubicBezTo>
                <a:cubicBezTo>
                  <a:pt x="188" y="73"/>
                  <a:pt x="204" y="57"/>
                  <a:pt x="204" y="37"/>
                </a:cubicBezTo>
                <a:cubicBezTo>
                  <a:pt x="204" y="17"/>
                  <a:pt x="189" y="1"/>
                  <a:pt x="170" y="1"/>
                </a:cubicBezTo>
                <a:cubicBezTo>
                  <a:pt x="170" y="1"/>
                  <a:pt x="170" y="1"/>
                  <a:pt x="170" y="0"/>
                </a:cubicBezTo>
                <a:cubicBezTo>
                  <a:pt x="1" y="0"/>
                  <a:pt x="1" y="0"/>
                  <a:pt x="1" y="0"/>
                </a:cubicBezTo>
                <a:cubicBezTo>
                  <a:pt x="0" y="6"/>
                  <a:pt x="0" y="11"/>
                  <a:pt x="0" y="17"/>
                </a:cubicBezTo>
                <a:cubicBezTo>
                  <a:pt x="0" y="64"/>
                  <a:pt x="38" y="102"/>
                  <a:pt x="86" y="102"/>
                </a:cubicBezTo>
                <a:moveTo>
                  <a:pt x="171" y="17"/>
                </a:moveTo>
                <a:cubicBezTo>
                  <a:pt x="171" y="17"/>
                  <a:pt x="171" y="17"/>
                  <a:pt x="171" y="16"/>
                </a:cubicBezTo>
                <a:cubicBezTo>
                  <a:pt x="181" y="18"/>
                  <a:pt x="189" y="26"/>
                  <a:pt x="189" y="37"/>
                </a:cubicBezTo>
                <a:cubicBezTo>
                  <a:pt x="189" y="48"/>
                  <a:pt x="179" y="57"/>
                  <a:pt x="168" y="57"/>
                </a:cubicBezTo>
                <a:cubicBezTo>
                  <a:pt x="166" y="57"/>
                  <a:pt x="164" y="57"/>
                  <a:pt x="162" y="56"/>
                </a:cubicBezTo>
                <a:cubicBezTo>
                  <a:pt x="168" y="44"/>
                  <a:pt x="171" y="31"/>
                  <a:pt x="171" y="17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9" name="Freeform 107"/>
          <p:cNvSpPr>
            <a:spLocks noChangeArrowheads="1"/>
          </p:cNvSpPr>
          <p:nvPr/>
        </p:nvSpPr>
        <p:spPr bwMode="auto">
          <a:xfrm>
            <a:off x="1921678" y="2246710"/>
            <a:ext cx="42863" cy="109538"/>
          </a:xfrm>
          <a:custGeom>
            <a:avLst/>
            <a:gdLst>
              <a:gd name="T0" fmla="*/ 12 w 33"/>
              <a:gd name="T1" fmla="*/ 64 h 85"/>
              <a:gd name="T2" fmla="*/ 16 w 33"/>
              <a:gd name="T3" fmla="*/ 81 h 85"/>
              <a:gd name="T4" fmla="*/ 30 w 33"/>
              <a:gd name="T5" fmla="*/ 52 h 85"/>
              <a:gd name="T6" fmla="*/ 22 w 33"/>
              <a:gd name="T7" fmla="*/ 35 h 85"/>
              <a:gd name="T8" fmla="*/ 22 w 33"/>
              <a:gd name="T9" fmla="*/ 22 h 85"/>
              <a:gd name="T10" fmla="*/ 13 w 33"/>
              <a:gd name="T11" fmla="*/ 6 h 85"/>
              <a:gd name="T12" fmla="*/ 4 w 33"/>
              <a:gd name="T13" fmla="*/ 36 h 85"/>
              <a:gd name="T14" fmla="*/ 12 w 33"/>
              <a:gd name="T15" fmla="*/ 64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" h="85">
                <a:moveTo>
                  <a:pt x="12" y="64"/>
                </a:moveTo>
                <a:cubicBezTo>
                  <a:pt x="1" y="68"/>
                  <a:pt x="6" y="85"/>
                  <a:pt x="16" y="81"/>
                </a:cubicBezTo>
                <a:cubicBezTo>
                  <a:pt x="29" y="77"/>
                  <a:pt x="33" y="64"/>
                  <a:pt x="30" y="52"/>
                </a:cubicBezTo>
                <a:cubicBezTo>
                  <a:pt x="29" y="46"/>
                  <a:pt x="25" y="40"/>
                  <a:pt x="22" y="35"/>
                </a:cubicBezTo>
                <a:cubicBezTo>
                  <a:pt x="20" y="31"/>
                  <a:pt x="17" y="24"/>
                  <a:pt x="22" y="22"/>
                </a:cubicBezTo>
                <a:cubicBezTo>
                  <a:pt x="31" y="16"/>
                  <a:pt x="22" y="0"/>
                  <a:pt x="13" y="6"/>
                </a:cubicBezTo>
                <a:cubicBezTo>
                  <a:pt x="2" y="13"/>
                  <a:pt x="0" y="25"/>
                  <a:pt x="4" y="36"/>
                </a:cubicBezTo>
                <a:cubicBezTo>
                  <a:pt x="5" y="40"/>
                  <a:pt x="20" y="62"/>
                  <a:pt x="12" y="64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0" name="Freeform 108"/>
          <p:cNvSpPr>
            <a:spLocks noChangeArrowheads="1"/>
          </p:cNvSpPr>
          <p:nvPr/>
        </p:nvSpPr>
        <p:spPr bwMode="auto">
          <a:xfrm>
            <a:off x="1983590" y="2246710"/>
            <a:ext cx="42863" cy="109538"/>
          </a:xfrm>
          <a:custGeom>
            <a:avLst/>
            <a:gdLst>
              <a:gd name="T0" fmla="*/ 12 w 33"/>
              <a:gd name="T1" fmla="*/ 64 h 85"/>
              <a:gd name="T2" fmla="*/ 17 w 33"/>
              <a:gd name="T3" fmla="*/ 81 h 85"/>
              <a:gd name="T4" fmla="*/ 30 w 33"/>
              <a:gd name="T5" fmla="*/ 52 h 85"/>
              <a:gd name="T6" fmla="*/ 22 w 33"/>
              <a:gd name="T7" fmla="*/ 35 h 85"/>
              <a:gd name="T8" fmla="*/ 22 w 33"/>
              <a:gd name="T9" fmla="*/ 22 h 85"/>
              <a:gd name="T10" fmla="*/ 13 w 33"/>
              <a:gd name="T11" fmla="*/ 6 h 85"/>
              <a:gd name="T12" fmla="*/ 4 w 33"/>
              <a:gd name="T13" fmla="*/ 36 h 85"/>
              <a:gd name="T14" fmla="*/ 12 w 33"/>
              <a:gd name="T15" fmla="*/ 64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" h="85">
                <a:moveTo>
                  <a:pt x="12" y="64"/>
                </a:moveTo>
                <a:cubicBezTo>
                  <a:pt x="1" y="68"/>
                  <a:pt x="6" y="85"/>
                  <a:pt x="17" y="81"/>
                </a:cubicBezTo>
                <a:cubicBezTo>
                  <a:pt x="29" y="77"/>
                  <a:pt x="33" y="64"/>
                  <a:pt x="30" y="52"/>
                </a:cubicBezTo>
                <a:cubicBezTo>
                  <a:pt x="29" y="46"/>
                  <a:pt x="25" y="40"/>
                  <a:pt x="22" y="35"/>
                </a:cubicBezTo>
                <a:cubicBezTo>
                  <a:pt x="21" y="31"/>
                  <a:pt x="17" y="24"/>
                  <a:pt x="22" y="22"/>
                </a:cubicBezTo>
                <a:cubicBezTo>
                  <a:pt x="31" y="16"/>
                  <a:pt x="22" y="0"/>
                  <a:pt x="13" y="6"/>
                </a:cubicBezTo>
                <a:cubicBezTo>
                  <a:pt x="2" y="13"/>
                  <a:pt x="0" y="25"/>
                  <a:pt x="4" y="36"/>
                </a:cubicBezTo>
                <a:cubicBezTo>
                  <a:pt x="5" y="40"/>
                  <a:pt x="20" y="62"/>
                  <a:pt x="12" y="64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1" name="Oval 109"/>
          <p:cNvSpPr>
            <a:spLocks noChangeArrowheads="1"/>
          </p:cNvSpPr>
          <p:nvPr/>
        </p:nvSpPr>
        <p:spPr bwMode="auto">
          <a:xfrm>
            <a:off x="822731" y="2162177"/>
            <a:ext cx="402431" cy="401241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42" name="Freeform 110"/>
          <p:cNvSpPr>
            <a:spLocks noChangeArrowheads="1"/>
          </p:cNvSpPr>
          <p:nvPr/>
        </p:nvSpPr>
        <p:spPr bwMode="auto">
          <a:xfrm>
            <a:off x="1014413" y="2268144"/>
            <a:ext cx="19050" cy="34528"/>
          </a:xfrm>
          <a:custGeom>
            <a:avLst/>
            <a:gdLst>
              <a:gd name="T0" fmla="*/ 15 w 15"/>
              <a:gd name="T1" fmla="*/ 10 h 27"/>
              <a:gd name="T2" fmla="*/ 0 w 15"/>
              <a:gd name="T3" fmla="*/ 10 h 27"/>
              <a:gd name="T4" fmla="*/ 0 w 15"/>
              <a:gd name="T5" fmla="*/ 27 h 27"/>
              <a:gd name="T6" fmla="*/ 15 w 15"/>
              <a:gd name="T7" fmla="*/ 27 h 27"/>
              <a:gd name="T8" fmla="*/ 15 w 15"/>
              <a:gd name="T9" fmla="*/ 10 h 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" h="27">
                <a:moveTo>
                  <a:pt x="15" y="10"/>
                </a:moveTo>
                <a:cubicBezTo>
                  <a:pt x="15" y="0"/>
                  <a:pt x="0" y="0"/>
                  <a:pt x="0" y="10"/>
                </a:cubicBezTo>
                <a:cubicBezTo>
                  <a:pt x="0" y="27"/>
                  <a:pt x="0" y="27"/>
                  <a:pt x="0" y="27"/>
                </a:cubicBezTo>
                <a:cubicBezTo>
                  <a:pt x="15" y="27"/>
                  <a:pt x="15" y="27"/>
                  <a:pt x="15" y="27"/>
                </a:cubicBezTo>
                <a:lnTo>
                  <a:pt x="15" y="10"/>
                </a:lnTo>
                <a:close/>
              </a:path>
            </a:pathLst>
          </a:custGeom>
          <a:solidFill>
            <a:srgbClr val="2980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3" name="Freeform 111"/>
          <p:cNvSpPr>
            <a:spLocks noEditPoints="1" noChangeArrowheads="1"/>
          </p:cNvSpPr>
          <p:nvPr/>
        </p:nvSpPr>
        <p:spPr bwMode="auto">
          <a:xfrm>
            <a:off x="1038226" y="2246711"/>
            <a:ext cx="98822" cy="55959"/>
          </a:xfrm>
          <a:custGeom>
            <a:avLst/>
            <a:gdLst>
              <a:gd name="T0" fmla="*/ 60 w 76"/>
              <a:gd name="T1" fmla="*/ 3 h 44"/>
              <a:gd name="T2" fmla="*/ 41 w 76"/>
              <a:gd name="T3" fmla="*/ 1 h 44"/>
              <a:gd name="T4" fmla="*/ 20 w 76"/>
              <a:gd name="T5" fmla="*/ 8 h 44"/>
              <a:gd name="T6" fmla="*/ 0 w 76"/>
              <a:gd name="T7" fmla="*/ 44 h 44"/>
              <a:gd name="T8" fmla="*/ 41 w 76"/>
              <a:gd name="T9" fmla="*/ 44 h 44"/>
              <a:gd name="T10" fmla="*/ 50 w 76"/>
              <a:gd name="T11" fmla="*/ 38 h 44"/>
              <a:gd name="T12" fmla="*/ 60 w 76"/>
              <a:gd name="T13" fmla="*/ 3 h 44"/>
              <a:gd name="T14" fmla="*/ 48 w 76"/>
              <a:gd name="T15" fmla="*/ 20 h 44"/>
              <a:gd name="T16" fmla="*/ 38 w 76"/>
              <a:gd name="T17" fmla="*/ 29 h 44"/>
              <a:gd name="T18" fmla="*/ 16 w 76"/>
              <a:gd name="T19" fmla="*/ 37 h 44"/>
              <a:gd name="T20" fmla="*/ 50 w 76"/>
              <a:gd name="T21" fmla="*/ 15 h 44"/>
              <a:gd name="T22" fmla="*/ 52 w 76"/>
              <a:gd name="T23" fmla="*/ 16 h 44"/>
              <a:gd name="T24" fmla="*/ 48 w 76"/>
              <a:gd name="T25" fmla="*/ 2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" h="44">
                <a:moveTo>
                  <a:pt x="60" y="3"/>
                </a:moveTo>
                <a:cubicBezTo>
                  <a:pt x="55" y="0"/>
                  <a:pt x="47" y="0"/>
                  <a:pt x="41" y="1"/>
                </a:cubicBezTo>
                <a:cubicBezTo>
                  <a:pt x="34" y="2"/>
                  <a:pt x="27" y="4"/>
                  <a:pt x="20" y="8"/>
                </a:cubicBezTo>
                <a:cubicBezTo>
                  <a:pt x="8" y="16"/>
                  <a:pt x="1" y="30"/>
                  <a:pt x="0" y="44"/>
                </a:cubicBezTo>
                <a:cubicBezTo>
                  <a:pt x="41" y="44"/>
                  <a:pt x="41" y="44"/>
                  <a:pt x="41" y="44"/>
                </a:cubicBezTo>
                <a:cubicBezTo>
                  <a:pt x="44" y="42"/>
                  <a:pt x="47" y="40"/>
                  <a:pt x="50" y="38"/>
                </a:cubicBezTo>
                <a:cubicBezTo>
                  <a:pt x="61" y="30"/>
                  <a:pt x="76" y="13"/>
                  <a:pt x="60" y="3"/>
                </a:cubicBezTo>
                <a:moveTo>
                  <a:pt x="48" y="20"/>
                </a:moveTo>
                <a:cubicBezTo>
                  <a:pt x="45" y="23"/>
                  <a:pt x="41" y="26"/>
                  <a:pt x="38" y="29"/>
                </a:cubicBezTo>
                <a:cubicBezTo>
                  <a:pt x="31" y="33"/>
                  <a:pt x="24" y="36"/>
                  <a:pt x="16" y="37"/>
                </a:cubicBezTo>
                <a:cubicBezTo>
                  <a:pt x="21" y="23"/>
                  <a:pt x="35" y="14"/>
                  <a:pt x="50" y="15"/>
                </a:cubicBezTo>
                <a:cubicBezTo>
                  <a:pt x="51" y="15"/>
                  <a:pt x="51" y="16"/>
                  <a:pt x="52" y="16"/>
                </a:cubicBezTo>
                <a:cubicBezTo>
                  <a:pt x="51" y="16"/>
                  <a:pt x="49" y="19"/>
                  <a:pt x="48" y="20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4" name="Freeform 112"/>
          <p:cNvSpPr>
            <a:spLocks noEditPoints="1" noChangeArrowheads="1"/>
          </p:cNvSpPr>
          <p:nvPr/>
        </p:nvSpPr>
        <p:spPr bwMode="auto">
          <a:xfrm>
            <a:off x="910829" y="2246711"/>
            <a:ext cx="96440" cy="55959"/>
          </a:xfrm>
          <a:custGeom>
            <a:avLst/>
            <a:gdLst>
              <a:gd name="T0" fmla="*/ 34 w 75"/>
              <a:gd name="T1" fmla="*/ 44 h 44"/>
              <a:gd name="T2" fmla="*/ 75 w 75"/>
              <a:gd name="T3" fmla="*/ 44 h 44"/>
              <a:gd name="T4" fmla="*/ 55 w 75"/>
              <a:gd name="T5" fmla="*/ 8 h 44"/>
              <a:gd name="T6" fmla="*/ 34 w 75"/>
              <a:gd name="T7" fmla="*/ 1 h 44"/>
              <a:gd name="T8" fmla="*/ 15 w 75"/>
              <a:gd name="T9" fmla="*/ 3 h 44"/>
              <a:gd name="T10" fmla="*/ 25 w 75"/>
              <a:gd name="T11" fmla="*/ 38 h 44"/>
              <a:gd name="T12" fmla="*/ 34 w 75"/>
              <a:gd name="T13" fmla="*/ 44 h 44"/>
              <a:gd name="T14" fmla="*/ 23 w 75"/>
              <a:gd name="T15" fmla="*/ 16 h 44"/>
              <a:gd name="T16" fmla="*/ 25 w 75"/>
              <a:gd name="T17" fmla="*/ 15 h 44"/>
              <a:gd name="T18" fmla="*/ 59 w 75"/>
              <a:gd name="T19" fmla="*/ 37 h 44"/>
              <a:gd name="T20" fmla="*/ 37 w 75"/>
              <a:gd name="T21" fmla="*/ 29 h 44"/>
              <a:gd name="T22" fmla="*/ 27 w 75"/>
              <a:gd name="T23" fmla="*/ 20 h 44"/>
              <a:gd name="T24" fmla="*/ 23 w 75"/>
              <a:gd name="T25" fmla="*/ 16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5" h="44">
                <a:moveTo>
                  <a:pt x="34" y="44"/>
                </a:moveTo>
                <a:cubicBezTo>
                  <a:pt x="75" y="44"/>
                  <a:pt x="75" y="44"/>
                  <a:pt x="75" y="44"/>
                </a:cubicBezTo>
                <a:cubicBezTo>
                  <a:pt x="74" y="30"/>
                  <a:pt x="67" y="16"/>
                  <a:pt x="55" y="8"/>
                </a:cubicBezTo>
                <a:cubicBezTo>
                  <a:pt x="49" y="4"/>
                  <a:pt x="41" y="2"/>
                  <a:pt x="34" y="1"/>
                </a:cubicBezTo>
                <a:cubicBezTo>
                  <a:pt x="28" y="0"/>
                  <a:pt x="20" y="0"/>
                  <a:pt x="15" y="3"/>
                </a:cubicBezTo>
                <a:cubicBezTo>
                  <a:pt x="0" y="13"/>
                  <a:pt x="14" y="30"/>
                  <a:pt x="25" y="38"/>
                </a:cubicBezTo>
                <a:cubicBezTo>
                  <a:pt x="28" y="40"/>
                  <a:pt x="31" y="42"/>
                  <a:pt x="34" y="44"/>
                </a:cubicBezTo>
                <a:moveTo>
                  <a:pt x="23" y="16"/>
                </a:moveTo>
                <a:cubicBezTo>
                  <a:pt x="24" y="16"/>
                  <a:pt x="24" y="15"/>
                  <a:pt x="25" y="15"/>
                </a:cubicBezTo>
                <a:cubicBezTo>
                  <a:pt x="40" y="14"/>
                  <a:pt x="54" y="23"/>
                  <a:pt x="59" y="37"/>
                </a:cubicBezTo>
                <a:cubicBezTo>
                  <a:pt x="51" y="36"/>
                  <a:pt x="44" y="33"/>
                  <a:pt x="37" y="29"/>
                </a:cubicBezTo>
                <a:cubicBezTo>
                  <a:pt x="34" y="26"/>
                  <a:pt x="30" y="23"/>
                  <a:pt x="27" y="20"/>
                </a:cubicBezTo>
                <a:cubicBezTo>
                  <a:pt x="26" y="19"/>
                  <a:pt x="24" y="16"/>
                  <a:pt x="23" y="16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5" name="Freeform 113"/>
          <p:cNvSpPr>
            <a:spLocks noChangeArrowheads="1"/>
          </p:cNvSpPr>
          <p:nvPr/>
        </p:nvSpPr>
        <p:spPr bwMode="auto">
          <a:xfrm>
            <a:off x="917972" y="2311009"/>
            <a:ext cx="213122" cy="169069"/>
          </a:xfrm>
          <a:custGeom>
            <a:avLst/>
            <a:gdLst>
              <a:gd name="T0" fmla="*/ 241 w 390"/>
              <a:gd name="T1" fmla="*/ 0 h 310"/>
              <a:gd name="T2" fmla="*/ 241 w 390"/>
              <a:gd name="T3" fmla="*/ 7 h 310"/>
              <a:gd name="T4" fmla="*/ 241 w 390"/>
              <a:gd name="T5" fmla="*/ 163 h 310"/>
              <a:gd name="T6" fmla="*/ 196 w 390"/>
              <a:gd name="T7" fmla="*/ 125 h 310"/>
              <a:gd name="T8" fmla="*/ 151 w 390"/>
              <a:gd name="T9" fmla="*/ 163 h 310"/>
              <a:gd name="T10" fmla="*/ 151 w 390"/>
              <a:gd name="T11" fmla="*/ 7 h 310"/>
              <a:gd name="T12" fmla="*/ 151 w 390"/>
              <a:gd name="T13" fmla="*/ 0 h 310"/>
              <a:gd name="T14" fmla="*/ 102 w 390"/>
              <a:gd name="T15" fmla="*/ 0 h 310"/>
              <a:gd name="T16" fmla="*/ 0 w 390"/>
              <a:gd name="T17" fmla="*/ 0 h 310"/>
              <a:gd name="T18" fmla="*/ 0 w 390"/>
              <a:gd name="T19" fmla="*/ 310 h 310"/>
              <a:gd name="T20" fmla="*/ 390 w 390"/>
              <a:gd name="T21" fmla="*/ 310 h 310"/>
              <a:gd name="T22" fmla="*/ 390 w 390"/>
              <a:gd name="T23" fmla="*/ 0 h 310"/>
              <a:gd name="T24" fmla="*/ 286 w 390"/>
              <a:gd name="T25" fmla="*/ 0 h 310"/>
              <a:gd name="T26" fmla="*/ 241 w 390"/>
              <a:gd name="T27" fmla="*/ 0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0" h="310">
                <a:moveTo>
                  <a:pt x="241" y="0"/>
                </a:moveTo>
                <a:lnTo>
                  <a:pt x="241" y="7"/>
                </a:lnTo>
                <a:lnTo>
                  <a:pt x="241" y="163"/>
                </a:lnTo>
                <a:lnTo>
                  <a:pt x="196" y="125"/>
                </a:lnTo>
                <a:lnTo>
                  <a:pt x="151" y="163"/>
                </a:lnTo>
                <a:lnTo>
                  <a:pt x="151" y="7"/>
                </a:lnTo>
                <a:lnTo>
                  <a:pt x="151" y="0"/>
                </a:lnTo>
                <a:lnTo>
                  <a:pt x="102" y="0"/>
                </a:lnTo>
                <a:lnTo>
                  <a:pt x="0" y="0"/>
                </a:lnTo>
                <a:lnTo>
                  <a:pt x="0" y="310"/>
                </a:lnTo>
                <a:lnTo>
                  <a:pt x="390" y="310"/>
                </a:lnTo>
                <a:lnTo>
                  <a:pt x="390" y="0"/>
                </a:lnTo>
                <a:lnTo>
                  <a:pt x="286" y="0"/>
                </a:lnTo>
                <a:lnTo>
                  <a:pt x="24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6" name="Freeform 114"/>
          <p:cNvSpPr>
            <a:spLocks noChangeArrowheads="1"/>
          </p:cNvSpPr>
          <p:nvPr/>
        </p:nvSpPr>
        <p:spPr bwMode="auto">
          <a:xfrm>
            <a:off x="651275" y="1533526"/>
            <a:ext cx="61913" cy="177404"/>
          </a:xfrm>
          <a:custGeom>
            <a:avLst/>
            <a:gdLst>
              <a:gd name="T0" fmla="*/ 6 w 48"/>
              <a:gd name="T1" fmla="*/ 16 h 137"/>
              <a:gd name="T2" fmla="*/ 1 w 48"/>
              <a:gd name="T3" fmla="*/ 33 h 137"/>
              <a:gd name="T4" fmla="*/ 4 w 48"/>
              <a:gd name="T5" fmla="*/ 47 h 137"/>
              <a:gd name="T6" fmla="*/ 18 w 48"/>
              <a:gd name="T7" fmla="*/ 62 h 137"/>
              <a:gd name="T8" fmla="*/ 18 w 48"/>
              <a:gd name="T9" fmla="*/ 137 h 137"/>
              <a:gd name="T10" fmla="*/ 31 w 48"/>
              <a:gd name="T11" fmla="*/ 137 h 137"/>
              <a:gd name="T12" fmla="*/ 31 w 48"/>
              <a:gd name="T13" fmla="*/ 62 h 137"/>
              <a:gd name="T14" fmla="*/ 44 w 48"/>
              <a:gd name="T15" fmla="*/ 47 h 137"/>
              <a:gd name="T16" fmla="*/ 47 w 48"/>
              <a:gd name="T17" fmla="*/ 33 h 137"/>
              <a:gd name="T18" fmla="*/ 42 w 48"/>
              <a:gd name="T19" fmla="*/ 16 h 137"/>
              <a:gd name="T20" fmla="*/ 32 w 48"/>
              <a:gd name="T21" fmla="*/ 0 h 137"/>
              <a:gd name="T22" fmla="*/ 35 w 48"/>
              <a:gd name="T23" fmla="*/ 32 h 137"/>
              <a:gd name="T24" fmla="*/ 31 w 48"/>
              <a:gd name="T25" fmla="*/ 32 h 137"/>
              <a:gd name="T26" fmla="*/ 28 w 48"/>
              <a:gd name="T27" fmla="*/ 0 h 137"/>
              <a:gd name="T28" fmla="*/ 24 w 48"/>
              <a:gd name="T29" fmla="*/ 0 h 137"/>
              <a:gd name="T30" fmla="*/ 21 w 48"/>
              <a:gd name="T31" fmla="*/ 0 h 137"/>
              <a:gd name="T32" fmla="*/ 17 w 48"/>
              <a:gd name="T33" fmla="*/ 32 h 137"/>
              <a:gd name="T34" fmla="*/ 13 w 48"/>
              <a:gd name="T35" fmla="*/ 32 h 137"/>
              <a:gd name="T36" fmla="*/ 16 w 48"/>
              <a:gd name="T37" fmla="*/ 0 h 137"/>
              <a:gd name="T38" fmla="*/ 6 w 48"/>
              <a:gd name="T39" fmla="*/ 16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8" h="137">
                <a:moveTo>
                  <a:pt x="6" y="16"/>
                </a:moveTo>
                <a:cubicBezTo>
                  <a:pt x="4" y="21"/>
                  <a:pt x="2" y="27"/>
                  <a:pt x="1" y="33"/>
                </a:cubicBezTo>
                <a:cubicBezTo>
                  <a:pt x="0" y="39"/>
                  <a:pt x="2" y="43"/>
                  <a:pt x="4" y="47"/>
                </a:cubicBezTo>
                <a:cubicBezTo>
                  <a:pt x="7" y="52"/>
                  <a:pt x="12" y="59"/>
                  <a:pt x="18" y="62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31" y="137"/>
                  <a:pt x="31" y="137"/>
                  <a:pt x="31" y="137"/>
                </a:cubicBezTo>
                <a:cubicBezTo>
                  <a:pt x="31" y="62"/>
                  <a:pt x="31" y="62"/>
                  <a:pt x="31" y="62"/>
                </a:cubicBezTo>
                <a:cubicBezTo>
                  <a:pt x="37" y="59"/>
                  <a:pt x="41" y="52"/>
                  <a:pt x="44" y="47"/>
                </a:cubicBezTo>
                <a:cubicBezTo>
                  <a:pt x="47" y="43"/>
                  <a:pt x="48" y="39"/>
                  <a:pt x="47" y="33"/>
                </a:cubicBezTo>
                <a:cubicBezTo>
                  <a:pt x="47" y="27"/>
                  <a:pt x="44" y="21"/>
                  <a:pt x="42" y="16"/>
                </a:cubicBezTo>
                <a:cubicBezTo>
                  <a:pt x="41" y="11"/>
                  <a:pt x="38" y="1"/>
                  <a:pt x="32" y="0"/>
                </a:cubicBezTo>
                <a:cubicBezTo>
                  <a:pt x="35" y="32"/>
                  <a:pt x="35" y="32"/>
                  <a:pt x="35" y="32"/>
                </a:cubicBezTo>
                <a:cubicBezTo>
                  <a:pt x="31" y="32"/>
                  <a:pt x="31" y="32"/>
                  <a:pt x="31" y="32"/>
                </a:cubicBezTo>
                <a:cubicBezTo>
                  <a:pt x="28" y="0"/>
                  <a:pt x="28" y="0"/>
                  <a:pt x="2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7" y="32"/>
                  <a:pt x="17" y="32"/>
                  <a:pt x="17" y="32"/>
                </a:cubicBezTo>
                <a:cubicBezTo>
                  <a:pt x="13" y="32"/>
                  <a:pt x="13" y="32"/>
                  <a:pt x="13" y="32"/>
                </a:cubicBezTo>
                <a:cubicBezTo>
                  <a:pt x="16" y="0"/>
                  <a:pt x="16" y="0"/>
                  <a:pt x="16" y="0"/>
                </a:cubicBezTo>
                <a:cubicBezTo>
                  <a:pt x="11" y="1"/>
                  <a:pt x="8" y="11"/>
                  <a:pt x="6" y="16"/>
                </a:cubicBezTo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7" name="Freeform 115"/>
          <p:cNvSpPr>
            <a:spLocks noChangeArrowheads="1"/>
          </p:cNvSpPr>
          <p:nvPr/>
        </p:nvSpPr>
        <p:spPr bwMode="auto">
          <a:xfrm>
            <a:off x="740570" y="1533526"/>
            <a:ext cx="39291" cy="177404"/>
          </a:xfrm>
          <a:custGeom>
            <a:avLst/>
            <a:gdLst>
              <a:gd name="T0" fmla="*/ 0 w 31"/>
              <a:gd name="T1" fmla="*/ 38 h 137"/>
              <a:gd name="T2" fmla="*/ 18 w 31"/>
              <a:gd name="T3" fmla="*/ 77 h 137"/>
              <a:gd name="T4" fmla="*/ 18 w 31"/>
              <a:gd name="T5" fmla="*/ 137 h 137"/>
              <a:gd name="T6" fmla="*/ 31 w 31"/>
              <a:gd name="T7" fmla="*/ 137 h 137"/>
              <a:gd name="T8" fmla="*/ 31 w 31"/>
              <a:gd name="T9" fmla="*/ 0 h 137"/>
              <a:gd name="T10" fmla="*/ 18 w 31"/>
              <a:gd name="T11" fmla="*/ 0 h 137"/>
              <a:gd name="T12" fmla="*/ 0 w 31"/>
              <a:gd name="T13" fmla="*/ 38 h 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" h="137">
                <a:moveTo>
                  <a:pt x="0" y="38"/>
                </a:moveTo>
                <a:cubicBezTo>
                  <a:pt x="0" y="73"/>
                  <a:pt x="15" y="76"/>
                  <a:pt x="18" y="77"/>
                </a:cubicBezTo>
                <a:cubicBezTo>
                  <a:pt x="18" y="137"/>
                  <a:pt x="18" y="137"/>
                  <a:pt x="18" y="137"/>
                </a:cubicBezTo>
                <a:cubicBezTo>
                  <a:pt x="31" y="137"/>
                  <a:pt x="31" y="137"/>
                  <a:pt x="31" y="137"/>
                </a:cubicBezTo>
                <a:cubicBezTo>
                  <a:pt x="31" y="0"/>
                  <a:pt x="31" y="0"/>
                  <a:pt x="31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8" y="0"/>
                  <a:pt x="0" y="0"/>
                  <a:pt x="0" y="38"/>
                </a:cubicBezTo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8" name="Freeform 116"/>
          <p:cNvSpPr/>
          <p:nvPr/>
        </p:nvSpPr>
        <p:spPr bwMode="auto">
          <a:xfrm>
            <a:off x="1709738" y="1220391"/>
            <a:ext cx="170260" cy="103584"/>
          </a:xfrm>
          <a:custGeom>
            <a:avLst/>
            <a:gdLst>
              <a:gd name="T0" fmla="*/ 131 w 131"/>
              <a:gd name="T1" fmla="*/ 67 h 81"/>
              <a:gd name="T2" fmla="*/ 117 w 131"/>
              <a:gd name="T3" fmla="*/ 52 h 81"/>
              <a:gd name="T4" fmla="*/ 119 w 131"/>
              <a:gd name="T5" fmla="*/ 41 h 81"/>
              <a:gd name="T6" fmla="*/ 78 w 131"/>
              <a:gd name="T7" fmla="*/ 0 h 81"/>
              <a:gd name="T8" fmla="*/ 38 w 131"/>
              <a:gd name="T9" fmla="*/ 40 h 81"/>
              <a:gd name="T10" fmla="*/ 24 w 131"/>
              <a:gd name="T11" fmla="*/ 34 h 81"/>
              <a:gd name="T12" fmla="*/ 0 w 131"/>
              <a:gd name="T13" fmla="*/ 58 h 81"/>
              <a:gd name="T14" fmla="*/ 24 w 131"/>
              <a:gd name="T15" fmla="*/ 81 h 81"/>
              <a:gd name="T16" fmla="*/ 77 w 131"/>
              <a:gd name="T17" fmla="*/ 81 h 81"/>
              <a:gd name="T18" fmla="*/ 78 w 131"/>
              <a:gd name="T19" fmla="*/ 81 h 81"/>
              <a:gd name="T20" fmla="*/ 117 w 131"/>
              <a:gd name="T21" fmla="*/ 81 h 81"/>
              <a:gd name="T22" fmla="*/ 131 w 131"/>
              <a:gd name="T23" fmla="*/ 67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31" h="81">
                <a:moveTo>
                  <a:pt x="131" y="67"/>
                </a:moveTo>
                <a:cubicBezTo>
                  <a:pt x="131" y="59"/>
                  <a:pt x="125" y="53"/>
                  <a:pt x="117" y="52"/>
                </a:cubicBezTo>
                <a:cubicBezTo>
                  <a:pt x="118" y="49"/>
                  <a:pt x="119" y="45"/>
                  <a:pt x="119" y="41"/>
                </a:cubicBezTo>
                <a:cubicBezTo>
                  <a:pt x="119" y="18"/>
                  <a:pt x="101" y="0"/>
                  <a:pt x="78" y="0"/>
                </a:cubicBezTo>
                <a:cubicBezTo>
                  <a:pt x="57" y="0"/>
                  <a:pt x="39" y="18"/>
                  <a:pt x="38" y="40"/>
                </a:cubicBezTo>
                <a:cubicBezTo>
                  <a:pt x="34" y="36"/>
                  <a:pt x="29" y="34"/>
                  <a:pt x="24" y="34"/>
                </a:cubicBezTo>
                <a:cubicBezTo>
                  <a:pt x="11" y="34"/>
                  <a:pt x="0" y="45"/>
                  <a:pt x="0" y="58"/>
                </a:cubicBezTo>
                <a:cubicBezTo>
                  <a:pt x="0" y="70"/>
                  <a:pt x="11" y="81"/>
                  <a:pt x="24" y="81"/>
                </a:cubicBezTo>
                <a:cubicBezTo>
                  <a:pt x="77" y="81"/>
                  <a:pt x="77" y="81"/>
                  <a:pt x="77" y="81"/>
                </a:cubicBezTo>
                <a:cubicBezTo>
                  <a:pt x="78" y="81"/>
                  <a:pt x="78" y="81"/>
                  <a:pt x="78" y="81"/>
                </a:cubicBezTo>
                <a:cubicBezTo>
                  <a:pt x="117" y="81"/>
                  <a:pt x="117" y="81"/>
                  <a:pt x="117" y="81"/>
                </a:cubicBezTo>
                <a:cubicBezTo>
                  <a:pt x="124" y="81"/>
                  <a:pt x="131" y="74"/>
                  <a:pt x="131" y="67"/>
                </a:cubicBezTo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149" name="Rectangle 117"/>
          <p:cNvSpPr>
            <a:spLocks noChangeArrowheads="1"/>
          </p:cNvSpPr>
          <p:nvPr/>
        </p:nvSpPr>
        <p:spPr bwMode="auto">
          <a:xfrm>
            <a:off x="1734741" y="1333503"/>
            <a:ext cx="14288" cy="32147"/>
          </a:xfrm>
          <a:prstGeom prst="rect">
            <a:avLst/>
          </a:prstGeom>
          <a:solidFill>
            <a:srgbClr val="00BE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50" name="Rectangle 118"/>
          <p:cNvSpPr>
            <a:spLocks noChangeArrowheads="1"/>
          </p:cNvSpPr>
          <p:nvPr/>
        </p:nvSpPr>
        <p:spPr bwMode="auto">
          <a:xfrm>
            <a:off x="1769269" y="1350174"/>
            <a:ext cx="14288" cy="32147"/>
          </a:xfrm>
          <a:prstGeom prst="rect">
            <a:avLst/>
          </a:prstGeom>
          <a:solidFill>
            <a:srgbClr val="00BE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51" name="Rectangle 119"/>
          <p:cNvSpPr>
            <a:spLocks noChangeArrowheads="1"/>
          </p:cNvSpPr>
          <p:nvPr/>
        </p:nvSpPr>
        <p:spPr bwMode="auto">
          <a:xfrm>
            <a:off x="1806178" y="1333503"/>
            <a:ext cx="14288" cy="32147"/>
          </a:xfrm>
          <a:prstGeom prst="rect">
            <a:avLst/>
          </a:prstGeom>
          <a:solidFill>
            <a:srgbClr val="00BE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52" name="Rectangle 120"/>
          <p:cNvSpPr>
            <a:spLocks noChangeArrowheads="1"/>
          </p:cNvSpPr>
          <p:nvPr/>
        </p:nvSpPr>
        <p:spPr bwMode="auto">
          <a:xfrm>
            <a:off x="1840706" y="1350174"/>
            <a:ext cx="14288" cy="32147"/>
          </a:xfrm>
          <a:prstGeom prst="rect">
            <a:avLst/>
          </a:prstGeom>
          <a:solidFill>
            <a:srgbClr val="00BE9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53" name="Freeform 121"/>
          <p:cNvSpPr/>
          <p:nvPr/>
        </p:nvSpPr>
        <p:spPr bwMode="auto">
          <a:xfrm>
            <a:off x="2270522" y="1326358"/>
            <a:ext cx="133350" cy="109538"/>
          </a:xfrm>
          <a:custGeom>
            <a:avLst/>
            <a:gdLst>
              <a:gd name="T0" fmla="*/ 199 w 244"/>
              <a:gd name="T1" fmla="*/ 0 h 201"/>
              <a:gd name="T2" fmla="*/ 86 w 244"/>
              <a:gd name="T3" fmla="*/ 111 h 201"/>
              <a:gd name="T4" fmla="*/ 43 w 244"/>
              <a:gd name="T5" fmla="*/ 68 h 201"/>
              <a:gd name="T6" fmla="*/ 0 w 244"/>
              <a:gd name="T7" fmla="*/ 113 h 201"/>
              <a:gd name="T8" fmla="*/ 43 w 244"/>
              <a:gd name="T9" fmla="*/ 156 h 201"/>
              <a:gd name="T10" fmla="*/ 86 w 244"/>
              <a:gd name="T11" fmla="*/ 201 h 201"/>
              <a:gd name="T12" fmla="*/ 131 w 244"/>
              <a:gd name="T13" fmla="*/ 156 h 201"/>
              <a:gd name="T14" fmla="*/ 244 w 244"/>
              <a:gd name="T15" fmla="*/ 42 h 201"/>
              <a:gd name="T16" fmla="*/ 199 w 244"/>
              <a:gd name="T17" fmla="*/ 0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4" h="201">
                <a:moveTo>
                  <a:pt x="199" y="0"/>
                </a:moveTo>
                <a:lnTo>
                  <a:pt x="86" y="111"/>
                </a:lnTo>
                <a:lnTo>
                  <a:pt x="43" y="68"/>
                </a:lnTo>
                <a:lnTo>
                  <a:pt x="0" y="113"/>
                </a:lnTo>
                <a:lnTo>
                  <a:pt x="43" y="156"/>
                </a:lnTo>
                <a:lnTo>
                  <a:pt x="86" y="201"/>
                </a:lnTo>
                <a:lnTo>
                  <a:pt x="131" y="156"/>
                </a:lnTo>
                <a:lnTo>
                  <a:pt x="244" y="42"/>
                </a:lnTo>
                <a:lnTo>
                  <a:pt x="199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154" name="Freeform 122"/>
          <p:cNvSpPr>
            <a:spLocks noChangeArrowheads="1"/>
          </p:cNvSpPr>
          <p:nvPr/>
        </p:nvSpPr>
        <p:spPr bwMode="auto">
          <a:xfrm>
            <a:off x="2352684" y="2087167"/>
            <a:ext cx="119063" cy="115490"/>
          </a:xfrm>
          <a:custGeom>
            <a:avLst/>
            <a:gdLst>
              <a:gd name="T0" fmla="*/ 46 w 92"/>
              <a:gd name="T1" fmla="*/ 89 h 89"/>
              <a:gd name="T2" fmla="*/ 92 w 92"/>
              <a:gd name="T3" fmla="*/ 43 h 89"/>
              <a:gd name="T4" fmla="*/ 64 w 92"/>
              <a:gd name="T5" fmla="*/ 0 h 89"/>
              <a:gd name="T6" fmla="*/ 58 w 92"/>
              <a:gd name="T7" fmla="*/ 9 h 89"/>
              <a:gd name="T8" fmla="*/ 82 w 92"/>
              <a:gd name="T9" fmla="*/ 43 h 89"/>
              <a:gd name="T10" fmla="*/ 46 w 92"/>
              <a:gd name="T11" fmla="*/ 79 h 89"/>
              <a:gd name="T12" fmla="*/ 10 w 92"/>
              <a:gd name="T13" fmla="*/ 43 h 89"/>
              <a:gd name="T14" fmla="*/ 35 w 92"/>
              <a:gd name="T15" fmla="*/ 9 h 89"/>
              <a:gd name="T16" fmla="*/ 29 w 92"/>
              <a:gd name="T17" fmla="*/ 0 h 89"/>
              <a:gd name="T18" fmla="*/ 0 w 92"/>
              <a:gd name="T19" fmla="*/ 43 h 89"/>
              <a:gd name="T20" fmla="*/ 46 w 92"/>
              <a:gd name="T21" fmla="*/ 89 h 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89">
                <a:moveTo>
                  <a:pt x="46" y="89"/>
                </a:moveTo>
                <a:cubicBezTo>
                  <a:pt x="72" y="89"/>
                  <a:pt x="92" y="69"/>
                  <a:pt x="92" y="43"/>
                </a:cubicBezTo>
                <a:cubicBezTo>
                  <a:pt x="92" y="24"/>
                  <a:pt x="81" y="7"/>
                  <a:pt x="64" y="0"/>
                </a:cubicBezTo>
                <a:cubicBezTo>
                  <a:pt x="58" y="9"/>
                  <a:pt x="58" y="9"/>
                  <a:pt x="58" y="9"/>
                </a:cubicBezTo>
                <a:cubicBezTo>
                  <a:pt x="72" y="14"/>
                  <a:pt x="82" y="27"/>
                  <a:pt x="82" y="43"/>
                </a:cubicBezTo>
                <a:cubicBezTo>
                  <a:pt x="82" y="63"/>
                  <a:pt x="66" y="79"/>
                  <a:pt x="46" y="79"/>
                </a:cubicBezTo>
                <a:cubicBezTo>
                  <a:pt x="26" y="79"/>
                  <a:pt x="10" y="63"/>
                  <a:pt x="10" y="43"/>
                </a:cubicBezTo>
                <a:cubicBezTo>
                  <a:pt x="10" y="27"/>
                  <a:pt x="21" y="14"/>
                  <a:pt x="35" y="9"/>
                </a:cubicBezTo>
                <a:cubicBezTo>
                  <a:pt x="29" y="0"/>
                  <a:pt x="29" y="0"/>
                  <a:pt x="29" y="0"/>
                </a:cubicBezTo>
                <a:cubicBezTo>
                  <a:pt x="12" y="7"/>
                  <a:pt x="0" y="24"/>
                  <a:pt x="0" y="43"/>
                </a:cubicBezTo>
                <a:cubicBezTo>
                  <a:pt x="0" y="69"/>
                  <a:pt x="21" y="89"/>
                  <a:pt x="46" y="89"/>
                </a:cubicBezTo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5" name="Freeform 123"/>
          <p:cNvSpPr>
            <a:spLocks noChangeArrowheads="1"/>
          </p:cNvSpPr>
          <p:nvPr/>
        </p:nvSpPr>
        <p:spPr bwMode="auto">
          <a:xfrm>
            <a:off x="2384827" y="2060976"/>
            <a:ext cx="55959" cy="42863"/>
          </a:xfrm>
          <a:custGeom>
            <a:avLst/>
            <a:gdLst>
              <a:gd name="T0" fmla="*/ 30 w 101"/>
              <a:gd name="T1" fmla="*/ 67 h 78"/>
              <a:gd name="T2" fmla="*/ 40 w 101"/>
              <a:gd name="T3" fmla="*/ 78 h 78"/>
              <a:gd name="T4" fmla="*/ 49 w 101"/>
              <a:gd name="T5" fmla="*/ 76 h 78"/>
              <a:gd name="T6" fmla="*/ 61 w 101"/>
              <a:gd name="T7" fmla="*/ 78 h 78"/>
              <a:gd name="T8" fmla="*/ 68 w 101"/>
              <a:gd name="T9" fmla="*/ 67 h 78"/>
              <a:gd name="T10" fmla="*/ 82 w 101"/>
              <a:gd name="T11" fmla="*/ 45 h 78"/>
              <a:gd name="T12" fmla="*/ 101 w 101"/>
              <a:gd name="T13" fmla="*/ 22 h 78"/>
              <a:gd name="T14" fmla="*/ 85 w 101"/>
              <a:gd name="T15" fmla="*/ 0 h 78"/>
              <a:gd name="T16" fmla="*/ 49 w 101"/>
              <a:gd name="T17" fmla="*/ 0 h 78"/>
              <a:gd name="T18" fmla="*/ 16 w 101"/>
              <a:gd name="T19" fmla="*/ 0 h 78"/>
              <a:gd name="T20" fmla="*/ 0 w 101"/>
              <a:gd name="T21" fmla="*/ 22 h 78"/>
              <a:gd name="T22" fmla="*/ 16 w 101"/>
              <a:gd name="T23" fmla="*/ 45 h 78"/>
              <a:gd name="T24" fmla="*/ 30 w 101"/>
              <a:gd name="T25" fmla="*/ 67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1" h="78">
                <a:moveTo>
                  <a:pt x="30" y="67"/>
                </a:moveTo>
                <a:lnTo>
                  <a:pt x="40" y="78"/>
                </a:lnTo>
                <a:lnTo>
                  <a:pt x="49" y="76"/>
                </a:lnTo>
                <a:lnTo>
                  <a:pt x="61" y="78"/>
                </a:lnTo>
                <a:lnTo>
                  <a:pt x="68" y="67"/>
                </a:lnTo>
                <a:lnTo>
                  <a:pt x="82" y="45"/>
                </a:lnTo>
                <a:lnTo>
                  <a:pt x="101" y="22"/>
                </a:lnTo>
                <a:lnTo>
                  <a:pt x="85" y="0"/>
                </a:lnTo>
                <a:lnTo>
                  <a:pt x="49" y="0"/>
                </a:lnTo>
                <a:lnTo>
                  <a:pt x="16" y="0"/>
                </a:lnTo>
                <a:lnTo>
                  <a:pt x="0" y="22"/>
                </a:lnTo>
                <a:lnTo>
                  <a:pt x="16" y="45"/>
                </a:lnTo>
                <a:lnTo>
                  <a:pt x="30" y="67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6" name="Freeform 124"/>
          <p:cNvSpPr>
            <a:spLocks noChangeArrowheads="1"/>
          </p:cNvSpPr>
          <p:nvPr/>
        </p:nvSpPr>
        <p:spPr bwMode="auto">
          <a:xfrm>
            <a:off x="702469" y="1319215"/>
            <a:ext cx="88106" cy="145256"/>
          </a:xfrm>
          <a:custGeom>
            <a:avLst/>
            <a:gdLst>
              <a:gd name="T0" fmla="*/ 3 w 161"/>
              <a:gd name="T1" fmla="*/ 265 h 265"/>
              <a:gd name="T2" fmla="*/ 45 w 161"/>
              <a:gd name="T3" fmla="*/ 236 h 265"/>
              <a:gd name="T4" fmla="*/ 133 w 161"/>
              <a:gd name="T5" fmla="*/ 73 h 265"/>
              <a:gd name="T6" fmla="*/ 161 w 161"/>
              <a:gd name="T7" fmla="*/ 19 h 265"/>
              <a:gd name="T8" fmla="*/ 154 w 161"/>
              <a:gd name="T9" fmla="*/ 16 h 265"/>
              <a:gd name="T10" fmla="*/ 145 w 161"/>
              <a:gd name="T11" fmla="*/ 12 h 265"/>
              <a:gd name="T12" fmla="*/ 135 w 161"/>
              <a:gd name="T13" fmla="*/ 9 h 265"/>
              <a:gd name="T14" fmla="*/ 116 w 161"/>
              <a:gd name="T15" fmla="*/ 0 h 265"/>
              <a:gd name="T16" fmla="*/ 107 w 161"/>
              <a:gd name="T17" fmla="*/ 19 h 265"/>
              <a:gd name="T18" fmla="*/ 102 w 161"/>
              <a:gd name="T19" fmla="*/ 26 h 265"/>
              <a:gd name="T20" fmla="*/ 97 w 161"/>
              <a:gd name="T21" fmla="*/ 35 h 265"/>
              <a:gd name="T22" fmla="*/ 64 w 161"/>
              <a:gd name="T23" fmla="*/ 97 h 265"/>
              <a:gd name="T24" fmla="*/ 0 w 161"/>
              <a:gd name="T25" fmla="*/ 215 h 265"/>
              <a:gd name="T26" fmla="*/ 3 w 161"/>
              <a:gd name="T27" fmla="*/ 265 h 2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1" h="265">
                <a:moveTo>
                  <a:pt x="3" y="265"/>
                </a:moveTo>
                <a:lnTo>
                  <a:pt x="45" y="236"/>
                </a:lnTo>
                <a:lnTo>
                  <a:pt x="133" y="73"/>
                </a:lnTo>
                <a:lnTo>
                  <a:pt x="161" y="19"/>
                </a:lnTo>
                <a:lnTo>
                  <a:pt x="154" y="16"/>
                </a:lnTo>
                <a:lnTo>
                  <a:pt x="145" y="12"/>
                </a:lnTo>
                <a:lnTo>
                  <a:pt x="135" y="9"/>
                </a:lnTo>
                <a:lnTo>
                  <a:pt x="116" y="0"/>
                </a:lnTo>
                <a:lnTo>
                  <a:pt x="107" y="19"/>
                </a:lnTo>
                <a:lnTo>
                  <a:pt x="102" y="26"/>
                </a:lnTo>
                <a:lnTo>
                  <a:pt x="97" y="35"/>
                </a:lnTo>
                <a:lnTo>
                  <a:pt x="64" y="97"/>
                </a:lnTo>
                <a:lnTo>
                  <a:pt x="0" y="215"/>
                </a:lnTo>
                <a:lnTo>
                  <a:pt x="3" y="265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7" name="Freeform 125"/>
          <p:cNvSpPr>
            <a:spLocks noChangeArrowheads="1"/>
          </p:cNvSpPr>
          <p:nvPr/>
        </p:nvSpPr>
        <p:spPr bwMode="auto">
          <a:xfrm>
            <a:off x="770335" y="1293019"/>
            <a:ext cx="34528" cy="28575"/>
          </a:xfrm>
          <a:custGeom>
            <a:avLst/>
            <a:gdLst>
              <a:gd name="T0" fmla="*/ 19 w 64"/>
              <a:gd name="T1" fmla="*/ 0 h 52"/>
              <a:gd name="T2" fmla="*/ 0 w 64"/>
              <a:gd name="T3" fmla="*/ 33 h 52"/>
              <a:gd name="T4" fmla="*/ 36 w 64"/>
              <a:gd name="T5" fmla="*/ 47 h 52"/>
              <a:gd name="T6" fmla="*/ 43 w 64"/>
              <a:gd name="T7" fmla="*/ 52 h 52"/>
              <a:gd name="T8" fmla="*/ 45 w 64"/>
              <a:gd name="T9" fmla="*/ 52 h 52"/>
              <a:gd name="T10" fmla="*/ 48 w 64"/>
              <a:gd name="T11" fmla="*/ 49 h 52"/>
              <a:gd name="T12" fmla="*/ 52 w 64"/>
              <a:gd name="T13" fmla="*/ 42 h 52"/>
              <a:gd name="T14" fmla="*/ 64 w 64"/>
              <a:gd name="T15" fmla="*/ 18 h 52"/>
              <a:gd name="T16" fmla="*/ 19 w 64"/>
              <a:gd name="T17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" h="52">
                <a:moveTo>
                  <a:pt x="19" y="0"/>
                </a:moveTo>
                <a:lnTo>
                  <a:pt x="0" y="33"/>
                </a:lnTo>
                <a:lnTo>
                  <a:pt x="36" y="47"/>
                </a:lnTo>
                <a:lnTo>
                  <a:pt x="43" y="52"/>
                </a:lnTo>
                <a:lnTo>
                  <a:pt x="45" y="52"/>
                </a:lnTo>
                <a:lnTo>
                  <a:pt x="48" y="49"/>
                </a:lnTo>
                <a:lnTo>
                  <a:pt x="52" y="42"/>
                </a:lnTo>
                <a:lnTo>
                  <a:pt x="64" y="18"/>
                </a:lnTo>
                <a:lnTo>
                  <a:pt x="19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8" name="Freeform 126"/>
          <p:cNvSpPr>
            <a:spLocks noEditPoints="1" noChangeArrowheads="1"/>
          </p:cNvSpPr>
          <p:nvPr/>
        </p:nvSpPr>
        <p:spPr bwMode="auto">
          <a:xfrm>
            <a:off x="2126466" y="2470547"/>
            <a:ext cx="141685" cy="141684"/>
          </a:xfrm>
          <a:custGeom>
            <a:avLst/>
            <a:gdLst>
              <a:gd name="T0" fmla="*/ 75 w 110"/>
              <a:gd name="T1" fmla="*/ 0 h 109"/>
              <a:gd name="T2" fmla="*/ 80 w 110"/>
              <a:gd name="T3" fmla="*/ 0 h 109"/>
              <a:gd name="T4" fmla="*/ 96 w 110"/>
              <a:gd name="T5" fmla="*/ 43 h 109"/>
              <a:gd name="T6" fmla="*/ 65 w 110"/>
              <a:gd name="T7" fmla="*/ 48 h 109"/>
              <a:gd name="T8" fmla="*/ 59 w 110"/>
              <a:gd name="T9" fmla="*/ 54 h 109"/>
              <a:gd name="T10" fmla="*/ 38 w 110"/>
              <a:gd name="T11" fmla="*/ 74 h 109"/>
              <a:gd name="T12" fmla="*/ 47 w 110"/>
              <a:gd name="T13" fmla="*/ 85 h 109"/>
              <a:gd name="T14" fmla="*/ 43 w 110"/>
              <a:gd name="T15" fmla="*/ 90 h 109"/>
              <a:gd name="T16" fmla="*/ 38 w 110"/>
              <a:gd name="T17" fmla="*/ 94 h 109"/>
              <a:gd name="T18" fmla="*/ 28 w 110"/>
              <a:gd name="T19" fmla="*/ 85 h 109"/>
              <a:gd name="T20" fmla="*/ 23 w 110"/>
              <a:gd name="T21" fmla="*/ 90 h 109"/>
              <a:gd name="T22" fmla="*/ 31 w 110"/>
              <a:gd name="T23" fmla="*/ 100 h 109"/>
              <a:gd name="T24" fmla="*/ 28 w 110"/>
              <a:gd name="T25" fmla="*/ 105 h 109"/>
              <a:gd name="T26" fmla="*/ 23 w 110"/>
              <a:gd name="T27" fmla="*/ 109 h 109"/>
              <a:gd name="T28" fmla="*/ 15 w 110"/>
              <a:gd name="T29" fmla="*/ 103 h 109"/>
              <a:gd name="T30" fmla="*/ 12 w 110"/>
              <a:gd name="T31" fmla="*/ 100 h 109"/>
              <a:gd name="T32" fmla="*/ 9 w 110"/>
              <a:gd name="T33" fmla="*/ 102 h 109"/>
              <a:gd name="T34" fmla="*/ 0 w 110"/>
              <a:gd name="T35" fmla="*/ 96 h 109"/>
              <a:gd name="T36" fmla="*/ 0 w 110"/>
              <a:gd name="T37" fmla="*/ 94 h 109"/>
              <a:gd name="T38" fmla="*/ 8 w 110"/>
              <a:gd name="T39" fmla="*/ 84 h 109"/>
              <a:gd name="T40" fmla="*/ 55 w 110"/>
              <a:gd name="T41" fmla="*/ 37 h 109"/>
              <a:gd name="T42" fmla="*/ 52 w 110"/>
              <a:gd name="T43" fmla="*/ 28 h 109"/>
              <a:gd name="T44" fmla="*/ 75 w 110"/>
              <a:gd name="T45" fmla="*/ 0 h 109"/>
              <a:gd name="T46" fmla="*/ 66 w 110"/>
              <a:gd name="T47" fmla="*/ 25 h 109"/>
              <a:gd name="T48" fmla="*/ 87 w 110"/>
              <a:gd name="T49" fmla="*/ 30 h 109"/>
              <a:gd name="T50" fmla="*/ 75 w 110"/>
              <a:gd name="T51" fmla="*/ 14 h 109"/>
              <a:gd name="T52" fmla="*/ 66 w 110"/>
              <a:gd name="T53" fmla="*/ 25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10" h="109">
                <a:moveTo>
                  <a:pt x="75" y="0"/>
                </a:moveTo>
                <a:cubicBezTo>
                  <a:pt x="76" y="0"/>
                  <a:pt x="78" y="0"/>
                  <a:pt x="80" y="0"/>
                </a:cubicBezTo>
                <a:cubicBezTo>
                  <a:pt x="100" y="1"/>
                  <a:pt x="110" y="27"/>
                  <a:pt x="96" y="43"/>
                </a:cubicBezTo>
                <a:cubicBezTo>
                  <a:pt x="90" y="49"/>
                  <a:pt x="76" y="54"/>
                  <a:pt x="65" y="48"/>
                </a:cubicBezTo>
                <a:cubicBezTo>
                  <a:pt x="63" y="49"/>
                  <a:pt x="61" y="52"/>
                  <a:pt x="59" y="54"/>
                </a:cubicBezTo>
                <a:cubicBezTo>
                  <a:pt x="52" y="61"/>
                  <a:pt x="45" y="68"/>
                  <a:pt x="38" y="74"/>
                </a:cubicBezTo>
                <a:cubicBezTo>
                  <a:pt x="40" y="78"/>
                  <a:pt x="47" y="80"/>
                  <a:pt x="47" y="85"/>
                </a:cubicBezTo>
                <a:cubicBezTo>
                  <a:pt x="47" y="87"/>
                  <a:pt x="43" y="90"/>
                  <a:pt x="43" y="90"/>
                </a:cubicBezTo>
                <a:cubicBezTo>
                  <a:pt x="43" y="90"/>
                  <a:pt x="41" y="94"/>
                  <a:pt x="38" y="94"/>
                </a:cubicBezTo>
                <a:cubicBezTo>
                  <a:pt x="34" y="94"/>
                  <a:pt x="31" y="86"/>
                  <a:pt x="28" y="85"/>
                </a:cubicBezTo>
                <a:cubicBezTo>
                  <a:pt x="26" y="86"/>
                  <a:pt x="25" y="88"/>
                  <a:pt x="23" y="90"/>
                </a:cubicBezTo>
                <a:cubicBezTo>
                  <a:pt x="24" y="93"/>
                  <a:pt x="32" y="96"/>
                  <a:pt x="31" y="100"/>
                </a:cubicBezTo>
                <a:cubicBezTo>
                  <a:pt x="31" y="103"/>
                  <a:pt x="28" y="105"/>
                  <a:pt x="28" y="105"/>
                </a:cubicBezTo>
                <a:cubicBezTo>
                  <a:pt x="28" y="105"/>
                  <a:pt x="25" y="109"/>
                  <a:pt x="23" y="109"/>
                </a:cubicBezTo>
                <a:cubicBezTo>
                  <a:pt x="20" y="109"/>
                  <a:pt x="15" y="103"/>
                  <a:pt x="15" y="103"/>
                </a:cubicBezTo>
                <a:cubicBezTo>
                  <a:pt x="12" y="100"/>
                  <a:pt x="12" y="100"/>
                  <a:pt x="12" y="100"/>
                </a:cubicBezTo>
                <a:cubicBezTo>
                  <a:pt x="12" y="100"/>
                  <a:pt x="9" y="102"/>
                  <a:pt x="9" y="102"/>
                </a:cubicBezTo>
                <a:cubicBezTo>
                  <a:pt x="3" y="103"/>
                  <a:pt x="1" y="100"/>
                  <a:pt x="0" y="96"/>
                </a:cubicBezTo>
                <a:cubicBezTo>
                  <a:pt x="0" y="95"/>
                  <a:pt x="0" y="95"/>
                  <a:pt x="0" y="94"/>
                </a:cubicBezTo>
                <a:cubicBezTo>
                  <a:pt x="1" y="90"/>
                  <a:pt x="5" y="87"/>
                  <a:pt x="8" y="84"/>
                </a:cubicBezTo>
                <a:cubicBezTo>
                  <a:pt x="23" y="69"/>
                  <a:pt x="40" y="52"/>
                  <a:pt x="55" y="37"/>
                </a:cubicBezTo>
                <a:cubicBezTo>
                  <a:pt x="53" y="34"/>
                  <a:pt x="52" y="31"/>
                  <a:pt x="52" y="28"/>
                </a:cubicBezTo>
                <a:cubicBezTo>
                  <a:pt x="50" y="11"/>
                  <a:pt x="61" y="2"/>
                  <a:pt x="75" y="0"/>
                </a:cubicBezTo>
                <a:close/>
                <a:moveTo>
                  <a:pt x="66" y="25"/>
                </a:moveTo>
                <a:cubicBezTo>
                  <a:pt x="66" y="37"/>
                  <a:pt x="83" y="40"/>
                  <a:pt x="87" y="30"/>
                </a:cubicBezTo>
                <a:cubicBezTo>
                  <a:pt x="91" y="21"/>
                  <a:pt x="84" y="13"/>
                  <a:pt x="75" y="14"/>
                </a:cubicBezTo>
                <a:cubicBezTo>
                  <a:pt x="70" y="15"/>
                  <a:pt x="66" y="19"/>
                  <a:pt x="66" y="25"/>
                </a:cubicBez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9" name="Freeform 127"/>
          <p:cNvSpPr>
            <a:spLocks noEditPoints="1" noChangeArrowheads="1"/>
          </p:cNvSpPr>
          <p:nvPr/>
        </p:nvSpPr>
        <p:spPr bwMode="auto">
          <a:xfrm>
            <a:off x="496500" y="1745460"/>
            <a:ext cx="165497" cy="129779"/>
          </a:xfrm>
          <a:custGeom>
            <a:avLst/>
            <a:gdLst>
              <a:gd name="T0" fmla="*/ 111 w 127"/>
              <a:gd name="T1" fmla="*/ 8 h 100"/>
              <a:gd name="T2" fmla="*/ 107 w 127"/>
              <a:gd name="T3" fmla="*/ 7 h 100"/>
              <a:gd name="T4" fmla="*/ 57 w 127"/>
              <a:gd name="T5" fmla="*/ 0 h 100"/>
              <a:gd name="T6" fmla="*/ 19 w 127"/>
              <a:gd name="T7" fmla="*/ 14 h 100"/>
              <a:gd name="T8" fmla="*/ 18 w 127"/>
              <a:gd name="T9" fmla="*/ 14 h 100"/>
              <a:gd name="T10" fmla="*/ 17 w 127"/>
              <a:gd name="T11" fmla="*/ 15 h 100"/>
              <a:gd name="T12" fmla="*/ 1 w 127"/>
              <a:gd name="T13" fmla="*/ 37 h 100"/>
              <a:gd name="T14" fmla="*/ 3 w 127"/>
              <a:gd name="T15" fmla="*/ 42 h 100"/>
              <a:gd name="T16" fmla="*/ 17 w 127"/>
              <a:gd name="T17" fmla="*/ 81 h 100"/>
              <a:gd name="T18" fmla="*/ 71 w 127"/>
              <a:gd name="T19" fmla="*/ 100 h 100"/>
              <a:gd name="T20" fmla="*/ 72 w 127"/>
              <a:gd name="T21" fmla="*/ 100 h 100"/>
              <a:gd name="T22" fmla="*/ 73 w 127"/>
              <a:gd name="T23" fmla="*/ 100 h 100"/>
              <a:gd name="T24" fmla="*/ 74 w 127"/>
              <a:gd name="T25" fmla="*/ 100 h 100"/>
              <a:gd name="T26" fmla="*/ 112 w 127"/>
              <a:gd name="T27" fmla="*/ 76 h 100"/>
              <a:gd name="T28" fmla="*/ 125 w 127"/>
              <a:gd name="T29" fmla="*/ 35 h 100"/>
              <a:gd name="T30" fmla="*/ 126 w 127"/>
              <a:gd name="T31" fmla="*/ 31 h 100"/>
              <a:gd name="T32" fmla="*/ 21 w 127"/>
              <a:gd name="T33" fmla="*/ 21 h 100"/>
              <a:gd name="T34" fmla="*/ 53 w 127"/>
              <a:gd name="T35" fmla="*/ 49 h 100"/>
              <a:gd name="T36" fmla="*/ 69 w 127"/>
              <a:gd name="T37" fmla="*/ 93 h 100"/>
              <a:gd name="T38" fmla="*/ 23 w 127"/>
              <a:gd name="T39" fmla="*/ 48 h 100"/>
              <a:gd name="T40" fmla="*/ 55 w 127"/>
              <a:gd name="T41" fmla="*/ 56 h 100"/>
              <a:gd name="T42" fmla="*/ 69 w 127"/>
              <a:gd name="T43" fmla="*/ 37 h 100"/>
              <a:gd name="T44" fmla="*/ 72 w 127"/>
              <a:gd name="T45" fmla="*/ 23 h 100"/>
              <a:gd name="T46" fmla="*/ 59 w 127"/>
              <a:gd name="T47" fmla="*/ 6 h 100"/>
              <a:gd name="T48" fmla="*/ 72 w 127"/>
              <a:gd name="T49" fmla="*/ 23 h 100"/>
              <a:gd name="T50" fmla="*/ 75 w 127"/>
              <a:gd name="T51" fmla="*/ 41 h 100"/>
              <a:gd name="T52" fmla="*/ 83 w 127"/>
              <a:gd name="T53" fmla="*/ 55 h 100"/>
              <a:gd name="T54" fmla="*/ 85 w 127"/>
              <a:gd name="T55" fmla="*/ 54 h 100"/>
              <a:gd name="T56" fmla="*/ 106 w 127"/>
              <a:gd name="T57" fmla="*/ 75 h 100"/>
              <a:gd name="T58" fmla="*/ 75 w 127"/>
              <a:gd name="T59" fmla="*/ 92 h 100"/>
              <a:gd name="T60" fmla="*/ 76 w 127"/>
              <a:gd name="T61" fmla="*/ 28 h 100"/>
              <a:gd name="T62" fmla="*/ 119 w 127"/>
              <a:gd name="T63" fmla="*/ 31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" h="100">
                <a:moveTo>
                  <a:pt x="126" y="31"/>
                </a:moveTo>
                <a:cubicBezTo>
                  <a:pt x="111" y="8"/>
                  <a:pt x="111" y="8"/>
                  <a:pt x="111" y="8"/>
                </a:cubicBezTo>
                <a:cubicBezTo>
                  <a:pt x="110" y="7"/>
                  <a:pt x="109" y="7"/>
                  <a:pt x="107" y="7"/>
                </a:cubicBezTo>
                <a:cubicBezTo>
                  <a:pt x="107" y="7"/>
                  <a:pt x="107" y="7"/>
                  <a:pt x="107" y="7"/>
                </a:cubicBezTo>
                <a:cubicBezTo>
                  <a:pt x="59" y="0"/>
                  <a:pt x="59" y="0"/>
                  <a:pt x="59" y="0"/>
                </a:cubicBezTo>
                <a:cubicBezTo>
                  <a:pt x="58" y="0"/>
                  <a:pt x="58" y="0"/>
                  <a:pt x="57" y="0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9" y="14"/>
                </a:cubicBezTo>
                <a:cubicBezTo>
                  <a:pt x="19" y="14"/>
                  <a:pt x="19" y="14"/>
                  <a:pt x="18" y="14"/>
                </a:cubicBezTo>
                <a:cubicBezTo>
                  <a:pt x="18" y="14"/>
                  <a:pt x="18" y="14"/>
                  <a:pt x="18" y="14"/>
                </a:cubicBezTo>
                <a:cubicBezTo>
                  <a:pt x="18" y="14"/>
                  <a:pt x="18" y="14"/>
                  <a:pt x="18" y="15"/>
                </a:cubicBezTo>
                <a:cubicBezTo>
                  <a:pt x="18" y="15"/>
                  <a:pt x="17" y="15"/>
                  <a:pt x="17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" y="37"/>
                  <a:pt x="1" y="37"/>
                  <a:pt x="1" y="37"/>
                </a:cubicBezTo>
                <a:cubicBezTo>
                  <a:pt x="0" y="38"/>
                  <a:pt x="0" y="39"/>
                  <a:pt x="0" y="40"/>
                </a:cubicBezTo>
                <a:cubicBezTo>
                  <a:pt x="1" y="41"/>
                  <a:pt x="2" y="42"/>
                  <a:pt x="3" y="42"/>
                </a:cubicBezTo>
                <a:cubicBezTo>
                  <a:pt x="17" y="46"/>
                  <a:pt x="17" y="46"/>
                  <a:pt x="17" y="46"/>
                </a:cubicBezTo>
                <a:cubicBezTo>
                  <a:pt x="17" y="81"/>
                  <a:pt x="17" y="81"/>
                  <a:pt x="17" y="81"/>
                </a:cubicBezTo>
                <a:cubicBezTo>
                  <a:pt x="17" y="83"/>
                  <a:pt x="18" y="84"/>
                  <a:pt x="19" y="84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1" y="100"/>
                  <a:pt x="71" y="100"/>
                </a:cubicBezTo>
                <a:cubicBezTo>
                  <a:pt x="71" y="100"/>
                  <a:pt x="72" y="100"/>
                  <a:pt x="72" y="100"/>
                </a:cubicBezTo>
                <a:cubicBezTo>
                  <a:pt x="72" y="100"/>
                  <a:pt x="72" y="100"/>
                  <a:pt x="72" y="100"/>
                </a:cubicBezTo>
                <a:cubicBezTo>
                  <a:pt x="72" y="100"/>
                  <a:pt x="73" y="100"/>
                  <a:pt x="73" y="100"/>
                </a:cubicBezTo>
                <a:cubicBezTo>
                  <a:pt x="73" y="100"/>
                  <a:pt x="73" y="100"/>
                  <a:pt x="73" y="100"/>
                </a:cubicBezTo>
                <a:cubicBezTo>
                  <a:pt x="73" y="100"/>
                  <a:pt x="73" y="100"/>
                  <a:pt x="74" y="100"/>
                </a:cubicBezTo>
                <a:cubicBezTo>
                  <a:pt x="111" y="79"/>
                  <a:pt x="111" y="79"/>
                  <a:pt x="111" y="79"/>
                </a:cubicBezTo>
                <a:cubicBezTo>
                  <a:pt x="112" y="79"/>
                  <a:pt x="112" y="78"/>
                  <a:pt x="112" y="76"/>
                </a:cubicBezTo>
                <a:cubicBezTo>
                  <a:pt x="112" y="41"/>
                  <a:pt x="112" y="41"/>
                  <a:pt x="112" y="41"/>
                </a:cubicBezTo>
                <a:cubicBezTo>
                  <a:pt x="125" y="35"/>
                  <a:pt x="125" y="35"/>
                  <a:pt x="125" y="35"/>
                </a:cubicBezTo>
                <a:cubicBezTo>
                  <a:pt x="126" y="35"/>
                  <a:pt x="127" y="34"/>
                  <a:pt x="127" y="33"/>
                </a:cubicBezTo>
                <a:cubicBezTo>
                  <a:pt x="127" y="32"/>
                  <a:pt x="127" y="31"/>
                  <a:pt x="126" y="31"/>
                </a:cubicBezTo>
                <a:close/>
                <a:moveTo>
                  <a:pt x="9" y="37"/>
                </a:moveTo>
                <a:cubicBezTo>
                  <a:pt x="21" y="21"/>
                  <a:pt x="21" y="21"/>
                  <a:pt x="21" y="21"/>
                </a:cubicBezTo>
                <a:cubicBezTo>
                  <a:pt x="67" y="29"/>
                  <a:pt x="67" y="29"/>
                  <a:pt x="67" y="29"/>
                </a:cubicBezTo>
                <a:cubicBezTo>
                  <a:pt x="53" y="49"/>
                  <a:pt x="53" y="49"/>
                  <a:pt x="53" y="49"/>
                </a:cubicBezTo>
                <a:lnTo>
                  <a:pt x="9" y="37"/>
                </a:lnTo>
                <a:close/>
                <a:moveTo>
                  <a:pt x="69" y="93"/>
                </a:moveTo>
                <a:cubicBezTo>
                  <a:pt x="23" y="79"/>
                  <a:pt x="23" y="79"/>
                  <a:pt x="23" y="79"/>
                </a:cubicBezTo>
                <a:cubicBezTo>
                  <a:pt x="23" y="48"/>
                  <a:pt x="23" y="48"/>
                  <a:pt x="23" y="48"/>
                </a:cubicBezTo>
                <a:cubicBezTo>
                  <a:pt x="54" y="56"/>
                  <a:pt x="54" y="56"/>
                  <a:pt x="54" y="56"/>
                </a:cubicBezTo>
                <a:cubicBezTo>
                  <a:pt x="54" y="56"/>
                  <a:pt x="54" y="56"/>
                  <a:pt x="55" y="56"/>
                </a:cubicBezTo>
                <a:cubicBezTo>
                  <a:pt x="56" y="56"/>
                  <a:pt x="57" y="55"/>
                  <a:pt x="57" y="54"/>
                </a:cubicBezTo>
                <a:cubicBezTo>
                  <a:pt x="69" y="37"/>
                  <a:pt x="69" y="37"/>
                  <a:pt x="69" y="37"/>
                </a:cubicBezTo>
                <a:lnTo>
                  <a:pt x="69" y="93"/>
                </a:lnTo>
                <a:close/>
                <a:moveTo>
                  <a:pt x="72" y="23"/>
                </a:moveTo>
                <a:cubicBezTo>
                  <a:pt x="32" y="16"/>
                  <a:pt x="32" y="16"/>
                  <a:pt x="32" y="16"/>
                </a:cubicBezTo>
                <a:cubicBezTo>
                  <a:pt x="59" y="6"/>
                  <a:pt x="59" y="6"/>
                  <a:pt x="59" y="6"/>
                </a:cubicBezTo>
                <a:cubicBezTo>
                  <a:pt x="97" y="12"/>
                  <a:pt x="97" y="12"/>
                  <a:pt x="97" y="12"/>
                </a:cubicBezTo>
                <a:lnTo>
                  <a:pt x="72" y="23"/>
                </a:lnTo>
                <a:close/>
                <a:moveTo>
                  <a:pt x="75" y="92"/>
                </a:moveTo>
                <a:cubicBezTo>
                  <a:pt x="75" y="41"/>
                  <a:pt x="75" y="41"/>
                  <a:pt x="75" y="41"/>
                </a:cubicBezTo>
                <a:cubicBezTo>
                  <a:pt x="81" y="53"/>
                  <a:pt x="81" y="53"/>
                  <a:pt x="81" y="53"/>
                </a:cubicBezTo>
                <a:cubicBezTo>
                  <a:pt x="81" y="54"/>
                  <a:pt x="82" y="54"/>
                  <a:pt x="83" y="55"/>
                </a:cubicBezTo>
                <a:cubicBezTo>
                  <a:pt x="83" y="55"/>
                  <a:pt x="83" y="55"/>
                  <a:pt x="84" y="55"/>
                </a:cubicBezTo>
                <a:cubicBezTo>
                  <a:pt x="84" y="55"/>
                  <a:pt x="85" y="55"/>
                  <a:pt x="85" y="54"/>
                </a:cubicBezTo>
                <a:cubicBezTo>
                  <a:pt x="106" y="44"/>
                  <a:pt x="106" y="44"/>
                  <a:pt x="106" y="44"/>
                </a:cubicBezTo>
                <a:cubicBezTo>
                  <a:pt x="106" y="75"/>
                  <a:pt x="106" y="75"/>
                  <a:pt x="106" y="75"/>
                </a:cubicBezTo>
                <a:cubicBezTo>
                  <a:pt x="106" y="75"/>
                  <a:pt x="106" y="75"/>
                  <a:pt x="106" y="75"/>
                </a:cubicBezTo>
                <a:lnTo>
                  <a:pt x="75" y="92"/>
                </a:lnTo>
                <a:close/>
                <a:moveTo>
                  <a:pt x="85" y="47"/>
                </a:moveTo>
                <a:cubicBezTo>
                  <a:pt x="76" y="28"/>
                  <a:pt x="76" y="28"/>
                  <a:pt x="76" y="28"/>
                </a:cubicBezTo>
                <a:cubicBezTo>
                  <a:pt x="107" y="14"/>
                  <a:pt x="107" y="14"/>
                  <a:pt x="107" y="14"/>
                </a:cubicBezTo>
                <a:cubicBezTo>
                  <a:pt x="119" y="31"/>
                  <a:pt x="119" y="31"/>
                  <a:pt x="119" y="31"/>
                </a:cubicBezTo>
                <a:lnTo>
                  <a:pt x="85" y="47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0" name="Oval 128"/>
          <p:cNvSpPr>
            <a:spLocks noChangeArrowheads="1"/>
          </p:cNvSpPr>
          <p:nvPr/>
        </p:nvSpPr>
        <p:spPr bwMode="auto">
          <a:xfrm>
            <a:off x="983456" y="1062041"/>
            <a:ext cx="109538" cy="110729"/>
          </a:xfrm>
          <a:prstGeom prst="ellipse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61" name="Rectangle 129"/>
          <p:cNvSpPr>
            <a:spLocks noChangeArrowheads="1"/>
          </p:cNvSpPr>
          <p:nvPr/>
        </p:nvSpPr>
        <p:spPr bwMode="auto">
          <a:xfrm>
            <a:off x="1031081" y="1034654"/>
            <a:ext cx="14288" cy="19050"/>
          </a:xfrm>
          <a:prstGeom prst="rect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62" name="Rectangle 130"/>
          <p:cNvSpPr>
            <a:spLocks noChangeArrowheads="1"/>
          </p:cNvSpPr>
          <p:nvPr/>
        </p:nvSpPr>
        <p:spPr bwMode="auto">
          <a:xfrm>
            <a:off x="1101329" y="1109662"/>
            <a:ext cx="20240" cy="14288"/>
          </a:xfrm>
          <a:prstGeom prst="rect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63" name="Rectangle 131"/>
          <p:cNvSpPr>
            <a:spLocks noChangeArrowheads="1"/>
          </p:cNvSpPr>
          <p:nvPr/>
        </p:nvSpPr>
        <p:spPr bwMode="auto">
          <a:xfrm>
            <a:off x="1031081" y="1181100"/>
            <a:ext cx="14288" cy="19050"/>
          </a:xfrm>
          <a:prstGeom prst="rect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64" name="Rectangle 132"/>
          <p:cNvSpPr>
            <a:spLocks noChangeArrowheads="1"/>
          </p:cNvSpPr>
          <p:nvPr/>
        </p:nvSpPr>
        <p:spPr bwMode="auto">
          <a:xfrm>
            <a:off x="956072" y="1109662"/>
            <a:ext cx="19050" cy="14288"/>
          </a:xfrm>
          <a:prstGeom prst="rect">
            <a:avLst/>
          </a:pr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165" name="Freeform 133"/>
          <p:cNvSpPr>
            <a:spLocks noChangeArrowheads="1"/>
          </p:cNvSpPr>
          <p:nvPr/>
        </p:nvSpPr>
        <p:spPr bwMode="auto">
          <a:xfrm>
            <a:off x="1077525" y="1053707"/>
            <a:ext cx="25003" cy="23813"/>
          </a:xfrm>
          <a:custGeom>
            <a:avLst/>
            <a:gdLst>
              <a:gd name="T0" fmla="*/ 45 w 45"/>
              <a:gd name="T1" fmla="*/ 17 h 43"/>
              <a:gd name="T2" fmla="*/ 19 w 45"/>
              <a:gd name="T3" fmla="*/ 43 h 43"/>
              <a:gd name="T4" fmla="*/ 0 w 45"/>
              <a:gd name="T5" fmla="*/ 24 h 43"/>
              <a:gd name="T6" fmla="*/ 26 w 45"/>
              <a:gd name="T7" fmla="*/ 0 h 43"/>
              <a:gd name="T8" fmla="*/ 45 w 45"/>
              <a:gd name="T9" fmla="*/ 17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43">
                <a:moveTo>
                  <a:pt x="45" y="17"/>
                </a:moveTo>
                <a:lnTo>
                  <a:pt x="19" y="43"/>
                </a:lnTo>
                <a:lnTo>
                  <a:pt x="0" y="24"/>
                </a:lnTo>
                <a:lnTo>
                  <a:pt x="26" y="0"/>
                </a:lnTo>
                <a:lnTo>
                  <a:pt x="45" y="17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6" name="Freeform 134"/>
          <p:cNvSpPr>
            <a:spLocks noChangeArrowheads="1"/>
          </p:cNvSpPr>
          <p:nvPr/>
        </p:nvSpPr>
        <p:spPr bwMode="auto">
          <a:xfrm>
            <a:off x="1077525" y="1157291"/>
            <a:ext cx="25003" cy="23813"/>
          </a:xfrm>
          <a:custGeom>
            <a:avLst/>
            <a:gdLst>
              <a:gd name="T0" fmla="*/ 19 w 45"/>
              <a:gd name="T1" fmla="*/ 0 h 43"/>
              <a:gd name="T2" fmla="*/ 45 w 45"/>
              <a:gd name="T3" fmla="*/ 24 h 43"/>
              <a:gd name="T4" fmla="*/ 26 w 45"/>
              <a:gd name="T5" fmla="*/ 43 h 43"/>
              <a:gd name="T6" fmla="*/ 0 w 45"/>
              <a:gd name="T7" fmla="*/ 17 h 43"/>
              <a:gd name="T8" fmla="*/ 19 w 45"/>
              <a:gd name="T9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43">
                <a:moveTo>
                  <a:pt x="19" y="0"/>
                </a:moveTo>
                <a:lnTo>
                  <a:pt x="45" y="24"/>
                </a:lnTo>
                <a:lnTo>
                  <a:pt x="26" y="43"/>
                </a:lnTo>
                <a:lnTo>
                  <a:pt x="0" y="17"/>
                </a:lnTo>
                <a:lnTo>
                  <a:pt x="19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7" name="Freeform 135"/>
          <p:cNvSpPr>
            <a:spLocks noChangeArrowheads="1"/>
          </p:cNvSpPr>
          <p:nvPr/>
        </p:nvSpPr>
        <p:spPr bwMode="auto">
          <a:xfrm>
            <a:off x="973931" y="1157291"/>
            <a:ext cx="25004" cy="23813"/>
          </a:xfrm>
          <a:custGeom>
            <a:avLst/>
            <a:gdLst>
              <a:gd name="T0" fmla="*/ 26 w 45"/>
              <a:gd name="T1" fmla="*/ 0 h 43"/>
              <a:gd name="T2" fmla="*/ 45 w 45"/>
              <a:gd name="T3" fmla="*/ 17 h 43"/>
              <a:gd name="T4" fmla="*/ 19 w 45"/>
              <a:gd name="T5" fmla="*/ 43 h 43"/>
              <a:gd name="T6" fmla="*/ 0 w 45"/>
              <a:gd name="T7" fmla="*/ 24 h 43"/>
              <a:gd name="T8" fmla="*/ 26 w 45"/>
              <a:gd name="T9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43">
                <a:moveTo>
                  <a:pt x="26" y="0"/>
                </a:moveTo>
                <a:lnTo>
                  <a:pt x="45" y="17"/>
                </a:lnTo>
                <a:lnTo>
                  <a:pt x="19" y="43"/>
                </a:lnTo>
                <a:lnTo>
                  <a:pt x="0" y="24"/>
                </a:lnTo>
                <a:lnTo>
                  <a:pt x="26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8" name="Freeform 136"/>
          <p:cNvSpPr>
            <a:spLocks noChangeArrowheads="1"/>
          </p:cNvSpPr>
          <p:nvPr/>
        </p:nvSpPr>
        <p:spPr bwMode="auto">
          <a:xfrm>
            <a:off x="973931" y="1053707"/>
            <a:ext cx="25004" cy="23813"/>
          </a:xfrm>
          <a:custGeom>
            <a:avLst/>
            <a:gdLst>
              <a:gd name="T0" fmla="*/ 45 w 45"/>
              <a:gd name="T1" fmla="*/ 24 h 43"/>
              <a:gd name="T2" fmla="*/ 26 w 45"/>
              <a:gd name="T3" fmla="*/ 43 h 43"/>
              <a:gd name="T4" fmla="*/ 0 w 45"/>
              <a:gd name="T5" fmla="*/ 17 h 43"/>
              <a:gd name="T6" fmla="*/ 19 w 45"/>
              <a:gd name="T7" fmla="*/ 0 h 43"/>
              <a:gd name="T8" fmla="*/ 45 w 45"/>
              <a:gd name="T9" fmla="*/ 24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43">
                <a:moveTo>
                  <a:pt x="45" y="24"/>
                </a:moveTo>
                <a:lnTo>
                  <a:pt x="26" y="43"/>
                </a:lnTo>
                <a:lnTo>
                  <a:pt x="0" y="17"/>
                </a:lnTo>
                <a:lnTo>
                  <a:pt x="19" y="0"/>
                </a:lnTo>
                <a:lnTo>
                  <a:pt x="45" y="24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9" name="Freeform 137"/>
          <p:cNvSpPr>
            <a:spLocks noChangeArrowheads="1"/>
          </p:cNvSpPr>
          <p:nvPr/>
        </p:nvSpPr>
        <p:spPr bwMode="auto">
          <a:xfrm>
            <a:off x="1056085" y="1037040"/>
            <a:ext cx="20240" cy="25003"/>
          </a:xfrm>
          <a:custGeom>
            <a:avLst/>
            <a:gdLst>
              <a:gd name="T0" fmla="*/ 38 w 38"/>
              <a:gd name="T1" fmla="*/ 12 h 45"/>
              <a:gd name="T2" fmla="*/ 24 w 38"/>
              <a:gd name="T3" fmla="*/ 45 h 45"/>
              <a:gd name="T4" fmla="*/ 0 w 38"/>
              <a:gd name="T5" fmla="*/ 36 h 45"/>
              <a:gd name="T6" fmla="*/ 14 w 38"/>
              <a:gd name="T7" fmla="*/ 0 h 45"/>
              <a:gd name="T8" fmla="*/ 38 w 38"/>
              <a:gd name="T9" fmla="*/ 12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" h="45">
                <a:moveTo>
                  <a:pt x="38" y="12"/>
                </a:moveTo>
                <a:lnTo>
                  <a:pt x="24" y="45"/>
                </a:lnTo>
                <a:lnTo>
                  <a:pt x="0" y="36"/>
                </a:lnTo>
                <a:lnTo>
                  <a:pt x="14" y="0"/>
                </a:lnTo>
                <a:lnTo>
                  <a:pt x="38" y="12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0" name="Freeform 138"/>
          <p:cNvSpPr>
            <a:spLocks noChangeArrowheads="1"/>
          </p:cNvSpPr>
          <p:nvPr/>
        </p:nvSpPr>
        <p:spPr bwMode="auto">
          <a:xfrm>
            <a:off x="1094194" y="1134667"/>
            <a:ext cx="23813" cy="20240"/>
          </a:xfrm>
          <a:custGeom>
            <a:avLst/>
            <a:gdLst>
              <a:gd name="T0" fmla="*/ 9 w 43"/>
              <a:gd name="T1" fmla="*/ 0 h 37"/>
              <a:gd name="T2" fmla="*/ 43 w 43"/>
              <a:gd name="T3" fmla="*/ 14 h 37"/>
              <a:gd name="T4" fmla="*/ 33 w 43"/>
              <a:gd name="T5" fmla="*/ 37 h 37"/>
              <a:gd name="T6" fmla="*/ 0 w 43"/>
              <a:gd name="T7" fmla="*/ 23 h 37"/>
              <a:gd name="T8" fmla="*/ 9 w 43"/>
              <a:gd name="T9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37">
                <a:moveTo>
                  <a:pt x="9" y="0"/>
                </a:moveTo>
                <a:lnTo>
                  <a:pt x="43" y="14"/>
                </a:lnTo>
                <a:lnTo>
                  <a:pt x="33" y="37"/>
                </a:lnTo>
                <a:lnTo>
                  <a:pt x="0" y="23"/>
                </a:lnTo>
                <a:lnTo>
                  <a:pt x="9" y="0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1" name="Freeform 139"/>
          <p:cNvSpPr>
            <a:spLocks noChangeArrowheads="1"/>
          </p:cNvSpPr>
          <p:nvPr/>
        </p:nvSpPr>
        <p:spPr bwMode="auto">
          <a:xfrm>
            <a:off x="1000134" y="1172770"/>
            <a:ext cx="20241" cy="23813"/>
          </a:xfrm>
          <a:custGeom>
            <a:avLst/>
            <a:gdLst>
              <a:gd name="T0" fmla="*/ 38 w 38"/>
              <a:gd name="T1" fmla="*/ 9 h 42"/>
              <a:gd name="T2" fmla="*/ 24 w 38"/>
              <a:gd name="T3" fmla="*/ 42 h 42"/>
              <a:gd name="T4" fmla="*/ 0 w 38"/>
              <a:gd name="T5" fmla="*/ 33 h 42"/>
              <a:gd name="T6" fmla="*/ 14 w 38"/>
              <a:gd name="T7" fmla="*/ 0 h 42"/>
              <a:gd name="T8" fmla="*/ 38 w 38"/>
              <a:gd name="T9" fmla="*/ 9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" h="42">
                <a:moveTo>
                  <a:pt x="38" y="9"/>
                </a:moveTo>
                <a:lnTo>
                  <a:pt x="24" y="42"/>
                </a:lnTo>
                <a:lnTo>
                  <a:pt x="0" y="33"/>
                </a:lnTo>
                <a:lnTo>
                  <a:pt x="14" y="0"/>
                </a:lnTo>
                <a:lnTo>
                  <a:pt x="38" y="9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2" name="Freeform 140"/>
          <p:cNvSpPr>
            <a:spLocks noChangeArrowheads="1"/>
          </p:cNvSpPr>
          <p:nvPr/>
        </p:nvSpPr>
        <p:spPr bwMode="auto">
          <a:xfrm>
            <a:off x="958462" y="1078712"/>
            <a:ext cx="23813" cy="21431"/>
          </a:xfrm>
          <a:custGeom>
            <a:avLst/>
            <a:gdLst>
              <a:gd name="T0" fmla="*/ 33 w 42"/>
              <a:gd name="T1" fmla="*/ 38 h 38"/>
              <a:gd name="T2" fmla="*/ 0 w 42"/>
              <a:gd name="T3" fmla="*/ 26 h 38"/>
              <a:gd name="T4" fmla="*/ 9 w 42"/>
              <a:gd name="T5" fmla="*/ 0 h 38"/>
              <a:gd name="T6" fmla="*/ 42 w 42"/>
              <a:gd name="T7" fmla="*/ 14 h 38"/>
              <a:gd name="T8" fmla="*/ 33 w 42"/>
              <a:gd name="T9" fmla="*/ 3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2" h="38">
                <a:moveTo>
                  <a:pt x="33" y="38"/>
                </a:moveTo>
                <a:lnTo>
                  <a:pt x="0" y="26"/>
                </a:lnTo>
                <a:lnTo>
                  <a:pt x="9" y="0"/>
                </a:lnTo>
                <a:lnTo>
                  <a:pt x="42" y="14"/>
                </a:lnTo>
                <a:lnTo>
                  <a:pt x="33" y="38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3" name="Freeform 141"/>
          <p:cNvSpPr>
            <a:spLocks noChangeArrowheads="1"/>
          </p:cNvSpPr>
          <p:nvPr/>
        </p:nvSpPr>
        <p:spPr bwMode="auto">
          <a:xfrm>
            <a:off x="1094194" y="1078712"/>
            <a:ext cx="23813" cy="21431"/>
          </a:xfrm>
          <a:custGeom>
            <a:avLst/>
            <a:gdLst>
              <a:gd name="T0" fmla="*/ 0 w 43"/>
              <a:gd name="T1" fmla="*/ 14 h 38"/>
              <a:gd name="T2" fmla="*/ 33 w 43"/>
              <a:gd name="T3" fmla="*/ 0 h 38"/>
              <a:gd name="T4" fmla="*/ 43 w 43"/>
              <a:gd name="T5" fmla="*/ 24 h 38"/>
              <a:gd name="T6" fmla="*/ 9 w 43"/>
              <a:gd name="T7" fmla="*/ 38 h 38"/>
              <a:gd name="T8" fmla="*/ 0 w 43"/>
              <a:gd name="T9" fmla="*/ 14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38">
                <a:moveTo>
                  <a:pt x="0" y="14"/>
                </a:moveTo>
                <a:lnTo>
                  <a:pt x="33" y="0"/>
                </a:lnTo>
                <a:lnTo>
                  <a:pt x="43" y="24"/>
                </a:lnTo>
                <a:lnTo>
                  <a:pt x="9" y="38"/>
                </a:lnTo>
                <a:lnTo>
                  <a:pt x="0" y="14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4" name="Freeform 142"/>
          <p:cNvSpPr>
            <a:spLocks noChangeArrowheads="1"/>
          </p:cNvSpPr>
          <p:nvPr/>
        </p:nvSpPr>
        <p:spPr bwMode="auto">
          <a:xfrm>
            <a:off x="1056085" y="1172770"/>
            <a:ext cx="20240" cy="23813"/>
          </a:xfrm>
          <a:custGeom>
            <a:avLst/>
            <a:gdLst>
              <a:gd name="T0" fmla="*/ 38 w 38"/>
              <a:gd name="T1" fmla="*/ 33 h 42"/>
              <a:gd name="T2" fmla="*/ 14 w 38"/>
              <a:gd name="T3" fmla="*/ 42 h 42"/>
              <a:gd name="T4" fmla="*/ 0 w 38"/>
              <a:gd name="T5" fmla="*/ 9 h 42"/>
              <a:gd name="T6" fmla="*/ 24 w 38"/>
              <a:gd name="T7" fmla="*/ 0 h 42"/>
              <a:gd name="T8" fmla="*/ 38 w 38"/>
              <a:gd name="T9" fmla="*/ 33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" h="42">
                <a:moveTo>
                  <a:pt x="38" y="33"/>
                </a:moveTo>
                <a:lnTo>
                  <a:pt x="14" y="42"/>
                </a:lnTo>
                <a:lnTo>
                  <a:pt x="0" y="9"/>
                </a:lnTo>
                <a:lnTo>
                  <a:pt x="24" y="0"/>
                </a:lnTo>
                <a:lnTo>
                  <a:pt x="38" y="33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5" name="Freeform 143"/>
          <p:cNvSpPr>
            <a:spLocks noChangeArrowheads="1"/>
          </p:cNvSpPr>
          <p:nvPr/>
        </p:nvSpPr>
        <p:spPr bwMode="auto">
          <a:xfrm>
            <a:off x="958463" y="1135856"/>
            <a:ext cx="25003" cy="20241"/>
          </a:xfrm>
          <a:custGeom>
            <a:avLst/>
            <a:gdLst>
              <a:gd name="T0" fmla="*/ 45 w 45"/>
              <a:gd name="T1" fmla="*/ 24 h 38"/>
              <a:gd name="T2" fmla="*/ 11 w 45"/>
              <a:gd name="T3" fmla="*/ 38 h 38"/>
              <a:gd name="T4" fmla="*/ 0 w 45"/>
              <a:gd name="T5" fmla="*/ 14 h 38"/>
              <a:gd name="T6" fmla="*/ 33 w 45"/>
              <a:gd name="T7" fmla="*/ 0 h 38"/>
              <a:gd name="T8" fmla="*/ 45 w 45"/>
              <a:gd name="T9" fmla="*/ 24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" h="38">
                <a:moveTo>
                  <a:pt x="45" y="24"/>
                </a:moveTo>
                <a:lnTo>
                  <a:pt x="11" y="38"/>
                </a:lnTo>
                <a:lnTo>
                  <a:pt x="0" y="14"/>
                </a:lnTo>
                <a:lnTo>
                  <a:pt x="33" y="0"/>
                </a:lnTo>
                <a:lnTo>
                  <a:pt x="45" y="24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6" name="Freeform 144"/>
          <p:cNvSpPr>
            <a:spLocks noChangeArrowheads="1"/>
          </p:cNvSpPr>
          <p:nvPr/>
        </p:nvSpPr>
        <p:spPr bwMode="auto">
          <a:xfrm>
            <a:off x="1000134" y="1039417"/>
            <a:ext cx="20241" cy="22622"/>
          </a:xfrm>
          <a:custGeom>
            <a:avLst/>
            <a:gdLst>
              <a:gd name="T0" fmla="*/ 38 w 38"/>
              <a:gd name="T1" fmla="*/ 33 h 42"/>
              <a:gd name="T2" fmla="*/ 14 w 38"/>
              <a:gd name="T3" fmla="*/ 42 h 42"/>
              <a:gd name="T4" fmla="*/ 0 w 38"/>
              <a:gd name="T5" fmla="*/ 9 h 42"/>
              <a:gd name="T6" fmla="*/ 24 w 38"/>
              <a:gd name="T7" fmla="*/ 0 h 42"/>
              <a:gd name="T8" fmla="*/ 38 w 38"/>
              <a:gd name="T9" fmla="*/ 33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" h="42">
                <a:moveTo>
                  <a:pt x="38" y="33"/>
                </a:moveTo>
                <a:lnTo>
                  <a:pt x="14" y="42"/>
                </a:lnTo>
                <a:lnTo>
                  <a:pt x="0" y="9"/>
                </a:lnTo>
                <a:lnTo>
                  <a:pt x="24" y="0"/>
                </a:lnTo>
                <a:lnTo>
                  <a:pt x="38" y="33"/>
                </a:lnTo>
                <a:close/>
              </a:path>
            </a:pathLst>
          </a:custGeom>
          <a:solidFill>
            <a:srgbClr val="49494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7" name="Freeform 145"/>
          <p:cNvSpPr>
            <a:spLocks noChangeArrowheads="1"/>
          </p:cNvSpPr>
          <p:nvPr/>
        </p:nvSpPr>
        <p:spPr bwMode="auto">
          <a:xfrm>
            <a:off x="2446735" y="1694265"/>
            <a:ext cx="39290" cy="40481"/>
          </a:xfrm>
          <a:custGeom>
            <a:avLst/>
            <a:gdLst>
              <a:gd name="T0" fmla="*/ 28 w 30"/>
              <a:gd name="T1" fmla="*/ 25 h 32"/>
              <a:gd name="T2" fmla="*/ 7 w 30"/>
              <a:gd name="T3" fmla="*/ 2 h 32"/>
              <a:gd name="T4" fmla="*/ 7 w 30"/>
              <a:gd name="T5" fmla="*/ 12 h 32"/>
              <a:gd name="T6" fmla="*/ 18 w 30"/>
              <a:gd name="T7" fmla="*/ 23 h 32"/>
              <a:gd name="T8" fmla="*/ 28 w 30"/>
              <a:gd name="T9" fmla="*/ 25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32">
                <a:moveTo>
                  <a:pt x="28" y="25"/>
                </a:moveTo>
                <a:cubicBezTo>
                  <a:pt x="30" y="13"/>
                  <a:pt x="20" y="0"/>
                  <a:pt x="7" y="2"/>
                </a:cubicBezTo>
                <a:cubicBezTo>
                  <a:pt x="0" y="2"/>
                  <a:pt x="0" y="13"/>
                  <a:pt x="7" y="12"/>
                </a:cubicBezTo>
                <a:cubicBezTo>
                  <a:pt x="13" y="11"/>
                  <a:pt x="19" y="16"/>
                  <a:pt x="18" y="23"/>
                </a:cubicBezTo>
                <a:cubicBezTo>
                  <a:pt x="16" y="29"/>
                  <a:pt x="26" y="32"/>
                  <a:pt x="28" y="25"/>
                </a:cubicBezTo>
              </a:path>
            </a:pathLst>
          </a:custGeom>
          <a:solidFill>
            <a:srgbClr val="2980B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8" name="Freeform 146"/>
          <p:cNvSpPr/>
          <p:nvPr/>
        </p:nvSpPr>
        <p:spPr bwMode="auto">
          <a:xfrm>
            <a:off x="2528888" y="1906191"/>
            <a:ext cx="140494" cy="114300"/>
          </a:xfrm>
          <a:custGeom>
            <a:avLst/>
            <a:gdLst>
              <a:gd name="T0" fmla="*/ 3 w 108"/>
              <a:gd name="T1" fmla="*/ 15 h 88"/>
              <a:gd name="T2" fmla="*/ 3 w 108"/>
              <a:gd name="T3" fmla="*/ 42 h 88"/>
              <a:gd name="T4" fmla="*/ 31 w 108"/>
              <a:gd name="T5" fmla="*/ 87 h 88"/>
              <a:gd name="T6" fmla="*/ 36 w 108"/>
              <a:gd name="T7" fmla="*/ 88 h 88"/>
              <a:gd name="T8" fmla="*/ 50 w 108"/>
              <a:gd name="T9" fmla="*/ 82 h 88"/>
              <a:gd name="T10" fmla="*/ 64 w 108"/>
              <a:gd name="T11" fmla="*/ 88 h 88"/>
              <a:gd name="T12" fmla="*/ 94 w 108"/>
              <a:gd name="T13" fmla="*/ 10 h 88"/>
              <a:gd name="T14" fmla="*/ 92 w 108"/>
              <a:gd name="T15" fmla="*/ 8 h 88"/>
              <a:gd name="T16" fmla="*/ 70 w 108"/>
              <a:gd name="T17" fmla="*/ 0 h 88"/>
              <a:gd name="T18" fmla="*/ 50 w 108"/>
              <a:gd name="T19" fmla="*/ 5 h 88"/>
              <a:gd name="T20" fmla="*/ 50 w 108"/>
              <a:gd name="T21" fmla="*/ 5 h 88"/>
              <a:gd name="T22" fmla="*/ 45 w 108"/>
              <a:gd name="T23" fmla="*/ 3 h 88"/>
              <a:gd name="T24" fmla="*/ 32 w 108"/>
              <a:gd name="T25" fmla="*/ 0 h 88"/>
              <a:gd name="T26" fmla="*/ 30 w 108"/>
              <a:gd name="T27" fmla="*/ 0 h 88"/>
              <a:gd name="T28" fmla="*/ 3 w 108"/>
              <a:gd name="T29" fmla="*/ 15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08" h="88">
                <a:moveTo>
                  <a:pt x="3" y="15"/>
                </a:moveTo>
                <a:cubicBezTo>
                  <a:pt x="0" y="23"/>
                  <a:pt x="1" y="33"/>
                  <a:pt x="3" y="42"/>
                </a:cubicBezTo>
                <a:cubicBezTo>
                  <a:pt x="6" y="57"/>
                  <a:pt x="13" y="82"/>
                  <a:pt x="31" y="87"/>
                </a:cubicBezTo>
                <a:cubicBezTo>
                  <a:pt x="33" y="88"/>
                  <a:pt x="34" y="88"/>
                  <a:pt x="36" y="88"/>
                </a:cubicBezTo>
                <a:cubicBezTo>
                  <a:pt x="41" y="88"/>
                  <a:pt x="46" y="86"/>
                  <a:pt x="50" y="82"/>
                </a:cubicBezTo>
                <a:cubicBezTo>
                  <a:pt x="55" y="86"/>
                  <a:pt x="59" y="88"/>
                  <a:pt x="64" y="88"/>
                </a:cubicBezTo>
                <a:cubicBezTo>
                  <a:pt x="90" y="88"/>
                  <a:pt x="108" y="29"/>
                  <a:pt x="94" y="10"/>
                </a:cubicBezTo>
                <a:cubicBezTo>
                  <a:pt x="93" y="9"/>
                  <a:pt x="93" y="8"/>
                  <a:pt x="92" y="8"/>
                </a:cubicBezTo>
                <a:cubicBezTo>
                  <a:pt x="86" y="2"/>
                  <a:pt x="78" y="0"/>
                  <a:pt x="70" y="0"/>
                </a:cubicBezTo>
                <a:cubicBezTo>
                  <a:pt x="63" y="0"/>
                  <a:pt x="56" y="2"/>
                  <a:pt x="50" y="5"/>
                </a:cubicBezTo>
                <a:cubicBezTo>
                  <a:pt x="50" y="5"/>
                  <a:pt x="50" y="5"/>
                  <a:pt x="50" y="5"/>
                </a:cubicBezTo>
                <a:cubicBezTo>
                  <a:pt x="49" y="5"/>
                  <a:pt x="46" y="3"/>
                  <a:pt x="45" y="3"/>
                </a:cubicBezTo>
                <a:cubicBezTo>
                  <a:pt x="41" y="1"/>
                  <a:pt x="36" y="0"/>
                  <a:pt x="32" y="0"/>
                </a:cubicBezTo>
                <a:cubicBezTo>
                  <a:pt x="31" y="0"/>
                  <a:pt x="31" y="0"/>
                  <a:pt x="30" y="0"/>
                </a:cubicBezTo>
                <a:cubicBezTo>
                  <a:pt x="20" y="0"/>
                  <a:pt x="7" y="4"/>
                  <a:pt x="3" y="15"/>
                </a:cubicBezTo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  <a:latin typeface="+mn-lt"/>
              <a:ea typeface="+mn-ea"/>
            </a:endParaRPr>
          </a:p>
        </p:txBody>
      </p:sp>
      <p:sp>
        <p:nvSpPr>
          <p:cNvPr id="179" name="Freeform 10"/>
          <p:cNvSpPr>
            <a:spLocks noEditPoints="1"/>
          </p:cNvSpPr>
          <p:nvPr/>
        </p:nvSpPr>
        <p:spPr bwMode="auto">
          <a:xfrm>
            <a:off x="1078716" y="3257551"/>
            <a:ext cx="969169" cy="729854"/>
          </a:xfrm>
          <a:custGeom>
            <a:avLst/>
            <a:gdLst>
              <a:gd name="T0" fmla="*/ 222 w 434"/>
              <a:gd name="T1" fmla="*/ 75 h 328"/>
              <a:gd name="T2" fmla="*/ 251 w 434"/>
              <a:gd name="T3" fmla="*/ 10 h 328"/>
              <a:gd name="T4" fmla="*/ 198 w 434"/>
              <a:gd name="T5" fmla="*/ 21 h 328"/>
              <a:gd name="T6" fmla="*/ 147 w 434"/>
              <a:gd name="T7" fmla="*/ 13 h 328"/>
              <a:gd name="T8" fmla="*/ 179 w 434"/>
              <a:gd name="T9" fmla="*/ 76 h 328"/>
              <a:gd name="T10" fmla="*/ 182 w 434"/>
              <a:gd name="T11" fmla="*/ 309 h 328"/>
              <a:gd name="T12" fmla="*/ 222 w 434"/>
              <a:gd name="T13" fmla="*/ 75 h 328"/>
              <a:gd name="T14" fmla="*/ 243 w 434"/>
              <a:gd name="T15" fmla="*/ 219 h 328"/>
              <a:gd name="T16" fmla="*/ 233 w 434"/>
              <a:gd name="T17" fmla="*/ 237 h 328"/>
              <a:gd name="T18" fmla="*/ 212 w 434"/>
              <a:gd name="T19" fmla="*/ 245 h 328"/>
              <a:gd name="T20" fmla="*/ 212 w 434"/>
              <a:gd name="T21" fmla="*/ 252 h 328"/>
              <a:gd name="T22" fmla="*/ 210 w 434"/>
              <a:gd name="T23" fmla="*/ 258 h 328"/>
              <a:gd name="T24" fmla="*/ 202 w 434"/>
              <a:gd name="T25" fmla="*/ 259 h 328"/>
              <a:gd name="T26" fmla="*/ 197 w 434"/>
              <a:gd name="T27" fmla="*/ 252 h 328"/>
              <a:gd name="T28" fmla="*/ 197 w 434"/>
              <a:gd name="T29" fmla="*/ 244 h 328"/>
              <a:gd name="T30" fmla="*/ 194 w 434"/>
              <a:gd name="T31" fmla="*/ 243 h 328"/>
              <a:gd name="T32" fmla="*/ 176 w 434"/>
              <a:gd name="T33" fmla="*/ 232 h 328"/>
              <a:gd name="T34" fmla="*/ 170 w 434"/>
              <a:gd name="T35" fmla="*/ 223 h 328"/>
              <a:gd name="T36" fmla="*/ 169 w 434"/>
              <a:gd name="T37" fmla="*/ 220 h 328"/>
              <a:gd name="T38" fmla="*/ 168 w 434"/>
              <a:gd name="T39" fmla="*/ 217 h 328"/>
              <a:gd name="T40" fmla="*/ 169 w 434"/>
              <a:gd name="T41" fmla="*/ 213 h 328"/>
              <a:gd name="T42" fmla="*/ 176 w 434"/>
              <a:gd name="T43" fmla="*/ 209 h 328"/>
              <a:gd name="T44" fmla="*/ 183 w 434"/>
              <a:gd name="T45" fmla="*/ 214 h 328"/>
              <a:gd name="T46" fmla="*/ 184 w 434"/>
              <a:gd name="T47" fmla="*/ 217 h 328"/>
              <a:gd name="T48" fmla="*/ 185 w 434"/>
              <a:gd name="T49" fmla="*/ 219 h 328"/>
              <a:gd name="T50" fmla="*/ 188 w 434"/>
              <a:gd name="T51" fmla="*/ 223 h 328"/>
              <a:gd name="T52" fmla="*/ 197 w 434"/>
              <a:gd name="T53" fmla="*/ 229 h 328"/>
              <a:gd name="T54" fmla="*/ 197 w 434"/>
              <a:gd name="T55" fmla="*/ 199 h 328"/>
              <a:gd name="T56" fmla="*/ 178 w 434"/>
              <a:gd name="T57" fmla="*/ 191 h 328"/>
              <a:gd name="T58" fmla="*/ 171 w 434"/>
              <a:gd name="T59" fmla="*/ 183 h 328"/>
              <a:gd name="T60" fmla="*/ 169 w 434"/>
              <a:gd name="T61" fmla="*/ 172 h 328"/>
              <a:gd name="T62" fmla="*/ 171 w 434"/>
              <a:gd name="T63" fmla="*/ 162 h 328"/>
              <a:gd name="T64" fmla="*/ 177 w 434"/>
              <a:gd name="T65" fmla="*/ 153 h 328"/>
              <a:gd name="T66" fmla="*/ 197 w 434"/>
              <a:gd name="T67" fmla="*/ 144 h 328"/>
              <a:gd name="T68" fmla="*/ 197 w 434"/>
              <a:gd name="T69" fmla="*/ 144 h 328"/>
              <a:gd name="T70" fmla="*/ 197 w 434"/>
              <a:gd name="T71" fmla="*/ 136 h 328"/>
              <a:gd name="T72" fmla="*/ 200 w 434"/>
              <a:gd name="T73" fmla="*/ 131 h 328"/>
              <a:gd name="T74" fmla="*/ 208 w 434"/>
              <a:gd name="T75" fmla="*/ 129 h 328"/>
              <a:gd name="T76" fmla="*/ 212 w 434"/>
              <a:gd name="T77" fmla="*/ 136 h 328"/>
              <a:gd name="T78" fmla="*/ 212 w 434"/>
              <a:gd name="T79" fmla="*/ 144 h 328"/>
              <a:gd name="T80" fmla="*/ 212 w 434"/>
              <a:gd name="T81" fmla="*/ 144 h 328"/>
              <a:gd name="T82" fmla="*/ 215 w 434"/>
              <a:gd name="T83" fmla="*/ 145 h 328"/>
              <a:gd name="T84" fmla="*/ 235 w 434"/>
              <a:gd name="T85" fmla="*/ 154 h 328"/>
              <a:gd name="T86" fmla="*/ 240 w 434"/>
              <a:gd name="T87" fmla="*/ 163 h 328"/>
              <a:gd name="T88" fmla="*/ 242 w 434"/>
              <a:gd name="T89" fmla="*/ 165 h 328"/>
              <a:gd name="T90" fmla="*/ 242 w 434"/>
              <a:gd name="T91" fmla="*/ 168 h 328"/>
              <a:gd name="T92" fmla="*/ 242 w 434"/>
              <a:gd name="T93" fmla="*/ 172 h 328"/>
              <a:gd name="T94" fmla="*/ 235 w 434"/>
              <a:gd name="T95" fmla="*/ 177 h 328"/>
              <a:gd name="T96" fmla="*/ 228 w 434"/>
              <a:gd name="T97" fmla="*/ 172 h 328"/>
              <a:gd name="T98" fmla="*/ 227 w 434"/>
              <a:gd name="T99" fmla="*/ 169 h 328"/>
              <a:gd name="T100" fmla="*/ 226 w 434"/>
              <a:gd name="T101" fmla="*/ 167 h 328"/>
              <a:gd name="T102" fmla="*/ 222 w 434"/>
              <a:gd name="T103" fmla="*/ 163 h 328"/>
              <a:gd name="T104" fmla="*/ 212 w 434"/>
              <a:gd name="T105" fmla="*/ 159 h 328"/>
              <a:gd name="T106" fmla="*/ 212 w 434"/>
              <a:gd name="T107" fmla="*/ 187 h 328"/>
              <a:gd name="T108" fmla="*/ 225 w 434"/>
              <a:gd name="T109" fmla="*/ 191 h 328"/>
              <a:gd name="T110" fmla="*/ 240 w 434"/>
              <a:gd name="T111" fmla="*/ 203 h 328"/>
              <a:gd name="T112" fmla="*/ 240 w 434"/>
              <a:gd name="T113" fmla="*/ 203 h 328"/>
              <a:gd name="T114" fmla="*/ 240 w 434"/>
              <a:gd name="T115" fmla="*/ 203 h 328"/>
              <a:gd name="T116" fmla="*/ 243 w 434"/>
              <a:gd name="T117" fmla="*/ 219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34" h="328">
                <a:moveTo>
                  <a:pt x="222" y="75"/>
                </a:moveTo>
                <a:cubicBezTo>
                  <a:pt x="245" y="55"/>
                  <a:pt x="260" y="12"/>
                  <a:pt x="251" y="10"/>
                </a:cubicBezTo>
                <a:cubicBezTo>
                  <a:pt x="238" y="8"/>
                  <a:pt x="211" y="19"/>
                  <a:pt x="198" y="21"/>
                </a:cubicBezTo>
                <a:cubicBezTo>
                  <a:pt x="179" y="23"/>
                  <a:pt x="159" y="0"/>
                  <a:pt x="147" y="13"/>
                </a:cubicBezTo>
                <a:cubicBezTo>
                  <a:pt x="138" y="23"/>
                  <a:pt x="154" y="60"/>
                  <a:pt x="179" y="76"/>
                </a:cubicBezTo>
                <a:cubicBezTo>
                  <a:pt x="105" y="113"/>
                  <a:pt x="0" y="296"/>
                  <a:pt x="182" y="309"/>
                </a:cubicBezTo>
                <a:cubicBezTo>
                  <a:pt x="434" y="328"/>
                  <a:pt x="308" y="110"/>
                  <a:pt x="222" y="75"/>
                </a:cubicBezTo>
                <a:close/>
                <a:moveTo>
                  <a:pt x="243" y="219"/>
                </a:moveTo>
                <a:cubicBezTo>
                  <a:pt x="243" y="226"/>
                  <a:pt x="239" y="233"/>
                  <a:pt x="233" y="237"/>
                </a:cubicBezTo>
                <a:cubicBezTo>
                  <a:pt x="227" y="242"/>
                  <a:pt x="220" y="244"/>
                  <a:pt x="212" y="245"/>
                </a:cubicBezTo>
                <a:cubicBezTo>
                  <a:pt x="212" y="252"/>
                  <a:pt x="212" y="252"/>
                  <a:pt x="212" y="252"/>
                </a:cubicBezTo>
                <a:cubicBezTo>
                  <a:pt x="212" y="255"/>
                  <a:pt x="211" y="257"/>
                  <a:pt x="210" y="258"/>
                </a:cubicBezTo>
                <a:cubicBezTo>
                  <a:pt x="208" y="260"/>
                  <a:pt x="204" y="260"/>
                  <a:pt x="202" y="259"/>
                </a:cubicBezTo>
                <a:cubicBezTo>
                  <a:pt x="199" y="258"/>
                  <a:pt x="197" y="255"/>
                  <a:pt x="197" y="252"/>
                </a:cubicBezTo>
                <a:cubicBezTo>
                  <a:pt x="197" y="244"/>
                  <a:pt x="197" y="244"/>
                  <a:pt x="197" y="244"/>
                </a:cubicBezTo>
                <a:cubicBezTo>
                  <a:pt x="196" y="244"/>
                  <a:pt x="195" y="243"/>
                  <a:pt x="194" y="243"/>
                </a:cubicBezTo>
                <a:cubicBezTo>
                  <a:pt x="187" y="241"/>
                  <a:pt x="180" y="237"/>
                  <a:pt x="176" y="232"/>
                </a:cubicBezTo>
                <a:cubicBezTo>
                  <a:pt x="173" y="229"/>
                  <a:pt x="171" y="226"/>
                  <a:pt x="170" y="223"/>
                </a:cubicBezTo>
                <a:cubicBezTo>
                  <a:pt x="170" y="222"/>
                  <a:pt x="169" y="221"/>
                  <a:pt x="169" y="220"/>
                </a:cubicBezTo>
                <a:cubicBezTo>
                  <a:pt x="169" y="219"/>
                  <a:pt x="169" y="218"/>
                  <a:pt x="168" y="217"/>
                </a:cubicBezTo>
                <a:cubicBezTo>
                  <a:pt x="168" y="216"/>
                  <a:pt x="169" y="214"/>
                  <a:pt x="169" y="213"/>
                </a:cubicBezTo>
                <a:cubicBezTo>
                  <a:pt x="171" y="211"/>
                  <a:pt x="174" y="209"/>
                  <a:pt x="176" y="209"/>
                </a:cubicBezTo>
                <a:cubicBezTo>
                  <a:pt x="179" y="210"/>
                  <a:pt x="182" y="212"/>
                  <a:pt x="183" y="214"/>
                </a:cubicBezTo>
                <a:cubicBezTo>
                  <a:pt x="183" y="215"/>
                  <a:pt x="183" y="216"/>
                  <a:pt x="184" y="217"/>
                </a:cubicBezTo>
                <a:cubicBezTo>
                  <a:pt x="184" y="218"/>
                  <a:pt x="184" y="219"/>
                  <a:pt x="185" y="219"/>
                </a:cubicBezTo>
                <a:cubicBezTo>
                  <a:pt x="186" y="221"/>
                  <a:pt x="187" y="222"/>
                  <a:pt x="188" y="223"/>
                </a:cubicBezTo>
                <a:cubicBezTo>
                  <a:pt x="191" y="226"/>
                  <a:pt x="194" y="228"/>
                  <a:pt x="197" y="229"/>
                </a:cubicBezTo>
                <a:cubicBezTo>
                  <a:pt x="197" y="199"/>
                  <a:pt x="197" y="199"/>
                  <a:pt x="197" y="199"/>
                </a:cubicBezTo>
                <a:cubicBezTo>
                  <a:pt x="191" y="198"/>
                  <a:pt x="184" y="195"/>
                  <a:pt x="178" y="191"/>
                </a:cubicBezTo>
                <a:cubicBezTo>
                  <a:pt x="175" y="189"/>
                  <a:pt x="173" y="186"/>
                  <a:pt x="171" y="183"/>
                </a:cubicBezTo>
                <a:cubicBezTo>
                  <a:pt x="170" y="180"/>
                  <a:pt x="169" y="176"/>
                  <a:pt x="169" y="172"/>
                </a:cubicBezTo>
                <a:cubicBezTo>
                  <a:pt x="169" y="169"/>
                  <a:pt x="170" y="165"/>
                  <a:pt x="171" y="162"/>
                </a:cubicBezTo>
                <a:cubicBezTo>
                  <a:pt x="173" y="158"/>
                  <a:pt x="175" y="156"/>
                  <a:pt x="177" y="153"/>
                </a:cubicBezTo>
                <a:cubicBezTo>
                  <a:pt x="183" y="148"/>
                  <a:pt x="190" y="145"/>
                  <a:pt x="197" y="144"/>
                </a:cubicBezTo>
                <a:cubicBezTo>
                  <a:pt x="197" y="144"/>
                  <a:pt x="197" y="144"/>
                  <a:pt x="197" y="144"/>
                </a:cubicBezTo>
                <a:cubicBezTo>
                  <a:pt x="197" y="136"/>
                  <a:pt x="197" y="136"/>
                  <a:pt x="197" y="136"/>
                </a:cubicBezTo>
                <a:cubicBezTo>
                  <a:pt x="197" y="134"/>
                  <a:pt x="198" y="132"/>
                  <a:pt x="200" y="131"/>
                </a:cubicBezTo>
                <a:cubicBezTo>
                  <a:pt x="202" y="129"/>
                  <a:pt x="205" y="128"/>
                  <a:pt x="208" y="129"/>
                </a:cubicBezTo>
                <a:cubicBezTo>
                  <a:pt x="211" y="131"/>
                  <a:pt x="212" y="133"/>
                  <a:pt x="212" y="136"/>
                </a:cubicBezTo>
                <a:cubicBezTo>
                  <a:pt x="212" y="144"/>
                  <a:pt x="212" y="144"/>
                  <a:pt x="212" y="144"/>
                </a:cubicBezTo>
                <a:cubicBezTo>
                  <a:pt x="212" y="144"/>
                  <a:pt x="212" y="144"/>
                  <a:pt x="212" y="144"/>
                </a:cubicBezTo>
                <a:cubicBezTo>
                  <a:pt x="213" y="145"/>
                  <a:pt x="214" y="145"/>
                  <a:pt x="215" y="145"/>
                </a:cubicBezTo>
                <a:cubicBezTo>
                  <a:pt x="222" y="146"/>
                  <a:pt x="229" y="149"/>
                  <a:pt x="235" y="154"/>
                </a:cubicBezTo>
                <a:cubicBezTo>
                  <a:pt x="237" y="157"/>
                  <a:pt x="239" y="160"/>
                  <a:pt x="240" y="163"/>
                </a:cubicBezTo>
                <a:cubicBezTo>
                  <a:pt x="241" y="164"/>
                  <a:pt x="241" y="165"/>
                  <a:pt x="242" y="165"/>
                </a:cubicBezTo>
                <a:cubicBezTo>
                  <a:pt x="242" y="166"/>
                  <a:pt x="242" y="167"/>
                  <a:pt x="242" y="168"/>
                </a:cubicBezTo>
                <a:cubicBezTo>
                  <a:pt x="242" y="170"/>
                  <a:pt x="242" y="171"/>
                  <a:pt x="242" y="172"/>
                </a:cubicBezTo>
                <a:cubicBezTo>
                  <a:pt x="240" y="175"/>
                  <a:pt x="238" y="177"/>
                  <a:pt x="235" y="177"/>
                </a:cubicBezTo>
                <a:cubicBezTo>
                  <a:pt x="232" y="176"/>
                  <a:pt x="229" y="175"/>
                  <a:pt x="228" y="172"/>
                </a:cubicBezTo>
                <a:cubicBezTo>
                  <a:pt x="228" y="171"/>
                  <a:pt x="228" y="170"/>
                  <a:pt x="227" y="169"/>
                </a:cubicBezTo>
                <a:cubicBezTo>
                  <a:pt x="227" y="169"/>
                  <a:pt x="226" y="168"/>
                  <a:pt x="226" y="167"/>
                </a:cubicBezTo>
                <a:cubicBezTo>
                  <a:pt x="225" y="166"/>
                  <a:pt x="224" y="164"/>
                  <a:pt x="222" y="163"/>
                </a:cubicBezTo>
                <a:cubicBezTo>
                  <a:pt x="219" y="161"/>
                  <a:pt x="216" y="160"/>
                  <a:pt x="212" y="159"/>
                </a:cubicBezTo>
                <a:cubicBezTo>
                  <a:pt x="212" y="187"/>
                  <a:pt x="212" y="187"/>
                  <a:pt x="212" y="187"/>
                </a:cubicBezTo>
                <a:cubicBezTo>
                  <a:pt x="217" y="188"/>
                  <a:pt x="221" y="190"/>
                  <a:pt x="225" y="191"/>
                </a:cubicBezTo>
                <a:cubicBezTo>
                  <a:pt x="231" y="194"/>
                  <a:pt x="237" y="197"/>
                  <a:pt x="240" y="203"/>
                </a:cubicBezTo>
                <a:cubicBezTo>
                  <a:pt x="240" y="202"/>
                  <a:pt x="239" y="201"/>
                  <a:pt x="240" y="203"/>
                </a:cubicBezTo>
                <a:cubicBezTo>
                  <a:pt x="241" y="205"/>
                  <a:pt x="241" y="204"/>
                  <a:pt x="240" y="203"/>
                </a:cubicBezTo>
                <a:cubicBezTo>
                  <a:pt x="243" y="208"/>
                  <a:pt x="244" y="214"/>
                  <a:pt x="243" y="219"/>
                </a:cubicBezTo>
                <a:close/>
              </a:path>
            </a:pathLst>
          </a:custGeom>
          <a:solidFill>
            <a:srgbClr val="FB710F"/>
          </a:solidFill>
          <a:ln>
            <a:noFill/>
          </a:ln>
        </p:spPr>
        <p:txBody>
          <a:bodyPr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80" name="Freeform 157"/>
          <p:cNvSpPr>
            <a:spLocks noChangeArrowheads="1"/>
          </p:cNvSpPr>
          <p:nvPr/>
        </p:nvSpPr>
        <p:spPr bwMode="auto">
          <a:xfrm>
            <a:off x="1621632" y="3533780"/>
            <a:ext cx="1127522" cy="1373981"/>
          </a:xfrm>
          <a:custGeom>
            <a:avLst/>
            <a:gdLst>
              <a:gd name="T0" fmla="*/ 68 w 340"/>
              <a:gd name="T1" fmla="*/ 32 h 413"/>
              <a:gd name="T2" fmla="*/ 124 w 340"/>
              <a:gd name="T3" fmla="*/ 160 h 413"/>
              <a:gd name="T4" fmla="*/ 177 w 340"/>
              <a:gd name="T5" fmla="*/ 155 h 413"/>
              <a:gd name="T6" fmla="*/ 227 w 340"/>
              <a:gd name="T7" fmla="*/ 142 h 413"/>
              <a:gd name="T8" fmla="*/ 278 w 340"/>
              <a:gd name="T9" fmla="*/ 141 h 413"/>
              <a:gd name="T10" fmla="*/ 326 w 340"/>
              <a:gd name="T11" fmla="*/ 250 h 413"/>
              <a:gd name="T12" fmla="*/ 334 w 340"/>
              <a:gd name="T13" fmla="*/ 348 h 413"/>
              <a:gd name="T14" fmla="*/ 203 w 340"/>
              <a:gd name="T15" fmla="*/ 394 h 413"/>
              <a:gd name="T16" fmla="*/ 154 w 340"/>
              <a:gd name="T17" fmla="*/ 354 h 413"/>
              <a:gd name="T18" fmla="*/ 17 w 340"/>
              <a:gd name="T19" fmla="*/ 54 h 413"/>
              <a:gd name="T20" fmla="*/ 68 w 340"/>
              <a:gd name="T21" fmla="*/ 32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0" h="413">
                <a:moveTo>
                  <a:pt x="68" y="32"/>
                </a:moveTo>
                <a:cubicBezTo>
                  <a:pt x="124" y="160"/>
                  <a:pt x="124" y="160"/>
                  <a:pt x="124" y="160"/>
                </a:cubicBezTo>
                <a:cubicBezTo>
                  <a:pt x="129" y="136"/>
                  <a:pt x="164" y="133"/>
                  <a:pt x="177" y="155"/>
                </a:cubicBezTo>
                <a:cubicBezTo>
                  <a:pt x="178" y="130"/>
                  <a:pt x="211" y="124"/>
                  <a:pt x="227" y="142"/>
                </a:cubicBezTo>
                <a:cubicBezTo>
                  <a:pt x="232" y="120"/>
                  <a:pt x="267" y="117"/>
                  <a:pt x="278" y="141"/>
                </a:cubicBezTo>
                <a:cubicBezTo>
                  <a:pt x="326" y="250"/>
                  <a:pt x="326" y="250"/>
                  <a:pt x="326" y="250"/>
                </a:cubicBezTo>
                <a:cubicBezTo>
                  <a:pt x="339" y="280"/>
                  <a:pt x="340" y="327"/>
                  <a:pt x="334" y="348"/>
                </a:cubicBezTo>
                <a:cubicBezTo>
                  <a:pt x="316" y="411"/>
                  <a:pt x="232" y="413"/>
                  <a:pt x="203" y="394"/>
                </a:cubicBezTo>
                <a:cubicBezTo>
                  <a:pt x="180" y="378"/>
                  <a:pt x="162" y="370"/>
                  <a:pt x="154" y="354"/>
                </a:cubicBezTo>
                <a:cubicBezTo>
                  <a:pt x="17" y="54"/>
                  <a:pt x="17" y="54"/>
                  <a:pt x="17" y="54"/>
                </a:cubicBezTo>
                <a:cubicBezTo>
                  <a:pt x="0" y="16"/>
                  <a:pt x="55" y="0"/>
                  <a:pt x="68" y="32"/>
                </a:cubicBezTo>
                <a:close/>
              </a:path>
            </a:pathLst>
          </a:custGeom>
          <a:solidFill>
            <a:srgbClr val="FFD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1" name="Freeform 159"/>
          <p:cNvSpPr>
            <a:spLocks noChangeArrowheads="1"/>
          </p:cNvSpPr>
          <p:nvPr/>
        </p:nvSpPr>
        <p:spPr bwMode="auto">
          <a:xfrm>
            <a:off x="1652597" y="3564733"/>
            <a:ext cx="188119" cy="185738"/>
          </a:xfrm>
          <a:custGeom>
            <a:avLst/>
            <a:gdLst>
              <a:gd name="T0" fmla="*/ 52 w 57"/>
              <a:gd name="T1" fmla="*/ 24 h 56"/>
              <a:gd name="T2" fmla="*/ 57 w 57"/>
              <a:gd name="T3" fmla="*/ 35 h 56"/>
              <a:gd name="T4" fmla="*/ 18 w 57"/>
              <a:gd name="T5" fmla="*/ 52 h 56"/>
              <a:gd name="T6" fmla="*/ 13 w 57"/>
              <a:gd name="T7" fmla="*/ 42 h 56"/>
              <a:gd name="T8" fmla="*/ 52 w 57"/>
              <a:gd name="T9" fmla="*/ 24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6">
                <a:moveTo>
                  <a:pt x="52" y="24"/>
                </a:moveTo>
                <a:cubicBezTo>
                  <a:pt x="57" y="35"/>
                  <a:pt x="57" y="35"/>
                  <a:pt x="57" y="35"/>
                </a:cubicBezTo>
                <a:cubicBezTo>
                  <a:pt x="48" y="51"/>
                  <a:pt x="35" y="56"/>
                  <a:pt x="18" y="52"/>
                </a:cubicBezTo>
                <a:cubicBezTo>
                  <a:pt x="13" y="42"/>
                  <a:pt x="13" y="42"/>
                  <a:pt x="13" y="42"/>
                </a:cubicBezTo>
                <a:cubicBezTo>
                  <a:pt x="0" y="13"/>
                  <a:pt x="42" y="0"/>
                  <a:pt x="52" y="24"/>
                </a:cubicBezTo>
                <a:close/>
              </a:path>
            </a:pathLst>
          </a:custGeom>
          <a:solidFill>
            <a:srgbClr val="FFF2E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grpSp>
        <p:nvGrpSpPr>
          <p:cNvPr id="182" name="Group 25"/>
          <p:cNvGrpSpPr>
            <a:grpSpLocks noChangeAspect="1"/>
          </p:cNvGrpSpPr>
          <p:nvPr/>
        </p:nvGrpSpPr>
        <p:grpSpPr bwMode="auto">
          <a:xfrm>
            <a:off x="7834899" y="2151461"/>
            <a:ext cx="368851" cy="405000"/>
            <a:chOff x="5449" y="693"/>
            <a:chExt cx="551" cy="605"/>
          </a:xfrm>
          <a:solidFill>
            <a:srgbClr val="FB710F">
              <a:alpha val="20000"/>
            </a:srgbClr>
          </a:solidFill>
        </p:grpSpPr>
        <p:sp>
          <p:nvSpPr>
            <p:cNvPr id="183" name="Freeform 26"/>
            <p:cNvSpPr/>
            <p:nvPr/>
          </p:nvSpPr>
          <p:spPr bwMode="auto">
            <a:xfrm>
              <a:off x="5555" y="1002"/>
              <a:ext cx="125" cy="136"/>
            </a:xfrm>
            <a:custGeom>
              <a:avLst/>
              <a:gdLst>
                <a:gd name="T0" fmla="*/ 89 w 102"/>
                <a:gd name="T1" fmla="*/ 2 h 111"/>
                <a:gd name="T2" fmla="*/ 14 w 102"/>
                <a:gd name="T3" fmla="*/ 22 h 111"/>
                <a:gd name="T4" fmla="*/ 1 w 102"/>
                <a:gd name="T5" fmla="*/ 41 h 111"/>
                <a:gd name="T6" fmla="*/ 0 w 102"/>
                <a:gd name="T7" fmla="*/ 56 h 111"/>
                <a:gd name="T8" fmla="*/ 1 w 102"/>
                <a:gd name="T9" fmla="*/ 71 h 111"/>
                <a:gd name="T10" fmla="*/ 14 w 102"/>
                <a:gd name="T11" fmla="*/ 90 h 111"/>
                <a:gd name="T12" fmla="*/ 89 w 102"/>
                <a:gd name="T13" fmla="*/ 110 h 111"/>
                <a:gd name="T14" fmla="*/ 101 w 102"/>
                <a:gd name="T15" fmla="*/ 99 h 111"/>
                <a:gd name="T16" fmla="*/ 100 w 102"/>
                <a:gd name="T17" fmla="*/ 56 h 111"/>
                <a:gd name="T18" fmla="*/ 101 w 102"/>
                <a:gd name="T19" fmla="*/ 13 h 111"/>
                <a:gd name="T20" fmla="*/ 89 w 102"/>
                <a:gd name="T21" fmla="*/ 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11">
                  <a:moveTo>
                    <a:pt x="89" y="2"/>
                  </a:moveTo>
                  <a:cubicBezTo>
                    <a:pt x="59" y="7"/>
                    <a:pt x="33" y="14"/>
                    <a:pt x="14" y="22"/>
                  </a:cubicBezTo>
                  <a:cubicBezTo>
                    <a:pt x="7" y="25"/>
                    <a:pt x="1" y="34"/>
                    <a:pt x="1" y="41"/>
                  </a:cubicBezTo>
                  <a:cubicBezTo>
                    <a:pt x="0" y="46"/>
                    <a:pt x="0" y="51"/>
                    <a:pt x="0" y="56"/>
                  </a:cubicBezTo>
                  <a:cubicBezTo>
                    <a:pt x="0" y="61"/>
                    <a:pt x="0" y="66"/>
                    <a:pt x="1" y="71"/>
                  </a:cubicBezTo>
                  <a:cubicBezTo>
                    <a:pt x="1" y="78"/>
                    <a:pt x="7" y="87"/>
                    <a:pt x="14" y="90"/>
                  </a:cubicBezTo>
                  <a:cubicBezTo>
                    <a:pt x="33" y="98"/>
                    <a:pt x="59" y="105"/>
                    <a:pt x="89" y="110"/>
                  </a:cubicBezTo>
                  <a:cubicBezTo>
                    <a:pt x="97" y="111"/>
                    <a:pt x="102" y="106"/>
                    <a:pt x="101" y="99"/>
                  </a:cubicBezTo>
                  <a:cubicBezTo>
                    <a:pt x="100" y="85"/>
                    <a:pt x="100" y="70"/>
                    <a:pt x="100" y="56"/>
                  </a:cubicBezTo>
                  <a:cubicBezTo>
                    <a:pt x="100" y="42"/>
                    <a:pt x="100" y="27"/>
                    <a:pt x="101" y="13"/>
                  </a:cubicBezTo>
                  <a:cubicBezTo>
                    <a:pt x="102" y="6"/>
                    <a:pt x="97" y="0"/>
                    <a:pt x="89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4" name="Freeform 27"/>
            <p:cNvSpPr/>
            <p:nvPr/>
          </p:nvSpPr>
          <p:spPr bwMode="auto">
            <a:xfrm>
              <a:off x="5568" y="1138"/>
              <a:ext cx="142" cy="143"/>
            </a:xfrm>
            <a:custGeom>
              <a:avLst/>
              <a:gdLst>
                <a:gd name="T0" fmla="*/ 106 w 116"/>
                <a:gd name="T1" fmla="*/ 114 h 117"/>
                <a:gd name="T2" fmla="*/ 114 w 116"/>
                <a:gd name="T3" fmla="*/ 106 h 117"/>
                <a:gd name="T4" fmla="*/ 97 w 116"/>
                <a:gd name="T5" fmla="*/ 35 h 117"/>
                <a:gd name="T6" fmla="*/ 81 w 116"/>
                <a:gd name="T7" fmla="*/ 20 h 117"/>
                <a:gd name="T8" fmla="*/ 10 w 116"/>
                <a:gd name="T9" fmla="*/ 3 h 117"/>
                <a:gd name="T10" fmla="*/ 2 w 116"/>
                <a:gd name="T11" fmla="*/ 11 h 117"/>
                <a:gd name="T12" fmla="*/ 106 w 116"/>
                <a:gd name="T13" fmla="*/ 114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17">
                  <a:moveTo>
                    <a:pt x="106" y="114"/>
                  </a:moveTo>
                  <a:cubicBezTo>
                    <a:pt x="113" y="117"/>
                    <a:pt x="116" y="113"/>
                    <a:pt x="114" y="106"/>
                  </a:cubicBezTo>
                  <a:cubicBezTo>
                    <a:pt x="106" y="85"/>
                    <a:pt x="100" y="61"/>
                    <a:pt x="97" y="35"/>
                  </a:cubicBezTo>
                  <a:cubicBezTo>
                    <a:pt x="95" y="28"/>
                    <a:pt x="89" y="21"/>
                    <a:pt x="81" y="20"/>
                  </a:cubicBezTo>
                  <a:cubicBezTo>
                    <a:pt x="55" y="16"/>
                    <a:pt x="31" y="10"/>
                    <a:pt x="10" y="3"/>
                  </a:cubicBezTo>
                  <a:cubicBezTo>
                    <a:pt x="3" y="0"/>
                    <a:pt x="0" y="4"/>
                    <a:pt x="2" y="11"/>
                  </a:cubicBezTo>
                  <a:cubicBezTo>
                    <a:pt x="21" y="58"/>
                    <a:pt x="58" y="96"/>
                    <a:pt x="106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5" name="Freeform 28"/>
            <p:cNvSpPr/>
            <p:nvPr/>
          </p:nvSpPr>
          <p:spPr bwMode="auto">
            <a:xfrm>
              <a:off x="5710" y="847"/>
              <a:ext cx="135" cy="125"/>
            </a:xfrm>
            <a:custGeom>
              <a:avLst/>
              <a:gdLst>
                <a:gd name="T0" fmla="*/ 22 w 111"/>
                <a:gd name="T1" fmla="*/ 15 h 102"/>
                <a:gd name="T2" fmla="*/ 1 w 111"/>
                <a:gd name="T3" fmla="*/ 90 h 102"/>
                <a:gd name="T4" fmla="*/ 12 w 111"/>
                <a:gd name="T5" fmla="*/ 102 h 102"/>
                <a:gd name="T6" fmla="*/ 55 w 111"/>
                <a:gd name="T7" fmla="*/ 100 h 102"/>
                <a:gd name="T8" fmla="*/ 98 w 111"/>
                <a:gd name="T9" fmla="*/ 102 h 102"/>
                <a:gd name="T10" fmla="*/ 110 w 111"/>
                <a:gd name="T11" fmla="*/ 90 h 102"/>
                <a:gd name="T12" fmla="*/ 89 w 111"/>
                <a:gd name="T13" fmla="*/ 15 h 102"/>
                <a:gd name="T14" fmla="*/ 70 w 111"/>
                <a:gd name="T15" fmla="*/ 1 h 102"/>
                <a:gd name="T16" fmla="*/ 55 w 111"/>
                <a:gd name="T17" fmla="*/ 0 h 102"/>
                <a:gd name="T18" fmla="*/ 41 w 111"/>
                <a:gd name="T19" fmla="*/ 1 h 102"/>
                <a:gd name="T20" fmla="*/ 22 w 111"/>
                <a:gd name="T21" fmla="*/ 15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1" h="102">
                  <a:moveTo>
                    <a:pt x="22" y="15"/>
                  </a:moveTo>
                  <a:cubicBezTo>
                    <a:pt x="13" y="34"/>
                    <a:pt x="6" y="59"/>
                    <a:pt x="1" y="90"/>
                  </a:cubicBezTo>
                  <a:cubicBezTo>
                    <a:pt x="0" y="97"/>
                    <a:pt x="5" y="102"/>
                    <a:pt x="12" y="102"/>
                  </a:cubicBezTo>
                  <a:cubicBezTo>
                    <a:pt x="27" y="101"/>
                    <a:pt x="41" y="100"/>
                    <a:pt x="55" y="100"/>
                  </a:cubicBezTo>
                  <a:cubicBezTo>
                    <a:pt x="70" y="100"/>
                    <a:pt x="84" y="101"/>
                    <a:pt x="98" y="102"/>
                  </a:cubicBezTo>
                  <a:cubicBezTo>
                    <a:pt x="106" y="102"/>
                    <a:pt x="111" y="97"/>
                    <a:pt x="110" y="90"/>
                  </a:cubicBezTo>
                  <a:cubicBezTo>
                    <a:pt x="105" y="59"/>
                    <a:pt x="98" y="34"/>
                    <a:pt x="89" y="15"/>
                  </a:cubicBezTo>
                  <a:cubicBezTo>
                    <a:pt x="86" y="8"/>
                    <a:pt x="78" y="2"/>
                    <a:pt x="70" y="1"/>
                  </a:cubicBezTo>
                  <a:cubicBezTo>
                    <a:pt x="65" y="1"/>
                    <a:pt x="60" y="0"/>
                    <a:pt x="55" y="0"/>
                  </a:cubicBezTo>
                  <a:cubicBezTo>
                    <a:pt x="51" y="0"/>
                    <a:pt x="46" y="1"/>
                    <a:pt x="41" y="1"/>
                  </a:cubicBezTo>
                  <a:cubicBezTo>
                    <a:pt x="33" y="2"/>
                    <a:pt x="25" y="8"/>
                    <a:pt x="2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6" name="Freeform 29"/>
            <p:cNvSpPr/>
            <p:nvPr/>
          </p:nvSpPr>
          <p:spPr bwMode="auto">
            <a:xfrm>
              <a:off x="5568" y="860"/>
              <a:ext cx="142" cy="143"/>
            </a:xfrm>
            <a:custGeom>
              <a:avLst/>
              <a:gdLst>
                <a:gd name="T0" fmla="*/ 106 w 116"/>
                <a:gd name="T1" fmla="*/ 3 h 117"/>
                <a:gd name="T2" fmla="*/ 2 w 116"/>
                <a:gd name="T3" fmla="*/ 106 h 117"/>
                <a:gd name="T4" fmla="*/ 10 w 116"/>
                <a:gd name="T5" fmla="*/ 114 h 117"/>
                <a:gd name="T6" fmla="*/ 81 w 116"/>
                <a:gd name="T7" fmla="*/ 97 h 117"/>
                <a:gd name="T8" fmla="*/ 97 w 116"/>
                <a:gd name="T9" fmla="*/ 82 h 117"/>
                <a:gd name="T10" fmla="*/ 114 w 116"/>
                <a:gd name="T11" fmla="*/ 11 h 117"/>
                <a:gd name="T12" fmla="*/ 106 w 116"/>
                <a:gd name="T13" fmla="*/ 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17">
                  <a:moveTo>
                    <a:pt x="106" y="3"/>
                  </a:moveTo>
                  <a:cubicBezTo>
                    <a:pt x="58" y="21"/>
                    <a:pt x="21" y="59"/>
                    <a:pt x="2" y="106"/>
                  </a:cubicBezTo>
                  <a:cubicBezTo>
                    <a:pt x="0" y="113"/>
                    <a:pt x="3" y="117"/>
                    <a:pt x="10" y="114"/>
                  </a:cubicBezTo>
                  <a:cubicBezTo>
                    <a:pt x="31" y="107"/>
                    <a:pt x="55" y="101"/>
                    <a:pt x="81" y="97"/>
                  </a:cubicBezTo>
                  <a:cubicBezTo>
                    <a:pt x="89" y="96"/>
                    <a:pt x="95" y="89"/>
                    <a:pt x="97" y="82"/>
                  </a:cubicBezTo>
                  <a:cubicBezTo>
                    <a:pt x="100" y="56"/>
                    <a:pt x="106" y="31"/>
                    <a:pt x="114" y="11"/>
                  </a:cubicBezTo>
                  <a:cubicBezTo>
                    <a:pt x="116" y="4"/>
                    <a:pt x="113" y="0"/>
                    <a:pt x="10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7" name="Freeform 30"/>
            <p:cNvSpPr/>
            <p:nvPr/>
          </p:nvSpPr>
          <p:spPr bwMode="auto">
            <a:xfrm>
              <a:off x="5845" y="860"/>
              <a:ext cx="143" cy="143"/>
            </a:xfrm>
            <a:custGeom>
              <a:avLst/>
              <a:gdLst>
                <a:gd name="T0" fmla="*/ 19 w 116"/>
                <a:gd name="T1" fmla="*/ 82 h 117"/>
                <a:gd name="T2" fmla="*/ 34 w 116"/>
                <a:gd name="T3" fmla="*/ 97 h 117"/>
                <a:gd name="T4" fmla="*/ 106 w 116"/>
                <a:gd name="T5" fmla="*/ 114 h 117"/>
                <a:gd name="T6" fmla="*/ 114 w 116"/>
                <a:gd name="T7" fmla="*/ 106 h 117"/>
                <a:gd name="T8" fmla="*/ 10 w 116"/>
                <a:gd name="T9" fmla="*/ 3 h 117"/>
                <a:gd name="T10" fmla="*/ 2 w 116"/>
                <a:gd name="T11" fmla="*/ 11 h 117"/>
                <a:gd name="T12" fmla="*/ 19 w 116"/>
                <a:gd name="T13" fmla="*/ 82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17">
                  <a:moveTo>
                    <a:pt x="19" y="82"/>
                  </a:moveTo>
                  <a:cubicBezTo>
                    <a:pt x="21" y="89"/>
                    <a:pt x="27" y="96"/>
                    <a:pt x="34" y="97"/>
                  </a:cubicBezTo>
                  <a:cubicBezTo>
                    <a:pt x="61" y="101"/>
                    <a:pt x="85" y="107"/>
                    <a:pt x="106" y="114"/>
                  </a:cubicBezTo>
                  <a:cubicBezTo>
                    <a:pt x="113" y="117"/>
                    <a:pt x="116" y="113"/>
                    <a:pt x="114" y="106"/>
                  </a:cubicBezTo>
                  <a:cubicBezTo>
                    <a:pt x="95" y="59"/>
                    <a:pt x="58" y="21"/>
                    <a:pt x="10" y="3"/>
                  </a:cubicBezTo>
                  <a:cubicBezTo>
                    <a:pt x="3" y="0"/>
                    <a:pt x="0" y="4"/>
                    <a:pt x="2" y="11"/>
                  </a:cubicBezTo>
                  <a:cubicBezTo>
                    <a:pt x="10" y="31"/>
                    <a:pt x="15" y="56"/>
                    <a:pt x="19" y="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8" name="Freeform 31"/>
            <p:cNvSpPr/>
            <p:nvPr/>
          </p:nvSpPr>
          <p:spPr bwMode="auto">
            <a:xfrm>
              <a:off x="5875" y="1002"/>
              <a:ext cx="125" cy="136"/>
            </a:xfrm>
            <a:custGeom>
              <a:avLst/>
              <a:gdLst>
                <a:gd name="T0" fmla="*/ 101 w 102"/>
                <a:gd name="T1" fmla="*/ 41 h 111"/>
                <a:gd name="T2" fmla="*/ 88 w 102"/>
                <a:gd name="T3" fmla="*/ 22 h 111"/>
                <a:gd name="T4" fmla="*/ 13 w 102"/>
                <a:gd name="T5" fmla="*/ 2 h 111"/>
                <a:gd name="T6" fmla="*/ 1 w 102"/>
                <a:gd name="T7" fmla="*/ 13 h 111"/>
                <a:gd name="T8" fmla="*/ 2 w 102"/>
                <a:gd name="T9" fmla="*/ 56 h 111"/>
                <a:gd name="T10" fmla="*/ 1 w 102"/>
                <a:gd name="T11" fmla="*/ 99 h 111"/>
                <a:gd name="T12" fmla="*/ 13 w 102"/>
                <a:gd name="T13" fmla="*/ 110 h 111"/>
                <a:gd name="T14" fmla="*/ 88 w 102"/>
                <a:gd name="T15" fmla="*/ 90 h 111"/>
                <a:gd name="T16" fmla="*/ 101 w 102"/>
                <a:gd name="T17" fmla="*/ 71 h 111"/>
                <a:gd name="T18" fmla="*/ 102 w 102"/>
                <a:gd name="T19" fmla="*/ 56 h 111"/>
                <a:gd name="T20" fmla="*/ 101 w 102"/>
                <a:gd name="T21" fmla="*/ 4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111">
                  <a:moveTo>
                    <a:pt x="101" y="41"/>
                  </a:moveTo>
                  <a:cubicBezTo>
                    <a:pt x="101" y="34"/>
                    <a:pt x="95" y="25"/>
                    <a:pt x="88" y="22"/>
                  </a:cubicBezTo>
                  <a:cubicBezTo>
                    <a:pt x="69" y="14"/>
                    <a:pt x="43" y="7"/>
                    <a:pt x="13" y="2"/>
                  </a:cubicBezTo>
                  <a:cubicBezTo>
                    <a:pt x="5" y="0"/>
                    <a:pt x="0" y="6"/>
                    <a:pt x="1" y="13"/>
                  </a:cubicBezTo>
                  <a:cubicBezTo>
                    <a:pt x="1" y="27"/>
                    <a:pt x="2" y="42"/>
                    <a:pt x="2" y="56"/>
                  </a:cubicBezTo>
                  <a:cubicBezTo>
                    <a:pt x="2" y="70"/>
                    <a:pt x="1" y="85"/>
                    <a:pt x="1" y="99"/>
                  </a:cubicBezTo>
                  <a:cubicBezTo>
                    <a:pt x="0" y="106"/>
                    <a:pt x="5" y="111"/>
                    <a:pt x="13" y="110"/>
                  </a:cubicBezTo>
                  <a:cubicBezTo>
                    <a:pt x="43" y="105"/>
                    <a:pt x="69" y="98"/>
                    <a:pt x="88" y="90"/>
                  </a:cubicBezTo>
                  <a:cubicBezTo>
                    <a:pt x="95" y="87"/>
                    <a:pt x="101" y="78"/>
                    <a:pt x="101" y="71"/>
                  </a:cubicBezTo>
                  <a:cubicBezTo>
                    <a:pt x="102" y="66"/>
                    <a:pt x="102" y="61"/>
                    <a:pt x="102" y="56"/>
                  </a:cubicBezTo>
                  <a:cubicBezTo>
                    <a:pt x="102" y="51"/>
                    <a:pt x="102" y="46"/>
                    <a:pt x="10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89" name="Freeform 32"/>
            <p:cNvSpPr/>
            <p:nvPr/>
          </p:nvSpPr>
          <p:spPr bwMode="auto">
            <a:xfrm>
              <a:off x="5702" y="994"/>
              <a:ext cx="151" cy="151"/>
            </a:xfrm>
            <a:custGeom>
              <a:avLst/>
              <a:gdLst>
                <a:gd name="T0" fmla="*/ 123 w 123"/>
                <a:gd name="T1" fmla="*/ 62 h 123"/>
                <a:gd name="T2" fmla="*/ 121 w 123"/>
                <a:gd name="T3" fmla="*/ 17 h 123"/>
                <a:gd name="T4" fmla="*/ 107 w 123"/>
                <a:gd name="T5" fmla="*/ 2 h 123"/>
                <a:gd name="T6" fmla="*/ 61 w 123"/>
                <a:gd name="T7" fmla="*/ 0 h 123"/>
                <a:gd name="T8" fmla="*/ 16 w 123"/>
                <a:gd name="T9" fmla="*/ 2 h 123"/>
                <a:gd name="T10" fmla="*/ 2 w 123"/>
                <a:gd name="T11" fmla="*/ 17 h 123"/>
                <a:gd name="T12" fmla="*/ 0 w 123"/>
                <a:gd name="T13" fmla="*/ 62 h 123"/>
                <a:gd name="T14" fmla="*/ 2 w 123"/>
                <a:gd name="T15" fmla="*/ 107 h 123"/>
                <a:gd name="T16" fmla="*/ 16 w 123"/>
                <a:gd name="T17" fmla="*/ 122 h 123"/>
                <a:gd name="T18" fmla="*/ 61 w 123"/>
                <a:gd name="T19" fmla="*/ 123 h 123"/>
                <a:gd name="T20" fmla="*/ 107 w 123"/>
                <a:gd name="T21" fmla="*/ 122 h 123"/>
                <a:gd name="T22" fmla="*/ 121 w 123"/>
                <a:gd name="T23" fmla="*/ 107 h 123"/>
                <a:gd name="T24" fmla="*/ 123 w 123"/>
                <a:gd name="T25" fmla="*/ 62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3" h="123">
                  <a:moveTo>
                    <a:pt x="123" y="62"/>
                  </a:moveTo>
                  <a:cubicBezTo>
                    <a:pt x="123" y="46"/>
                    <a:pt x="122" y="31"/>
                    <a:pt x="121" y="17"/>
                  </a:cubicBezTo>
                  <a:cubicBezTo>
                    <a:pt x="121" y="9"/>
                    <a:pt x="114" y="3"/>
                    <a:pt x="107" y="2"/>
                  </a:cubicBezTo>
                  <a:cubicBezTo>
                    <a:pt x="92" y="1"/>
                    <a:pt x="77" y="0"/>
                    <a:pt x="61" y="0"/>
                  </a:cubicBezTo>
                  <a:cubicBezTo>
                    <a:pt x="46" y="0"/>
                    <a:pt x="31" y="1"/>
                    <a:pt x="16" y="2"/>
                  </a:cubicBezTo>
                  <a:cubicBezTo>
                    <a:pt x="9" y="3"/>
                    <a:pt x="2" y="9"/>
                    <a:pt x="2" y="17"/>
                  </a:cubicBezTo>
                  <a:cubicBezTo>
                    <a:pt x="1" y="31"/>
                    <a:pt x="0" y="46"/>
                    <a:pt x="0" y="62"/>
                  </a:cubicBezTo>
                  <a:cubicBezTo>
                    <a:pt x="0" y="78"/>
                    <a:pt x="1" y="93"/>
                    <a:pt x="2" y="107"/>
                  </a:cubicBezTo>
                  <a:cubicBezTo>
                    <a:pt x="2" y="115"/>
                    <a:pt x="9" y="121"/>
                    <a:pt x="16" y="122"/>
                  </a:cubicBezTo>
                  <a:cubicBezTo>
                    <a:pt x="31" y="123"/>
                    <a:pt x="46" y="123"/>
                    <a:pt x="61" y="123"/>
                  </a:cubicBezTo>
                  <a:cubicBezTo>
                    <a:pt x="77" y="123"/>
                    <a:pt x="92" y="123"/>
                    <a:pt x="107" y="122"/>
                  </a:cubicBezTo>
                  <a:cubicBezTo>
                    <a:pt x="114" y="121"/>
                    <a:pt x="121" y="115"/>
                    <a:pt x="121" y="107"/>
                  </a:cubicBezTo>
                  <a:cubicBezTo>
                    <a:pt x="122" y="93"/>
                    <a:pt x="123" y="78"/>
                    <a:pt x="123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0" name="Freeform 33"/>
            <p:cNvSpPr/>
            <p:nvPr/>
          </p:nvSpPr>
          <p:spPr bwMode="auto">
            <a:xfrm>
              <a:off x="5845" y="1138"/>
              <a:ext cx="143" cy="143"/>
            </a:xfrm>
            <a:custGeom>
              <a:avLst/>
              <a:gdLst>
                <a:gd name="T0" fmla="*/ 106 w 116"/>
                <a:gd name="T1" fmla="*/ 3 h 117"/>
                <a:gd name="T2" fmla="*/ 34 w 116"/>
                <a:gd name="T3" fmla="*/ 20 h 117"/>
                <a:gd name="T4" fmla="*/ 19 w 116"/>
                <a:gd name="T5" fmla="*/ 35 h 117"/>
                <a:gd name="T6" fmla="*/ 2 w 116"/>
                <a:gd name="T7" fmla="*/ 106 h 117"/>
                <a:gd name="T8" fmla="*/ 10 w 116"/>
                <a:gd name="T9" fmla="*/ 114 h 117"/>
                <a:gd name="T10" fmla="*/ 114 w 116"/>
                <a:gd name="T11" fmla="*/ 11 h 117"/>
                <a:gd name="T12" fmla="*/ 106 w 116"/>
                <a:gd name="T13" fmla="*/ 3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117">
                  <a:moveTo>
                    <a:pt x="106" y="3"/>
                  </a:moveTo>
                  <a:cubicBezTo>
                    <a:pt x="85" y="10"/>
                    <a:pt x="61" y="16"/>
                    <a:pt x="34" y="20"/>
                  </a:cubicBezTo>
                  <a:cubicBezTo>
                    <a:pt x="27" y="21"/>
                    <a:pt x="21" y="28"/>
                    <a:pt x="19" y="35"/>
                  </a:cubicBezTo>
                  <a:cubicBezTo>
                    <a:pt x="15" y="61"/>
                    <a:pt x="10" y="85"/>
                    <a:pt x="2" y="106"/>
                  </a:cubicBezTo>
                  <a:cubicBezTo>
                    <a:pt x="0" y="113"/>
                    <a:pt x="3" y="117"/>
                    <a:pt x="10" y="114"/>
                  </a:cubicBezTo>
                  <a:cubicBezTo>
                    <a:pt x="58" y="96"/>
                    <a:pt x="95" y="58"/>
                    <a:pt x="114" y="11"/>
                  </a:cubicBezTo>
                  <a:cubicBezTo>
                    <a:pt x="116" y="4"/>
                    <a:pt x="113" y="0"/>
                    <a:pt x="106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1" name="Freeform 34"/>
            <p:cNvSpPr/>
            <p:nvPr/>
          </p:nvSpPr>
          <p:spPr bwMode="auto">
            <a:xfrm>
              <a:off x="5710" y="1167"/>
              <a:ext cx="135" cy="125"/>
            </a:xfrm>
            <a:custGeom>
              <a:avLst/>
              <a:gdLst>
                <a:gd name="T0" fmla="*/ 98 w 111"/>
                <a:gd name="T1" fmla="*/ 1 h 102"/>
                <a:gd name="T2" fmla="*/ 55 w 111"/>
                <a:gd name="T3" fmla="*/ 2 h 102"/>
                <a:gd name="T4" fmla="*/ 12 w 111"/>
                <a:gd name="T5" fmla="*/ 1 h 102"/>
                <a:gd name="T6" fmla="*/ 1 w 111"/>
                <a:gd name="T7" fmla="*/ 13 h 102"/>
                <a:gd name="T8" fmla="*/ 22 w 111"/>
                <a:gd name="T9" fmla="*/ 88 h 102"/>
                <a:gd name="T10" fmla="*/ 41 w 111"/>
                <a:gd name="T11" fmla="*/ 102 h 102"/>
                <a:gd name="T12" fmla="*/ 55 w 111"/>
                <a:gd name="T13" fmla="*/ 102 h 102"/>
                <a:gd name="T14" fmla="*/ 70 w 111"/>
                <a:gd name="T15" fmla="*/ 102 h 102"/>
                <a:gd name="T16" fmla="*/ 89 w 111"/>
                <a:gd name="T17" fmla="*/ 88 h 102"/>
                <a:gd name="T18" fmla="*/ 110 w 111"/>
                <a:gd name="T19" fmla="*/ 13 h 102"/>
                <a:gd name="T20" fmla="*/ 98 w 111"/>
                <a:gd name="T21" fmla="*/ 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1" h="102">
                  <a:moveTo>
                    <a:pt x="98" y="1"/>
                  </a:moveTo>
                  <a:cubicBezTo>
                    <a:pt x="84" y="2"/>
                    <a:pt x="70" y="2"/>
                    <a:pt x="55" y="2"/>
                  </a:cubicBezTo>
                  <a:cubicBezTo>
                    <a:pt x="41" y="2"/>
                    <a:pt x="27" y="2"/>
                    <a:pt x="12" y="1"/>
                  </a:cubicBezTo>
                  <a:cubicBezTo>
                    <a:pt x="5" y="0"/>
                    <a:pt x="0" y="6"/>
                    <a:pt x="1" y="13"/>
                  </a:cubicBezTo>
                  <a:cubicBezTo>
                    <a:pt x="6" y="43"/>
                    <a:pt x="13" y="69"/>
                    <a:pt x="22" y="88"/>
                  </a:cubicBezTo>
                  <a:cubicBezTo>
                    <a:pt x="25" y="95"/>
                    <a:pt x="33" y="101"/>
                    <a:pt x="41" y="102"/>
                  </a:cubicBezTo>
                  <a:cubicBezTo>
                    <a:pt x="46" y="102"/>
                    <a:pt x="51" y="102"/>
                    <a:pt x="55" y="102"/>
                  </a:cubicBezTo>
                  <a:cubicBezTo>
                    <a:pt x="60" y="102"/>
                    <a:pt x="65" y="102"/>
                    <a:pt x="70" y="102"/>
                  </a:cubicBezTo>
                  <a:cubicBezTo>
                    <a:pt x="78" y="101"/>
                    <a:pt x="86" y="95"/>
                    <a:pt x="89" y="88"/>
                  </a:cubicBezTo>
                  <a:cubicBezTo>
                    <a:pt x="98" y="69"/>
                    <a:pt x="105" y="43"/>
                    <a:pt x="110" y="13"/>
                  </a:cubicBezTo>
                  <a:cubicBezTo>
                    <a:pt x="111" y="6"/>
                    <a:pt x="106" y="0"/>
                    <a:pt x="98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2" name="Freeform 35"/>
            <p:cNvSpPr/>
            <p:nvPr/>
          </p:nvSpPr>
          <p:spPr bwMode="auto">
            <a:xfrm>
              <a:off x="5592" y="693"/>
              <a:ext cx="185" cy="160"/>
            </a:xfrm>
            <a:custGeom>
              <a:avLst/>
              <a:gdLst>
                <a:gd name="T0" fmla="*/ 12 w 151"/>
                <a:gd name="T1" fmla="*/ 89 h 131"/>
                <a:gd name="T2" fmla="*/ 15 w 151"/>
                <a:gd name="T3" fmla="*/ 89 h 131"/>
                <a:gd name="T4" fmla="*/ 12 w 151"/>
                <a:gd name="T5" fmla="*/ 93 h 131"/>
                <a:gd name="T6" fmla="*/ 9 w 151"/>
                <a:gd name="T7" fmla="*/ 102 h 131"/>
                <a:gd name="T8" fmla="*/ 9 w 151"/>
                <a:gd name="T9" fmla="*/ 102 h 131"/>
                <a:gd name="T10" fmla="*/ 19 w 151"/>
                <a:gd name="T11" fmla="*/ 103 h 131"/>
                <a:gd name="T12" fmla="*/ 23 w 151"/>
                <a:gd name="T13" fmla="*/ 103 h 131"/>
                <a:gd name="T14" fmla="*/ 22 w 151"/>
                <a:gd name="T15" fmla="*/ 106 h 131"/>
                <a:gd name="T16" fmla="*/ 26 w 151"/>
                <a:gd name="T17" fmla="*/ 119 h 131"/>
                <a:gd name="T18" fmla="*/ 27 w 151"/>
                <a:gd name="T19" fmla="*/ 120 h 131"/>
                <a:gd name="T20" fmla="*/ 37 w 151"/>
                <a:gd name="T21" fmla="*/ 111 h 131"/>
                <a:gd name="T22" fmla="*/ 38 w 151"/>
                <a:gd name="T23" fmla="*/ 99 h 131"/>
                <a:gd name="T24" fmla="*/ 38 w 151"/>
                <a:gd name="T25" fmla="*/ 97 h 131"/>
                <a:gd name="T26" fmla="*/ 41 w 151"/>
                <a:gd name="T27" fmla="*/ 95 h 131"/>
                <a:gd name="T28" fmla="*/ 79 w 151"/>
                <a:gd name="T29" fmla="*/ 72 h 131"/>
                <a:gd name="T30" fmla="*/ 98 w 151"/>
                <a:gd name="T31" fmla="*/ 129 h 131"/>
                <a:gd name="T32" fmla="*/ 102 w 151"/>
                <a:gd name="T33" fmla="*/ 130 h 131"/>
                <a:gd name="T34" fmla="*/ 112 w 151"/>
                <a:gd name="T35" fmla="*/ 121 h 131"/>
                <a:gd name="T36" fmla="*/ 114 w 151"/>
                <a:gd name="T37" fmla="*/ 116 h 131"/>
                <a:gd name="T38" fmla="*/ 103 w 151"/>
                <a:gd name="T39" fmla="*/ 56 h 131"/>
                <a:gd name="T40" fmla="*/ 139 w 151"/>
                <a:gd name="T41" fmla="*/ 31 h 131"/>
                <a:gd name="T42" fmla="*/ 151 w 151"/>
                <a:gd name="T43" fmla="*/ 15 h 131"/>
                <a:gd name="T44" fmla="*/ 150 w 151"/>
                <a:gd name="T45" fmla="*/ 10 h 131"/>
                <a:gd name="T46" fmla="*/ 150 w 151"/>
                <a:gd name="T47" fmla="*/ 10 h 131"/>
                <a:gd name="T48" fmla="*/ 146 w 151"/>
                <a:gd name="T49" fmla="*/ 7 h 131"/>
                <a:gd name="T50" fmla="*/ 127 w 151"/>
                <a:gd name="T51" fmla="*/ 11 h 131"/>
                <a:gd name="T52" fmla="*/ 89 w 151"/>
                <a:gd name="T53" fmla="*/ 34 h 131"/>
                <a:gd name="T54" fmla="*/ 38 w 151"/>
                <a:gd name="T55" fmla="*/ 1 h 131"/>
                <a:gd name="T56" fmla="*/ 33 w 151"/>
                <a:gd name="T57" fmla="*/ 1 h 131"/>
                <a:gd name="T58" fmla="*/ 20 w 151"/>
                <a:gd name="T59" fmla="*/ 7 h 131"/>
                <a:gd name="T60" fmla="*/ 20 w 151"/>
                <a:gd name="T61" fmla="*/ 10 h 131"/>
                <a:gd name="T62" fmla="*/ 65 w 151"/>
                <a:gd name="T63" fmla="*/ 51 h 131"/>
                <a:gd name="T64" fmla="*/ 28 w 151"/>
                <a:gd name="T65" fmla="*/ 76 h 131"/>
                <a:gd name="T66" fmla="*/ 26 w 151"/>
                <a:gd name="T67" fmla="*/ 78 h 131"/>
                <a:gd name="T68" fmla="*/ 24 w 151"/>
                <a:gd name="T69" fmla="*/ 77 h 131"/>
                <a:gd name="T70" fmla="*/ 13 w 151"/>
                <a:gd name="T71" fmla="*/ 74 h 131"/>
                <a:gd name="T72" fmla="*/ 0 w 151"/>
                <a:gd name="T73" fmla="*/ 80 h 131"/>
                <a:gd name="T74" fmla="*/ 1 w 151"/>
                <a:gd name="T75" fmla="*/ 80 h 131"/>
                <a:gd name="T76" fmla="*/ 12 w 151"/>
                <a:gd name="T77" fmla="*/ 8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51" h="131">
                  <a:moveTo>
                    <a:pt x="12" y="89"/>
                  </a:moveTo>
                  <a:cubicBezTo>
                    <a:pt x="13" y="90"/>
                    <a:pt x="14" y="90"/>
                    <a:pt x="15" y="89"/>
                  </a:cubicBezTo>
                  <a:cubicBezTo>
                    <a:pt x="14" y="90"/>
                    <a:pt x="14" y="91"/>
                    <a:pt x="12" y="93"/>
                  </a:cubicBezTo>
                  <a:cubicBezTo>
                    <a:pt x="12" y="93"/>
                    <a:pt x="8" y="100"/>
                    <a:pt x="9" y="102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11" y="105"/>
                    <a:pt x="19" y="103"/>
                    <a:pt x="19" y="103"/>
                  </a:cubicBezTo>
                  <a:cubicBezTo>
                    <a:pt x="21" y="103"/>
                    <a:pt x="23" y="103"/>
                    <a:pt x="23" y="103"/>
                  </a:cubicBezTo>
                  <a:cubicBezTo>
                    <a:pt x="23" y="103"/>
                    <a:pt x="22" y="104"/>
                    <a:pt x="22" y="106"/>
                  </a:cubicBez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7" y="120"/>
                    <a:pt x="27" y="12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38" y="98"/>
                    <a:pt x="38" y="97"/>
                    <a:pt x="38" y="97"/>
                  </a:cubicBezTo>
                  <a:cubicBezTo>
                    <a:pt x="38" y="97"/>
                    <a:pt x="41" y="96"/>
                    <a:pt x="41" y="95"/>
                  </a:cubicBezTo>
                  <a:cubicBezTo>
                    <a:pt x="79" y="72"/>
                    <a:pt x="79" y="72"/>
                    <a:pt x="79" y="72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9" y="131"/>
                    <a:pt x="100" y="131"/>
                    <a:pt x="102" y="130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13" y="120"/>
                    <a:pt x="114" y="118"/>
                    <a:pt x="114" y="116"/>
                  </a:cubicBezTo>
                  <a:cubicBezTo>
                    <a:pt x="103" y="56"/>
                    <a:pt x="103" y="56"/>
                    <a:pt x="103" y="56"/>
                  </a:cubicBezTo>
                  <a:cubicBezTo>
                    <a:pt x="139" y="31"/>
                    <a:pt x="139" y="31"/>
                    <a:pt x="139" y="31"/>
                  </a:cubicBezTo>
                  <a:cubicBezTo>
                    <a:pt x="146" y="26"/>
                    <a:pt x="151" y="19"/>
                    <a:pt x="151" y="15"/>
                  </a:cubicBezTo>
                  <a:cubicBezTo>
                    <a:pt x="151" y="13"/>
                    <a:pt x="151" y="11"/>
                    <a:pt x="150" y="10"/>
                  </a:cubicBezTo>
                  <a:cubicBezTo>
                    <a:pt x="150" y="10"/>
                    <a:pt x="150" y="10"/>
                    <a:pt x="150" y="10"/>
                  </a:cubicBezTo>
                  <a:cubicBezTo>
                    <a:pt x="149" y="9"/>
                    <a:pt x="147" y="7"/>
                    <a:pt x="146" y="7"/>
                  </a:cubicBezTo>
                  <a:cubicBezTo>
                    <a:pt x="142" y="5"/>
                    <a:pt x="134" y="7"/>
                    <a:pt x="127" y="11"/>
                  </a:cubicBezTo>
                  <a:cubicBezTo>
                    <a:pt x="89" y="34"/>
                    <a:pt x="89" y="34"/>
                    <a:pt x="89" y="34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6" y="0"/>
                    <a:pt x="34" y="0"/>
                    <a:pt x="33" y="1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7"/>
                    <a:pt x="19" y="9"/>
                    <a:pt x="20" y="10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28" y="76"/>
                    <a:pt x="28" y="76"/>
                    <a:pt x="28" y="76"/>
                  </a:cubicBezTo>
                  <a:cubicBezTo>
                    <a:pt x="28" y="76"/>
                    <a:pt x="26" y="78"/>
                    <a:pt x="26" y="78"/>
                  </a:cubicBezTo>
                  <a:cubicBezTo>
                    <a:pt x="26" y="78"/>
                    <a:pt x="25" y="78"/>
                    <a:pt x="24" y="77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0"/>
                    <a:pt x="1" y="80"/>
                    <a:pt x="1" y="80"/>
                  </a:cubicBezTo>
                  <a:lnTo>
                    <a:pt x="12" y="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3" name="Freeform 36"/>
            <p:cNvSpPr/>
            <p:nvPr/>
          </p:nvSpPr>
          <p:spPr bwMode="auto">
            <a:xfrm>
              <a:off x="5461" y="825"/>
              <a:ext cx="132" cy="206"/>
            </a:xfrm>
            <a:custGeom>
              <a:avLst/>
              <a:gdLst>
                <a:gd name="T0" fmla="*/ 0 w 108"/>
                <a:gd name="T1" fmla="*/ 168 h 168"/>
                <a:gd name="T2" fmla="*/ 3 w 108"/>
                <a:gd name="T3" fmla="*/ 151 h 168"/>
                <a:gd name="T4" fmla="*/ 4 w 108"/>
                <a:gd name="T5" fmla="*/ 145 h 168"/>
                <a:gd name="T6" fmla="*/ 6 w 108"/>
                <a:gd name="T7" fmla="*/ 137 h 168"/>
                <a:gd name="T8" fmla="*/ 8 w 108"/>
                <a:gd name="T9" fmla="*/ 133 h 168"/>
                <a:gd name="T10" fmla="*/ 11 w 108"/>
                <a:gd name="T11" fmla="*/ 121 h 168"/>
                <a:gd name="T12" fmla="*/ 15 w 108"/>
                <a:gd name="T13" fmla="*/ 113 h 168"/>
                <a:gd name="T14" fmla="*/ 21 w 108"/>
                <a:gd name="T15" fmla="*/ 98 h 168"/>
                <a:gd name="T16" fmla="*/ 26 w 108"/>
                <a:gd name="T17" fmla="*/ 88 h 168"/>
                <a:gd name="T18" fmla="*/ 28 w 108"/>
                <a:gd name="T19" fmla="*/ 85 h 168"/>
                <a:gd name="T20" fmla="*/ 32 w 108"/>
                <a:gd name="T21" fmla="*/ 79 h 168"/>
                <a:gd name="T22" fmla="*/ 36 w 108"/>
                <a:gd name="T23" fmla="*/ 72 h 168"/>
                <a:gd name="T24" fmla="*/ 44 w 108"/>
                <a:gd name="T25" fmla="*/ 60 h 168"/>
                <a:gd name="T26" fmla="*/ 56 w 108"/>
                <a:gd name="T27" fmla="*/ 44 h 168"/>
                <a:gd name="T28" fmla="*/ 64 w 108"/>
                <a:gd name="T29" fmla="*/ 35 h 168"/>
                <a:gd name="T30" fmla="*/ 68 w 108"/>
                <a:gd name="T31" fmla="*/ 31 h 168"/>
                <a:gd name="T32" fmla="*/ 78 w 108"/>
                <a:gd name="T33" fmla="*/ 21 h 168"/>
                <a:gd name="T34" fmla="*/ 90 w 108"/>
                <a:gd name="T35" fmla="*/ 11 h 168"/>
                <a:gd name="T36" fmla="*/ 101 w 108"/>
                <a:gd name="T37" fmla="*/ 2 h 168"/>
                <a:gd name="T38" fmla="*/ 103 w 108"/>
                <a:gd name="T39" fmla="*/ 0 h 168"/>
                <a:gd name="T40" fmla="*/ 108 w 108"/>
                <a:gd name="T41" fmla="*/ 7 h 168"/>
                <a:gd name="T42" fmla="*/ 105 w 108"/>
                <a:gd name="T43" fmla="*/ 9 h 168"/>
                <a:gd name="T44" fmla="*/ 94 w 108"/>
                <a:gd name="T45" fmla="*/ 17 h 168"/>
                <a:gd name="T46" fmla="*/ 94 w 108"/>
                <a:gd name="T47" fmla="*/ 17 h 168"/>
                <a:gd name="T48" fmla="*/ 83 w 108"/>
                <a:gd name="T49" fmla="*/ 27 h 168"/>
                <a:gd name="T50" fmla="*/ 73 w 108"/>
                <a:gd name="T51" fmla="*/ 36 h 168"/>
                <a:gd name="T52" fmla="*/ 61 w 108"/>
                <a:gd name="T53" fmla="*/ 48 h 168"/>
                <a:gd name="T54" fmla="*/ 60 w 108"/>
                <a:gd name="T55" fmla="*/ 48 h 168"/>
                <a:gd name="T56" fmla="*/ 48 w 108"/>
                <a:gd name="T57" fmla="*/ 63 h 168"/>
                <a:gd name="T58" fmla="*/ 40 w 108"/>
                <a:gd name="T59" fmla="*/ 74 h 168"/>
                <a:gd name="T60" fmla="*/ 36 w 108"/>
                <a:gd name="T61" fmla="*/ 80 h 168"/>
                <a:gd name="T62" fmla="*/ 31 w 108"/>
                <a:gd name="T63" fmla="*/ 87 h 168"/>
                <a:gd name="T64" fmla="*/ 29 w 108"/>
                <a:gd name="T65" fmla="*/ 90 h 168"/>
                <a:gd name="T66" fmla="*/ 24 w 108"/>
                <a:gd name="T67" fmla="*/ 100 h 168"/>
                <a:gd name="T68" fmla="*/ 17 w 108"/>
                <a:gd name="T69" fmla="*/ 113 h 168"/>
                <a:gd name="T70" fmla="*/ 13 w 108"/>
                <a:gd name="T71" fmla="*/ 121 h 168"/>
                <a:gd name="T72" fmla="*/ 13 w 108"/>
                <a:gd name="T73" fmla="*/ 122 h 168"/>
                <a:gd name="T74" fmla="*/ 9 w 108"/>
                <a:gd name="T75" fmla="*/ 133 h 168"/>
                <a:gd name="T76" fmla="*/ 8 w 108"/>
                <a:gd name="T77" fmla="*/ 137 h 168"/>
                <a:gd name="T78" fmla="*/ 5 w 108"/>
                <a:gd name="T79" fmla="*/ 146 h 168"/>
                <a:gd name="T80" fmla="*/ 3 w 108"/>
                <a:gd name="T81" fmla="*/ 152 h 168"/>
                <a:gd name="T82" fmla="*/ 0 w 108"/>
                <a:gd name="T83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08" h="168">
                  <a:moveTo>
                    <a:pt x="0" y="168"/>
                  </a:moveTo>
                  <a:cubicBezTo>
                    <a:pt x="0" y="162"/>
                    <a:pt x="2" y="157"/>
                    <a:pt x="3" y="151"/>
                  </a:cubicBezTo>
                  <a:cubicBezTo>
                    <a:pt x="3" y="149"/>
                    <a:pt x="4" y="147"/>
                    <a:pt x="4" y="145"/>
                  </a:cubicBezTo>
                  <a:cubicBezTo>
                    <a:pt x="5" y="142"/>
                    <a:pt x="5" y="140"/>
                    <a:pt x="6" y="137"/>
                  </a:cubicBezTo>
                  <a:cubicBezTo>
                    <a:pt x="7" y="136"/>
                    <a:pt x="7" y="134"/>
                    <a:pt x="8" y="133"/>
                  </a:cubicBezTo>
                  <a:cubicBezTo>
                    <a:pt x="11" y="121"/>
                    <a:pt x="11" y="121"/>
                    <a:pt x="11" y="121"/>
                  </a:cubicBezTo>
                  <a:cubicBezTo>
                    <a:pt x="12" y="118"/>
                    <a:pt x="14" y="116"/>
                    <a:pt x="15" y="113"/>
                  </a:cubicBezTo>
                  <a:cubicBezTo>
                    <a:pt x="17" y="108"/>
                    <a:pt x="19" y="103"/>
                    <a:pt x="21" y="98"/>
                  </a:cubicBezTo>
                  <a:cubicBezTo>
                    <a:pt x="26" y="88"/>
                    <a:pt x="26" y="88"/>
                    <a:pt x="26" y="88"/>
                  </a:cubicBezTo>
                  <a:cubicBezTo>
                    <a:pt x="27" y="87"/>
                    <a:pt x="27" y="86"/>
                    <a:pt x="28" y="85"/>
                  </a:cubicBezTo>
                  <a:cubicBezTo>
                    <a:pt x="29" y="83"/>
                    <a:pt x="30" y="80"/>
                    <a:pt x="32" y="79"/>
                  </a:cubicBezTo>
                  <a:cubicBezTo>
                    <a:pt x="33" y="76"/>
                    <a:pt x="35" y="74"/>
                    <a:pt x="36" y="72"/>
                  </a:cubicBezTo>
                  <a:cubicBezTo>
                    <a:pt x="39" y="68"/>
                    <a:pt x="41" y="64"/>
                    <a:pt x="44" y="60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9" y="41"/>
                    <a:pt x="62" y="38"/>
                    <a:pt x="64" y="35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72" y="27"/>
                    <a:pt x="75" y="24"/>
                    <a:pt x="78" y="21"/>
                  </a:cubicBezTo>
                  <a:cubicBezTo>
                    <a:pt x="90" y="11"/>
                    <a:pt x="90" y="11"/>
                    <a:pt x="90" y="11"/>
                  </a:cubicBezTo>
                  <a:cubicBezTo>
                    <a:pt x="94" y="7"/>
                    <a:pt x="98" y="5"/>
                    <a:pt x="101" y="2"/>
                  </a:cubicBezTo>
                  <a:cubicBezTo>
                    <a:pt x="102" y="2"/>
                    <a:pt x="103" y="1"/>
                    <a:pt x="103" y="0"/>
                  </a:cubicBezTo>
                  <a:cubicBezTo>
                    <a:pt x="108" y="7"/>
                    <a:pt x="108" y="7"/>
                    <a:pt x="108" y="7"/>
                  </a:cubicBezTo>
                  <a:cubicBezTo>
                    <a:pt x="107" y="8"/>
                    <a:pt x="106" y="9"/>
                    <a:pt x="105" y="9"/>
                  </a:cubicBezTo>
                  <a:cubicBezTo>
                    <a:pt x="102" y="11"/>
                    <a:pt x="99" y="14"/>
                    <a:pt x="94" y="17"/>
                  </a:cubicBezTo>
                  <a:cubicBezTo>
                    <a:pt x="94" y="17"/>
                    <a:pt x="94" y="17"/>
                    <a:pt x="94" y="17"/>
                  </a:cubicBezTo>
                  <a:cubicBezTo>
                    <a:pt x="83" y="27"/>
                    <a:pt x="83" y="27"/>
                    <a:pt x="83" y="27"/>
                  </a:cubicBezTo>
                  <a:cubicBezTo>
                    <a:pt x="80" y="29"/>
                    <a:pt x="76" y="32"/>
                    <a:pt x="73" y="36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45" y="66"/>
                    <a:pt x="42" y="70"/>
                    <a:pt x="40" y="74"/>
                  </a:cubicBezTo>
                  <a:cubicBezTo>
                    <a:pt x="39" y="76"/>
                    <a:pt x="37" y="78"/>
                    <a:pt x="36" y="80"/>
                  </a:cubicBezTo>
                  <a:cubicBezTo>
                    <a:pt x="34" y="82"/>
                    <a:pt x="32" y="85"/>
                    <a:pt x="31" y="87"/>
                  </a:cubicBezTo>
                  <a:cubicBezTo>
                    <a:pt x="30" y="88"/>
                    <a:pt x="30" y="89"/>
                    <a:pt x="29" y="90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1" y="104"/>
                    <a:pt x="19" y="109"/>
                    <a:pt x="17" y="113"/>
                  </a:cubicBezTo>
                  <a:cubicBezTo>
                    <a:pt x="16" y="116"/>
                    <a:pt x="15" y="119"/>
                    <a:pt x="13" y="121"/>
                  </a:cubicBezTo>
                  <a:cubicBezTo>
                    <a:pt x="13" y="122"/>
                    <a:pt x="13" y="122"/>
                    <a:pt x="13" y="122"/>
                  </a:cubicBezTo>
                  <a:cubicBezTo>
                    <a:pt x="9" y="133"/>
                    <a:pt x="9" y="133"/>
                    <a:pt x="9" y="133"/>
                  </a:cubicBezTo>
                  <a:cubicBezTo>
                    <a:pt x="9" y="135"/>
                    <a:pt x="8" y="136"/>
                    <a:pt x="8" y="137"/>
                  </a:cubicBezTo>
                  <a:cubicBezTo>
                    <a:pt x="7" y="140"/>
                    <a:pt x="6" y="143"/>
                    <a:pt x="5" y="146"/>
                  </a:cubicBezTo>
                  <a:cubicBezTo>
                    <a:pt x="4" y="148"/>
                    <a:pt x="4" y="150"/>
                    <a:pt x="3" y="152"/>
                  </a:cubicBezTo>
                  <a:cubicBezTo>
                    <a:pt x="2" y="157"/>
                    <a:pt x="1" y="162"/>
                    <a:pt x="0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4" name="Freeform 37"/>
            <p:cNvSpPr>
              <a:spLocks noEditPoints="1"/>
            </p:cNvSpPr>
            <p:nvPr/>
          </p:nvSpPr>
          <p:spPr bwMode="auto">
            <a:xfrm>
              <a:off x="5449" y="812"/>
              <a:ext cx="305" cy="486"/>
            </a:xfrm>
            <a:custGeom>
              <a:avLst/>
              <a:gdLst>
                <a:gd name="T0" fmla="*/ 110 w 249"/>
                <a:gd name="T1" fmla="*/ 4 h 397"/>
                <a:gd name="T2" fmla="*/ 84 w 249"/>
                <a:gd name="T3" fmla="*/ 25 h 397"/>
                <a:gd name="T4" fmla="*/ 60 w 249"/>
                <a:gd name="T5" fmla="*/ 50 h 397"/>
                <a:gd name="T6" fmla="*/ 35 w 249"/>
                <a:gd name="T7" fmla="*/ 85 h 397"/>
                <a:gd name="T8" fmla="*/ 24 w 249"/>
                <a:gd name="T9" fmla="*/ 106 h 397"/>
                <a:gd name="T10" fmla="*/ 10 w 249"/>
                <a:gd name="T11" fmla="*/ 142 h 397"/>
                <a:gd name="T12" fmla="*/ 2 w 249"/>
                <a:gd name="T13" fmla="*/ 181 h 397"/>
                <a:gd name="T14" fmla="*/ 0 w 249"/>
                <a:gd name="T15" fmla="*/ 209 h 397"/>
                <a:gd name="T16" fmla="*/ 1 w 249"/>
                <a:gd name="T17" fmla="*/ 223 h 397"/>
                <a:gd name="T18" fmla="*/ 5 w 249"/>
                <a:gd name="T19" fmla="*/ 251 h 397"/>
                <a:gd name="T20" fmla="*/ 9 w 249"/>
                <a:gd name="T21" fmla="*/ 265 h 397"/>
                <a:gd name="T22" fmla="*/ 19 w 249"/>
                <a:gd name="T23" fmla="*/ 291 h 397"/>
                <a:gd name="T24" fmla="*/ 34 w 249"/>
                <a:gd name="T25" fmla="*/ 316 h 397"/>
                <a:gd name="T26" fmla="*/ 51 w 249"/>
                <a:gd name="T27" fmla="*/ 337 h 397"/>
                <a:gd name="T28" fmla="*/ 114 w 249"/>
                <a:gd name="T29" fmla="*/ 380 h 397"/>
                <a:gd name="T30" fmla="*/ 177 w 249"/>
                <a:gd name="T31" fmla="*/ 396 h 397"/>
                <a:gd name="T32" fmla="*/ 195 w 249"/>
                <a:gd name="T33" fmla="*/ 397 h 397"/>
                <a:gd name="T34" fmla="*/ 203 w 249"/>
                <a:gd name="T35" fmla="*/ 397 h 397"/>
                <a:gd name="T36" fmla="*/ 218 w 249"/>
                <a:gd name="T37" fmla="*/ 396 h 397"/>
                <a:gd name="T38" fmla="*/ 235 w 249"/>
                <a:gd name="T39" fmla="*/ 394 h 397"/>
                <a:gd name="T40" fmla="*/ 249 w 249"/>
                <a:gd name="T41" fmla="*/ 391 h 397"/>
                <a:gd name="T42" fmla="*/ 235 w 249"/>
                <a:gd name="T43" fmla="*/ 393 h 397"/>
                <a:gd name="T44" fmla="*/ 218 w 249"/>
                <a:gd name="T45" fmla="*/ 395 h 397"/>
                <a:gd name="T46" fmla="*/ 203 w 249"/>
                <a:gd name="T47" fmla="*/ 395 h 397"/>
                <a:gd name="T48" fmla="*/ 187 w 249"/>
                <a:gd name="T49" fmla="*/ 394 h 397"/>
                <a:gd name="T50" fmla="*/ 158 w 249"/>
                <a:gd name="T51" fmla="*/ 389 h 397"/>
                <a:gd name="T52" fmla="*/ 76 w 249"/>
                <a:gd name="T53" fmla="*/ 349 h 397"/>
                <a:gd name="T54" fmla="*/ 50 w 249"/>
                <a:gd name="T55" fmla="*/ 321 h 397"/>
                <a:gd name="T56" fmla="*/ 21 w 249"/>
                <a:gd name="T57" fmla="*/ 261 h 397"/>
                <a:gd name="T58" fmla="*/ 18 w 249"/>
                <a:gd name="T59" fmla="*/ 248 h 397"/>
                <a:gd name="T60" fmla="*/ 15 w 249"/>
                <a:gd name="T61" fmla="*/ 222 h 397"/>
                <a:gd name="T62" fmla="*/ 15 w 249"/>
                <a:gd name="T63" fmla="*/ 209 h 397"/>
                <a:gd name="T64" fmla="*/ 17 w 249"/>
                <a:gd name="T65" fmla="*/ 183 h 397"/>
                <a:gd name="T66" fmla="*/ 27 w 249"/>
                <a:gd name="T67" fmla="*/ 147 h 397"/>
                <a:gd name="T68" fmla="*/ 41 w 249"/>
                <a:gd name="T69" fmla="*/ 115 h 397"/>
                <a:gd name="T70" fmla="*/ 52 w 249"/>
                <a:gd name="T71" fmla="*/ 96 h 397"/>
                <a:gd name="T72" fmla="*/ 76 w 249"/>
                <a:gd name="T73" fmla="*/ 64 h 397"/>
                <a:gd name="T74" fmla="*/ 99 w 249"/>
                <a:gd name="T75" fmla="*/ 43 h 397"/>
                <a:gd name="T76" fmla="*/ 124 w 249"/>
                <a:gd name="T77" fmla="*/ 24 h 397"/>
                <a:gd name="T78" fmla="*/ 115 w 249"/>
                <a:gd name="T79" fmla="*/ 0 h 397"/>
                <a:gd name="T80" fmla="*/ 249 w 249"/>
                <a:gd name="T81" fmla="*/ 391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9" h="397">
                  <a:moveTo>
                    <a:pt x="115" y="0"/>
                  </a:moveTo>
                  <a:cubicBezTo>
                    <a:pt x="115" y="0"/>
                    <a:pt x="113" y="1"/>
                    <a:pt x="110" y="4"/>
                  </a:cubicBezTo>
                  <a:cubicBezTo>
                    <a:pt x="106" y="7"/>
                    <a:pt x="101" y="10"/>
                    <a:pt x="95" y="15"/>
                  </a:cubicBezTo>
                  <a:cubicBezTo>
                    <a:pt x="92" y="18"/>
                    <a:pt x="88" y="22"/>
                    <a:pt x="84" y="25"/>
                  </a:cubicBezTo>
                  <a:cubicBezTo>
                    <a:pt x="81" y="28"/>
                    <a:pt x="76" y="32"/>
                    <a:pt x="73" y="36"/>
                  </a:cubicBezTo>
                  <a:cubicBezTo>
                    <a:pt x="69" y="41"/>
                    <a:pt x="64" y="45"/>
                    <a:pt x="60" y="50"/>
                  </a:cubicBezTo>
                  <a:cubicBezTo>
                    <a:pt x="56" y="55"/>
                    <a:pt x="52" y="61"/>
                    <a:pt x="47" y="66"/>
                  </a:cubicBezTo>
                  <a:cubicBezTo>
                    <a:pt x="43" y="72"/>
                    <a:pt x="39" y="79"/>
                    <a:pt x="35" y="85"/>
                  </a:cubicBezTo>
                  <a:cubicBezTo>
                    <a:pt x="33" y="88"/>
                    <a:pt x="31" y="92"/>
                    <a:pt x="29" y="95"/>
                  </a:cubicBezTo>
                  <a:cubicBezTo>
                    <a:pt x="27" y="99"/>
                    <a:pt x="26" y="102"/>
                    <a:pt x="24" y="106"/>
                  </a:cubicBezTo>
                  <a:cubicBezTo>
                    <a:pt x="20" y="113"/>
                    <a:pt x="17" y="121"/>
                    <a:pt x="14" y="129"/>
                  </a:cubicBezTo>
                  <a:cubicBezTo>
                    <a:pt x="13" y="133"/>
                    <a:pt x="11" y="137"/>
                    <a:pt x="10" y="142"/>
                  </a:cubicBezTo>
                  <a:cubicBezTo>
                    <a:pt x="9" y="146"/>
                    <a:pt x="7" y="150"/>
                    <a:pt x="6" y="154"/>
                  </a:cubicBezTo>
                  <a:cubicBezTo>
                    <a:pt x="5" y="163"/>
                    <a:pt x="2" y="172"/>
                    <a:pt x="2" y="181"/>
                  </a:cubicBezTo>
                  <a:cubicBezTo>
                    <a:pt x="1" y="186"/>
                    <a:pt x="0" y="190"/>
                    <a:pt x="0" y="195"/>
                  </a:cubicBezTo>
                  <a:cubicBezTo>
                    <a:pt x="0" y="200"/>
                    <a:pt x="0" y="204"/>
                    <a:pt x="0" y="209"/>
                  </a:cubicBezTo>
                  <a:cubicBezTo>
                    <a:pt x="0" y="211"/>
                    <a:pt x="0" y="214"/>
                    <a:pt x="0" y="216"/>
                  </a:cubicBezTo>
                  <a:cubicBezTo>
                    <a:pt x="1" y="223"/>
                    <a:pt x="1" y="223"/>
                    <a:pt x="1" y="223"/>
                  </a:cubicBezTo>
                  <a:cubicBezTo>
                    <a:pt x="1" y="228"/>
                    <a:pt x="2" y="232"/>
                    <a:pt x="2" y="237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6" y="253"/>
                    <a:pt x="6" y="256"/>
                    <a:pt x="7" y="258"/>
                  </a:cubicBezTo>
                  <a:cubicBezTo>
                    <a:pt x="9" y="265"/>
                    <a:pt x="9" y="265"/>
                    <a:pt x="9" y="265"/>
                  </a:cubicBezTo>
                  <a:cubicBezTo>
                    <a:pt x="11" y="269"/>
                    <a:pt x="12" y="274"/>
                    <a:pt x="14" y="278"/>
                  </a:cubicBezTo>
                  <a:cubicBezTo>
                    <a:pt x="19" y="291"/>
                    <a:pt x="19" y="291"/>
                    <a:pt x="19" y="291"/>
                  </a:cubicBezTo>
                  <a:cubicBezTo>
                    <a:pt x="21" y="296"/>
                    <a:pt x="24" y="299"/>
                    <a:pt x="26" y="303"/>
                  </a:cubicBezTo>
                  <a:cubicBezTo>
                    <a:pt x="29" y="308"/>
                    <a:pt x="31" y="311"/>
                    <a:pt x="34" y="316"/>
                  </a:cubicBezTo>
                  <a:cubicBezTo>
                    <a:pt x="36" y="319"/>
                    <a:pt x="39" y="323"/>
                    <a:pt x="42" y="326"/>
                  </a:cubicBezTo>
                  <a:cubicBezTo>
                    <a:pt x="45" y="330"/>
                    <a:pt x="48" y="333"/>
                    <a:pt x="51" y="337"/>
                  </a:cubicBezTo>
                  <a:cubicBezTo>
                    <a:pt x="57" y="343"/>
                    <a:pt x="64" y="349"/>
                    <a:pt x="71" y="355"/>
                  </a:cubicBezTo>
                  <a:cubicBezTo>
                    <a:pt x="85" y="365"/>
                    <a:pt x="100" y="374"/>
                    <a:pt x="114" y="380"/>
                  </a:cubicBezTo>
                  <a:cubicBezTo>
                    <a:pt x="129" y="386"/>
                    <a:pt x="144" y="390"/>
                    <a:pt x="157" y="393"/>
                  </a:cubicBezTo>
                  <a:cubicBezTo>
                    <a:pt x="164" y="394"/>
                    <a:pt x="171" y="395"/>
                    <a:pt x="177" y="396"/>
                  </a:cubicBezTo>
                  <a:cubicBezTo>
                    <a:pt x="180" y="396"/>
                    <a:pt x="183" y="396"/>
                    <a:pt x="186" y="396"/>
                  </a:cubicBezTo>
                  <a:cubicBezTo>
                    <a:pt x="189" y="396"/>
                    <a:pt x="192" y="396"/>
                    <a:pt x="195" y="397"/>
                  </a:cubicBezTo>
                  <a:cubicBezTo>
                    <a:pt x="197" y="397"/>
                    <a:pt x="199" y="397"/>
                    <a:pt x="202" y="397"/>
                  </a:cubicBezTo>
                  <a:cubicBezTo>
                    <a:pt x="202" y="397"/>
                    <a:pt x="203" y="397"/>
                    <a:pt x="203" y="397"/>
                  </a:cubicBezTo>
                  <a:cubicBezTo>
                    <a:pt x="206" y="397"/>
                    <a:pt x="208" y="396"/>
                    <a:pt x="211" y="396"/>
                  </a:cubicBezTo>
                  <a:cubicBezTo>
                    <a:pt x="213" y="396"/>
                    <a:pt x="216" y="396"/>
                    <a:pt x="218" y="396"/>
                  </a:cubicBezTo>
                  <a:cubicBezTo>
                    <a:pt x="220" y="396"/>
                    <a:pt x="222" y="395"/>
                    <a:pt x="224" y="395"/>
                  </a:cubicBezTo>
                  <a:cubicBezTo>
                    <a:pt x="228" y="395"/>
                    <a:pt x="232" y="395"/>
                    <a:pt x="235" y="394"/>
                  </a:cubicBezTo>
                  <a:cubicBezTo>
                    <a:pt x="238" y="393"/>
                    <a:pt x="240" y="393"/>
                    <a:pt x="243" y="393"/>
                  </a:cubicBezTo>
                  <a:cubicBezTo>
                    <a:pt x="247" y="392"/>
                    <a:pt x="249" y="391"/>
                    <a:pt x="249" y="391"/>
                  </a:cubicBezTo>
                  <a:cubicBezTo>
                    <a:pt x="249" y="391"/>
                    <a:pt x="247" y="392"/>
                    <a:pt x="243" y="392"/>
                  </a:cubicBezTo>
                  <a:cubicBezTo>
                    <a:pt x="240" y="393"/>
                    <a:pt x="238" y="393"/>
                    <a:pt x="235" y="393"/>
                  </a:cubicBezTo>
                  <a:cubicBezTo>
                    <a:pt x="232" y="394"/>
                    <a:pt x="228" y="394"/>
                    <a:pt x="224" y="394"/>
                  </a:cubicBezTo>
                  <a:cubicBezTo>
                    <a:pt x="222" y="394"/>
                    <a:pt x="220" y="394"/>
                    <a:pt x="218" y="395"/>
                  </a:cubicBezTo>
                  <a:cubicBezTo>
                    <a:pt x="216" y="395"/>
                    <a:pt x="213" y="395"/>
                    <a:pt x="211" y="395"/>
                  </a:cubicBezTo>
                  <a:cubicBezTo>
                    <a:pt x="208" y="395"/>
                    <a:pt x="206" y="395"/>
                    <a:pt x="203" y="395"/>
                  </a:cubicBezTo>
                  <a:cubicBezTo>
                    <a:pt x="201" y="395"/>
                    <a:pt x="198" y="394"/>
                    <a:pt x="195" y="394"/>
                  </a:cubicBezTo>
                  <a:cubicBezTo>
                    <a:pt x="192" y="394"/>
                    <a:pt x="190" y="394"/>
                    <a:pt x="187" y="394"/>
                  </a:cubicBezTo>
                  <a:cubicBezTo>
                    <a:pt x="184" y="393"/>
                    <a:pt x="181" y="393"/>
                    <a:pt x="178" y="393"/>
                  </a:cubicBezTo>
                  <a:cubicBezTo>
                    <a:pt x="171" y="392"/>
                    <a:pt x="165" y="390"/>
                    <a:pt x="158" y="389"/>
                  </a:cubicBezTo>
                  <a:cubicBezTo>
                    <a:pt x="145" y="386"/>
                    <a:pt x="131" y="381"/>
                    <a:pt x="117" y="375"/>
                  </a:cubicBezTo>
                  <a:cubicBezTo>
                    <a:pt x="103" y="368"/>
                    <a:pt x="89" y="359"/>
                    <a:pt x="76" y="349"/>
                  </a:cubicBezTo>
                  <a:cubicBezTo>
                    <a:pt x="69" y="343"/>
                    <a:pt x="63" y="337"/>
                    <a:pt x="58" y="331"/>
                  </a:cubicBezTo>
                  <a:cubicBezTo>
                    <a:pt x="55" y="327"/>
                    <a:pt x="52" y="324"/>
                    <a:pt x="50" y="321"/>
                  </a:cubicBezTo>
                  <a:cubicBezTo>
                    <a:pt x="47" y="317"/>
                    <a:pt x="44" y="313"/>
                    <a:pt x="42" y="310"/>
                  </a:cubicBezTo>
                  <a:cubicBezTo>
                    <a:pt x="33" y="295"/>
                    <a:pt x="25" y="279"/>
                    <a:pt x="21" y="261"/>
                  </a:cubicBezTo>
                  <a:cubicBezTo>
                    <a:pt x="19" y="255"/>
                    <a:pt x="19" y="255"/>
                    <a:pt x="19" y="255"/>
                  </a:cubicBezTo>
                  <a:cubicBezTo>
                    <a:pt x="18" y="253"/>
                    <a:pt x="18" y="251"/>
                    <a:pt x="18" y="248"/>
                  </a:cubicBezTo>
                  <a:cubicBezTo>
                    <a:pt x="16" y="235"/>
                    <a:pt x="16" y="235"/>
                    <a:pt x="16" y="235"/>
                  </a:cubicBezTo>
                  <a:cubicBezTo>
                    <a:pt x="15" y="231"/>
                    <a:pt x="15" y="226"/>
                    <a:pt x="15" y="222"/>
                  </a:cubicBezTo>
                  <a:cubicBezTo>
                    <a:pt x="15" y="216"/>
                    <a:pt x="15" y="216"/>
                    <a:pt x="15" y="216"/>
                  </a:cubicBezTo>
                  <a:cubicBezTo>
                    <a:pt x="15" y="213"/>
                    <a:pt x="15" y="211"/>
                    <a:pt x="15" y="209"/>
                  </a:cubicBezTo>
                  <a:cubicBezTo>
                    <a:pt x="15" y="205"/>
                    <a:pt x="15" y="200"/>
                    <a:pt x="16" y="196"/>
                  </a:cubicBezTo>
                  <a:cubicBezTo>
                    <a:pt x="16" y="192"/>
                    <a:pt x="17" y="188"/>
                    <a:pt x="17" y="183"/>
                  </a:cubicBezTo>
                  <a:cubicBezTo>
                    <a:pt x="18" y="175"/>
                    <a:pt x="21" y="167"/>
                    <a:pt x="23" y="159"/>
                  </a:cubicBezTo>
                  <a:cubicBezTo>
                    <a:pt x="24" y="155"/>
                    <a:pt x="25" y="151"/>
                    <a:pt x="27" y="147"/>
                  </a:cubicBezTo>
                  <a:cubicBezTo>
                    <a:pt x="28" y="143"/>
                    <a:pt x="29" y="139"/>
                    <a:pt x="31" y="136"/>
                  </a:cubicBezTo>
                  <a:cubicBezTo>
                    <a:pt x="34" y="128"/>
                    <a:pt x="37" y="121"/>
                    <a:pt x="41" y="115"/>
                  </a:cubicBezTo>
                  <a:cubicBezTo>
                    <a:pt x="43" y="111"/>
                    <a:pt x="44" y="108"/>
                    <a:pt x="46" y="105"/>
                  </a:cubicBezTo>
                  <a:cubicBezTo>
                    <a:pt x="48" y="102"/>
                    <a:pt x="50" y="99"/>
                    <a:pt x="52" y="96"/>
                  </a:cubicBezTo>
                  <a:cubicBezTo>
                    <a:pt x="56" y="90"/>
                    <a:pt x="60" y="84"/>
                    <a:pt x="64" y="79"/>
                  </a:cubicBezTo>
                  <a:cubicBezTo>
                    <a:pt x="68" y="74"/>
                    <a:pt x="72" y="69"/>
                    <a:pt x="76" y="64"/>
                  </a:cubicBezTo>
                  <a:cubicBezTo>
                    <a:pt x="81" y="60"/>
                    <a:pt x="85" y="56"/>
                    <a:pt x="88" y="52"/>
                  </a:cubicBezTo>
                  <a:cubicBezTo>
                    <a:pt x="92" y="48"/>
                    <a:pt x="96" y="45"/>
                    <a:pt x="99" y="43"/>
                  </a:cubicBezTo>
                  <a:cubicBezTo>
                    <a:pt x="103" y="40"/>
                    <a:pt x="106" y="37"/>
                    <a:pt x="109" y="35"/>
                  </a:cubicBezTo>
                  <a:cubicBezTo>
                    <a:pt x="115" y="30"/>
                    <a:pt x="121" y="26"/>
                    <a:pt x="124" y="24"/>
                  </a:cubicBezTo>
                  <a:cubicBezTo>
                    <a:pt x="128" y="21"/>
                    <a:pt x="130" y="20"/>
                    <a:pt x="130" y="20"/>
                  </a:cubicBezTo>
                  <a:cubicBezTo>
                    <a:pt x="115" y="0"/>
                    <a:pt x="115" y="0"/>
                    <a:pt x="115" y="0"/>
                  </a:cubicBezTo>
                  <a:close/>
                  <a:moveTo>
                    <a:pt x="249" y="391"/>
                  </a:moveTo>
                  <a:cubicBezTo>
                    <a:pt x="249" y="391"/>
                    <a:pt x="249" y="391"/>
                    <a:pt x="249" y="3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95" name="Group 17"/>
          <p:cNvGrpSpPr>
            <a:grpSpLocks noChangeAspect="1"/>
          </p:cNvGrpSpPr>
          <p:nvPr/>
        </p:nvGrpSpPr>
        <p:grpSpPr bwMode="auto">
          <a:xfrm>
            <a:off x="3256510" y="4132876"/>
            <a:ext cx="445406" cy="498119"/>
            <a:chOff x="4364" y="2236"/>
            <a:chExt cx="1428" cy="1597"/>
          </a:xfrm>
          <a:solidFill>
            <a:srgbClr val="FB710F">
              <a:alpha val="55000"/>
            </a:srgbClr>
          </a:solidFill>
        </p:grpSpPr>
        <p:sp>
          <p:nvSpPr>
            <p:cNvPr id="196" name="Freeform 18"/>
            <p:cNvSpPr>
              <a:spLocks noEditPoints="1"/>
            </p:cNvSpPr>
            <p:nvPr/>
          </p:nvSpPr>
          <p:spPr bwMode="auto">
            <a:xfrm>
              <a:off x="4752" y="2976"/>
              <a:ext cx="653" cy="857"/>
            </a:xfrm>
            <a:custGeom>
              <a:avLst/>
              <a:gdLst>
                <a:gd name="T0" fmla="*/ 666 w 782"/>
                <a:gd name="T1" fmla="*/ 613 h 1027"/>
                <a:gd name="T2" fmla="*/ 781 w 782"/>
                <a:gd name="T3" fmla="*/ 360 h 1027"/>
                <a:gd name="T4" fmla="*/ 777 w 782"/>
                <a:gd name="T5" fmla="*/ 329 h 1027"/>
                <a:gd name="T6" fmla="*/ 571 w 782"/>
                <a:gd name="T7" fmla="*/ 68 h 1027"/>
                <a:gd name="T8" fmla="*/ 489 w 782"/>
                <a:gd name="T9" fmla="*/ 30 h 1027"/>
                <a:gd name="T10" fmla="*/ 453 w 782"/>
                <a:gd name="T11" fmla="*/ 0 h 1027"/>
                <a:gd name="T12" fmla="*/ 398 w 782"/>
                <a:gd name="T13" fmla="*/ 54 h 1027"/>
                <a:gd name="T14" fmla="*/ 452 w 782"/>
                <a:gd name="T15" fmla="*/ 413 h 1027"/>
                <a:gd name="T16" fmla="*/ 451 w 782"/>
                <a:gd name="T17" fmla="*/ 416 h 1027"/>
                <a:gd name="T18" fmla="*/ 395 w 782"/>
                <a:gd name="T19" fmla="*/ 492 h 1027"/>
                <a:gd name="T20" fmla="*/ 392 w 782"/>
                <a:gd name="T21" fmla="*/ 494 h 1027"/>
                <a:gd name="T22" fmla="*/ 388 w 782"/>
                <a:gd name="T23" fmla="*/ 492 h 1027"/>
                <a:gd name="T24" fmla="*/ 332 w 782"/>
                <a:gd name="T25" fmla="*/ 416 h 1027"/>
                <a:gd name="T26" fmla="*/ 331 w 782"/>
                <a:gd name="T27" fmla="*/ 413 h 1027"/>
                <a:gd name="T28" fmla="*/ 385 w 782"/>
                <a:gd name="T29" fmla="*/ 54 h 1027"/>
                <a:gd name="T30" fmla="*/ 331 w 782"/>
                <a:gd name="T31" fmla="*/ 0 h 1027"/>
                <a:gd name="T32" fmla="*/ 295 w 782"/>
                <a:gd name="T33" fmla="*/ 30 h 1027"/>
                <a:gd name="T34" fmla="*/ 211 w 782"/>
                <a:gd name="T35" fmla="*/ 68 h 1027"/>
                <a:gd name="T36" fmla="*/ 5 w 782"/>
                <a:gd name="T37" fmla="*/ 330 h 1027"/>
                <a:gd name="T38" fmla="*/ 1 w 782"/>
                <a:gd name="T39" fmla="*/ 361 h 1027"/>
                <a:gd name="T40" fmla="*/ 116 w 782"/>
                <a:gd name="T41" fmla="*/ 613 h 1027"/>
                <a:gd name="T42" fmla="*/ 169 w 782"/>
                <a:gd name="T43" fmla="*/ 642 h 1027"/>
                <a:gd name="T44" fmla="*/ 201 w 782"/>
                <a:gd name="T45" fmla="*/ 634 h 1027"/>
                <a:gd name="T46" fmla="*/ 224 w 782"/>
                <a:gd name="T47" fmla="*/ 676 h 1027"/>
                <a:gd name="T48" fmla="*/ 224 w 782"/>
                <a:gd name="T49" fmla="*/ 1027 h 1027"/>
                <a:gd name="T50" fmla="*/ 376 w 782"/>
                <a:gd name="T51" fmla="*/ 1027 h 1027"/>
                <a:gd name="T52" fmla="*/ 376 w 782"/>
                <a:gd name="T53" fmla="*/ 756 h 1027"/>
                <a:gd name="T54" fmla="*/ 392 w 782"/>
                <a:gd name="T55" fmla="*/ 757 h 1027"/>
                <a:gd name="T56" fmla="*/ 408 w 782"/>
                <a:gd name="T57" fmla="*/ 756 h 1027"/>
                <a:gd name="T58" fmla="*/ 408 w 782"/>
                <a:gd name="T59" fmla="*/ 1027 h 1027"/>
                <a:gd name="T60" fmla="*/ 559 w 782"/>
                <a:gd name="T61" fmla="*/ 1027 h 1027"/>
                <a:gd name="T62" fmla="*/ 559 w 782"/>
                <a:gd name="T63" fmla="*/ 676 h 1027"/>
                <a:gd name="T64" fmla="*/ 582 w 782"/>
                <a:gd name="T65" fmla="*/ 634 h 1027"/>
                <a:gd name="T66" fmla="*/ 613 w 782"/>
                <a:gd name="T67" fmla="*/ 642 h 1027"/>
                <a:gd name="T68" fmla="*/ 666 w 782"/>
                <a:gd name="T69" fmla="*/ 613 h 1027"/>
                <a:gd name="T70" fmla="*/ 129 w 782"/>
                <a:gd name="T71" fmla="*/ 359 h 1027"/>
                <a:gd name="T72" fmla="*/ 193 w 782"/>
                <a:gd name="T73" fmla="*/ 254 h 1027"/>
                <a:gd name="T74" fmla="*/ 193 w 782"/>
                <a:gd name="T75" fmla="*/ 497 h 1027"/>
                <a:gd name="T76" fmla="*/ 129 w 782"/>
                <a:gd name="T77" fmla="*/ 359 h 1027"/>
                <a:gd name="T78" fmla="*/ 591 w 782"/>
                <a:gd name="T79" fmla="*/ 494 h 1027"/>
                <a:gd name="T80" fmla="*/ 591 w 782"/>
                <a:gd name="T81" fmla="*/ 256 h 1027"/>
                <a:gd name="T82" fmla="*/ 653 w 782"/>
                <a:gd name="T83" fmla="*/ 359 h 1027"/>
                <a:gd name="T84" fmla="*/ 591 w 782"/>
                <a:gd name="T85" fmla="*/ 494 h 10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82" h="1027">
                  <a:moveTo>
                    <a:pt x="666" y="613"/>
                  </a:moveTo>
                  <a:cubicBezTo>
                    <a:pt x="683" y="586"/>
                    <a:pt x="770" y="446"/>
                    <a:pt x="781" y="360"/>
                  </a:cubicBezTo>
                  <a:cubicBezTo>
                    <a:pt x="782" y="350"/>
                    <a:pt x="781" y="339"/>
                    <a:pt x="777" y="329"/>
                  </a:cubicBezTo>
                  <a:cubicBezTo>
                    <a:pt x="765" y="298"/>
                    <a:pt x="676" y="119"/>
                    <a:pt x="571" y="68"/>
                  </a:cubicBezTo>
                  <a:cubicBezTo>
                    <a:pt x="571" y="68"/>
                    <a:pt x="489" y="30"/>
                    <a:pt x="489" y="30"/>
                  </a:cubicBezTo>
                  <a:cubicBezTo>
                    <a:pt x="453" y="0"/>
                    <a:pt x="453" y="0"/>
                    <a:pt x="453" y="0"/>
                  </a:cubicBezTo>
                  <a:cubicBezTo>
                    <a:pt x="398" y="54"/>
                    <a:pt x="398" y="54"/>
                    <a:pt x="398" y="54"/>
                  </a:cubicBezTo>
                  <a:cubicBezTo>
                    <a:pt x="452" y="413"/>
                    <a:pt x="452" y="413"/>
                    <a:pt x="452" y="413"/>
                  </a:cubicBezTo>
                  <a:cubicBezTo>
                    <a:pt x="452" y="414"/>
                    <a:pt x="452" y="415"/>
                    <a:pt x="451" y="416"/>
                  </a:cubicBezTo>
                  <a:cubicBezTo>
                    <a:pt x="395" y="492"/>
                    <a:pt x="395" y="492"/>
                    <a:pt x="395" y="492"/>
                  </a:cubicBezTo>
                  <a:cubicBezTo>
                    <a:pt x="395" y="494"/>
                    <a:pt x="393" y="494"/>
                    <a:pt x="392" y="494"/>
                  </a:cubicBezTo>
                  <a:cubicBezTo>
                    <a:pt x="390" y="494"/>
                    <a:pt x="389" y="494"/>
                    <a:pt x="388" y="492"/>
                  </a:cubicBezTo>
                  <a:cubicBezTo>
                    <a:pt x="332" y="416"/>
                    <a:pt x="332" y="416"/>
                    <a:pt x="332" y="416"/>
                  </a:cubicBezTo>
                  <a:cubicBezTo>
                    <a:pt x="332" y="415"/>
                    <a:pt x="331" y="414"/>
                    <a:pt x="331" y="413"/>
                  </a:cubicBezTo>
                  <a:cubicBezTo>
                    <a:pt x="385" y="54"/>
                    <a:pt x="385" y="54"/>
                    <a:pt x="385" y="54"/>
                  </a:cubicBezTo>
                  <a:cubicBezTo>
                    <a:pt x="331" y="0"/>
                    <a:pt x="331" y="0"/>
                    <a:pt x="331" y="0"/>
                  </a:cubicBezTo>
                  <a:cubicBezTo>
                    <a:pt x="295" y="30"/>
                    <a:pt x="295" y="30"/>
                    <a:pt x="295" y="30"/>
                  </a:cubicBezTo>
                  <a:cubicBezTo>
                    <a:pt x="295" y="30"/>
                    <a:pt x="213" y="67"/>
                    <a:pt x="211" y="68"/>
                  </a:cubicBezTo>
                  <a:cubicBezTo>
                    <a:pt x="106" y="119"/>
                    <a:pt x="17" y="299"/>
                    <a:pt x="5" y="330"/>
                  </a:cubicBezTo>
                  <a:cubicBezTo>
                    <a:pt x="1" y="339"/>
                    <a:pt x="0" y="350"/>
                    <a:pt x="1" y="361"/>
                  </a:cubicBezTo>
                  <a:cubicBezTo>
                    <a:pt x="12" y="446"/>
                    <a:pt x="99" y="586"/>
                    <a:pt x="116" y="613"/>
                  </a:cubicBezTo>
                  <a:cubicBezTo>
                    <a:pt x="128" y="632"/>
                    <a:pt x="148" y="642"/>
                    <a:pt x="169" y="642"/>
                  </a:cubicBezTo>
                  <a:cubicBezTo>
                    <a:pt x="180" y="642"/>
                    <a:pt x="191" y="640"/>
                    <a:pt x="201" y="634"/>
                  </a:cubicBezTo>
                  <a:cubicBezTo>
                    <a:pt x="207" y="649"/>
                    <a:pt x="215" y="663"/>
                    <a:pt x="224" y="676"/>
                  </a:cubicBezTo>
                  <a:cubicBezTo>
                    <a:pt x="224" y="1027"/>
                    <a:pt x="224" y="1027"/>
                    <a:pt x="224" y="1027"/>
                  </a:cubicBezTo>
                  <a:cubicBezTo>
                    <a:pt x="376" y="1027"/>
                    <a:pt x="376" y="1027"/>
                    <a:pt x="376" y="1027"/>
                  </a:cubicBezTo>
                  <a:cubicBezTo>
                    <a:pt x="376" y="756"/>
                    <a:pt x="376" y="756"/>
                    <a:pt x="376" y="756"/>
                  </a:cubicBezTo>
                  <a:cubicBezTo>
                    <a:pt x="381" y="757"/>
                    <a:pt x="386" y="757"/>
                    <a:pt x="392" y="757"/>
                  </a:cubicBezTo>
                  <a:cubicBezTo>
                    <a:pt x="397" y="757"/>
                    <a:pt x="402" y="757"/>
                    <a:pt x="408" y="756"/>
                  </a:cubicBezTo>
                  <a:cubicBezTo>
                    <a:pt x="408" y="1027"/>
                    <a:pt x="408" y="1027"/>
                    <a:pt x="408" y="1027"/>
                  </a:cubicBezTo>
                  <a:cubicBezTo>
                    <a:pt x="559" y="1027"/>
                    <a:pt x="559" y="1027"/>
                    <a:pt x="559" y="1027"/>
                  </a:cubicBezTo>
                  <a:cubicBezTo>
                    <a:pt x="559" y="676"/>
                    <a:pt x="559" y="676"/>
                    <a:pt x="559" y="676"/>
                  </a:cubicBezTo>
                  <a:cubicBezTo>
                    <a:pt x="569" y="663"/>
                    <a:pt x="577" y="649"/>
                    <a:pt x="582" y="634"/>
                  </a:cubicBezTo>
                  <a:cubicBezTo>
                    <a:pt x="592" y="640"/>
                    <a:pt x="602" y="642"/>
                    <a:pt x="613" y="642"/>
                  </a:cubicBezTo>
                  <a:cubicBezTo>
                    <a:pt x="634" y="642"/>
                    <a:pt x="654" y="632"/>
                    <a:pt x="666" y="613"/>
                  </a:cubicBezTo>
                  <a:close/>
                  <a:moveTo>
                    <a:pt x="129" y="359"/>
                  </a:moveTo>
                  <a:cubicBezTo>
                    <a:pt x="142" y="332"/>
                    <a:pt x="166" y="290"/>
                    <a:pt x="193" y="254"/>
                  </a:cubicBezTo>
                  <a:cubicBezTo>
                    <a:pt x="193" y="497"/>
                    <a:pt x="193" y="497"/>
                    <a:pt x="193" y="497"/>
                  </a:cubicBezTo>
                  <a:cubicBezTo>
                    <a:pt x="166" y="449"/>
                    <a:pt x="139" y="394"/>
                    <a:pt x="129" y="359"/>
                  </a:cubicBezTo>
                  <a:close/>
                  <a:moveTo>
                    <a:pt x="591" y="494"/>
                  </a:moveTo>
                  <a:cubicBezTo>
                    <a:pt x="591" y="256"/>
                    <a:pt x="591" y="256"/>
                    <a:pt x="591" y="256"/>
                  </a:cubicBezTo>
                  <a:cubicBezTo>
                    <a:pt x="617" y="292"/>
                    <a:pt x="640" y="332"/>
                    <a:pt x="653" y="359"/>
                  </a:cubicBezTo>
                  <a:cubicBezTo>
                    <a:pt x="644" y="393"/>
                    <a:pt x="617" y="447"/>
                    <a:pt x="591" y="4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7" name="Freeform 19"/>
            <p:cNvSpPr/>
            <p:nvPr/>
          </p:nvSpPr>
          <p:spPr bwMode="auto">
            <a:xfrm>
              <a:off x="4943" y="2622"/>
              <a:ext cx="272" cy="323"/>
            </a:xfrm>
            <a:custGeom>
              <a:avLst/>
              <a:gdLst>
                <a:gd name="T0" fmla="*/ 325 w 326"/>
                <a:gd name="T1" fmla="*/ 159 h 388"/>
                <a:gd name="T2" fmla="*/ 163 w 326"/>
                <a:gd name="T3" fmla="*/ 0 h 388"/>
                <a:gd name="T4" fmla="*/ 1 w 326"/>
                <a:gd name="T5" fmla="*/ 159 h 388"/>
                <a:gd name="T6" fmla="*/ 163 w 326"/>
                <a:gd name="T7" fmla="*/ 388 h 388"/>
                <a:gd name="T8" fmla="*/ 325 w 326"/>
                <a:gd name="T9" fmla="*/ 159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6" h="388">
                  <a:moveTo>
                    <a:pt x="325" y="159"/>
                  </a:moveTo>
                  <a:cubicBezTo>
                    <a:pt x="326" y="59"/>
                    <a:pt x="278" y="0"/>
                    <a:pt x="163" y="0"/>
                  </a:cubicBezTo>
                  <a:cubicBezTo>
                    <a:pt x="47" y="0"/>
                    <a:pt x="0" y="59"/>
                    <a:pt x="1" y="159"/>
                  </a:cubicBezTo>
                  <a:cubicBezTo>
                    <a:pt x="2" y="302"/>
                    <a:pt x="71" y="388"/>
                    <a:pt x="163" y="388"/>
                  </a:cubicBezTo>
                  <a:cubicBezTo>
                    <a:pt x="255" y="388"/>
                    <a:pt x="323" y="302"/>
                    <a:pt x="325" y="15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198" name="Freeform 20"/>
            <p:cNvSpPr>
              <a:spLocks noEditPoints="1"/>
            </p:cNvSpPr>
            <p:nvPr/>
          </p:nvSpPr>
          <p:spPr bwMode="auto">
            <a:xfrm>
              <a:off x="4364" y="2236"/>
              <a:ext cx="1428" cy="1403"/>
            </a:xfrm>
            <a:custGeom>
              <a:avLst/>
              <a:gdLst>
                <a:gd name="T0" fmla="*/ 855 w 1710"/>
                <a:gd name="T1" fmla="*/ 0 h 1681"/>
                <a:gd name="T2" fmla="*/ 273 w 1710"/>
                <a:gd name="T3" fmla="*/ 215 h 1681"/>
                <a:gd name="T4" fmla="*/ 153 w 1710"/>
                <a:gd name="T5" fmla="*/ 366 h 1681"/>
                <a:gd name="T6" fmla="*/ 0 w 1710"/>
                <a:gd name="T7" fmla="*/ 855 h 1681"/>
                <a:gd name="T8" fmla="*/ 632 w 1710"/>
                <a:gd name="T9" fmla="*/ 1681 h 1681"/>
                <a:gd name="T10" fmla="*/ 620 w 1710"/>
                <a:gd name="T11" fmla="*/ 1531 h 1681"/>
                <a:gd name="T12" fmla="*/ 274 w 1710"/>
                <a:gd name="T13" fmla="*/ 1135 h 1681"/>
                <a:gd name="T14" fmla="*/ 410 w 1710"/>
                <a:gd name="T15" fmla="*/ 1124 h 1681"/>
                <a:gd name="T16" fmla="*/ 429 w 1710"/>
                <a:gd name="T17" fmla="*/ 1039 h 1681"/>
                <a:gd name="T18" fmla="*/ 139 w 1710"/>
                <a:gd name="T19" fmla="*/ 855 h 1681"/>
                <a:gd name="T20" fmla="*/ 491 w 1710"/>
                <a:gd name="T21" fmla="*/ 656 h 1681"/>
                <a:gd name="T22" fmla="*/ 483 w 1710"/>
                <a:gd name="T23" fmla="*/ 942 h 1681"/>
                <a:gd name="T24" fmla="*/ 633 w 1710"/>
                <a:gd name="T25" fmla="*/ 632 h 1681"/>
                <a:gd name="T26" fmla="*/ 855 w 1710"/>
                <a:gd name="T27" fmla="*/ 139 h 1681"/>
                <a:gd name="T28" fmla="*/ 1077 w 1710"/>
                <a:gd name="T29" fmla="*/ 632 h 1681"/>
                <a:gd name="T30" fmla="*/ 1069 w 1710"/>
                <a:gd name="T31" fmla="*/ 779 h 1681"/>
                <a:gd name="T32" fmla="*/ 1289 w 1710"/>
                <a:gd name="T33" fmla="*/ 855 h 1681"/>
                <a:gd name="T34" fmla="*/ 1219 w 1710"/>
                <a:gd name="T35" fmla="*/ 656 h 1681"/>
                <a:gd name="T36" fmla="*/ 1281 w 1710"/>
                <a:gd name="T37" fmla="*/ 1039 h 1681"/>
                <a:gd name="T38" fmla="*/ 1300 w 1710"/>
                <a:gd name="T39" fmla="*/ 1124 h 1681"/>
                <a:gd name="T40" fmla="*/ 1436 w 1710"/>
                <a:gd name="T41" fmla="*/ 1135 h 1681"/>
                <a:gd name="T42" fmla="*/ 1090 w 1710"/>
                <a:gd name="T43" fmla="*/ 1531 h 1681"/>
                <a:gd name="T44" fmla="*/ 1079 w 1710"/>
                <a:gd name="T45" fmla="*/ 1680 h 1681"/>
                <a:gd name="T46" fmla="*/ 1710 w 1710"/>
                <a:gd name="T47" fmla="*/ 855 h 1681"/>
                <a:gd name="T48" fmla="*/ 1460 w 1710"/>
                <a:gd name="T49" fmla="*/ 250 h 1681"/>
                <a:gd name="T50" fmla="*/ 511 w 1710"/>
                <a:gd name="T51" fmla="*/ 511 h 1681"/>
                <a:gd name="T52" fmla="*/ 178 w 1710"/>
                <a:gd name="T53" fmla="*/ 619 h 1681"/>
                <a:gd name="T54" fmla="*/ 273 w 1710"/>
                <a:gd name="T55" fmla="*/ 460 h 1681"/>
                <a:gd name="T56" fmla="*/ 392 w 1710"/>
                <a:gd name="T57" fmla="*/ 309 h 1681"/>
                <a:gd name="T58" fmla="*/ 575 w 1710"/>
                <a:gd name="T59" fmla="*/ 274 h 1681"/>
                <a:gd name="T60" fmla="*/ 1199 w 1710"/>
                <a:gd name="T61" fmla="*/ 511 h 1681"/>
                <a:gd name="T62" fmla="*/ 1090 w 1710"/>
                <a:gd name="T63" fmla="*/ 178 h 1681"/>
                <a:gd name="T64" fmla="*/ 1436 w 1710"/>
                <a:gd name="T65" fmla="*/ 575 h 1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10" h="1681">
                  <a:moveTo>
                    <a:pt x="1460" y="250"/>
                  </a:moveTo>
                  <a:cubicBezTo>
                    <a:pt x="1298" y="89"/>
                    <a:pt x="1083" y="0"/>
                    <a:pt x="855" y="0"/>
                  </a:cubicBezTo>
                  <a:cubicBezTo>
                    <a:pt x="644" y="0"/>
                    <a:pt x="444" y="76"/>
                    <a:pt x="287" y="216"/>
                  </a:cubicBezTo>
                  <a:cubicBezTo>
                    <a:pt x="283" y="215"/>
                    <a:pt x="278" y="215"/>
                    <a:pt x="273" y="215"/>
                  </a:cubicBezTo>
                  <a:cubicBezTo>
                    <a:pt x="205" y="215"/>
                    <a:pt x="150" y="270"/>
                    <a:pt x="150" y="338"/>
                  </a:cubicBezTo>
                  <a:cubicBezTo>
                    <a:pt x="150" y="347"/>
                    <a:pt x="151" y="357"/>
                    <a:pt x="153" y="366"/>
                  </a:cubicBezTo>
                  <a:cubicBezTo>
                    <a:pt x="54" y="508"/>
                    <a:pt x="0" y="677"/>
                    <a:pt x="0" y="855"/>
                  </a:cubicBezTo>
                  <a:cubicBezTo>
                    <a:pt x="0" y="855"/>
                    <a:pt x="0" y="855"/>
                    <a:pt x="0" y="855"/>
                  </a:cubicBezTo>
                  <a:cubicBezTo>
                    <a:pt x="0" y="1083"/>
                    <a:pt x="89" y="1298"/>
                    <a:pt x="250" y="1459"/>
                  </a:cubicBezTo>
                  <a:cubicBezTo>
                    <a:pt x="358" y="1567"/>
                    <a:pt x="489" y="1642"/>
                    <a:pt x="632" y="1681"/>
                  </a:cubicBezTo>
                  <a:cubicBezTo>
                    <a:pt x="632" y="1536"/>
                    <a:pt x="632" y="1536"/>
                    <a:pt x="632" y="1536"/>
                  </a:cubicBezTo>
                  <a:cubicBezTo>
                    <a:pt x="620" y="1531"/>
                    <a:pt x="620" y="1531"/>
                    <a:pt x="620" y="1531"/>
                  </a:cubicBezTo>
                  <a:cubicBezTo>
                    <a:pt x="414" y="1460"/>
                    <a:pt x="250" y="1296"/>
                    <a:pt x="178" y="1090"/>
                  </a:cubicBezTo>
                  <a:cubicBezTo>
                    <a:pt x="207" y="1106"/>
                    <a:pt x="239" y="1121"/>
                    <a:pt x="274" y="1135"/>
                  </a:cubicBezTo>
                  <a:cubicBezTo>
                    <a:pt x="320" y="1153"/>
                    <a:pt x="370" y="1168"/>
                    <a:pt x="423" y="1181"/>
                  </a:cubicBezTo>
                  <a:cubicBezTo>
                    <a:pt x="417" y="1161"/>
                    <a:pt x="412" y="1142"/>
                    <a:pt x="410" y="1124"/>
                  </a:cubicBezTo>
                  <a:cubicBezTo>
                    <a:pt x="407" y="1104"/>
                    <a:pt x="409" y="1084"/>
                    <a:pt x="416" y="1066"/>
                  </a:cubicBezTo>
                  <a:cubicBezTo>
                    <a:pt x="417" y="1065"/>
                    <a:pt x="421" y="1055"/>
                    <a:pt x="429" y="1039"/>
                  </a:cubicBezTo>
                  <a:cubicBezTo>
                    <a:pt x="245" y="990"/>
                    <a:pt x="139" y="914"/>
                    <a:pt x="139" y="855"/>
                  </a:cubicBezTo>
                  <a:cubicBezTo>
                    <a:pt x="139" y="855"/>
                    <a:pt x="139" y="855"/>
                    <a:pt x="139" y="855"/>
                  </a:cubicBezTo>
                  <a:cubicBezTo>
                    <a:pt x="139" y="806"/>
                    <a:pt x="210" y="749"/>
                    <a:pt x="325" y="704"/>
                  </a:cubicBezTo>
                  <a:cubicBezTo>
                    <a:pt x="374" y="685"/>
                    <a:pt x="430" y="669"/>
                    <a:pt x="491" y="656"/>
                  </a:cubicBezTo>
                  <a:cubicBezTo>
                    <a:pt x="484" y="720"/>
                    <a:pt x="481" y="787"/>
                    <a:pt x="481" y="855"/>
                  </a:cubicBezTo>
                  <a:cubicBezTo>
                    <a:pt x="481" y="884"/>
                    <a:pt x="482" y="914"/>
                    <a:pt x="483" y="942"/>
                  </a:cubicBezTo>
                  <a:cubicBezTo>
                    <a:pt x="518" y="888"/>
                    <a:pt x="565" y="828"/>
                    <a:pt x="621" y="791"/>
                  </a:cubicBezTo>
                  <a:cubicBezTo>
                    <a:pt x="623" y="735"/>
                    <a:pt x="627" y="682"/>
                    <a:pt x="633" y="632"/>
                  </a:cubicBezTo>
                  <a:cubicBezTo>
                    <a:pt x="633" y="632"/>
                    <a:pt x="625" y="435"/>
                    <a:pt x="688" y="371"/>
                  </a:cubicBezTo>
                  <a:cubicBezTo>
                    <a:pt x="737" y="223"/>
                    <a:pt x="802" y="139"/>
                    <a:pt x="855" y="139"/>
                  </a:cubicBezTo>
                  <a:cubicBezTo>
                    <a:pt x="907" y="139"/>
                    <a:pt x="973" y="222"/>
                    <a:pt x="1021" y="369"/>
                  </a:cubicBezTo>
                  <a:cubicBezTo>
                    <a:pt x="1095" y="478"/>
                    <a:pt x="1077" y="632"/>
                    <a:pt x="1077" y="632"/>
                  </a:cubicBezTo>
                  <a:cubicBezTo>
                    <a:pt x="1082" y="673"/>
                    <a:pt x="1086" y="716"/>
                    <a:pt x="1088" y="760"/>
                  </a:cubicBezTo>
                  <a:cubicBezTo>
                    <a:pt x="1081" y="766"/>
                    <a:pt x="1075" y="772"/>
                    <a:pt x="1069" y="779"/>
                  </a:cubicBezTo>
                  <a:cubicBezTo>
                    <a:pt x="1138" y="817"/>
                    <a:pt x="1196" y="892"/>
                    <a:pt x="1236" y="956"/>
                  </a:cubicBezTo>
                  <a:cubicBezTo>
                    <a:pt x="1268" y="934"/>
                    <a:pt x="1289" y="897"/>
                    <a:pt x="1289" y="855"/>
                  </a:cubicBezTo>
                  <a:cubicBezTo>
                    <a:pt x="1289" y="809"/>
                    <a:pt x="1263" y="769"/>
                    <a:pt x="1226" y="748"/>
                  </a:cubicBezTo>
                  <a:cubicBezTo>
                    <a:pt x="1225" y="717"/>
                    <a:pt x="1222" y="686"/>
                    <a:pt x="1219" y="656"/>
                  </a:cubicBezTo>
                  <a:cubicBezTo>
                    <a:pt x="1441" y="704"/>
                    <a:pt x="1571" y="789"/>
                    <a:pt x="1571" y="855"/>
                  </a:cubicBezTo>
                  <a:cubicBezTo>
                    <a:pt x="1571" y="914"/>
                    <a:pt x="1465" y="990"/>
                    <a:pt x="1281" y="1039"/>
                  </a:cubicBezTo>
                  <a:cubicBezTo>
                    <a:pt x="1289" y="1055"/>
                    <a:pt x="1293" y="1065"/>
                    <a:pt x="1294" y="1065"/>
                  </a:cubicBezTo>
                  <a:cubicBezTo>
                    <a:pt x="1301" y="1084"/>
                    <a:pt x="1303" y="1104"/>
                    <a:pt x="1300" y="1124"/>
                  </a:cubicBezTo>
                  <a:cubicBezTo>
                    <a:pt x="1298" y="1142"/>
                    <a:pt x="1293" y="1161"/>
                    <a:pt x="1287" y="1181"/>
                  </a:cubicBezTo>
                  <a:cubicBezTo>
                    <a:pt x="1340" y="1168"/>
                    <a:pt x="1390" y="1153"/>
                    <a:pt x="1436" y="1135"/>
                  </a:cubicBezTo>
                  <a:cubicBezTo>
                    <a:pt x="1471" y="1121"/>
                    <a:pt x="1503" y="1106"/>
                    <a:pt x="1532" y="1090"/>
                  </a:cubicBezTo>
                  <a:cubicBezTo>
                    <a:pt x="1460" y="1296"/>
                    <a:pt x="1296" y="1460"/>
                    <a:pt x="1090" y="1531"/>
                  </a:cubicBezTo>
                  <a:cubicBezTo>
                    <a:pt x="1079" y="1535"/>
                    <a:pt x="1079" y="1535"/>
                    <a:pt x="1079" y="1535"/>
                  </a:cubicBezTo>
                  <a:cubicBezTo>
                    <a:pt x="1079" y="1680"/>
                    <a:pt x="1079" y="1680"/>
                    <a:pt x="1079" y="1680"/>
                  </a:cubicBezTo>
                  <a:cubicBezTo>
                    <a:pt x="1222" y="1642"/>
                    <a:pt x="1352" y="1567"/>
                    <a:pt x="1460" y="1459"/>
                  </a:cubicBezTo>
                  <a:cubicBezTo>
                    <a:pt x="1621" y="1298"/>
                    <a:pt x="1710" y="1083"/>
                    <a:pt x="1710" y="855"/>
                  </a:cubicBezTo>
                  <a:cubicBezTo>
                    <a:pt x="1710" y="855"/>
                    <a:pt x="1710" y="855"/>
                    <a:pt x="1710" y="855"/>
                  </a:cubicBezTo>
                  <a:cubicBezTo>
                    <a:pt x="1710" y="627"/>
                    <a:pt x="1621" y="412"/>
                    <a:pt x="1460" y="250"/>
                  </a:cubicBezTo>
                  <a:close/>
                  <a:moveTo>
                    <a:pt x="575" y="274"/>
                  </a:moveTo>
                  <a:cubicBezTo>
                    <a:pt x="548" y="344"/>
                    <a:pt x="526" y="424"/>
                    <a:pt x="511" y="511"/>
                  </a:cubicBezTo>
                  <a:cubicBezTo>
                    <a:pt x="424" y="526"/>
                    <a:pt x="344" y="548"/>
                    <a:pt x="274" y="575"/>
                  </a:cubicBezTo>
                  <a:cubicBezTo>
                    <a:pt x="239" y="589"/>
                    <a:pt x="207" y="604"/>
                    <a:pt x="178" y="619"/>
                  </a:cubicBezTo>
                  <a:cubicBezTo>
                    <a:pt x="198" y="563"/>
                    <a:pt x="225" y="509"/>
                    <a:pt x="258" y="459"/>
                  </a:cubicBezTo>
                  <a:cubicBezTo>
                    <a:pt x="263" y="460"/>
                    <a:pt x="268" y="460"/>
                    <a:pt x="273" y="460"/>
                  </a:cubicBezTo>
                  <a:cubicBezTo>
                    <a:pt x="341" y="460"/>
                    <a:pt x="396" y="405"/>
                    <a:pt x="396" y="338"/>
                  </a:cubicBezTo>
                  <a:cubicBezTo>
                    <a:pt x="396" y="328"/>
                    <a:pt x="394" y="318"/>
                    <a:pt x="392" y="309"/>
                  </a:cubicBezTo>
                  <a:cubicBezTo>
                    <a:pt x="459" y="252"/>
                    <a:pt x="536" y="208"/>
                    <a:pt x="620" y="178"/>
                  </a:cubicBezTo>
                  <a:cubicBezTo>
                    <a:pt x="604" y="207"/>
                    <a:pt x="589" y="239"/>
                    <a:pt x="575" y="274"/>
                  </a:cubicBezTo>
                  <a:close/>
                  <a:moveTo>
                    <a:pt x="1436" y="575"/>
                  </a:moveTo>
                  <a:cubicBezTo>
                    <a:pt x="1366" y="548"/>
                    <a:pt x="1286" y="526"/>
                    <a:pt x="1199" y="511"/>
                  </a:cubicBezTo>
                  <a:cubicBezTo>
                    <a:pt x="1184" y="424"/>
                    <a:pt x="1162" y="344"/>
                    <a:pt x="1135" y="274"/>
                  </a:cubicBezTo>
                  <a:cubicBezTo>
                    <a:pt x="1121" y="239"/>
                    <a:pt x="1106" y="207"/>
                    <a:pt x="1090" y="178"/>
                  </a:cubicBezTo>
                  <a:cubicBezTo>
                    <a:pt x="1296" y="250"/>
                    <a:pt x="1460" y="414"/>
                    <a:pt x="1532" y="619"/>
                  </a:cubicBezTo>
                  <a:cubicBezTo>
                    <a:pt x="1503" y="604"/>
                    <a:pt x="1471" y="589"/>
                    <a:pt x="1436" y="5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328154" y="1284881"/>
            <a:ext cx="5187205" cy="1790700"/>
          </a:xfrm>
        </p:spPr>
        <p:txBody>
          <a:bodyPr anchor="b"/>
          <a:lstStyle>
            <a:lvl1pPr algn="ctr">
              <a:defRPr sz="6000" b="1" spc="1000" baseline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08830" y="3182737"/>
            <a:ext cx="5106520" cy="1241822"/>
          </a:xfrm>
        </p:spPr>
        <p:txBody>
          <a:bodyPr/>
          <a:lstStyle>
            <a:lvl1pPr marL="0" indent="0" algn="ctr">
              <a:buNone/>
              <a:defRPr sz="2400" b="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9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8B72C-D3C4-4279-A512-B839B079441B}" type="datetimeFigureOut">
              <a:rPr lang="zh-CN" altLang="en-US"/>
            </a:fld>
            <a:endParaRPr lang="zh-CN" altLang="en-US"/>
          </a:p>
        </p:txBody>
      </p:sp>
      <p:sp>
        <p:nvSpPr>
          <p:cNvPr id="20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CF54A8-B66C-4219-9022-FA23DEBC1F4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/>
          <p:cNvSpPr>
            <a:spLocks noChangeArrowheads="1"/>
          </p:cNvSpPr>
          <p:nvPr/>
        </p:nvSpPr>
        <p:spPr bwMode="auto">
          <a:xfrm>
            <a:off x="2182416" y="3484964"/>
            <a:ext cx="438150" cy="51197"/>
          </a:xfrm>
          <a:custGeom>
            <a:avLst/>
            <a:gdLst>
              <a:gd name="T0" fmla="*/ 60 w 338"/>
              <a:gd name="T1" fmla="*/ 39 h 39"/>
              <a:gd name="T2" fmla="*/ 338 w 338"/>
              <a:gd name="T3" fmla="*/ 39 h 39"/>
              <a:gd name="T4" fmla="*/ 338 w 338"/>
              <a:gd name="T5" fmla="*/ 0 h 39"/>
              <a:gd name="T6" fmla="*/ 0 w 338"/>
              <a:gd name="T7" fmla="*/ 0 h 39"/>
              <a:gd name="T8" fmla="*/ 60 w 338"/>
              <a:gd name="T9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8" h="39">
                <a:moveTo>
                  <a:pt x="60" y="39"/>
                </a:moveTo>
                <a:cubicBezTo>
                  <a:pt x="338" y="39"/>
                  <a:pt x="338" y="39"/>
                  <a:pt x="338" y="39"/>
                </a:cubicBezTo>
                <a:cubicBezTo>
                  <a:pt x="338" y="0"/>
                  <a:pt x="338" y="0"/>
                  <a:pt x="338" y="0"/>
                </a:cubicBezTo>
                <a:cubicBezTo>
                  <a:pt x="0" y="0"/>
                  <a:pt x="0" y="0"/>
                  <a:pt x="0" y="0"/>
                </a:cubicBezTo>
                <a:cubicBezTo>
                  <a:pt x="21" y="12"/>
                  <a:pt x="41" y="26"/>
                  <a:pt x="60" y="39"/>
                </a:cubicBezTo>
                <a:close/>
              </a:path>
            </a:pathLst>
          </a:cu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" name="Freeform 6"/>
          <p:cNvSpPr>
            <a:spLocks noChangeArrowheads="1"/>
          </p:cNvSpPr>
          <p:nvPr/>
        </p:nvSpPr>
        <p:spPr bwMode="auto">
          <a:xfrm>
            <a:off x="3063483" y="3383761"/>
            <a:ext cx="626269" cy="389335"/>
          </a:xfrm>
          <a:custGeom>
            <a:avLst/>
            <a:gdLst>
              <a:gd name="T0" fmla="*/ 484 w 484"/>
              <a:gd name="T1" fmla="*/ 52 h 300"/>
              <a:gd name="T2" fmla="*/ 415 w 484"/>
              <a:gd name="T3" fmla="*/ 111 h 300"/>
              <a:gd name="T4" fmla="*/ 330 w 484"/>
              <a:gd name="T5" fmla="*/ 179 h 300"/>
              <a:gd name="T6" fmla="*/ 170 w 484"/>
              <a:gd name="T7" fmla="*/ 300 h 300"/>
              <a:gd name="T8" fmla="*/ 117 w 484"/>
              <a:gd name="T9" fmla="*/ 235 h 300"/>
              <a:gd name="T10" fmla="*/ 0 w 484"/>
              <a:gd name="T11" fmla="*/ 190 h 300"/>
              <a:gd name="T12" fmla="*/ 110 w 484"/>
              <a:gd name="T13" fmla="*/ 129 h 300"/>
              <a:gd name="T14" fmla="*/ 229 w 484"/>
              <a:gd name="T15" fmla="*/ 55 h 300"/>
              <a:gd name="T16" fmla="*/ 357 w 484"/>
              <a:gd name="T17" fmla="*/ 1 h 300"/>
              <a:gd name="T18" fmla="*/ 484 w 484"/>
              <a:gd name="T19" fmla="*/ 52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4" h="300">
                <a:moveTo>
                  <a:pt x="484" y="52"/>
                </a:moveTo>
                <a:cubicBezTo>
                  <a:pt x="463" y="74"/>
                  <a:pt x="438" y="92"/>
                  <a:pt x="415" y="111"/>
                </a:cubicBezTo>
                <a:cubicBezTo>
                  <a:pt x="387" y="134"/>
                  <a:pt x="359" y="157"/>
                  <a:pt x="330" y="179"/>
                </a:cubicBezTo>
                <a:cubicBezTo>
                  <a:pt x="277" y="220"/>
                  <a:pt x="223" y="260"/>
                  <a:pt x="170" y="300"/>
                </a:cubicBezTo>
                <a:cubicBezTo>
                  <a:pt x="161" y="274"/>
                  <a:pt x="140" y="251"/>
                  <a:pt x="117" y="235"/>
                </a:cubicBezTo>
                <a:cubicBezTo>
                  <a:pt x="84" y="211"/>
                  <a:pt x="42" y="197"/>
                  <a:pt x="0" y="190"/>
                </a:cubicBezTo>
                <a:cubicBezTo>
                  <a:pt x="28" y="157"/>
                  <a:pt x="72" y="145"/>
                  <a:pt x="110" y="129"/>
                </a:cubicBezTo>
                <a:cubicBezTo>
                  <a:pt x="155" y="112"/>
                  <a:pt x="191" y="82"/>
                  <a:pt x="229" y="55"/>
                </a:cubicBezTo>
                <a:cubicBezTo>
                  <a:pt x="267" y="27"/>
                  <a:pt x="309" y="3"/>
                  <a:pt x="357" y="1"/>
                </a:cubicBezTo>
                <a:cubicBezTo>
                  <a:pt x="402" y="0"/>
                  <a:pt x="456" y="15"/>
                  <a:pt x="484" y="52"/>
                </a:cubicBezTo>
                <a:close/>
              </a:path>
            </a:pathLst>
          </a:custGeom>
          <a:solidFill>
            <a:srgbClr val="F3D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" name="Freeform 7"/>
          <p:cNvSpPr>
            <a:spLocks noChangeArrowheads="1"/>
          </p:cNvSpPr>
          <p:nvPr/>
        </p:nvSpPr>
        <p:spPr bwMode="auto">
          <a:xfrm>
            <a:off x="2965847" y="3284940"/>
            <a:ext cx="656034" cy="340519"/>
          </a:xfrm>
          <a:custGeom>
            <a:avLst/>
            <a:gdLst>
              <a:gd name="T0" fmla="*/ 507 w 507"/>
              <a:gd name="T1" fmla="*/ 36 h 263"/>
              <a:gd name="T2" fmla="*/ 487 w 507"/>
              <a:gd name="T3" fmla="*/ 66 h 263"/>
              <a:gd name="T4" fmla="*/ 450 w 507"/>
              <a:gd name="T5" fmla="*/ 60 h 263"/>
              <a:gd name="T6" fmla="*/ 306 w 507"/>
              <a:gd name="T7" fmla="*/ 107 h 263"/>
              <a:gd name="T8" fmla="*/ 177 w 507"/>
              <a:gd name="T9" fmla="*/ 189 h 263"/>
              <a:gd name="T10" fmla="*/ 55 w 507"/>
              <a:gd name="T11" fmla="*/ 263 h 263"/>
              <a:gd name="T12" fmla="*/ 54 w 507"/>
              <a:gd name="T13" fmla="*/ 263 h 263"/>
              <a:gd name="T14" fmla="*/ 13 w 507"/>
              <a:gd name="T15" fmla="*/ 259 h 263"/>
              <a:gd name="T16" fmla="*/ 0 w 507"/>
              <a:gd name="T17" fmla="*/ 258 h 263"/>
              <a:gd name="T18" fmla="*/ 113 w 507"/>
              <a:gd name="T19" fmla="*/ 178 h 263"/>
              <a:gd name="T20" fmla="*/ 240 w 507"/>
              <a:gd name="T21" fmla="*/ 96 h 263"/>
              <a:gd name="T22" fmla="*/ 372 w 507"/>
              <a:gd name="T23" fmla="*/ 18 h 263"/>
              <a:gd name="T24" fmla="*/ 507 w 507"/>
              <a:gd name="T25" fmla="*/ 36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07" h="263">
                <a:moveTo>
                  <a:pt x="507" y="36"/>
                </a:moveTo>
                <a:cubicBezTo>
                  <a:pt x="503" y="47"/>
                  <a:pt x="494" y="57"/>
                  <a:pt x="487" y="66"/>
                </a:cubicBezTo>
                <a:cubicBezTo>
                  <a:pt x="475" y="63"/>
                  <a:pt x="462" y="61"/>
                  <a:pt x="450" y="60"/>
                </a:cubicBezTo>
                <a:cubicBezTo>
                  <a:pt x="397" y="55"/>
                  <a:pt x="349" y="78"/>
                  <a:pt x="306" y="107"/>
                </a:cubicBezTo>
                <a:cubicBezTo>
                  <a:pt x="264" y="136"/>
                  <a:pt x="225" y="170"/>
                  <a:pt x="177" y="189"/>
                </a:cubicBezTo>
                <a:cubicBezTo>
                  <a:pt x="132" y="207"/>
                  <a:pt x="84" y="222"/>
                  <a:pt x="55" y="263"/>
                </a:cubicBezTo>
                <a:cubicBezTo>
                  <a:pt x="54" y="263"/>
                  <a:pt x="54" y="263"/>
                  <a:pt x="54" y="263"/>
                </a:cubicBezTo>
                <a:cubicBezTo>
                  <a:pt x="41" y="261"/>
                  <a:pt x="27" y="260"/>
                  <a:pt x="13" y="259"/>
                </a:cubicBezTo>
                <a:cubicBezTo>
                  <a:pt x="9" y="258"/>
                  <a:pt x="4" y="258"/>
                  <a:pt x="0" y="258"/>
                </a:cubicBezTo>
                <a:cubicBezTo>
                  <a:pt x="32" y="225"/>
                  <a:pt x="72" y="201"/>
                  <a:pt x="113" y="178"/>
                </a:cubicBezTo>
                <a:cubicBezTo>
                  <a:pt x="157" y="153"/>
                  <a:pt x="199" y="127"/>
                  <a:pt x="240" y="96"/>
                </a:cubicBezTo>
                <a:cubicBezTo>
                  <a:pt x="281" y="66"/>
                  <a:pt x="323" y="34"/>
                  <a:pt x="372" y="18"/>
                </a:cubicBezTo>
                <a:cubicBezTo>
                  <a:pt x="415" y="4"/>
                  <a:pt x="473" y="0"/>
                  <a:pt x="507" y="36"/>
                </a:cubicBezTo>
                <a:close/>
              </a:path>
            </a:pathLst>
          </a:custGeom>
          <a:solidFill>
            <a:srgbClr val="F3D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" name="Freeform 8"/>
          <p:cNvSpPr>
            <a:spLocks noChangeArrowheads="1"/>
          </p:cNvSpPr>
          <p:nvPr/>
        </p:nvSpPr>
        <p:spPr bwMode="auto">
          <a:xfrm>
            <a:off x="2799167" y="3276602"/>
            <a:ext cx="619125" cy="341710"/>
          </a:xfrm>
          <a:custGeom>
            <a:avLst/>
            <a:gdLst>
              <a:gd name="T0" fmla="*/ 478 w 478"/>
              <a:gd name="T1" fmla="*/ 11 h 264"/>
              <a:gd name="T2" fmla="*/ 374 w 478"/>
              <a:gd name="T3" fmla="*/ 75 h 264"/>
              <a:gd name="T4" fmla="*/ 310 w 478"/>
              <a:gd name="T5" fmla="*/ 121 h 264"/>
              <a:gd name="T6" fmla="*/ 238 w 478"/>
              <a:gd name="T7" fmla="*/ 164 h 264"/>
              <a:gd name="T8" fmla="*/ 104 w 478"/>
              <a:gd name="T9" fmla="*/ 262 h 264"/>
              <a:gd name="T10" fmla="*/ 0 w 478"/>
              <a:gd name="T11" fmla="*/ 264 h 264"/>
              <a:gd name="T12" fmla="*/ 105 w 478"/>
              <a:gd name="T13" fmla="*/ 186 h 264"/>
              <a:gd name="T14" fmla="*/ 221 w 478"/>
              <a:gd name="T15" fmla="*/ 95 h 264"/>
              <a:gd name="T16" fmla="*/ 343 w 478"/>
              <a:gd name="T17" fmla="*/ 16 h 264"/>
              <a:gd name="T18" fmla="*/ 478 w 478"/>
              <a:gd name="T19" fmla="*/ 11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78" h="264">
                <a:moveTo>
                  <a:pt x="478" y="11"/>
                </a:moveTo>
                <a:cubicBezTo>
                  <a:pt x="441" y="27"/>
                  <a:pt x="406" y="51"/>
                  <a:pt x="374" y="75"/>
                </a:cubicBezTo>
                <a:cubicBezTo>
                  <a:pt x="353" y="91"/>
                  <a:pt x="332" y="107"/>
                  <a:pt x="310" y="121"/>
                </a:cubicBezTo>
                <a:cubicBezTo>
                  <a:pt x="287" y="137"/>
                  <a:pt x="263" y="150"/>
                  <a:pt x="238" y="164"/>
                </a:cubicBezTo>
                <a:cubicBezTo>
                  <a:pt x="190" y="191"/>
                  <a:pt x="141" y="220"/>
                  <a:pt x="104" y="262"/>
                </a:cubicBezTo>
                <a:cubicBezTo>
                  <a:pt x="69" y="261"/>
                  <a:pt x="35" y="262"/>
                  <a:pt x="0" y="264"/>
                </a:cubicBezTo>
                <a:cubicBezTo>
                  <a:pt x="32" y="234"/>
                  <a:pt x="69" y="210"/>
                  <a:pt x="105" y="186"/>
                </a:cubicBezTo>
                <a:cubicBezTo>
                  <a:pt x="147" y="159"/>
                  <a:pt x="184" y="127"/>
                  <a:pt x="221" y="95"/>
                </a:cubicBezTo>
                <a:cubicBezTo>
                  <a:pt x="258" y="63"/>
                  <a:pt x="297" y="32"/>
                  <a:pt x="343" y="16"/>
                </a:cubicBezTo>
                <a:cubicBezTo>
                  <a:pt x="386" y="2"/>
                  <a:pt x="434" y="0"/>
                  <a:pt x="478" y="11"/>
                </a:cubicBezTo>
                <a:close/>
              </a:path>
            </a:pathLst>
          </a:custGeom>
          <a:solidFill>
            <a:srgbClr val="F3D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" name="Freeform 9"/>
          <p:cNvSpPr>
            <a:spLocks noChangeArrowheads="1"/>
          </p:cNvSpPr>
          <p:nvPr/>
        </p:nvSpPr>
        <p:spPr bwMode="auto">
          <a:xfrm>
            <a:off x="2596763" y="3281364"/>
            <a:ext cx="573881" cy="341710"/>
          </a:xfrm>
          <a:custGeom>
            <a:avLst/>
            <a:gdLst>
              <a:gd name="T0" fmla="*/ 443 w 443"/>
              <a:gd name="T1" fmla="*/ 18 h 264"/>
              <a:gd name="T2" fmla="*/ 375 w 443"/>
              <a:gd name="T3" fmla="*/ 68 h 264"/>
              <a:gd name="T4" fmla="*/ 317 w 443"/>
              <a:gd name="T5" fmla="*/ 119 h 264"/>
              <a:gd name="T6" fmla="*/ 251 w 443"/>
              <a:gd name="T7" fmla="*/ 166 h 264"/>
              <a:gd name="T8" fmla="*/ 128 w 443"/>
              <a:gd name="T9" fmla="*/ 261 h 264"/>
              <a:gd name="T10" fmla="*/ 94 w 443"/>
              <a:gd name="T11" fmla="*/ 262 h 264"/>
              <a:gd name="T12" fmla="*/ 0 w 443"/>
              <a:gd name="T13" fmla="*/ 264 h 264"/>
              <a:gd name="T14" fmla="*/ 105 w 443"/>
              <a:gd name="T15" fmla="*/ 191 h 264"/>
              <a:gd name="T16" fmla="*/ 217 w 443"/>
              <a:gd name="T17" fmla="*/ 112 h 264"/>
              <a:gd name="T18" fmla="*/ 319 w 443"/>
              <a:gd name="T19" fmla="*/ 33 h 264"/>
              <a:gd name="T20" fmla="*/ 443 w 443"/>
              <a:gd name="T21" fmla="*/ 18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43" h="264">
                <a:moveTo>
                  <a:pt x="443" y="18"/>
                </a:moveTo>
                <a:cubicBezTo>
                  <a:pt x="419" y="32"/>
                  <a:pt x="397" y="50"/>
                  <a:pt x="375" y="68"/>
                </a:cubicBezTo>
                <a:cubicBezTo>
                  <a:pt x="355" y="84"/>
                  <a:pt x="336" y="102"/>
                  <a:pt x="317" y="119"/>
                </a:cubicBezTo>
                <a:cubicBezTo>
                  <a:pt x="296" y="136"/>
                  <a:pt x="274" y="151"/>
                  <a:pt x="251" y="166"/>
                </a:cubicBezTo>
                <a:cubicBezTo>
                  <a:pt x="208" y="195"/>
                  <a:pt x="164" y="223"/>
                  <a:pt x="128" y="261"/>
                </a:cubicBezTo>
                <a:cubicBezTo>
                  <a:pt x="117" y="261"/>
                  <a:pt x="105" y="262"/>
                  <a:pt x="94" y="262"/>
                </a:cubicBezTo>
                <a:cubicBezTo>
                  <a:pt x="64" y="263"/>
                  <a:pt x="32" y="264"/>
                  <a:pt x="0" y="264"/>
                </a:cubicBezTo>
                <a:cubicBezTo>
                  <a:pt x="34" y="238"/>
                  <a:pt x="69" y="215"/>
                  <a:pt x="105" y="191"/>
                </a:cubicBezTo>
                <a:cubicBezTo>
                  <a:pt x="144" y="166"/>
                  <a:pt x="182" y="142"/>
                  <a:pt x="217" y="112"/>
                </a:cubicBezTo>
                <a:cubicBezTo>
                  <a:pt x="250" y="84"/>
                  <a:pt x="281" y="54"/>
                  <a:pt x="319" y="33"/>
                </a:cubicBezTo>
                <a:cubicBezTo>
                  <a:pt x="355" y="12"/>
                  <a:pt x="403" y="0"/>
                  <a:pt x="443" y="18"/>
                </a:cubicBezTo>
                <a:close/>
              </a:path>
            </a:pathLst>
          </a:custGeom>
          <a:solidFill>
            <a:srgbClr val="F3D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" name="Freeform 10"/>
          <p:cNvSpPr>
            <a:spLocks noEditPoints="1" noChangeArrowheads="1"/>
          </p:cNvSpPr>
          <p:nvPr/>
        </p:nvSpPr>
        <p:spPr bwMode="auto">
          <a:xfrm>
            <a:off x="770334" y="3393286"/>
            <a:ext cx="2509838" cy="988219"/>
          </a:xfrm>
          <a:custGeom>
            <a:avLst/>
            <a:gdLst>
              <a:gd name="T0" fmla="*/ 1925 w 1939"/>
              <a:gd name="T1" fmla="*/ 306 h 763"/>
              <a:gd name="T2" fmla="*/ 1652 w 1939"/>
              <a:gd name="T3" fmla="*/ 428 h 763"/>
              <a:gd name="T4" fmla="*/ 1451 w 1939"/>
              <a:gd name="T5" fmla="*/ 402 h 763"/>
              <a:gd name="T6" fmla="*/ 1269 w 1939"/>
              <a:gd name="T7" fmla="*/ 402 h 763"/>
              <a:gd name="T8" fmla="*/ 1057 w 1939"/>
              <a:gd name="T9" fmla="*/ 485 h 763"/>
              <a:gd name="T10" fmla="*/ 1302 w 1939"/>
              <a:gd name="T11" fmla="*/ 418 h 763"/>
              <a:gd name="T12" fmla="*/ 1315 w 1939"/>
              <a:gd name="T13" fmla="*/ 586 h 763"/>
              <a:gd name="T14" fmla="*/ 1325 w 1939"/>
              <a:gd name="T15" fmla="*/ 499 h 763"/>
              <a:gd name="T16" fmla="*/ 1370 w 1939"/>
              <a:gd name="T17" fmla="*/ 416 h 763"/>
              <a:gd name="T18" fmla="*/ 1398 w 1939"/>
              <a:gd name="T19" fmla="*/ 437 h 763"/>
              <a:gd name="T20" fmla="*/ 1445 w 1939"/>
              <a:gd name="T21" fmla="*/ 544 h 763"/>
              <a:gd name="T22" fmla="*/ 1434 w 1939"/>
              <a:gd name="T23" fmla="*/ 463 h 763"/>
              <a:gd name="T24" fmla="*/ 1444 w 1939"/>
              <a:gd name="T25" fmla="*/ 421 h 763"/>
              <a:gd name="T26" fmla="*/ 1483 w 1939"/>
              <a:gd name="T27" fmla="*/ 439 h 763"/>
              <a:gd name="T28" fmla="*/ 1536 w 1939"/>
              <a:gd name="T29" fmla="*/ 489 h 763"/>
              <a:gd name="T30" fmla="*/ 1525 w 1939"/>
              <a:gd name="T31" fmla="*/ 458 h 763"/>
              <a:gd name="T32" fmla="*/ 1496 w 1939"/>
              <a:gd name="T33" fmla="*/ 426 h 763"/>
              <a:gd name="T34" fmla="*/ 1641 w 1939"/>
              <a:gd name="T35" fmla="*/ 509 h 763"/>
              <a:gd name="T36" fmla="*/ 1371 w 1939"/>
              <a:gd name="T37" fmla="*/ 746 h 763"/>
              <a:gd name="T38" fmla="*/ 1145 w 1939"/>
              <a:gd name="T39" fmla="*/ 744 h 763"/>
              <a:gd name="T40" fmla="*/ 698 w 1939"/>
              <a:gd name="T41" fmla="*/ 635 h 763"/>
              <a:gd name="T42" fmla="*/ 302 w 1939"/>
              <a:gd name="T43" fmla="*/ 654 h 763"/>
              <a:gd name="T44" fmla="*/ 0 w 1939"/>
              <a:gd name="T45" fmla="*/ 304 h 763"/>
              <a:gd name="T46" fmla="*/ 160 w 1939"/>
              <a:gd name="T47" fmla="*/ 164 h 763"/>
              <a:gd name="T48" fmla="*/ 541 w 1939"/>
              <a:gd name="T49" fmla="*/ 42 h 763"/>
              <a:gd name="T50" fmla="*/ 720 w 1939"/>
              <a:gd name="T51" fmla="*/ 29 h 763"/>
              <a:gd name="T52" fmla="*/ 1209 w 1939"/>
              <a:gd name="T53" fmla="*/ 151 h 763"/>
              <a:gd name="T54" fmla="*/ 1210 w 1939"/>
              <a:gd name="T55" fmla="*/ 152 h 763"/>
              <a:gd name="T56" fmla="*/ 1213 w 1939"/>
              <a:gd name="T57" fmla="*/ 153 h 763"/>
              <a:gd name="T58" fmla="*/ 1599 w 1939"/>
              <a:gd name="T59" fmla="*/ 192 h 763"/>
              <a:gd name="T60" fmla="*/ 1906 w 1939"/>
              <a:gd name="T61" fmla="*/ 281 h 763"/>
              <a:gd name="T62" fmla="*/ 1734 w 1939"/>
              <a:gd name="T63" fmla="*/ 242 h 763"/>
              <a:gd name="T64" fmla="*/ 1713 w 1939"/>
              <a:gd name="T65" fmla="*/ 368 h 763"/>
              <a:gd name="T66" fmla="*/ 1770 w 1939"/>
              <a:gd name="T67" fmla="*/ 403 h 763"/>
              <a:gd name="T68" fmla="*/ 1714 w 1939"/>
              <a:gd name="T69" fmla="*/ 305 h 763"/>
              <a:gd name="T70" fmla="*/ 1827 w 1939"/>
              <a:gd name="T71" fmla="*/ 256 h 763"/>
              <a:gd name="T72" fmla="*/ 1892 w 1939"/>
              <a:gd name="T73" fmla="*/ 344 h 763"/>
              <a:gd name="T74" fmla="*/ 1792 w 1939"/>
              <a:gd name="T75" fmla="*/ 407 h 763"/>
              <a:gd name="T76" fmla="*/ 1906 w 1939"/>
              <a:gd name="T77" fmla="*/ 281 h 763"/>
              <a:gd name="T78" fmla="*/ 1525 w 1939"/>
              <a:gd name="T79" fmla="*/ 376 h 763"/>
              <a:gd name="T80" fmla="*/ 1508 w 1939"/>
              <a:gd name="T81" fmla="*/ 284 h 763"/>
              <a:gd name="T82" fmla="*/ 1513 w 1939"/>
              <a:gd name="T83" fmla="*/ 235 h 763"/>
              <a:gd name="T84" fmla="*/ 1500 w 1939"/>
              <a:gd name="T85" fmla="*/ 361 h 763"/>
              <a:gd name="T86" fmla="*/ 1491 w 1939"/>
              <a:gd name="T87" fmla="*/ 367 h 763"/>
              <a:gd name="T88" fmla="*/ 1474 w 1939"/>
              <a:gd name="T89" fmla="*/ 321 h 763"/>
              <a:gd name="T90" fmla="*/ 1467 w 1939"/>
              <a:gd name="T91" fmla="*/ 261 h 763"/>
              <a:gd name="T92" fmla="*/ 1488 w 1939"/>
              <a:gd name="T93" fmla="*/ 369 h 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939" h="763">
                <a:moveTo>
                  <a:pt x="1801" y="210"/>
                </a:moveTo>
                <a:cubicBezTo>
                  <a:pt x="1851" y="223"/>
                  <a:pt x="1911" y="251"/>
                  <a:pt x="1925" y="306"/>
                </a:cubicBezTo>
                <a:cubicBezTo>
                  <a:pt x="1939" y="362"/>
                  <a:pt x="1874" y="400"/>
                  <a:pt x="1830" y="415"/>
                </a:cubicBezTo>
                <a:cubicBezTo>
                  <a:pt x="1774" y="435"/>
                  <a:pt x="1711" y="433"/>
                  <a:pt x="1652" y="428"/>
                </a:cubicBezTo>
                <a:cubicBezTo>
                  <a:pt x="1594" y="423"/>
                  <a:pt x="1536" y="412"/>
                  <a:pt x="1478" y="405"/>
                </a:cubicBezTo>
                <a:cubicBezTo>
                  <a:pt x="1469" y="404"/>
                  <a:pt x="1460" y="403"/>
                  <a:pt x="1451" y="402"/>
                </a:cubicBezTo>
                <a:cubicBezTo>
                  <a:pt x="1450" y="402"/>
                  <a:pt x="1449" y="402"/>
                  <a:pt x="1448" y="402"/>
                </a:cubicBezTo>
                <a:cubicBezTo>
                  <a:pt x="1389" y="397"/>
                  <a:pt x="1329" y="395"/>
                  <a:pt x="1269" y="402"/>
                </a:cubicBezTo>
                <a:cubicBezTo>
                  <a:pt x="1191" y="411"/>
                  <a:pt x="1117" y="434"/>
                  <a:pt x="1047" y="469"/>
                </a:cubicBezTo>
                <a:cubicBezTo>
                  <a:pt x="1036" y="474"/>
                  <a:pt x="1046" y="490"/>
                  <a:pt x="1057" y="485"/>
                </a:cubicBezTo>
                <a:cubicBezTo>
                  <a:pt x="1120" y="454"/>
                  <a:pt x="1186" y="432"/>
                  <a:pt x="1256" y="423"/>
                </a:cubicBezTo>
                <a:cubicBezTo>
                  <a:pt x="1271" y="420"/>
                  <a:pt x="1287" y="419"/>
                  <a:pt x="1302" y="418"/>
                </a:cubicBezTo>
                <a:cubicBezTo>
                  <a:pt x="1309" y="446"/>
                  <a:pt x="1312" y="474"/>
                  <a:pt x="1312" y="504"/>
                </a:cubicBezTo>
                <a:cubicBezTo>
                  <a:pt x="1312" y="531"/>
                  <a:pt x="1310" y="559"/>
                  <a:pt x="1315" y="586"/>
                </a:cubicBezTo>
                <a:cubicBezTo>
                  <a:pt x="1315" y="588"/>
                  <a:pt x="1318" y="588"/>
                  <a:pt x="1319" y="586"/>
                </a:cubicBezTo>
                <a:cubicBezTo>
                  <a:pt x="1323" y="557"/>
                  <a:pt x="1324" y="528"/>
                  <a:pt x="1325" y="499"/>
                </a:cubicBezTo>
                <a:cubicBezTo>
                  <a:pt x="1326" y="472"/>
                  <a:pt x="1326" y="444"/>
                  <a:pt x="1320" y="417"/>
                </a:cubicBezTo>
                <a:cubicBezTo>
                  <a:pt x="1337" y="416"/>
                  <a:pt x="1354" y="416"/>
                  <a:pt x="1370" y="416"/>
                </a:cubicBezTo>
                <a:cubicBezTo>
                  <a:pt x="1371" y="417"/>
                  <a:pt x="1371" y="417"/>
                  <a:pt x="1372" y="417"/>
                </a:cubicBezTo>
                <a:cubicBezTo>
                  <a:pt x="1382" y="423"/>
                  <a:pt x="1390" y="429"/>
                  <a:pt x="1398" y="437"/>
                </a:cubicBezTo>
                <a:cubicBezTo>
                  <a:pt x="1407" y="447"/>
                  <a:pt x="1414" y="459"/>
                  <a:pt x="1420" y="471"/>
                </a:cubicBezTo>
                <a:cubicBezTo>
                  <a:pt x="1432" y="494"/>
                  <a:pt x="1437" y="519"/>
                  <a:pt x="1445" y="544"/>
                </a:cubicBezTo>
                <a:cubicBezTo>
                  <a:pt x="1447" y="548"/>
                  <a:pt x="1452" y="547"/>
                  <a:pt x="1453" y="543"/>
                </a:cubicBezTo>
                <a:cubicBezTo>
                  <a:pt x="1455" y="517"/>
                  <a:pt x="1444" y="487"/>
                  <a:pt x="1434" y="463"/>
                </a:cubicBezTo>
                <a:cubicBezTo>
                  <a:pt x="1428" y="448"/>
                  <a:pt x="1419" y="431"/>
                  <a:pt x="1406" y="418"/>
                </a:cubicBezTo>
                <a:cubicBezTo>
                  <a:pt x="1419" y="419"/>
                  <a:pt x="1431" y="420"/>
                  <a:pt x="1444" y="421"/>
                </a:cubicBezTo>
                <a:cubicBezTo>
                  <a:pt x="1445" y="421"/>
                  <a:pt x="1447" y="422"/>
                  <a:pt x="1448" y="422"/>
                </a:cubicBezTo>
                <a:cubicBezTo>
                  <a:pt x="1461" y="425"/>
                  <a:pt x="1472" y="431"/>
                  <a:pt x="1483" y="439"/>
                </a:cubicBezTo>
                <a:cubicBezTo>
                  <a:pt x="1494" y="447"/>
                  <a:pt x="1503" y="457"/>
                  <a:pt x="1512" y="467"/>
                </a:cubicBezTo>
                <a:cubicBezTo>
                  <a:pt x="1519" y="475"/>
                  <a:pt x="1526" y="486"/>
                  <a:pt x="1536" y="489"/>
                </a:cubicBezTo>
                <a:cubicBezTo>
                  <a:pt x="1540" y="490"/>
                  <a:pt x="1542" y="487"/>
                  <a:pt x="1542" y="484"/>
                </a:cubicBezTo>
                <a:cubicBezTo>
                  <a:pt x="1540" y="474"/>
                  <a:pt x="1531" y="466"/>
                  <a:pt x="1525" y="458"/>
                </a:cubicBezTo>
                <a:cubicBezTo>
                  <a:pt x="1517" y="448"/>
                  <a:pt x="1508" y="438"/>
                  <a:pt x="1498" y="429"/>
                </a:cubicBezTo>
                <a:cubicBezTo>
                  <a:pt x="1497" y="428"/>
                  <a:pt x="1497" y="427"/>
                  <a:pt x="1496" y="426"/>
                </a:cubicBezTo>
                <a:cubicBezTo>
                  <a:pt x="1568" y="436"/>
                  <a:pt x="1641" y="451"/>
                  <a:pt x="1714" y="451"/>
                </a:cubicBezTo>
                <a:cubicBezTo>
                  <a:pt x="1688" y="467"/>
                  <a:pt x="1664" y="489"/>
                  <a:pt x="1641" y="509"/>
                </a:cubicBezTo>
                <a:cubicBezTo>
                  <a:pt x="1611" y="535"/>
                  <a:pt x="1582" y="563"/>
                  <a:pt x="1554" y="592"/>
                </a:cubicBezTo>
                <a:cubicBezTo>
                  <a:pt x="1497" y="648"/>
                  <a:pt x="1440" y="705"/>
                  <a:pt x="1371" y="746"/>
                </a:cubicBezTo>
                <a:cubicBezTo>
                  <a:pt x="1370" y="746"/>
                  <a:pt x="1369" y="746"/>
                  <a:pt x="1368" y="747"/>
                </a:cubicBezTo>
                <a:cubicBezTo>
                  <a:pt x="1296" y="763"/>
                  <a:pt x="1217" y="756"/>
                  <a:pt x="1145" y="744"/>
                </a:cubicBezTo>
                <a:cubicBezTo>
                  <a:pt x="1069" y="731"/>
                  <a:pt x="995" y="712"/>
                  <a:pt x="921" y="693"/>
                </a:cubicBezTo>
                <a:cubicBezTo>
                  <a:pt x="847" y="673"/>
                  <a:pt x="773" y="652"/>
                  <a:pt x="698" y="635"/>
                </a:cubicBezTo>
                <a:cubicBezTo>
                  <a:pt x="631" y="620"/>
                  <a:pt x="562" y="608"/>
                  <a:pt x="493" y="607"/>
                </a:cubicBezTo>
                <a:cubicBezTo>
                  <a:pt x="425" y="606"/>
                  <a:pt x="361" y="621"/>
                  <a:pt x="302" y="654"/>
                </a:cubicBezTo>
                <a:cubicBezTo>
                  <a:pt x="285" y="663"/>
                  <a:pt x="269" y="673"/>
                  <a:pt x="254" y="684"/>
                </a:cubicBezTo>
                <a:cubicBezTo>
                  <a:pt x="0" y="304"/>
                  <a:pt x="0" y="304"/>
                  <a:pt x="0" y="304"/>
                </a:cubicBezTo>
                <a:cubicBezTo>
                  <a:pt x="3" y="301"/>
                  <a:pt x="6" y="298"/>
                  <a:pt x="10" y="295"/>
                </a:cubicBezTo>
                <a:cubicBezTo>
                  <a:pt x="58" y="249"/>
                  <a:pt x="105" y="203"/>
                  <a:pt x="160" y="164"/>
                </a:cubicBezTo>
                <a:cubicBezTo>
                  <a:pt x="215" y="126"/>
                  <a:pt x="275" y="94"/>
                  <a:pt x="337" y="70"/>
                </a:cubicBezTo>
                <a:cubicBezTo>
                  <a:pt x="403" y="45"/>
                  <a:pt x="472" y="41"/>
                  <a:pt x="541" y="42"/>
                </a:cubicBezTo>
                <a:cubicBezTo>
                  <a:pt x="571" y="42"/>
                  <a:pt x="601" y="42"/>
                  <a:pt x="631" y="42"/>
                </a:cubicBezTo>
                <a:cubicBezTo>
                  <a:pt x="661" y="41"/>
                  <a:pt x="691" y="35"/>
                  <a:pt x="720" y="29"/>
                </a:cubicBezTo>
                <a:cubicBezTo>
                  <a:pt x="780" y="17"/>
                  <a:pt x="840" y="0"/>
                  <a:pt x="901" y="2"/>
                </a:cubicBezTo>
                <a:cubicBezTo>
                  <a:pt x="1018" y="6"/>
                  <a:pt x="1117" y="88"/>
                  <a:pt x="1209" y="151"/>
                </a:cubicBezTo>
                <a:cubicBezTo>
                  <a:pt x="1209" y="151"/>
                  <a:pt x="1209" y="151"/>
                  <a:pt x="1209" y="152"/>
                </a:cubicBezTo>
                <a:cubicBezTo>
                  <a:pt x="1209" y="152"/>
                  <a:pt x="1209" y="152"/>
                  <a:pt x="1210" y="152"/>
                </a:cubicBezTo>
                <a:cubicBezTo>
                  <a:pt x="1210" y="152"/>
                  <a:pt x="1210" y="152"/>
                  <a:pt x="1211" y="152"/>
                </a:cubicBezTo>
                <a:cubicBezTo>
                  <a:pt x="1211" y="153"/>
                  <a:pt x="1212" y="153"/>
                  <a:pt x="1213" y="153"/>
                </a:cubicBezTo>
                <a:cubicBezTo>
                  <a:pt x="1268" y="186"/>
                  <a:pt x="1333" y="194"/>
                  <a:pt x="1396" y="196"/>
                </a:cubicBezTo>
                <a:cubicBezTo>
                  <a:pt x="1464" y="198"/>
                  <a:pt x="1531" y="194"/>
                  <a:pt x="1599" y="192"/>
                </a:cubicBezTo>
                <a:cubicBezTo>
                  <a:pt x="1667" y="190"/>
                  <a:pt x="1736" y="191"/>
                  <a:pt x="1801" y="210"/>
                </a:cubicBezTo>
                <a:close/>
                <a:moveTo>
                  <a:pt x="1906" y="281"/>
                </a:moveTo>
                <a:cubicBezTo>
                  <a:pt x="1894" y="255"/>
                  <a:pt x="1864" y="246"/>
                  <a:pt x="1831" y="238"/>
                </a:cubicBezTo>
                <a:cubicBezTo>
                  <a:pt x="1799" y="229"/>
                  <a:pt x="1763" y="225"/>
                  <a:pt x="1734" y="242"/>
                </a:cubicBezTo>
                <a:cubicBezTo>
                  <a:pt x="1714" y="253"/>
                  <a:pt x="1702" y="276"/>
                  <a:pt x="1699" y="298"/>
                </a:cubicBezTo>
                <a:cubicBezTo>
                  <a:pt x="1695" y="322"/>
                  <a:pt x="1700" y="347"/>
                  <a:pt x="1713" y="368"/>
                </a:cubicBezTo>
                <a:cubicBezTo>
                  <a:pt x="1725" y="390"/>
                  <a:pt x="1758" y="409"/>
                  <a:pt x="1769" y="406"/>
                </a:cubicBezTo>
                <a:cubicBezTo>
                  <a:pt x="1771" y="405"/>
                  <a:pt x="1771" y="404"/>
                  <a:pt x="1770" y="403"/>
                </a:cubicBezTo>
                <a:cubicBezTo>
                  <a:pt x="1763" y="397"/>
                  <a:pt x="1741" y="391"/>
                  <a:pt x="1726" y="363"/>
                </a:cubicBezTo>
                <a:cubicBezTo>
                  <a:pt x="1715" y="346"/>
                  <a:pt x="1712" y="325"/>
                  <a:pt x="1714" y="305"/>
                </a:cubicBezTo>
                <a:cubicBezTo>
                  <a:pt x="1716" y="286"/>
                  <a:pt x="1726" y="268"/>
                  <a:pt x="1741" y="258"/>
                </a:cubicBezTo>
                <a:cubicBezTo>
                  <a:pt x="1766" y="241"/>
                  <a:pt x="1801" y="248"/>
                  <a:pt x="1827" y="256"/>
                </a:cubicBezTo>
                <a:cubicBezTo>
                  <a:pt x="1854" y="264"/>
                  <a:pt x="1876" y="269"/>
                  <a:pt x="1890" y="290"/>
                </a:cubicBezTo>
                <a:cubicBezTo>
                  <a:pt x="1900" y="307"/>
                  <a:pt x="1900" y="327"/>
                  <a:pt x="1892" y="344"/>
                </a:cubicBezTo>
                <a:cubicBezTo>
                  <a:pt x="1875" y="379"/>
                  <a:pt x="1830" y="403"/>
                  <a:pt x="1792" y="405"/>
                </a:cubicBezTo>
                <a:cubicBezTo>
                  <a:pt x="1791" y="405"/>
                  <a:pt x="1790" y="407"/>
                  <a:pt x="1792" y="407"/>
                </a:cubicBezTo>
                <a:cubicBezTo>
                  <a:pt x="1837" y="415"/>
                  <a:pt x="1886" y="388"/>
                  <a:pt x="1907" y="346"/>
                </a:cubicBezTo>
                <a:cubicBezTo>
                  <a:pt x="1917" y="325"/>
                  <a:pt x="1916" y="302"/>
                  <a:pt x="1906" y="281"/>
                </a:cubicBezTo>
                <a:close/>
                <a:moveTo>
                  <a:pt x="1520" y="394"/>
                </a:moveTo>
                <a:cubicBezTo>
                  <a:pt x="1532" y="398"/>
                  <a:pt x="1527" y="381"/>
                  <a:pt x="1525" y="376"/>
                </a:cubicBezTo>
                <a:cubicBezTo>
                  <a:pt x="1519" y="362"/>
                  <a:pt x="1514" y="347"/>
                  <a:pt x="1511" y="332"/>
                </a:cubicBezTo>
                <a:cubicBezTo>
                  <a:pt x="1508" y="316"/>
                  <a:pt x="1508" y="300"/>
                  <a:pt x="1508" y="284"/>
                </a:cubicBezTo>
                <a:cubicBezTo>
                  <a:pt x="1509" y="269"/>
                  <a:pt x="1511" y="251"/>
                  <a:pt x="1517" y="237"/>
                </a:cubicBezTo>
                <a:cubicBezTo>
                  <a:pt x="1518" y="234"/>
                  <a:pt x="1515" y="232"/>
                  <a:pt x="1513" y="235"/>
                </a:cubicBezTo>
                <a:cubicBezTo>
                  <a:pt x="1498" y="261"/>
                  <a:pt x="1493" y="287"/>
                  <a:pt x="1494" y="317"/>
                </a:cubicBezTo>
                <a:cubicBezTo>
                  <a:pt x="1494" y="332"/>
                  <a:pt x="1496" y="347"/>
                  <a:pt x="1500" y="361"/>
                </a:cubicBezTo>
                <a:cubicBezTo>
                  <a:pt x="1503" y="371"/>
                  <a:pt x="1509" y="391"/>
                  <a:pt x="1520" y="394"/>
                </a:cubicBezTo>
                <a:close/>
                <a:moveTo>
                  <a:pt x="1491" y="367"/>
                </a:moveTo>
                <a:cubicBezTo>
                  <a:pt x="1493" y="361"/>
                  <a:pt x="1488" y="354"/>
                  <a:pt x="1485" y="349"/>
                </a:cubicBezTo>
                <a:cubicBezTo>
                  <a:pt x="1481" y="340"/>
                  <a:pt x="1477" y="331"/>
                  <a:pt x="1474" y="321"/>
                </a:cubicBezTo>
                <a:cubicBezTo>
                  <a:pt x="1469" y="303"/>
                  <a:pt x="1466" y="280"/>
                  <a:pt x="1471" y="262"/>
                </a:cubicBezTo>
                <a:cubicBezTo>
                  <a:pt x="1471" y="260"/>
                  <a:pt x="1468" y="259"/>
                  <a:pt x="1467" y="261"/>
                </a:cubicBezTo>
                <a:cubicBezTo>
                  <a:pt x="1459" y="281"/>
                  <a:pt x="1456" y="299"/>
                  <a:pt x="1459" y="321"/>
                </a:cubicBezTo>
                <a:cubicBezTo>
                  <a:pt x="1461" y="334"/>
                  <a:pt x="1470" y="372"/>
                  <a:pt x="1488" y="369"/>
                </a:cubicBezTo>
                <a:cubicBezTo>
                  <a:pt x="1489" y="369"/>
                  <a:pt x="1490" y="368"/>
                  <a:pt x="1491" y="367"/>
                </a:cubicBezTo>
                <a:close/>
              </a:path>
            </a:pathLst>
          </a:custGeom>
          <a:solidFill>
            <a:srgbClr val="F3D6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" name="Freeform 11"/>
          <p:cNvSpPr>
            <a:spLocks noChangeArrowheads="1"/>
          </p:cNvSpPr>
          <p:nvPr/>
        </p:nvSpPr>
        <p:spPr bwMode="auto">
          <a:xfrm>
            <a:off x="0" y="3842148"/>
            <a:ext cx="944166" cy="1329928"/>
          </a:xfrm>
          <a:custGeom>
            <a:avLst/>
            <a:gdLst>
              <a:gd name="T0" fmla="*/ 0 w 793"/>
              <a:gd name="T1" fmla="*/ 117 h 1117"/>
              <a:gd name="T2" fmla="*/ 0 w 793"/>
              <a:gd name="T3" fmla="*/ 1117 h 1117"/>
              <a:gd name="T4" fmla="*/ 595 w 793"/>
              <a:gd name="T5" fmla="*/ 1117 h 1117"/>
              <a:gd name="T6" fmla="*/ 793 w 793"/>
              <a:gd name="T7" fmla="*/ 961 h 1117"/>
              <a:gd name="T8" fmla="*/ 188 w 793"/>
              <a:gd name="T9" fmla="*/ 0 h 1117"/>
              <a:gd name="T10" fmla="*/ 0 w 793"/>
              <a:gd name="T11" fmla="*/ 117 h 1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3" h="1117">
                <a:moveTo>
                  <a:pt x="0" y="117"/>
                </a:moveTo>
                <a:lnTo>
                  <a:pt x="0" y="1117"/>
                </a:lnTo>
                <a:lnTo>
                  <a:pt x="595" y="1117"/>
                </a:lnTo>
                <a:lnTo>
                  <a:pt x="793" y="961"/>
                </a:lnTo>
                <a:lnTo>
                  <a:pt x="188" y="0"/>
                </a:lnTo>
                <a:lnTo>
                  <a:pt x="0" y="117"/>
                </a:ln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" name="Freeform 12"/>
          <p:cNvSpPr>
            <a:spLocks noChangeArrowheads="1"/>
          </p:cNvSpPr>
          <p:nvPr/>
        </p:nvSpPr>
        <p:spPr bwMode="auto">
          <a:xfrm>
            <a:off x="275034" y="3625455"/>
            <a:ext cx="975122" cy="1245394"/>
          </a:xfrm>
          <a:custGeom>
            <a:avLst/>
            <a:gdLst>
              <a:gd name="T0" fmla="*/ 500 w 819"/>
              <a:gd name="T1" fmla="*/ 1046 h 1046"/>
              <a:gd name="T2" fmla="*/ 819 w 819"/>
              <a:gd name="T3" fmla="*/ 738 h 1046"/>
              <a:gd name="T4" fmla="*/ 704 w 819"/>
              <a:gd name="T5" fmla="*/ 566 h 1046"/>
              <a:gd name="T6" fmla="*/ 692 w 819"/>
              <a:gd name="T7" fmla="*/ 549 h 1046"/>
              <a:gd name="T8" fmla="*/ 416 w 819"/>
              <a:gd name="T9" fmla="*/ 135 h 1046"/>
              <a:gd name="T10" fmla="*/ 405 w 819"/>
              <a:gd name="T11" fmla="*/ 119 h 1046"/>
              <a:gd name="T12" fmla="*/ 325 w 819"/>
              <a:gd name="T13" fmla="*/ 0 h 1046"/>
              <a:gd name="T14" fmla="*/ 0 w 819"/>
              <a:gd name="T15" fmla="*/ 250 h 1046"/>
              <a:gd name="T16" fmla="*/ 500 w 819"/>
              <a:gd name="T17" fmla="*/ 1046 h 10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19" h="1046">
                <a:moveTo>
                  <a:pt x="500" y="1046"/>
                </a:moveTo>
                <a:lnTo>
                  <a:pt x="819" y="738"/>
                </a:lnTo>
                <a:lnTo>
                  <a:pt x="704" y="566"/>
                </a:lnTo>
                <a:lnTo>
                  <a:pt x="692" y="549"/>
                </a:lnTo>
                <a:lnTo>
                  <a:pt x="416" y="135"/>
                </a:lnTo>
                <a:lnTo>
                  <a:pt x="405" y="119"/>
                </a:lnTo>
                <a:lnTo>
                  <a:pt x="325" y="0"/>
                </a:lnTo>
                <a:lnTo>
                  <a:pt x="0" y="250"/>
                </a:lnTo>
                <a:lnTo>
                  <a:pt x="500" y="10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" name="Oval 39"/>
          <p:cNvSpPr>
            <a:spLocks noChangeArrowheads="1"/>
          </p:cNvSpPr>
          <p:nvPr/>
        </p:nvSpPr>
        <p:spPr bwMode="auto">
          <a:xfrm>
            <a:off x="2518173" y="1332313"/>
            <a:ext cx="640556" cy="640556"/>
          </a:xfrm>
          <a:prstGeom prst="ellipse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" name="Oval 40"/>
          <p:cNvSpPr>
            <a:spLocks noChangeArrowheads="1"/>
          </p:cNvSpPr>
          <p:nvPr/>
        </p:nvSpPr>
        <p:spPr bwMode="auto">
          <a:xfrm>
            <a:off x="2550322" y="1364460"/>
            <a:ext cx="576263" cy="576263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" name="Oval 41"/>
          <p:cNvSpPr>
            <a:spLocks noChangeArrowheads="1"/>
          </p:cNvSpPr>
          <p:nvPr/>
        </p:nvSpPr>
        <p:spPr bwMode="auto">
          <a:xfrm>
            <a:off x="2578897" y="1393035"/>
            <a:ext cx="519113" cy="519113"/>
          </a:xfrm>
          <a:prstGeom prst="ellipse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" name="Freeform 42"/>
          <p:cNvSpPr>
            <a:spLocks noEditPoints="1" noChangeArrowheads="1"/>
          </p:cNvSpPr>
          <p:nvPr/>
        </p:nvSpPr>
        <p:spPr bwMode="auto">
          <a:xfrm>
            <a:off x="2718198" y="1443038"/>
            <a:ext cx="240506" cy="419100"/>
          </a:xfrm>
          <a:custGeom>
            <a:avLst/>
            <a:gdLst>
              <a:gd name="T0" fmla="*/ 102 w 185"/>
              <a:gd name="T1" fmla="*/ 0 h 323"/>
              <a:gd name="T2" fmla="*/ 102 w 185"/>
              <a:gd name="T3" fmla="*/ 29 h 323"/>
              <a:gd name="T4" fmla="*/ 181 w 185"/>
              <a:gd name="T5" fmla="*/ 90 h 323"/>
              <a:gd name="T6" fmla="*/ 143 w 185"/>
              <a:gd name="T7" fmla="*/ 90 h 323"/>
              <a:gd name="T8" fmla="*/ 101 w 185"/>
              <a:gd name="T9" fmla="*/ 59 h 323"/>
              <a:gd name="T10" fmla="*/ 101 w 185"/>
              <a:gd name="T11" fmla="*/ 136 h 323"/>
              <a:gd name="T12" fmla="*/ 185 w 185"/>
              <a:gd name="T13" fmla="*/ 212 h 323"/>
              <a:gd name="T14" fmla="*/ 152 w 185"/>
              <a:gd name="T15" fmla="*/ 273 h 323"/>
              <a:gd name="T16" fmla="*/ 101 w 185"/>
              <a:gd name="T17" fmla="*/ 287 h 323"/>
              <a:gd name="T18" fmla="*/ 101 w 185"/>
              <a:gd name="T19" fmla="*/ 323 h 323"/>
              <a:gd name="T20" fmla="*/ 82 w 185"/>
              <a:gd name="T21" fmla="*/ 323 h 323"/>
              <a:gd name="T22" fmla="*/ 82 w 185"/>
              <a:gd name="T23" fmla="*/ 287 h 323"/>
              <a:gd name="T24" fmla="*/ 21 w 185"/>
              <a:gd name="T25" fmla="*/ 266 h 323"/>
              <a:gd name="T26" fmla="*/ 0 w 185"/>
              <a:gd name="T27" fmla="*/ 215 h 323"/>
              <a:gd name="T28" fmla="*/ 38 w 185"/>
              <a:gd name="T29" fmla="*/ 215 h 323"/>
              <a:gd name="T30" fmla="*/ 82 w 185"/>
              <a:gd name="T31" fmla="*/ 256 h 323"/>
              <a:gd name="T32" fmla="*/ 82 w 185"/>
              <a:gd name="T33" fmla="*/ 169 h 323"/>
              <a:gd name="T34" fmla="*/ 5 w 185"/>
              <a:gd name="T35" fmla="*/ 96 h 323"/>
              <a:gd name="T36" fmla="*/ 36 w 185"/>
              <a:gd name="T37" fmla="*/ 41 h 323"/>
              <a:gd name="T38" fmla="*/ 83 w 185"/>
              <a:gd name="T39" fmla="*/ 30 h 323"/>
              <a:gd name="T40" fmla="*/ 83 w 185"/>
              <a:gd name="T41" fmla="*/ 0 h 323"/>
              <a:gd name="T42" fmla="*/ 102 w 185"/>
              <a:gd name="T43" fmla="*/ 0 h 323"/>
              <a:gd name="T44" fmla="*/ 83 w 185"/>
              <a:gd name="T45" fmla="*/ 59 h 323"/>
              <a:gd name="T46" fmla="*/ 41 w 185"/>
              <a:gd name="T47" fmla="*/ 94 h 323"/>
              <a:gd name="T48" fmla="*/ 83 w 185"/>
              <a:gd name="T49" fmla="*/ 131 h 323"/>
              <a:gd name="T50" fmla="*/ 83 w 185"/>
              <a:gd name="T51" fmla="*/ 59 h 323"/>
              <a:gd name="T52" fmla="*/ 101 w 185"/>
              <a:gd name="T53" fmla="*/ 256 h 323"/>
              <a:gd name="T54" fmla="*/ 147 w 185"/>
              <a:gd name="T55" fmla="*/ 216 h 323"/>
              <a:gd name="T56" fmla="*/ 101 w 185"/>
              <a:gd name="T57" fmla="*/ 174 h 323"/>
              <a:gd name="T58" fmla="*/ 101 w 185"/>
              <a:gd name="T59" fmla="*/ 256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85" h="323">
                <a:moveTo>
                  <a:pt x="102" y="0"/>
                </a:moveTo>
                <a:cubicBezTo>
                  <a:pt x="102" y="29"/>
                  <a:pt x="102" y="29"/>
                  <a:pt x="102" y="29"/>
                </a:cubicBezTo>
                <a:cubicBezTo>
                  <a:pt x="118" y="30"/>
                  <a:pt x="180" y="32"/>
                  <a:pt x="181" y="90"/>
                </a:cubicBezTo>
                <a:cubicBezTo>
                  <a:pt x="143" y="90"/>
                  <a:pt x="143" y="90"/>
                  <a:pt x="143" y="90"/>
                </a:cubicBezTo>
                <a:cubicBezTo>
                  <a:pt x="142" y="66"/>
                  <a:pt x="123" y="60"/>
                  <a:pt x="101" y="59"/>
                </a:cubicBezTo>
                <a:cubicBezTo>
                  <a:pt x="101" y="136"/>
                  <a:pt x="101" y="136"/>
                  <a:pt x="101" y="136"/>
                </a:cubicBezTo>
                <a:cubicBezTo>
                  <a:pt x="139" y="146"/>
                  <a:pt x="185" y="160"/>
                  <a:pt x="185" y="212"/>
                </a:cubicBezTo>
                <a:cubicBezTo>
                  <a:pt x="185" y="248"/>
                  <a:pt x="161" y="267"/>
                  <a:pt x="152" y="273"/>
                </a:cubicBezTo>
                <a:cubicBezTo>
                  <a:pt x="135" y="284"/>
                  <a:pt x="114" y="286"/>
                  <a:pt x="101" y="287"/>
                </a:cubicBezTo>
                <a:cubicBezTo>
                  <a:pt x="101" y="323"/>
                  <a:pt x="101" y="323"/>
                  <a:pt x="101" y="323"/>
                </a:cubicBezTo>
                <a:cubicBezTo>
                  <a:pt x="82" y="323"/>
                  <a:pt x="82" y="323"/>
                  <a:pt x="82" y="323"/>
                </a:cubicBezTo>
                <a:cubicBezTo>
                  <a:pt x="82" y="287"/>
                  <a:pt x="82" y="287"/>
                  <a:pt x="82" y="287"/>
                </a:cubicBezTo>
                <a:cubicBezTo>
                  <a:pt x="66" y="286"/>
                  <a:pt x="43" y="286"/>
                  <a:pt x="21" y="266"/>
                </a:cubicBezTo>
                <a:cubicBezTo>
                  <a:pt x="2" y="249"/>
                  <a:pt x="0" y="231"/>
                  <a:pt x="0" y="215"/>
                </a:cubicBezTo>
                <a:cubicBezTo>
                  <a:pt x="38" y="215"/>
                  <a:pt x="38" y="215"/>
                  <a:pt x="38" y="215"/>
                </a:cubicBezTo>
                <a:cubicBezTo>
                  <a:pt x="37" y="231"/>
                  <a:pt x="47" y="255"/>
                  <a:pt x="82" y="256"/>
                </a:cubicBezTo>
                <a:cubicBezTo>
                  <a:pt x="82" y="169"/>
                  <a:pt x="82" y="169"/>
                  <a:pt x="82" y="169"/>
                </a:cubicBezTo>
                <a:cubicBezTo>
                  <a:pt x="22" y="151"/>
                  <a:pt x="5" y="136"/>
                  <a:pt x="5" y="96"/>
                </a:cubicBezTo>
                <a:cubicBezTo>
                  <a:pt x="5" y="66"/>
                  <a:pt x="23" y="49"/>
                  <a:pt x="36" y="41"/>
                </a:cubicBezTo>
                <a:cubicBezTo>
                  <a:pt x="53" y="31"/>
                  <a:pt x="73" y="30"/>
                  <a:pt x="83" y="30"/>
                </a:cubicBezTo>
                <a:cubicBezTo>
                  <a:pt x="83" y="0"/>
                  <a:pt x="83" y="0"/>
                  <a:pt x="83" y="0"/>
                </a:cubicBezTo>
                <a:lnTo>
                  <a:pt x="102" y="0"/>
                </a:lnTo>
                <a:close/>
                <a:moveTo>
                  <a:pt x="83" y="59"/>
                </a:moveTo>
                <a:cubicBezTo>
                  <a:pt x="43" y="63"/>
                  <a:pt x="41" y="87"/>
                  <a:pt x="41" y="94"/>
                </a:cubicBezTo>
                <a:cubicBezTo>
                  <a:pt x="41" y="118"/>
                  <a:pt x="65" y="125"/>
                  <a:pt x="83" y="131"/>
                </a:cubicBezTo>
                <a:lnTo>
                  <a:pt x="83" y="59"/>
                </a:lnTo>
                <a:close/>
                <a:moveTo>
                  <a:pt x="101" y="256"/>
                </a:moveTo>
                <a:cubicBezTo>
                  <a:pt x="133" y="255"/>
                  <a:pt x="147" y="235"/>
                  <a:pt x="147" y="216"/>
                </a:cubicBezTo>
                <a:cubicBezTo>
                  <a:pt x="147" y="189"/>
                  <a:pt x="120" y="180"/>
                  <a:pt x="101" y="174"/>
                </a:cubicBezTo>
                <a:lnTo>
                  <a:pt x="101" y="256"/>
                </a:lnTo>
                <a:close/>
              </a:path>
            </a:pathLst>
          </a:custGeom>
          <a:solidFill>
            <a:srgbClr val="FB710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" name="Freeform 43"/>
          <p:cNvSpPr/>
          <p:nvPr/>
        </p:nvSpPr>
        <p:spPr bwMode="auto">
          <a:xfrm>
            <a:off x="2288381" y="2003828"/>
            <a:ext cx="939404" cy="1096565"/>
          </a:xfrm>
          <a:custGeom>
            <a:avLst/>
            <a:gdLst>
              <a:gd name="T0" fmla="*/ 252 w 725"/>
              <a:gd name="T1" fmla="*/ 564 h 847"/>
              <a:gd name="T2" fmla="*/ 322 w 725"/>
              <a:gd name="T3" fmla="*/ 371 h 847"/>
              <a:gd name="T4" fmla="*/ 423 w 725"/>
              <a:gd name="T5" fmla="*/ 8 h 847"/>
              <a:gd name="T6" fmla="*/ 400 w 725"/>
              <a:gd name="T7" fmla="*/ 115 h 847"/>
              <a:gd name="T8" fmla="*/ 346 w 725"/>
              <a:gd name="T9" fmla="*/ 246 h 847"/>
              <a:gd name="T10" fmla="*/ 0 w 725"/>
              <a:gd name="T11" fmla="*/ 155 h 847"/>
              <a:gd name="T12" fmla="*/ 309 w 725"/>
              <a:gd name="T13" fmla="*/ 231 h 847"/>
              <a:gd name="T14" fmla="*/ 299 w 725"/>
              <a:gd name="T15" fmla="*/ 221 h 847"/>
              <a:gd name="T16" fmla="*/ 289 w 725"/>
              <a:gd name="T17" fmla="*/ 213 h 847"/>
              <a:gd name="T18" fmla="*/ 278 w 725"/>
              <a:gd name="T19" fmla="*/ 204 h 847"/>
              <a:gd name="T20" fmla="*/ 257 w 725"/>
              <a:gd name="T21" fmla="*/ 191 h 847"/>
              <a:gd name="T22" fmla="*/ 242 w 725"/>
              <a:gd name="T23" fmla="*/ 183 h 847"/>
              <a:gd name="T24" fmla="*/ 227 w 725"/>
              <a:gd name="T25" fmla="*/ 175 h 847"/>
              <a:gd name="T26" fmla="*/ 212 w 725"/>
              <a:gd name="T27" fmla="*/ 168 h 847"/>
              <a:gd name="T28" fmla="*/ 185 w 725"/>
              <a:gd name="T29" fmla="*/ 156 h 847"/>
              <a:gd name="T30" fmla="*/ 166 w 725"/>
              <a:gd name="T31" fmla="*/ 148 h 847"/>
              <a:gd name="T32" fmla="*/ 239 w 725"/>
              <a:gd name="T33" fmla="*/ 173 h 847"/>
              <a:gd name="T34" fmla="*/ 322 w 725"/>
              <a:gd name="T35" fmla="*/ 239 h 847"/>
              <a:gd name="T36" fmla="*/ 268 w 725"/>
              <a:gd name="T37" fmla="*/ 376 h 847"/>
              <a:gd name="T38" fmla="*/ 198 w 725"/>
              <a:gd name="T39" fmla="*/ 699 h 847"/>
              <a:gd name="T40" fmla="*/ 281 w 725"/>
              <a:gd name="T41" fmla="*/ 792 h 847"/>
              <a:gd name="T42" fmla="*/ 250 w 725"/>
              <a:gd name="T43" fmla="*/ 597 h 847"/>
              <a:gd name="T44" fmla="*/ 320 w 725"/>
              <a:gd name="T45" fmla="*/ 534 h 847"/>
              <a:gd name="T46" fmla="*/ 507 w 725"/>
              <a:gd name="T47" fmla="*/ 469 h 847"/>
              <a:gd name="T48" fmla="*/ 484 w 725"/>
              <a:gd name="T49" fmla="*/ 476 h 847"/>
              <a:gd name="T50" fmla="*/ 450 w 725"/>
              <a:gd name="T51" fmla="*/ 486 h 847"/>
              <a:gd name="T52" fmla="*/ 418 w 725"/>
              <a:gd name="T53" fmla="*/ 496 h 847"/>
              <a:gd name="T54" fmla="*/ 396 w 725"/>
              <a:gd name="T55" fmla="*/ 505 h 847"/>
              <a:gd name="T56" fmla="*/ 375 w 725"/>
              <a:gd name="T57" fmla="*/ 514 h 847"/>
              <a:gd name="T58" fmla="*/ 343 w 725"/>
              <a:gd name="T59" fmla="*/ 529 h 847"/>
              <a:gd name="T60" fmla="*/ 325 w 725"/>
              <a:gd name="T61" fmla="*/ 539 h 847"/>
              <a:gd name="T62" fmla="*/ 309 w 725"/>
              <a:gd name="T63" fmla="*/ 550 h 847"/>
              <a:gd name="T64" fmla="*/ 296 w 725"/>
              <a:gd name="T65" fmla="*/ 560 h 847"/>
              <a:gd name="T66" fmla="*/ 565 w 725"/>
              <a:gd name="T67" fmla="*/ 576 h 847"/>
              <a:gd name="T68" fmla="*/ 283 w 725"/>
              <a:gd name="T69" fmla="*/ 538 h 8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25" h="847">
                <a:moveTo>
                  <a:pt x="283" y="538"/>
                </a:moveTo>
                <a:cubicBezTo>
                  <a:pt x="275" y="544"/>
                  <a:pt x="264" y="553"/>
                  <a:pt x="252" y="564"/>
                </a:cubicBezTo>
                <a:cubicBezTo>
                  <a:pt x="252" y="562"/>
                  <a:pt x="252" y="560"/>
                  <a:pt x="253" y="557"/>
                </a:cubicBezTo>
                <a:cubicBezTo>
                  <a:pt x="261" y="491"/>
                  <a:pt x="290" y="429"/>
                  <a:pt x="322" y="371"/>
                </a:cubicBezTo>
                <a:cubicBezTo>
                  <a:pt x="353" y="316"/>
                  <a:pt x="386" y="262"/>
                  <a:pt x="409" y="203"/>
                </a:cubicBezTo>
                <a:cubicBezTo>
                  <a:pt x="431" y="146"/>
                  <a:pt x="446" y="67"/>
                  <a:pt x="423" y="8"/>
                </a:cubicBezTo>
                <a:cubicBezTo>
                  <a:pt x="420" y="0"/>
                  <a:pt x="409" y="2"/>
                  <a:pt x="408" y="10"/>
                </a:cubicBezTo>
                <a:cubicBezTo>
                  <a:pt x="405" y="46"/>
                  <a:pt x="407" y="80"/>
                  <a:pt x="400" y="115"/>
                </a:cubicBezTo>
                <a:cubicBezTo>
                  <a:pt x="393" y="147"/>
                  <a:pt x="381" y="178"/>
                  <a:pt x="367" y="207"/>
                </a:cubicBezTo>
                <a:cubicBezTo>
                  <a:pt x="361" y="220"/>
                  <a:pt x="354" y="233"/>
                  <a:pt x="346" y="246"/>
                </a:cubicBezTo>
                <a:cubicBezTo>
                  <a:pt x="336" y="232"/>
                  <a:pt x="322" y="218"/>
                  <a:pt x="314" y="210"/>
                </a:cubicBezTo>
                <a:cubicBezTo>
                  <a:pt x="278" y="33"/>
                  <a:pt x="154" y="50"/>
                  <a:pt x="0" y="155"/>
                </a:cubicBezTo>
                <a:cubicBezTo>
                  <a:pt x="46" y="160"/>
                  <a:pt x="88" y="187"/>
                  <a:pt x="110" y="218"/>
                </a:cubicBezTo>
                <a:cubicBezTo>
                  <a:pt x="180" y="318"/>
                  <a:pt x="240" y="265"/>
                  <a:pt x="309" y="231"/>
                </a:cubicBezTo>
                <a:cubicBezTo>
                  <a:pt x="307" y="229"/>
                  <a:pt x="305" y="227"/>
                  <a:pt x="303" y="225"/>
                </a:cubicBezTo>
                <a:cubicBezTo>
                  <a:pt x="302" y="224"/>
                  <a:pt x="301" y="223"/>
                  <a:pt x="299" y="221"/>
                </a:cubicBezTo>
                <a:cubicBezTo>
                  <a:pt x="298" y="220"/>
                  <a:pt x="296" y="219"/>
                  <a:pt x="295" y="217"/>
                </a:cubicBezTo>
                <a:cubicBezTo>
                  <a:pt x="293" y="216"/>
                  <a:pt x="291" y="214"/>
                  <a:pt x="289" y="213"/>
                </a:cubicBezTo>
                <a:cubicBezTo>
                  <a:pt x="288" y="212"/>
                  <a:pt x="286" y="210"/>
                  <a:pt x="284" y="209"/>
                </a:cubicBezTo>
                <a:cubicBezTo>
                  <a:pt x="282" y="207"/>
                  <a:pt x="280" y="206"/>
                  <a:pt x="278" y="204"/>
                </a:cubicBezTo>
                <a:cubicBezTo>
                  <a:pt x="276" y="203"/>
                  <a:pt x="274" y="201"/>
                  <a:pt x="271" y="200"/>
                </a:cubicBezTo>
                <a:cubicBezTo>
                  <a:pt x="267" y="197"/>
                  <a:pt x="262" y="194"/>
                  <a:pt x="257" y="191"/>
                </a:cubicBezTo>
                <a:cubicBezTo>
                  <a:pt x="255" y="190"/>
                  <a:pt x="252" y="188"/>
                  <a:pt x="250" y="187"/>
                </a:cubicBezTo>
                <a:cubicBezTo>
                  <a:pt x="248" y="185"/>
                  <a:pt x="245" y="184"/>
                  <a:pt x="242" y="183"/>
                </a:cubicBezTo>
                <a:cubicBezTo>
                  <a:pt x="240" y="181"/>
                  <a:pt x="237" y="180"/>
                  <a:pt x="235" y="179"/>
                </a:cubicBezTo>
                <a:cubicBezTo>
                  <a:pt x="232" y="177"/>
                  <a:pt x="230" y="176"/>
                  <a:pt x="227" y="175"/>
                </a:cubicBezTo>
                <a:cubicBezTo>
                  <a:pt x="225" y="174"/>
                  <a:pt x="222" y="172"/>
                  <a:pt x="220" y="171"/>
                </a:cubicBezTo>
                <a:cubicBezTo>
                  <a:pt x="217" y="170"/>
                  <a:pt x="215" y="169"/>
                  <a:pt x="212" y="168"/>
                </a:cubicBezTo>
                <a:cubicBezTo>
                  <a:pt x="207" y="166"/>
                  <a:pt x="203" y="163"/>
                  <a:pt x="198" y="162"/>
                </a:cubicBezTo>
                <a:cubicBezTo>
                  <a:pt x="193" y="160"/>
                  <a:pt x="189" y="158"/>
                  <a:pt x="185" y="156"/>
                </a:cubicBezTo>
                <a:cubicBezTo>
                  <a:pt x="181" y="154"/>
                  <a:pt x="177" y="153"/>
                  <a:pt x="174" y="152"/>
                </a:cubicBezTo>
                <a:cubicBezTo>
                  <a:pt x="171" y="150"/>
                  <a:pt x="168" y="149"/>
                  <a:pt x="166" y="148"/>
                </a:cubicBezTo>
                <a:cubicBezTo>
                  <a:pt x="161" y="146"/>
                  <a:pt x="158" y="145"/>
                  <a:pt x="158" y="145"/>
                </a:cubicBezTo>
                <a:cubicBezTo>
                  <a:pt x="187" y="151"/>
                  <a:pt x="214" y="160"/>
                  <a:pt x="239" y="173"/>
                </a:cubicBezTo>
                <a:cubicBezTo>
                  <a:pt x="256" y="182"/>
                  <a:pt x="272" y="193"/>
                  <a:pt x="288" y="205"/>
                </a:cubicBezTo>
                <a:cubicBezTo>
                  <a:pt x="292" y="209"/>
                  <a:pt x="309" y="222"/>
                  <a:pt x="322" y="239"/>
                </a:cubicBezTo>
                <a:cubicBezTo>
                  <a:pt x="328" y="246"/>
                  <a:pt x="333" y="254"/>
                  <a:pt x="337" y="262"/>
                </a:cubicBezTo>
                <a:cubicBezTo>
                  <a:pt x="315" y="300"/>
                  <a:pt x="290" y="337"/>
                  <a:pt x="268" y="376"/>
                </a:cubicBezTo>
                <a:cubicBezTo>
                  <a:pt x="234" y="436"/>
                  <a:pt x="208" y="500"/>
                  <a:pt x="200" y="569"/>
                </a:cubicBezTo>
                <a:cubicBezTo>
                  <a:pt x="194" y="612"/>
                  <a:pt x="195" y="656"/>
                  <a:pt x="198" y="699"/>
                </a:cubicBezTo>
                <a:cubicBezTo>
                  <a:pt x="202" y="741"/>
                  <a:pt x="211" y="783"/>
                  <a:pt x="235" y="819"/>
                </a:cubicBezTo>
                <a:cubicBezTo>
                  <a:pt x="254" y="847"/>
                  <a:pt x="299" y="822"/>
                  <a:pt x="281" y="792"/>
                </a:cubicBezTo>
                <a:cubicBezTo>
                  <a:pt x="261" y="757"/>
                  <a:pt x="254" y="717"/>
                  <a:pt x="252" y="678"/>
                </a:cubicBezTo>
                <a:cubicBezTo>
                  <a:pt x="250" y="651"/>
                  <a:pt x="249" y="624"/>
                  <a:pt x="250" y="597"/>
                </a:cubicBezTo>
                <a:cubicBezTo>
                  <a:pt x="255" y="590"/>
                  <a:pt x="262" y="583"/>
                  <a:pt x="268" y="576"/>
                </a:cubicBezTo>
                <a:cubicBezTo>
                  <a:pt x="289" y="555"/>
                  <a:pt x="313" y="538"/>
                  <a:pt x="320" y="534"/>
                </a:cubicBezTo>
                <a:cubicBezTo>
                  <a:pt x="343" y="519"/>
                  <a:pt x="367" y="506"/>
                  <a:pt x="392" y="496"/>
                </a:cubicBezTo>
                <a:cubicBezTo>
                  <a:pt x="428" y="482"/>
                  <a:pt x="467" y="473"/>
                  <a:pt x="507" y="469"/>
                </a:cubicBezTo>
                <a:cubicBezTo>
                  <a:pt x="507" y="469"/>
                  <a:pt x="503" y="470"/>
                  <a:pt x="496" y="472"/>
                </a:cubicBezTo>
                <a:cubicBezTo>
                  <a:pt x="493" y="473"/>
                  <a:pt x="489" y="474"/>
                  <a:pt x="484" y="476"/>
                </a:cubicBezTo>
                <a:cubicBezTo>
                  <a:pt x="479" y="477"/>
                  <a:pt x="474" y="478"/>
                  <a:pt x="468" y="480"/>
                </a:cubicBezTo>
                <a:cubicBezTo>
                  <a:pt x="463" y="482"/>
                  <a:pt x="456" y="484"/>
                  <a:pt x="450" y="486"/>
                </a:cubicBezTo>
                <a:cubicBezTo>
                  <a:pt x="443" y="488"/>
                  <a:pt x="436" y="491"/>
                  <a:pt x="429" y="493"/>
                </a:cubicBezTo>
                <a:cubicBezTo>
                  <a:pt x="426" y="494"/>
                  <a:pt x="422" y="495"/>
                  <a:pt x="418" y="496"/>
                </a:cubicBezTo>
                <a:cubicBezTo>
                  <a:pt x="415" y="498"/>
                  <a:pt x="411" y="499"/>
                  <a:pt x="408" y="501"/>
                </a:cubicBezTo>
                <a:cubicBezTo>
                  <a:pt x="404" y="502"/>
                  <a:pt x="400" y="503"/>
                  <a:pt x="396" y="505"/>
                </a:cubicBezTo>
                <a:cubicBezTo>
                  <a:pt x="393" y="506"/>
                  <a:pt x="389" y="508"/>
                  <a:pt x="386" y="509"/>
                </a:cubicBezTo>
                <a:cubicBezTo>
                  <a:pt x="382" y="511"/>
                  <a:pt x="378" y="512"/>
                  <a:pt x="375" y="514"/>
                </a:cubicBezTo>
                <a:cubicBezTo>
                  <a:pt x="371" y="515"/>
                  <a:pt x="367" y="517"/>
                  <a:pt x="364" y="519"/>
                </a:cubicBezTo>
                <a:cubicBezTo>
                  <a:pt x="357" y="522"/>
                  <a:pt x="350" y="526"/>
                  <a:pt x="343" y="529"/>
                </a:cubicBezTo>
                <a:cubicBezTo>
                  <a:pt x="340" y="531"/>
                  <a:pt x="337" y="533"/>
                  <a:pt x="334" y="534"/>
                </a:cubicBezTo>
                <a:cubicBezTo>
                  <a:pt x="331" y="536"/>
                  <a:pt x="328" y="538"/>
                  <a:pt x="325" y="539"/>
                </a:cubicBezTo>
                <a:cubicBezTo>
                  <a:pt x="322" y="541"/>
                  <a:pt x="319" y="543"/>
                  <a:pt x="316" y="545"/>
                </a:cubicBezTo>
                <a:cubicBezTo>
                  <a:pt x="314" y="546"/>
                  <a:pt x="311" y="548"/>
                  <a:pt x="309" y="550"/>
                </a:cubicBezTo>
                <a:cubicBezTo>
                  <a:pt x="306" y="552"/>
                  <a:pt x="304" y="553"/>
                  <a:pt x="302" y="555"/>
                </a:cubicBezTo>
                <a:cubicBezTo>
                  <a:pt x="300" y="557"/>
                  <a:pt x="297" y="558"/>
                  <a:pt x="296" y="560"/>
                </a:cubicBezTo>
                <a:cubicBezTo>
                  <a:pt x="293" y="562"/>
                  <a:pt x="290" y="564"/>
                  <a:pt x="288" y="567"/>
                </a:cubicBezTo>
                <a:cubicBezTo>
                  <a:pt x="378" y="623"/>
                  <a:pt x="454" y="705"/>
                  <a:pt x="565" y="576"/>
                </a:cubicBezTo>
                <a:cubicBezTo>
                  <a:pt x="599" y="536"/>
                  <a:pt x="660" y="504"/>
                  <a:pt x="725" y="504"/>
                </a:cubicBezTo>
                <a:cubicBezTo>
                  <a:pt x="525" y="337"/>
                  <a:pt x="356" y="298"/>
                  <a:pt x="283" y="538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17" name="Freeform 44"/>
          <p:cNvSpPr>
            <a:spLocks noChangeArrowheads="1"/>
          </p:cNvSpPr>
          <p:nvPr/>
        </p:nvSpPr>
        <p:spPr bwMode="auto">
          <a:xfrm>
            <a:off x="2799160" y="3615934"/>
            <a:ext cx="1190" cy="2381"/>
          </a:xfrm>
          <a:custGeom>
            <a:avLst/>
            <a:gdLst>
              <a:gd name="T0" fmla="*/ 0 w 1"/>
              <a:gd name="T1" fmla="*/ 2 h 2"/>
              <a:gd name="T2" fmla="*/ 1 w 1"/>
              <a:gd name="T3" fmla="*/ 2 h 2"/>
              <a:gd name="T4" fmla="*/ 1 w 1"/>
              <a:gd name="T5" fmla="*/ 0 h 2"/>
              <a:gd name="T6" fmla="*/ 0 w 1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" h="2">
                <a:moveTo>
                  <a:pt x="0" y="2"/>
                </a:moveTo>
                <a:cubicBezTo>
                  <a:pt x="0" y="2"/>
                  <a:pt x="1" y="2"/>
                  <a:pt x="1" y="2"/>
                </a:cubicBezTo>
                <a:cubicBezTo>
                  <a:pt x="1" y="0"/>
                  <a:pt x="1" y="0"/>
                  <a:pt x="1" y="0"/>
                </a:cubicBezTo>
                <a:cubicBezTo>
                  <a:pt x="1" y="1"/>
                  <a:pt x="0" y="1"/>
                  <a:pt x="0" y="2"/>
                </a:cubicBezTo>
                <a:close/>
              </a:path>
            </a:pathLst>
          </a:custGeom>
          <a:solidFill>
            <a:srgbClr val="F7D78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" name="Rectangle 45"/>
          <p:cNvSpPr>
            <a:spLocks noChangeArrowheads="1"/>
          </p:cNvSpPr>
          <p:nvPr/>
        </p:nvSpPr>
        <p:spPr bwMode="auto">
          <a:xfrm>
            <a:off x="2434838" y="3406382"/>
            <a:ext cx="513159" cy="51197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" name="Rectangle 46"/>
          <p:cNvSpPr>
            <a:spLocks noChangeArrowheads="1"/>
          </p:cNvSpPr>
          <p:nvPr/>
        </p:nvSpPr>
        <p:spPr bwMode="auto">
          <a:xfrm>
            <a:off x="2664628" y="3330181"/>
            <a:ext cx="511969" cy="50006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" name="Rectangle 47"/>
          <p:cNvSpPr>
            <a:spLocks noChangeArrowheads="1"/>
          </p:cNvSpPr>
          <p:nvPr/>
        </p:nvSpPr>
        <p:spPr bwMode="auto">
          <a:xfrm>
            <a:off x="2107407" y="3330181"/>
            <a:ext cx="513160" cy="50006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" name="Rectangle 48"/>
          <p:cNvSpPr>
            <a:spLocks noChangeArrowheads="1"/>
          </p:cNvSpPr>
          <p:nvPr/>
        </p:nvSpPr>
        <p:spPr bwMode="auto">
          <a:xfrm>
            <a:off x="2336011" y="3251599"/>
            <a:ext cx="511969" cy="52388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" name="Rectangle 49"/>
          <p:cNvSpPr>
            <a:spLocks noChangeArrowheads="1"/>
          </p:cNvSpPr>
          <p:nvPr/>
        </p:nvSpPr>
        <p:spPr bwMode="auto">
          <a:xfrm>
            <a:off x="2336011" y="3096820"/>
            <a:ext cx="511969" cy="51197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" name="Rectangle 50"/>
          <p:cNvSpPr>
            <a:spLocks noChangeArrowheads="1"/>
          </p:cNvSpPr>
          <p:nvPr/>
        </p:nvSpPr>
        <p:spPr bwMode="auto">
          <a:xfrm>
            <a:off x="2008594" y="3174208"/>
            <a:ext cx="511969" cy="52388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" name="Rectangle 51"/>
          <p:cNvSpPr>
            <a:spLocks noChangeArrowheads="1"/>
          </p:cNvSpPr>
          <p:nvPr/>
        </p:nvSpPr>
        <p:spPr bwMode="auto">
          <a:xfrm>
            <a:off x="2563425" y="3174208"/>
            <a:ext cx="513159" cy="52388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" name="Rectangle 52"/>
          <p:cNvSpPr>
            <a:spLocks noChangeArrowheads="1"/>
          </p:cNvSpPr>
          <p:nvPr/>
        </p:nvSpPr>
        <p:spPr bwMode="auto">
          <a:xfrm>
            <a:off x="2016919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" name="Rectangle 53"/>
          <p:cNvSpPr>
            <a:spLocks noChangeArrowheads="1"/>
          </p:cNvSpPr>
          <p:nvPr/>
        </p:nvSpPr>
        <p:spPr bwMode="auto">
          <a:xfrm>
            <a:off x="2040740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7" name="Rectangle 54"/>
          <p:cNvSpPr>
            <a:spLocks noChangeArrowheads="1"/>
          </p:cNvSpPr>
          <p:nvPr/>
        </p:nvSpPr>
        <p:spPr bwMode="auto">
          <a:xfrm>
            <a:off x="2063363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8" name="Rectangle 55"/>
          <p:cNvSpPr>
            <a:spLocks noChangeArrowheads="1"/>
          </p:cNvSpPr>
          <p:nvPr/>
        </p:nvSpPr>
        <p:spPr bwMode="auto">
          <a:xfrm>
            <a:off x="2085984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9" name="Rectangle 56"/>
          <p:cNvSpPr>
            <a:spLocks noChangeArrowheads="1"/>
          </p:cNvSpPr>
          <p:nvPr/>
        </p:nvSpPr>
        <p:spPr bwMode="auto">
          <a:xfrm>
            <a:off x="2108607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0" name="Rectangle 57"/>
          <p:cNvSpPr>
            <a:spLocks noChangeArrowheads="1"/>
          </p:cNvSpPr>
          <p:nvPr/>
        </p:nvSpPr>
        <p:spPr bwMode="auto">
          <a:xfrm>
            <a:off x="2132419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1" name="Rectangle 58"/>
          <p:cNvSpPr>
            <a:spLocks noChangeArrowheads="1"/>
          </p:cNvSpPr>
          <p:nvPr/>
        </p:nvSpPr>
        <p:spPr bwMode="auto">
          <a:xfrm>
            <a:off x="2155031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2" name="Rectangle 59"/>
          <p:cNvSpPr>
            <a:spLocks noChangeArrowheads="1"/>
          </p:cNvSpPr>
          <p:nvPr/>
        </p:nvSpPr>
        <p:spPr bwMode="auto">
          <a:xfrm>
            <a:off x="2178844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3" name="Rectangle 60"/>
          <p:cNvSpPr>
            <a:spLocks noChangeArrowheads="1"/>
          </p:cNvSpPr>
          <p:nvPr/>
        </p:nvSpPr>
        <p:spPr bwMode="auto">
          <a:xfrm>
            <a:off x="2201475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4" name="Rectangle 61"/>
          <p:cNvSpPr>
            <a:spLocks noChangeArrowheads="1"/>
          </p:cNvSpPr>
          <p:nvPr/>
        </p:nvSpPr>
        <p:spPr bwMode="auto">
          <a:xfrm>
            <a:off x="2224088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5" name="Rectangle 62"/>
          <p:cNvSpPr>
            <a:spLocks noChangeArrowheads="1"/>
          </p:cNvSpPr>
          <p:nvPr/>
        </p:nvSpPr>
        <p:spPr bwMode="auto">
          <a:xfrm>
            <a:off x="2247909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6" name="Rectangle 63"/>
          <p:cNvSpPr>
            <a:spLocks noChangeArrowheads="1"/>
          </p:cNvSpPr>
          <p:nvPr/>
        </p:nvSpPr>
        <p:spPr bwMode="auto">
          <a:xfrm>
            <a:off x="2270532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7" name="Rectangle 64"/>
          <p:cNvSpPr>
            <a:spLocks noChangeArrowheads="1"/>
          </p:cNvSpPr>
          <p:nvPr/>
        </p:nvSpPr>
        <p:spPr bwMode="auto">
          <a:xfrm>
            <a:off x="2294335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8" name="Rectangle 65"/>
          <p:cNvSpPr>
            <a:spLocks noChangeArrowheads="1"/>
          </p:cNvSpPr>
          <p:nvPr/>
        </p:nvSpPr>
        <p:spPr bwMode="auto">
          <a:xfrm>
            <a:off x="2315772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39" name="Rectangle 66"/>
          <p:cNvSpPr>
            <a:spLocks noChangeArrowheads="1"/>
          </p:cNvSpPr>
          <p:nvPr/>
        </p:nvSpPr>
        <p:spPr bwMode="auto">
          <a:xfrm>
            <a:off x="2339588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0" name="Rectangle 67"/>
          <p:cNvSpPr>
            <a:spLocks noChangeArrowheads="1"/>
          </p:cNvSpPr>
          <p:nvPr/>
        </p:nvSpPr>
        <p:spPr bwMode="auto">
          <a:xfrm>
            <a:off x="2362200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1" name="Rectangle 68"/>
          <p:cNvSpPr>
            <a:spLocks noChangeArrowheads="1"/>
          </p:cNvSpPr>
          <p:nvPr/>
        </p:nvSpPr>
        <p:spPr bwMode="auto">
          <a:xfrm>
            <a:off x="2386013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2" name="Rectangle 69"/>
          <p:cNvSpPr>
            <a:spLocks noChangeArrowheads="1"/>
          </p:cNvSpPr>
          <p:nvPr/>
        </p:nvSpPr>
        <p:spPr bwMode="auto">
          <a:xfrm>
            <a:off x="2409834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3" name="Rectangle 70"/>
          <p:cNvSpPr>
            <a:spLocks noChangeArrowheads="1"/>
          </p:cNvSpPr>
          <p:nvPr/>
        </p:nvSpPr>
        <p:spPr bwMode="auto">
          <a:xfrm>
            <a:off x="2432456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4" name="Rectangle 71"/>
          <p:cNvSpPr>
            <a:spLocks noChangeArrowheads="1"/>
          </p:cNvSpPr>
          <p:nvPr/>
        </p:nvSpPr>
        <p:spPr bwMode="auto">
          <a:xfrm>
            <a:off x="2455070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5" name="Rectangle 72"/>
          <p:cNvSpPr>
            <a:spLocks noChangeArrowheads="1"/>
          </p:cNvSpPr>
          <p:nvPr/>
        </p:nvSpPr>
        <p:spPr bwMode="auto">
          <a:xfrm>
            <a:off x="2477696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6" name="Rectangle 73"/>
          <p:cNvSpPr>
            <a:spLocks noChangeArrowheads="1"/>
          </p:cNvSpPr>
          <p:nvPr/>
        </p:nvSpPr>
        <p:spPr bwMode="auto">
          <a:xfrm>
            <a:off x="2501512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7" name="Rectangle 74"/>
          <p:cNvSpPr>
            <a:spLocks noChangeArrowheads="1"/>
          </p:cNvSpPr>
          <p:nvPr/>
        </p:nvSpPr>
        <p:spPr bwMode="auto">
          <a:xfrm>
            <a:off x="2344351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8" name="Rectangle 75"/>
          <p:cNvSpPr>
            <a:spLocks noChangeArrowheads="1"/>
          </p:cNvSpPr>
          <p:nvPr/>
        </p:nvSpPr>
        <p:spPr bwMode="auto">
          <a:xfrm>
            <a:off x="2368155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49" name="Rectangle 76"/>
          <p:cNvSpPr>
            <a:spLocks noChangeArrowheads="1"/>
          </p:cNvSpPr>
          <p:nvPr/>
        </p:nvSpPr>
        <p:spPr bwMode="auto">
          <a:xfrm>
            <a:off x="2390775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0" name="Rectangle 77"/>
          <p:cNvSpPr>
            <a:spLocks noChangeArrowheads="1"/>
          </p:cNvSpPr>
          <p:nvPr/>
        </p:nvSpPr>
        <p:spPr bwMode="auto">
          <a:xfrm>
            <a:off x="2414588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1" name="Rectangle 78"/>
          <p:cNvSpPr>
            <a:spLocks noChangeArrowheads="1"/>
          </p:cNvSpPr>
          <p:nvPr/>
        </p:nvSpPr>
        <p:spPr bwMode="auto">
          <a:xfrm>
            <a:off x="2438402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2" name="Rectangle 79"/>
          <p:cNvSpPr>
            <a:spLocks noChangeArrowheads="1"/>
          </p:cNvSpPr>
          <p:nvPr/>
        </p:nvSpPr>
        <p:spPr bwMode="auto">
          <a:xfrm>
            <a:off x="2461026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3" name="Rectangle 80"/>
          <p:cNvSpPr>
            <a:spLocks noChangeArrowheads="1"/>
          </p:cNvSpPr>
          <p:nvPr/>
        </p:nvSpPr>
        <p:spPr bwMode="auto">
          <a:xfrm>
            <a:off x="2483653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4" name="Rectangle 81"/>
          <p:cNvSpPr>
            <a:spLocks noChangeArrowheads="1"/>
          </p:cNvSpPr>
          <p:nvPr/>
        </p:nvSpPr>
        <p:spPr bwMode="auto">
          <a:xfrm>
            <a:off x="2506276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5" name="Rectangle 82"/>
          <p:cNvSpPr>
            <a:spLocks noChangeArrowheads="1"/>
          </p:cNvSpPr>
          <p:nvPr/>
        </p:nvSpPr>
        <p:spPr bwMode="auto">
          <a:xfrm>
            <a:off x="2530088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6" name="Rectangle 83"/>
          <p:cNvSpPr>
            <a:spLocks noChangeArrowheads="1"/>
          </p:cNvSpPr>
          <p:nvPr/>
        </p:nvSpPr>
        <p:spPr bwMode="auto">
          <a:xfrm>
            <a:off x="2552700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7" name="Rectangle 84"/>
          <p:cNvSpPr>
            <a:spLocks noChangeArrowheads="1"/>
          </p:cNvSpPr>
          <p:nvPr/>
        </p:nvSpPr>
        <p:spPr bwMode="auto">
          <a:xfrm>
            <a:off x="2576522" y="3108722"/>
            <a:ext cx="833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8" name="Rectangle 85"/>
          <p:cNvSpPr>
            <a:spLocks noChangeArrowheads="1"/>
          </p:cNvSpPr>
          <p:nvPr/>
        </p:nvSpPr>
        <p:spPr bwMode="auto">
          <a:xfrm>
            <a:off x="2597944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59" name="Rectangle 86"/>
          <p:cNvSpPr>
            <a:spLocks noChangeArrowheads="1"/>
          </p:cNvSpPr>
          <p:nvPr/>
        </p:nvSpPr>
        <p:spPr bwMode="auto">
          <a:xfrm>
            <a:off x="2621756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0" name="Rectangle 87"/>
          <p:cNvSpPr>
            <a:spLocks noChangeArrowheads="1"/>
          </p:cNvSpPr>
          <p:nvPr/>
        </p:nvSpPr>
        <p:spPr bwMode="auto">
          <a:xfrm>
            <a:off x="2644388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1" name="Rectangle 88"/>
          <p:cNvSpPr>
            <a:spLocks noChangeArrowheads="1"/>
          </p:cNvSpPr>
          <p:nvPr/>
        </p:nvSpPr>
        <p:spPr bwMode="auto">
          <a:xfrm>
            <a:off x="2668201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2" name="Rectangle 89"/>
          <p:cNvSpPr>
            <a:spLocks noChangeArrowheads="1"/>
          </p:cNvSpPr>
          <p:nvPr/>
        </p:nvSpPr>
        <p:spPr bwMode="auto">
          <a:xfrm>
            <a:off x="2692010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3" name="Rectangle 90"/>
          <p:cNvSpPr>
            <a:spLocks noChangeArrowheads="1"/>
          </p:cNvSpPr>
          <p:nvPr/>
        </p:nvSpPr>
        <p:spPr bwMode="auto">
          <a:xfrm>
            <a:off x="2713442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4" name="Rectangle 91"/>
          <p:cNvSpPr>
            <a:spLocks noChangeArrowheads="1"/>
          </p:cNvSpPr>
          <p:nvPr/>
        </p:nvSpPr>
        <p:spPr bwMode="auto">
          <a:xfrm>
            <a:off x="2737256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5" name="Rectangle 92"/>
          <p:cNvSpPr>
            <a:spLocks noChangeArrowheads="1"/>
          </p:cNvSpPr>
          <p:nvPr/>
        </p:nvSpPr>
        <p:spPr bwMode="auto">
          <a:xfrm>
            <a:off x="2759869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6" name="Rectangle 93"/>
          <p:cNvSpPr>
            <a:spLocks noChangeArrowheads="1"/>
          </p:cNvSpPr>
          <p:nvPr/>
        </p:nvSpPr>
        <p:spPr bwMode="auto">
          <a:xfrm>
            <a:off x="2783681" y="3108722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7" name="Rectangle 94"/>
          <p:cNvSpPr>
            <a:spLocks noChangeArrowheads="1"/>
          </p:cNvSpPr>
          <p:nvPr/>
        </p:nvSpPr>
        <p:spPr bwMode="auto">
          <a:xfrm>
            <a:off x="2806313" y="3108722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8" name="Rectangle 95"/>
          <p:cNvSpPr>
            <a:spLocks noChangeArrowheads="1"/>
          </p:cNvSpPr>
          <p:nvPr/>
        </p:nvSpPr>
        <p:spPr bwMode="auto">
          <a:xfrm>
            <a:off x="2830116" y="3108722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69" name="Rectangle 96"/>
          <p:cNvSpPr>
            <a:spLocks noChangeArrowheads="1"/>
          </p:cNvSpPr>
          <p:nvPr/>
        </p:nvSpPr>
        <p:spPr bwMode="auto">
          <a:xfrm>
            <a:off x="2572950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0" name="Rectangle 97"/>
          <p:cNvSpPr>
            <a:spLocks noChangeArrowheads="1"/>
          </p:cNvSpPr>
          <p:nvPr/>
        </p:nvSpPr>
        <p:spPr bwMode="auto">
          <a:xfrm>
            <a:off x="2594382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1" name="Rectangle 98"/>
          <p:cNvSpPr>
            <a:spLocks noChangeArrowheads="1"/>
          </p:cNvSpPr>
          <p:nvPr/>
        </p:nvSpPr>
        <p:spPr bwMode="auto">
          <a:xfrm>
            <a:off x="2618188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2" name="Rectangle 99"/>
          <p:cNvSpPr>
            <a:spLocks noChangeArrowheads="1"/>
          </p:cNvSpPr>
          <p:nvPr/>
        </p:nvSpPr>
        <p:spPr bwMode="auto">
          <a:xfrm>
            <a:off x="2640806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3" name="Rectangle 100"/>
          <p:cNvSpPr>
            <a:spLocks noChangeArrowheads="1"/>
          </p:cNvSpPr>
          <p:nvPr/>
        </p:nvSpPr>
        <p:spPr bwMode="auto">
          <a:xfrm>
            <a:off x="2664628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4" name="Rectangle 101"/>
          <p:cNvSpPr>
            <a:spLocks noChangeArrowheads="1"/>
          </p:cNvSpPr>
          <p:nvPr/>
        </p:nvSpPr>
        <p:spPr bwMode="auto">
          <a:xfrm>
            <a:off x="2687243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5" name="Rectangle 102"/>
          <p:cNvSpPr>
            <a:spLocks noChangeArrowheads="1"/>
          </p:cNvSpPr>
          <p:nvPr/>
        </p:nvSpPr>
        <p:spPr bwMode="auto">
          <a:xfrm>
            <a:off x="2711059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6" name="Rectangle 103"/>
          <p:cNvSpPr>
            <a:spLocks noChangeArrowheads="1"/>
          </p:cNvSpPr>
          <p:nvPr/>
        </p:nvSpPr>
        <p:spPr bwMode="auto">
          <a:xfrm>
            <a:off x="2732494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7" name="Rectangle 104"/>
          <p:cNvSpPr>
            <a:spLocks noChangeArrowheads="1"/>
          </p:cNvSpPr>
          <p:nvPr/>
        </p:nvSpPr>
        <p:spPr bwMode="auto">
          <a:xfrm>
            <a:off x="2756307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8" name="Rectangle 105"/>
          <p:cNvSpPr>
            <a:spLocks noChangeArrowheads="1"/>
          </p:cNvSpPr>
          <p:nvPr/>
        </p:nvSpPr>
        <p:spPr bwMode="auto">
          <a:xfrm>
            <a:off x="2780112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79" name="Rectangle 106"/>
          <p:cNvSpPr>
            <a:spLocks noChangeArrowheads="1"/>
          </p:cNvSpPr>
          <p:nvPr/>
        </p:nvSpPr>
        <p:spPr bwMode="auto">
          <a:xfrm>
            <a:off x="2802731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0" name="Rectangle 107"/>
          <p:cNvSpPr>
            <a:spLocks noChangeArrowheads="1"/>
          </p:cNvSpPr>
          <p:nvPr/>
        </p:nvSpPr>
        <p:spPr bwMode="auto">
          <a:xfrm>
            <a:off x="2826553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1" name="Rectangle 108"/>
          <p:cNvSpPr>
            <a:spLocks noChangeArrowheads="1"/>
          </p:cNvSpPr>
          <p:nvPr/>
        </p:nvSpPr>
        <p:spPr bwMode="auto">
          <a:xfrm>
            <a:off x="2847975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2" name="Rectangle 109"/>
          <p:cNvSpPr>
            <a:spLocks noChangeArrowheads="1"/>
          </p:cNvSpPr>
          <p:nvPr/>
        </p:nvSpPr>
        <p:spPr bwMode="auto">
          <a:xfrm>
            <a:off x="2871797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3" name="Rectangle 110"/>
          <p:cNvSpPr>
            <a:spLocks noChangeArrowheads="1"/>
          </p:cNvSpPr>
          <p:nvPr/>
        </p:nvSpPr>
        <p:spPr bwMode="auto">
          <a:xfrm>
            <a:off x="2894419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4" name="Rectangle 111"/>
          <p:cNvSpPr>
            <a:spLocks noChangeArrowheads="1"/>
          </p:cNvSpPr>
          <p:nvPr/>
        </p:nvSpPr>
        <p:spPr bwMode="auto">
          <a:xfrm>
            <a:off x="2918232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5" name="Rectangle 112"/>
          <p:cNvSpPr>
            <a:spLocks noChangeArrowheads="1"/>
          </p:cNvSpPr>
          <p:nvPr/>
        </p:nvSpPr>
        <p:spPr bwMode="auto">
          <a:xfrm>
            <a:off x="2940844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6" name="Rectangle 113"/>
          <p:cNvSpPr>
            <a:spLocks noChangeArrowheads="1"/>
          </p:cNvSpPr>
          <p:nvPr/>
        </p:nvSpPr>
        <p:spPr bwMode="auto">
          <a:xfrm>
            <a:off x="2963475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7" name="Rectangle 114"/>
          <p:cNvSpPr>
            <a:spLocks noChangeArrowheads="1"/>
          </p:cNvSpPr>
          <p:nvPr/>
        </p:nvSpPr>
        <p:spPr bwMode="auto">
          <a:xfrm>
            <a:off x="2987278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8" name="Rectangle 115"/>
          <p:cNvSpPr>
            <a:spLocks noChangeArrowheads="1"/>
          </p:cNvSpPr>
          <p:nvPr/>
        </p:nvSpPr>
        <p:spPr bwMode="auto">
          <a:xfrm>
            <a:off x="3009900" y="3186113"/>
            <a:ext cx="10716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89" name="Rectangle 116"/>
          <p:cNvSpPr>
            <a:spLocks noChangeArrowheads="1"/>
          </p:cNvSpPr>
          <p:nvPr/>
        </p:nvSpPr>
        <p:spPr bwMode="auto">
          <a:xfrm>
            <a:off x="3033720" y="3186113"/>
            <a:ext cx="952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0" name="Rectangle 117"/>
          <p:cNvSpPr>
            <a:spLocks noChangeArrowheads="1"/>
          </p:cNvSpPr>
          <p:nvPr/>
        </p:nvSpPr>
        <p:spPr bwMode="auto">
          <a:xfrm>
            <a:off x="3056344" y="3186113"/>
            <a:ext cx="10715" cy="2857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1" name="Rectangle 118"/>
          <p:cNvSpPr>
            <a:spLocks noChangeArrowheads="1"/>
          </p:cNvSpPr>
          <p:nvPr/>
        </p:nvSpPr>
        <p:spPr bwMode="auto">
          <a:xfrm>
            <a:off x="2344351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2" name="Rectangle 119"/>
          <p:cNvSpPr>
            <a:spLocks noChangeArrowheads="1"/>
          </p:cNvSpPr>
          <p:nvPr/>
        </p:nvSpPr>
        <p:spPr bwMode="auto">
          <a:xfrm>
            <a:off x="2368155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3" name="Rectangle 120"/>
          <p:cNvSpPr>
            <a:spLocks noChangeArrowheads="1"/>
          </p:cNvSpPr>
          <p:nvPr/>
        </p:nvSpPr>
        <p:spPr bwMode="auto">
          <a:xfrm>
            <a:off x="2390775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4" name="Rectangle 121"/>
          <p:cNvSpPr>
            <a:spLocks noChangeArrowheads="1"/>
          </p:cNvSpPr>
          <p:nvPr/>
        </p:nvSpPr>
        <p:spPr bwMode="auto">
          <a:xfrm>
            <a:off x="2414588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5" name="Rectangle 122"/>
          <p:cNvSpPr>
            <a:spLocks noChangeArrowheads="1"/>
          </p:cNvSpPr>
          <p:nvPr/>
        </p:nvSpPr>
        <p:spPr bwMode="auto">
          <a:xfrm>
            <a:off x="2438402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6" name="Rectangle 123"/>
          <p:cNvSpPr>
            <a:spLocks noChangeArrowheads="1"/>
          </p:cNvSpPr>
          <p:nvPr/>
        </p:nvSpPr>
        <p:spPr bwMode="auto">
          <a:xfrm>
            <a:off x="2461026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7" name="Rectangle 124"/>
          <p:cNvSpPr>
            <a:spLocks noChangeArrowheads="1"/>
          </p:cNvSpPr>
          <p:nvPr/>
        </p:nvSpPr>
        <p:spPr bwMode="auto">
          <a:xfrm>
            <a:off x="2483653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8" name="Rectangle 125"/>
          <p:cNvSpPr>
            <a:spLocks noChangeArrowheads="1"/>
          </p:cNvSpPr>
          <p:nvPr/>
        </p:nvSpPr>
        <p:spPr bwMode="auto">
          <a:xfrm>
            <a:off x="2506276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99" name="Rectangle 126"/>
          <p:cNvSpPr>
            <a:spLocks noChangeArrowheads="1"/>
          </p:cNvSpPr>
          <p:nvPr/>
        </p:nvSpPr>
        <p:spPr bwMode="auto">
          <a:xfrm>
            <a:off x="2530088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0" name="Rectangle 127"/>
          <p:cNvSpPr>
            <a:spLocks noChangeArrowheads="1"/>
          </p:cNvSpPr>
          <p:nvPr/>
        </p:nvSpPr>
        <p:spPr bwMode="auto">
          <a:xfrm>
            <a:off x="2552700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1" name="Rectangle 128"/>
          <p:cNvSpPr>
            <a:spLocks noChangeArrowheads="1"/>
          </p:cNvSpPr>
          <p:nvPr/>
        </p:nvSpPr>
        <p:spPr bwMode="auto">
          <a:xfrm>
            <a:off x="2576522" y="3262312"/>
            <a:ext cx="833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2" name="Rectangle 129"/>
          <p:cNvSpPr>
            <a:spLocks noChangeArrowheads="1"/>
          </p:cNvSpPr>
          <p:nvPr/>
        </p:nvSpPr>
        <p:spPr bwMode="auto">
          <a:xfrm>
            <a:off x="2597944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3" name="Rectangle 130"/>
          <p:cNvSpPr>
            <a:spLocks noChangeArrowheads="1"/>
          </p:cNvSpPr>
          <p:nvPr/>
        </p:nvSpPr>
        <p:spPr bwMode="auto">
          <a:xfrm>
            <a:off x="2621756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4" name="Rectangle 131"/>
          <p:cNvSpPr>
            <a:spLocks noChangeArrowheads="1"/>
          </p:cNvSpPr>
          <p:nvPr/>
        </p:nvSpPr>
        <p:spPr bwMode="auto">
          <a:xfrm>
            <a:off x="2644388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5" name="Rectangle 132"/>
          <p:cNvSpPr>
            <a:spLocks noChangeArrowheads="1"/>
          </p:cNvSpPr>
          <p:nvPr/>
        </p:nvSpPr>
        <p:spPr bwMode="auto">
          <a:xfrm>
            <a:off x="2668201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6" name="Rectangle 133"/>
          <p:cNvSpPr>
            <a:spLocks noChangeArrowheads="1"/>
          </p:cNvSpPr>
          <p:nvPr/>
        </p:nvSpPr>
        <p:spPr bwMode="auto">
          <a:xfrm>
            <a:off x="2692010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7" name="Rectangle 134"/>
          <p:cNvSpPr>
            <a:spLocks noChangeArrowheads="1"/>
          </p:cNvSpPr>
          <p:nvPr/>
        </p:nvSpPr>
        <p:spPr bwMode="auto">
          <a:xfrm>
            <a:off x="2713442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8" name="Rectangle 135"/>
          <p:cNvSpPr>
            <a:spLocks noChangeArrowheads="1"/>
          </p:cNvSpPr>
          <p:nvPr/>
        </p:nvSpPr>
        <p:spPr bwMode="auto">
          <a:xfrm>
            <a:off x="2737256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09" name="Rectangle 136"/>
          <p:cNvSpPr>
            <a:spLocks noChangeArrowheads="1"/>
          </p:cNvSpPr>
          <p:nvPr/>
        </p:nvSpPr>
        <p:spPr bwMode="auto">
          <a:xfrm>
            <a:off x="2759869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0" name="Rectangle 137"/>
          <p:cNvSpPr>
            <a:spLocks noChangeArrowheads="1"/>
          </p:cNvSpPr>
          <p:nvPr/>
        </p:nvSpPr>
        <p:spPr bwMode="auto">
          <a:xfrm>
            <a:off x="2783681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1" name="Rectangle 138"/>
          <p:cNvSpPr>
            <a:spLocks noChangeArrowheads="1"/>
          </p:cNvSpPr>
          <p:nvPr/>
        </p:nvSpPr>
        <p:spPr bwMode="auto">
          <a:xfrm>
            <a:off x="2806313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2" name="Rectangle 139"/>
          <p:cNvSpPr>
            <a:spLocks noChangeArrowheads="1"/>
          </p:cNvSpPr>
          <p:nvPr/>
        </p:nvSpPr>
        <p:spPr bwMode="auto">
          <a:xfrm>
            <a:off x="2830116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3" name="Rectangle 140"/>
          <p:cNvSpPr>
            <a:spLocks noChangeArrowheads="1"/>
          </p:cNvSpPr>
          <p:nvPr/>
        </p:nvSpPr>
        <p:spPr bwMode="auto">
          <a:xfrm>
            <a:off x="2876550" y="3251599"/>
            <a:ext cx="513160" cy="52388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4" name="Rectangle 141"/>
          <p:cNvSpPr>
            <a:spLocks noChangeArrowheads="1"/>
          </p:cNvSpPr>
          <p:nvPr/>
        </p:nvSpPr>
        <p:spPr bwMode="auto">
          <a:xfrm>
            <a:off x="2886076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5" name="Rectangle 142"/>
          <p:cNvSpPr>
            <a:spLocks noChangeArrowheads="1"/>
          </p:cNvSpPr>
          <p:nvPr/>
        </p:nvSpPr>
        <p:spPr bwMode="auto">
          <a:xfrm>
            <a:off x="2908707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6" name="Rectangle 143"/>
          <p:cNvSpPr>
            <a:spLocks noChangeArrowheads="1"/>
          </p:cNvSpPr>
          <p:nvPr/>
        </p:nvSpPr>
        <p:spPr bwMode="auto">
          <a:xfrm>
            <a:off x="2931328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7" name="Rectangle 144"/>
          <p:cNvSpPr>
            <a:spLocks noChangeArrowheads="1"/>
          </p:cNvSpPr>
          <p:nvPr/>
        </p:nvSpPr>
        <p:spPr bwMode="auto">
          <a:xfrm>
            <a:off x="2953951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8" name="Rectangle 145"/>
          <p:cNvSpPr>
            <a:spLocks noChangeArrowheads="1"/>
          </p:cNvSpPr>
          <p:nvPr/>
        </p:nvSpPr>
        <p:spPr bwMode="auto">
          <a:xfrm>
            <a:off x="2977763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19" name="Rectangle 146"/>
          <p:cNvSpPr>
            <a:spLocks noChangeArrowheads="1"/>
          </p:cNvSpPr>
          <p:nvPr/>
        </p:nvSpPr>
        <p:spPr bwMode="auto">
          <a:xfrm>
            <a:off x="3001575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0" name="Rectangle 147"/>
          <p:cNvSpPr>
            <a:spLocks noChangeArrowheads="1"/>
          </p:cNvSpPr>
          <p:nvPr/>
        </p:nvSpPr>
        <p:spPr bwMode="auto">
          <a:xfrm>
            <a:off x="3024187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1" name="Rectangle 148"/>
          <p:cNvSpPr>
            <a:spLocks noChangeArrowheads="1"/>
          </p:cNvSpPr>
          <p:nvPr/>
        </p:nvSpPr>
        <p:spPr bwMode="auto">
          <a:xfrm>
            <a:off x="3048005" y="3262312"/>
            <a:ext cx="833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2" name="Rectangle 149"/>
          <p:cNvSpPr>
            <a:spLocks noChangeArrowheads="1"/>
          </p:cNvSpPr>
          <p:nvPr/>
        </p:nvSpPr>
        <p:spPr bwMode="auto">
          <a:xfrm>
            <a:off x="3069431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3" name="Rectangle 150"/>
          <p:cNvSpPr>
            <a:spLocks noChangeArrowheads="1"/>
          </p:cNvSpPr>
          <p:nvPr/>
        </p:nvSpPr>
        <p:spPr bwMode="auto">
          <a:xfrm>
            <a:off x="3093253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4" name="Rectangle 151"/>
          <p:cNvSpPr>
            <a:spLocks noChangeArrowheads="1"/>
          </p:cNvSpPr>
          <p:nvPr/>
        </p:nvSpPr>
        <p:spPr bwMode="auto">
          <a:xfrm>
            <a:off x="3115868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5" name="Rectangle 152"/>
          <p:cNvSpPr>
            <a:spLocks noChangeArrowheads="1"/>
          </p:cNvSpPr>
          <p:nvPr/>
        </p:nvSpPr>
        <p:spPr bwMode="auto">
          <a:xfrm>
            <a:off x="3139686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6" name="Rectangle 153"/>
          <p:cNvSpPr>
            <a:spLocks noChangeArrowheads="1"/>
          </p:cNvSpPr>
          <p:nvPr/>
        </p:nvSpPr>
        <p:spPr bwMode="auto">
          <a:xfrm>
            <a:off x="3162300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7" name="Rectangle 154"/>
          <p:cNvSpPr>
            <a:spLocks noChangeArrowheads="1"/>
          </p:cNvSpPr>
          <p:nvPr/>
        </p:nvSpPr>
        <p:spPr bwMode="auto">
          <a:xfrm>
            <a:off x="3184932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8" name="Rectangle 155"/>
          <p:cNvSpPr>
            <a:spLocks noChangeArrowheads="1"/>
          </p:cNvSpPr>
          <p:nvPr/>
        </p:nvSpPr>
        <p:spPr bwMode="auto">
          <a:xfrm>
            <a:off x="3207544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29" name="Rectangle 156"/>
          <p:cNvSpPr>
            <a:spLocks noChangeArrowheads="1"/>
          </p:cNvSpPr>
          <p:nvPr/>
        </p:nvSpPr>
        <p:spPr bwMode="auto">
          <a:xfrm>
            <a:off x="3231356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0" name="Rectangle 157"/>
          <p:cNvSpPr>
            <a:spLocks noChangeArrowheads="1"/>
          </p:cNvSpPr>
          <p:nvPr/>
        </p:nvSpPr>
        <p:spPr bwMode="auto">
          <a:xfrm>
            <a:off x="3255178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1" name="Rectangle 158"/>
          <p:cNvSpPr>
            <a:spLocks noChangeArrowheads="1"/>
          </p:cNvSpPr>
          <p:nvPr/>
        </p:nvSpPr>
        <p:spPr bwMode="auto">
          <a:xfrm>
            <a:off x="3277792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2" name="Rectangle 159"/>
          <p:cNvSpPr>
            <a:spLocks noChangeArrowheads="1"/>
          </p:cNvSpPr>
          <p:nvPr/>
        </p:nvSpPr>
        <p:spPr bwMode="auto">
          <a:xfrm>
            <a:off x="3300422" y="3262312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3" name="Rectangle 160"/>
          <p:cNvSpPr>
            <a:spLocks noChangeArrowheads="1"/>
          </p:cNvSpPr>
          <p:nvPr/>
        </p:nvSpPr>
        <p:spPr bwMode="auto">
          <a:xfrm>
            <a:off x="3323044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4" name="Rectangle 161"/>
          <p:cNvSpPr>
            <a:spLocks noChangeArrowheads="1"/>
          </p:cNvSpPr>
          <p:nvPr/>
        </p:nvSpPr>
        <p:spPr bwMode="auto">
          <a:xfrm>
            <a:off x="3346857" y="3262312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5" name="Rectangle 162"/>
          <p:cNvSpPr>
            <a:spLocks noChangeArrowheads="1"/>
          </p:cNvSpPr>
          <p:nvPr/>
        </p:nvSpPr>
        <p:spPr bwMode="auto">
          <a:xfrm>
            <a:off x="3369469" y="3262312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6" name="Rectangle 163"/>
          <p:cNvSpPr>
            <a:spLocks noChangeArrowheads="1"/>
          </p:cNvSpPr>
          <p:nvPr/>
        </p:nvSpPr>
        <p:spPr bwMode="auto">
          <a:xfrm>
            <a:off x="2672956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7" name="Rectangle 164"/>
          <p:cNvSpPr>
            <a:spLocks noChangeArrowheads="1"/>
          </p:cNvSpPr>
          <p:nvPr/>
        </p:nvSpPr>
        <p:spPr bwMode="auto">
          <a:xfrm>
            <a:off x="2696774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8" name="Rectangle 165"/>
          <p:cNvSpPr>
            <a:spLocks noChangeArrowheads="1"/>
          </p:cNvSpPr>
          <p:nvPr/>
        </p:nvSpPr>
        <p:spPr bwMode="auto">
          <a:xfrm>
            <a:off x="2720588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39" name="Rectangle 166"/>
          <p:cNvSpPr>
            <a:spLocks noChangeArrowheads="1"/>
          </p:cNvSpPr>
          <p:nvPr/>
        </p:nvSpPr>
        <p:spPr bwMode="auto">
          <a:xfrm>
            <a:off x="2742019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0" name="Rectangle 167"/>
          <p:cNvSpPr>
            <a:spLocks noChangeArrowheads="1"/>
          </p:cNvSpPr>
          <p:nvPr/>
        </p:nvSpPr>
        <p:spPr bwMode="auto">
          <a:xfrm>
            <a:off x="2765831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1" name="Rectangle 168"/>
          <p:cNvSpPr>
            <a:spLocks noChangeArrowheads="1"/>
          </p:cNvSpPr>
          <p:nvPr/>
        </p:nvSpPr>
        <p:spPr bwMode="auto">
          <a:xfrm>
            <a:off x="2788444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2" name="Rectangle 169"/>
          <p:cNvSpPr>
            <a:spLocks noChangeArrowheads="1"/>
          </p:cNvSpPr>
          <p:nvPr/>
        </p:nvSpPr>
        <p:spPr bwMode="auto">
          <a:xfrm>
            <a:off x="2812265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3" name="Rectangle 170"/>
          <p:cNvSpPr>
            <a:spLocks noChangeArrowheads="1"/>
          </p:cNvSpPr>
          <p:nvPr/>
        </p:nvSpPr>
        <p:spPr bwMode="auto">
          <a:xfrm>
            <a:off x="2834888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4" name="Rectangle 171"/>
          <p:cNvSpPr>
            <a:spLocks noChangeArrowheads="1"/>
          </p:cNvSpPr>
          <p:nvPr/>
        </p:nvSpPr>
        <p:spPr bwMode="auto">
          <a:xfrm>
            <a:off x="2857500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5" name="Rectangle 172"/>
          <p:cNvSpPr>
            <a:spLocks noChangeArrowheads="1"/>
          </p:cNvSpPr>
          <p:nvPr/>
        </p:nvSpPr>
        <p:spPr bwMode="auto">
          <a:xfrm>
            <a:off x="2880132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6" name="Rectangle 173"/>
          <p:cNvSpPr>
            <a:spLocks noChangeArrowheads="1"/>
          </p:cNvSpPr>
          <p:nvPr/>
        </p:nvSpPr>
        <p:spPr bwMode="auto">
          <a:xfrm>
            <a:off x="2903940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7" name="Rectangle 174"/>
          <p:cNvSpPr>
            <a:spLocks noChangeArrowheads="1"/>
          </p:cNvSpPr>
          <p:nvPr/>
        </p:nvSpPr>
        <p:spPr bwMode="auto">
          <a:xfrm>
            <a:off x="2927756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8" name="Rectangle 175"/>
          <p:cNvSpPr>
            <a:spLocks noChangeArrowheads="1"/>
          </p:cNvSpPr>
          <p:nvPr/>
        </p:nvSpPr>
        <p:spPr bwMode="auto">
          <a:xfrm>
            <a:off x="2950369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49" name="Rectangle 176"/>
          <p:cNvSpPr>
            <a:spLocks noChangeArrowheads="1"/>
          </p:cNvSpPr>
          <p:nvPr/>
        </p:nvSpPr>
        <p:spPr bwMode="auto">
          <a:xfrm>
            <a:off x="2974183" y="3339709"/>
            <a:ext cx="833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0" name="Rectangle 177"/>
          <p:cNvSpPr>
            <a:spLocks noChangeArrowheads="1"/>
          </p:cNvSpPr>
          <p:nvPr/>
        </p:nvSpPr>
        <p:spPr bwMode="auto">
          <a:xfrm>
            <a:off x="2995613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1" name="Rectangle 178"/>
          <p:cNvSpPr>
            <a:spLocks noChangeArrowheads="1"/>
          </p:cNvSpPr>
          <p:nvPr/>
        </p:nvSpPr>
        <p:spPr bwMode="auto">
          <a:xfrm>
            <a:off x="3019433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2" name="Rectangle 179"/>
          <p:cNvSpPr>
            <a:spLocks noChangeArrowheads="1"/>
          </p:cNvSpPr>
          <p:nvPr/>
        </p:nvSpPr>
        <p:spPr bwMode="auto">
          <a:xfrm>
            <a:off x="3042057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3" name="Rectangle 180"/>
          <p:cNvSpPr>
            <a:spLocks noChangeArrowheads="1"/>
          </p:cNvSpPr>
          <p:nvPr/>
        </p:nvSpPr>
        <p:spPr bwMode="auto">
          <a:xfrm>
            <a:off x="3065864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4" name="Rectangle 181"/>
          <p:cNvSpPr>
            <a:spLocks noChangeArrowheads="1"/>
          </p:cNvSpPr>
          <p:nvPr/>
        </p:nvSpPr>
        <p:spPr bwMode="auto">
          <a:xfrm>
            <a:off x="3088481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5" name="Rectangle 182"/>
          <p:cNvSpPr>
            <a:spLocks noChangeArrowheads="1"/>
          </p:cNvSpPr>
          <p:nvPr/>
        </p:nvSpPr>
        <p:spPr bwMode="auto">
          <a:xfrm>
            <a:off x="3111113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6" name="Rectangle 183"/>
          <p:cNvSpPr>
            <a:spLocks noChangeArrowheads="1"/>
          </p:cNvSpPr>
          <p:nvPr/>
        </p:nvSpPr>
        <p:spPr bwMode="auto">
          <a:xfrm>
            <a:off x="3134925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7" name="Rectangle 184"/>
          <p:cNvSpPr>
            <a:spLocks noChangeArrowheads="1"/>
          </p:cNvSpPr>
          <p:nvPr/>
        </p:nvSpPr>
        <p:spPr bwMode="auto">
          <a:xfrm>
            <a:off x="3157538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8" name="Rectangle 185"/>
          <p:cNvSpPr>
            <a:spLocks noChangeArrowheads="1"/>
          </p:cNvSpPr>
          <p:nvPr/>
        </p:nvSpPr>
        <p:spPr bwMode="auto">
          <a:xfrm>
            <a:off x="2444360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59" name="Rectangle 186"/>
          <p:cNvSpPr>
            <a:spLocks noChangeArrowheads="1"/>
          </p:cNvSpPr>
          <p:nvPr/>
        </p:nvSpPr>
        <p:spPr bwMode="auto">
          <a:xfrm>
            <a:off x="2468175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0" name="Rectangle 187"/>
          <p:cNvSpPr>
            <a:spLocks noChangeArrowheads="1"/>
          </p:cNvSpPr>
          <p:nvPr/>
        </p:nvSpPr>
        <p:spPr bwMode="auto">
          <a:xfrm>
            <a:off x="2490788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1" name="Rectangle 188"/>
          <p:cNvSpPr>
            <a:spLocks noChangeArrowheads="1"/>
          </p:cNvSpPr>
          <p:nvPr/>
        </p:nvSpPr>
        <p:spPr bwMode="auto">
          <a:xfrm>
            <a:off x="2514605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2" name="Rectangle 189"/>
          <p:cNvSpPr>
            <a:spLocks noChangeArrowheads="1"/>
          </p:cNvSpPr>
          <p:nvPr/>
        </p:nvSpPr>
        <p:spPr bwMode="auto">
          <a:xfrm>
            <a:off x="2537231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3" name="Rectangle 190"/>
          <p:cNvSpPr>
            <a:spLocks noChangeArrowheads="1"/>
          </p:cNvSpPr>
          <p:nvPr/>
        </p:nvSpPr>
        <p:spPr bwMode="auto">
          <a:xfrm>
            <a:off x="2559853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4" name="Rectangle 191"/>
          <p:cNvSpPr>
            <a:spLocks noChangeArrowheads="1"/>
          </p:cNvSpPr>
          <p:nvPr/>
        </p:nvSpPr>
        <p:spPr bwMode="auto">
          <a:xfrm>
            <a:off x="2582476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5" name="Rectangle 192"/>
          <p:cNvSpPr>
            <a:spLocks noChangeArrowheads="1"/>
          </p:cNvSpPr>
          <p:nvPr/>
        </p:nvSpPr>
        <p:spPr bwMode="auto">
          <a:xfrm>
            <a:off x="2606288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6" name="Rectangle 193"/>
          <p:cNvSpPr>
            <a:spLocks noChangeArrowheads="1"/>
          </p:cNvSpPr>
          <p:nvPr/>
        </p:nvSpPr>
        <p:spPr bwMode="auto">
          <a:xfrm>
            <a:off x="2628900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7" name="Rectangle 194"/>
          <p:cNvSpPr>
            <a:spLocks noChangeArrowheads="1"/>
          </p:cNvSpPr>
          <p:nvPr/>
        </p:nvSpPr>
        <p:spPr bwMode="auto">
          <a:xfrm>
            <a:off x="2652713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8" name="Rectangle 195"/>
          <p:cNvSpPr>
            <a:spLocks noChangeArrowheads="1"/>
          </p:cNvSpPr>
          <p:nvPr/>
        </p:nvSpPr>
        <p:spPr bwMode="auto">
          <a:xfrm>
            <a:off x="2674144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69" name="Rectangle 196"/>
          <p:cNvSpPr>
            <a:spLocks noChangeArrowheads="1"/>
          </p:cNvSpPr>
          <p:nvPr/>
        </p:nvSpPr>
        <p:spPr bwMode="auto">
          <a:xfrm>
            <a:off x="2697956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0" name="Rectangle 197"/>
          <p:cNvSpPr>
            <a:spLocks noChangeArrowheads="1"/>
          </p:cNvSpPr>
          <p:nvPr/>
        </p:nvSpPr>
        <p:spPr bwMode="auto">
          <a:xfrm>
            <a:off x="2721778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1" name="Rectangle 198"/>
          <p:cNvSpPr>
            <a:spLocks noChangeArrowheads="1"/>
          </p:cNvSpPr>
          <p:nvPr/>
        </p:nvSpPr>
        <p:spPr bwMode="auto">
          <a:xfrm>
            <a:off x="2744397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2" name="Rectangle 199"/>
          <p:cNvSpPr>
            <a:spLocks noChangeArrowheads="1"/>
          </p:cNvSpPr>
          <p:nvPr/>
        </p:nvSpPr>
        <p:spPr bwMode="auto">
          <a:xfrm>
            <a:off x="2768213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3" name="Rectangle 200"/>
          <p:cNvSpPr>
            <a:spLocks noChangeArrowheads="1"/>
          </p:cNvSpPr>
          <p:nvPr/>
        </p:nvSpPr>
        <p:spPr bwMode="auto">
          <a:xfrm>
            <a:off x="2790834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4" name="Rectangle 201"/>
          <p:cNvSpPr>
            <a:spLocks noChangeArrowheads="1"/>
          </p:cNvSpPr>
          <p:nvPr/>
        </p:nvSpPr>
        <p:spPr bwMode="auto">
          <a:xfrm>
            <a:off x="2813450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5" name="Rectangle 202"/>
          <p:cNvSpPr>
            <a:spLocks noChangeArrowheads="1"/>
          </p:cNvSpPr>
          <p:nvPr/>
        </p:nvSpPr>
        <p:spPr bwMode="auto">
          <a:xfrm>
            <a:off x="2836069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6" name="Rectangle 203"/>
          <p:cNvSpPr>
            <a:spLocks noChangeArrowheads="1"/>
          </p:cNvSpPr>
          <p:nvPr/>
        </p:nvSpPr>
        <p:spPr bwMode="auto">
          <a:xfrm>
            <a:off x="2859881" y="3418290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7" name="Rectangle 204"/>
          <p:cNvSpPr>
            <a:spLocks noChangeArrowheads="1"/>
          </p:cNvSpPr>
          <p:nvPr/>
        </p:nvSpPr>
        <p:spPr bwMode="auto">
          <a:xfrm>
            <a:off x="2883695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8" name="Rectangle 206"/>
          <p:cNvSpPr>
            <a:spLocks noChangeArrowheads="1"/>
          </p:cNvSpPr>
          <p:nvPr/>
        </p:nvSpPr>
        <p:spPr bwMode="auto">
          <a:xfrm>
            <a:off x="2906321" y="3418290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79" name="Rectangle 207"/>
          <p:cNvSpPr>
            <a:spLocks noChangeArrowheads="1"/>
          </p:cNvSpPr>
          <p:nvPr/>
        </p:nvSpPr>
        <p:spPr bwMode="auto">
          <a:xfrm>
            <a:off x="2928947" y="3418290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0" name="Rectangle 208"/>
          <p:cNvSpPr>
            <a:spLocks noChangeArrowheads="1"/>
          </p:cNvSpPr>
          <p:nvPr/>
        </p:nvSpPr>
        <p:spPr bwMode="auto">
          <a:xfrm>
            <a:off x="2116931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1" name="Rectangle 209"/>
          <p:cNvSpPr>
            <a:spLocks noChangeArrowheads="1"/>
          </p:cNvSpPr>
          <p:nvPr/>
        </p:nvSpPr>
        <p:spPr bwMode="auto">
          <a:xfrm>
            <a:off x="2139563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2" name="Rectangle 210"/>
          <p:cNvSpPr>
            <a:spLocks noChangeArrowheads="1"/>
          </p:cNvSpPr>
          <p:nvPr/>
        </p:nvSpPr>
        <p:spPr bwMode="auto">
          <a:xfrm>
            <a:off x="2162175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3" name="Rectangle 211"/>
          <p:cNvSpPr>
            <a:spLocks noChangeArrowheads="1"/>
          </p:cNvSpPr>
          <p:nvPr/>
        </p:nvSpPr>
        <p:spPr bwMode="auto">
          <a:xfrm>
            <a:off x="2184807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4" name="Rectangle 212"/>
          <p:cNvSpPr>
            <a:spLocks noChangeArrowheads="1"/>
          </p:cNvSpPr>
          <p:nvPr/>
        </p:nvSpPr>
        <p:spPr bwMode="auto">
          <a:xfrm>
            <a:off x="2208619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5" name="Rectangle 213"/>
          <p:cNvSpPr>
            <a:spLocks noChangeArrowheads="1"/>
          </p:cNvSpPr>
          <p:nvPr/>
        </p:nvSpPr>
        <p:spPr bwMode="auto">
          <a:xfrm>
            <a:off x="2232431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6" name="Rectangle 214"/>
          <p:cNvSpPr>
            <a:spLocks noChangeArrowheads="1"/>
          </p:cNvSpPr>
          <p:nvPr/>
        </p:nvSpPr>
        <p:spPr bwMode="auto">
          <a:xfrm>
            <a:off x="2255044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7" name="Rectangle 215"/>
          <p:cNvSpPr>
            <a:spLocks noChangeArrowheads="1"/>
          </p:cNvSpPr>
          <p:nvPr/>
        </p:nvSpPr>
        <p:spPr bwMode="auto">
          <a:xfrm>
            <a:off x="2278866" y="3339709"/>
            <a:ext cx="833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8" name="Rectangle 216"/>
          <p:cNvSpPr>
            <a:spLocks noChangeArrowheads="1"/>
          </p:cNvSpPr>
          <p:nvPr/>
        </p:nvSpPr>
        <p:spPr bwMode="auto">
          <a:xfrm>
            <a:off x="2300288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89" name="Rectangle 217"/>
          <p:cNvSpPr>
            <a:spLocks noChangeArrowheads="1"/>
          </p:cNvSpPr>
          <p:nvPr/>
        </p:nvSpPr>
        <p:spPr bwMode="auto">
          <a:xfrm>
            <a:off x="2324100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0" name="Rectangle 218"/>
          <p:cNvSpPr>
            <a:spLocks noChangeArrowheads="1"/>
          </p:cNvSpPr>
          <p:nvPr/>
        </p:nvSpPr>
        <p:spPr bwMode="auto">
          <a:xfrm>
            <a:off x="2346732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1" name="Rectangle 219"/>
          <p:cNvSpPr>
            <a:spLocks noChangeArrowheads="1"/>
          </p:cNvSpPr>
          <p:nvPr/>
        </p:nvSpPr>
        <p:spPr bwMode="auto">
          <a:xfrm>
            <a:off x="2370538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2" name="Rectangle 220"/>
          <p:cNvSpPr>
            <a:spLocks noChangeArrowheads="1"/>
          </p:cNvSpPr>
          <p:nvPr/>
        </p:nvSpPr>
        <p:spPr bwMode="auto">
          <a:xfrm>
            <a:off x="2394347" y="3339709"/>
            <a:ext cx="8334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3" name="Rectangle 221"/>
          <p:cNvSpPr>
            <a:spLocks noChangeArrowheads="1"/>
          </p:cNvSpPr>
          <p:nvPr/>
        </p:nvSpPr>
        <p:spPr bwMode="auto">
          <a:xfrm>
            <a:off x="2415788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4" name="Rectangle 222"/>
          <p:cNvSpPr>
            <a:spLocks noChangeArrowheads="1"/>
          </p:cNvSpPr>
          <p:nvPr/>
        </p:nvSpPr>
        <p:spPr bwMode="auto">
          <a:xfrm>
            <a:off x="2439600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5" name="Rectangle 223"/>
          <p:cNvSpPr>
            <a:spLocks noChangeArrowheads="1"/>
          </p:cNvSpPr>
          <p:nvPr/>
        </p:nvSpPr>
        <p:spPr bwMode="auto">
          <a:xfrm>
            <a:off x="2462213" y="3339709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6" name="Rectangle 224"/>
          <p:cNvSpPr>
            <a:spLocks noChangeArrowheads="1"/>
          </p:cNvSpPr>
          <p:nvPr/>
        </p:nvSpPr>
        <p:spPr bwMode="auto">
          <a:xfrm>
            <a:off x="2486034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7" name="Rectangle 225"/>
          <p:cNvSpPr>
            <a:spLocks noChangeArrowheads="1"/>
          </p:cNvSpPr>
          <p:nvPr/>
        </p:nvSpPr>
        <p:spPr bwMode="auto">
          <a:xfrm>
            <a:off x="2508657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8" name="Rectangle 226"/>
          <p:cNvSpPr>
            <a:spLocks noChangeArrowheads="1"/>
          </p:cNvSpPr>
          <p:nvPr/>
        </p:nvSpPr>
        <p:spPr bwMode="auto">
          <a:xfrm>
            <a:off x="2531273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199" name="Rectangle 227"/>
          <p:cNvSpPr>
            <a:spLocks noChangeArrowheads="1"/>
          </p:cNvSpPr>
          <p:nvPr/>
        </p:nvSpPr>
        <p:spPr bwMode="auto">
          <a:xfrm>
            <a:off x="2553899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0" name="Rectangle 228"/>
          <p:cNvSpPr>
            <a:spLocks noChangeArrowheads="1"/>
          </p:cNvSpPr>
          <p:nvPr/>
        </p:nvSpPr>
        <p:spPr bwMode="auto">
          <a:xfrm>
            <a:off x="2577704" y="3339709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1" name="Rectangle 229"/>
          <p:cNvSpPr>
            <a:spLocks noChangeArrowheads="1"/>
          </p:cNvSpPr>
          <p:nvPr/>
        </p:nvSpPr>
        <p:spPr bwMode="auto">
          <a:xfrm>
            <a:off x="2601520" y="3339709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2" name="Rectangle 230"/>
          <p:cNvSpPr>
            <a:spLocks noChangeArrowheads="1"/>
          </p:cNvSpPr>
          <p:nvPr/>
        </p:nvSpPr>
        <p:spPr bwMode="auto">
          <a:xfrm>
            <a:off x="2434838" y="3561160"/>
            <a:ext cx="513159" cy="52388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3" name="Rectangle 231"/>
          <p:cNvSpPr>
            <a:spLocks noChangeArrowheads="1"/>
          </p:cNvSpPr>
          <p:nvPr/>
        </p:nvSpPr>
        <p:spPr bwMode="auto">
          <a:xfrm>
            <a:off x="2664628" y="3484964"/>
            <a:ext cx="511969" cy="51197"/>
          </a:xfrm>
          <a:prstGeom prst="rect">
            <a:avLst/>
          </a:prstGeom>
          <a:solidFill>
            <a:srgbClr val="D39B2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4" name="Rectangle 232"/>
          <p:cNvSpPr>
            <a:spLocks noChangeArrowheads="1"/>
          </p:cNvSpPr>
          <p:nvPr/>
        </p:nvSpPr>
        <p:spPr bwMode="auto">
          <a:xfrm>
            <a:off x="2672956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5" name="Rectangle 233"/>
          <p:cNvSpPr>
            <a:spLocks noChangeArrowheads="1"/>
          </p:cNvSpPr>
          <p:nvPr/>
        </p:nvSpPr>
        <p:spPr bwMode="auto">
          <a:xfrm>
            <a:off x="2696774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6" name="Rectangle 234"/>
          <p:cNvSpPr>
            <a:spLocks noChangeArrowheads="1"/>
          </p:cNvSpPr>
          <p:nvPr/>
        </p:nvSpPr>
        <p:spPr bwMode="auto">
          <a:xfrm>
            <a:off x="2720588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7" name="Rectangle 235"/>
          <p:cNvSpPr>
            <a:spLocks noChangeArrowheads="1"/>
          </p:cNvSpPr>
          <p:nvPr/>
        </p:nvSpPr>
        <p:spPr bwMode="auto">
          <a:xfrm>
            <a:off x="2742019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8" name="Rectangle 236"/>
          <p:cNvSpPr>
            <a:spLocks noChangeArrowheads="1"/>
          </p:cNvSpPr>
          <p:nvPr/>
        </p:nvSpPr>
        <p:spPr bwMode="auto">
          <a:xfrm>
            <a:off x="2765831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09" name="Rectangle 237"/>
          <p:cNvSpPr>
            <a:spLocks noChangeArrowheads="1"/>
          </p:cNvSpPr>
          <p:nvPr/>
        </p:nvSpPr>
        <p:spPr bwMode="auto">
          <a:xfrm>
            <a:off x="2788444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0" name="Rectangle 238"/>
          <p:cNvSpPr>
            <a:spLocks noChangeArrowheads="1"/>
          </p:cNvSpPr>
          <p:nvPr/>
        </p:nvSpPr>
        <p:spPr bwMode="auto">
          <a:xfrm>
            <a:off x="2812265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1" name="Rectangle 239"/>
          <p:cNvSpPr>
            <a:spLocks noChangeArrowheads="1"/>
          </p:cNvSpPr>
          <p:nvPr/>
        </p:nvSpPr>
        <p:spPr bwMode="auto">
          <a:xfrm>
            <a:off x="2834888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2" name="Rectangle 240"/>
          <p:cNvSpPr>
            <a:spLocks noChangeArrowheads="1"/>
          </p:cNvSpPr>
          <p:nvPr/>
        </p:nvSpPr>
        <p:spPr bwMode="auto">
          <a:xfrm>
            <a:off x="2857500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3" name="Rectangle 241"/>
          <p:cNvSpPr>
            <a:spLocks noChangeArrowheads="1"/>
          </p:cNvSpPr>
          <p:nvPr/>
        </p:nvSpPr>
        <p:spPr bwMode="auto">
          <a:xfrm>
            <a:off x="2880132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4" name="Rectangle 242"/>
          <p:cNvSpPr>
            <a:spLocks noChangeArrowheads="1"/>
          </p:cNvSpPr>
          <p:nvPr/>
        </p:nvSpPr>
        <p:spPr bwMode="auto">
          <a:xfrm>
            <a:off x="2903940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5" name="Rectangle 243"/>
          <p:cNvSpPr>
            <a:spLocks noChangeArrowheads="1"/>
          </p:cNvSpPr>
          <p:nvPr/>
        </p:nvSpPr>
        <p:spPr bwMode="auto">
          <a:xfrm>
            <a:off x="2927756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6" name="Rectangle 244"/>
          <p:cNvSpPr>
            <a:spLocks noChangeArrowheads="1"/>
          </p:cNvSpPr>
          <p:nvPr/>
        </p:nvSpPr>
        <p:spPr bwMode="auto">
          <a:xfrm>
            <a:off x="2950369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7" name="Rectangle 245"/>
          <p:cNvSpPr>
            <a:spLocks noChangeArrowheads="1"/>
          </p:cNvSpPr>
          <p:nvPr/>
        </p:nvSpPr>
        <p:spPr bwMode="auto">
          <a:xfrm>
            <a:off x="2974183" y="3495675"/>
            <a:ext cx="833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8" name="Rectangle 246"/>
          <p:cNvSpPr>
            <a:spLocks noChangeArrowheads="1"/>
          </p:cNvSpPr>
          <p:nvPr/>
        </p:nvSpPr>
        <p:spPr bwMode="auto">
          <a:xfrm>
            <a:off x="2995613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19" name="Rectangle 247"/>
          <p:cNvSpPr>
            <a:spLocks noChangeArrowheads="1"/>
          </p:cNvSpPr>
          <p:nvPr/>
        </p:nvSpPr>
        <p:spPr bwMode="auto">
          <a:xfrm>
            <a:off x="3019433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0" name="Rectangle 248"/>
          <p:cNvSpPr>
            <a:spLocks noChangeArrowheads="1"/>
          </p:cNvSpPr>
          <p:nvPr/>
        </p:nvSpPr>
        <p:spPr bwMode="auto">
          <a:xfrm>
            <a:off x="3042057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1" name="Rectangle 249"/>
          <p:cNvSpPr>
            <a:spLocks noChangeArrowheads="1"/>
          </p:cNvSpPr>
          <p:nvPr/>
        </p:nvSpPr>
        <p:spPr bwMode="auto">
          <a:xfrm>
            <a:off x="3065864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2" name="Rectangle 250"/>
          <p:cNvSpPr>
            <a:spLocks noChangeArrowheads="1"/>
          </p:cNvSpPr>
          <p:nvPr/>
        </p:nvSpPr>
        <p:spPr bwMode="auto">
          <a:xfrm>
            <a:off x="3088481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3" name="Rectangle 251"/>
          <p:cNvSpPr>
            <a:spLocks noChangeArrowheads="1"/>
          </p:cNvSpPr>
          <p:nvPr/>
        </p:nvSpPr>
        <p:spPr bwMode="auto">
          <a:xfrm>
            <a:off x="3111113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4" name="Rectangle 252"/>
          <p:cNvSpPr>
            <a:spLocks noChangeArrowheads="1"/>
          </p:cNvSpPr>
          <p:nvPr/>
        </p:nvSpPr>
        <p:spPr bwMode="auto">
          <a:xfrm>
            <a:off x="3134925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5" name="Rectangle 253"/>
          <p:cNvSpPr>
            <a:spLocks noChangeArrowheads="1"/>
          </p:cNvSpPr>
          <p:nvPr/>
        </p:nvSpPr>
        <p:spPr bwMode="auto">
          <a:xfrm>
            <a:off x="3157538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6" name="Rectangle 254"/>
          <p:cNvSpPr>
            <a:spLocks noChangeArrowheads="1"/>
          </p:cNvSpPr>
          <p:nvPr/>
        </p:nvSpPr>
        <p:spPr bwMode="auto">
          <a:xfrm>
            <a:off x="2444360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7" name="Rectangle 255"/>
          <p:cNvSpPr>
            <a:spLocks noChangeArrowheads="1"/>
          </p:cNvSpPr>
          <p:nvPr/>
        </p:nvSpPr>
        <p:spPr bwMode="auto">
          <a:xfrm>
            <a:off x="2468175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8" name="Rectangle 256"/>
          <p:cNvSpPr>
            <a:spLocks noChangeArrowheads="1"/>
          </p:cNvSpPr>
          <p:nvPr/>
        </p:nvSpPr>
        <p:spPr bwMode="auto">
          <a:xfrm>
            <a:off x="2490788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29" name="Rectangle 257"/>
          <p:cNvSpPr>
            <a:spLocks noChangeArrowheads="1"/>
          </p:cNvSpPr>
          <p:nvPr/>
        </p:nvSpPr>
        <p:spPr bwMode="auto">
          <a:xfrm>
            <a:off x="2514605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0" name="Rectangle 258"/>
          <p:cNvSpPr>
            <a:spLocks noChangeArrowheads="1"/>
          </p:cNvSpPr>
          <p:nvPr/>
        </p:nvSpPr>
        <p:spPr bwMode="auto">
          <a:xfrm>
            <a:off x="2537231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1" name="Rectangle 259"/>
          <p:cNvSpPr>
            <a:spLocks noChangeArrowheads="1"/>
          </p:cNvSpPr>
          <p:nvPr/>
        </p:nvSpPr>
        <p:spPr bwMode="auto">
          <a:xfrm>
            <a:off x="2559853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2" name="Rectangle 260"/>
          <p:cNvSpPr>
            <a:spLocks noChangeArrowheads="1"/>
          </p:cNvSpPr>
          <p:nvPr/>
        </p:nvSpPr>
        <p:spPr bwMode="auto">
          <a:xfrm>
            <a:off x="2582476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3" name="Rectangle 261"/>
          <p:cNvSpPr>
            <a:spLocks noChangeArrowheads="1"/>
          </p:cNvSpPr>
          <p:nvPr/>
        </p:nvSpPr>
        <p:spPr bwMode="auto">
          <a:xfrm>
            <a:off x="2606288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4" name="Rectangle 262"/>
          <p:cNvSpPr>
            <a:spLocks noChangeArrowheads="1"/>
          </p:cNvSpPr>
          <p:nvPr/>
        </p:nvSpPr>
        <p:spPr bwMode="auto">
          <a:xfrm>
            <a:off x="2628900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5" name="Rectangle 263"/>
          <p:cNvSpPr>
            <a:spLocks noChangeArrowheads="1"/>
          </p:cNvSpPr>
          <p:nvPr/>
        </p:nvSpPr>
        <p:spPr bwMode="auto">
          <a:xfrm>
            <a:off x="2652713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6" name="Rectangle 264"/>
          <p:cNvSpPr>
            <a:spLocks noChangeArrowheads="1"/>
          </p:cNvSpPr>
          <p:nvPr/>
        </p:nvSpPr>
        <p:spPr bwMode="auto">
          <a:xfrm>
            <a:off x="2674144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7" name="Rectangle 265"/>
          <p:cNvSpPr>
            <a:spLocks noChangeArrowheads="1"/>
          </p:cNvSpPr>
          <p:nvPr/>
        </p:nvSpPr>
        <p:spPr bwMode="auto">
          <a:xfrm>
            <a:off x="2697956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8" name="Rectangle 266"/>
          <p:cNvSpPr>
            <a:spLocks noChangeArrowheads="1"/>
          </p:cNvSpPr>
          <p:nvPr/>
        </p:nvSpPr>
        <p:spPr bwMode="auto">
          <a:xfrm>
            <a:off x="2721778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39" name="Rectangle 267"/>
          <p:cNvSpPr>
            <a:spLocks noChangeArrowheads="1"/>
          </p:cNvSpPr>
          <p:nvPr/>
        </p:nvSpPr>
        <p:spPr bwMode="auto">
          <a:xfrm>
            <a:off x="2744397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0" name="Rectangle 268"/>
          <p:cNvSpPr>
            <a:spLocks noChangeArrowheads="1"/>
          </p:cNvSpPr>
          <p:nvPr/>
        </p:nvSpPr>
        <p:spPr bwMode="auto">
          <a:xfrm>
            <a:off x="2768213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1" name="Rectangle 269"/>
          <p:cNvSpPr>
            <a:spLocks noChangeArrowheads="1"/>
          </p:cNvSpPr>
          <p:nvPr/>
        </p:nvSpPr>
        <p:spPr bwMode="auto">
          <a:xfrm>
            <a:off x="2790834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2" name="Rectangle 270"/>
          <p:cNvSpPr>
            <a:spLocks noChangeArrowheads="1"/>
          </p:cNvSpPr>
          <p:nvPr/>
        </p:nvSpPr>
        <p:spPr bwMode="auto">
          <a:xfrm>
            <a:off x="2813450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3" name="Rectangle 271"/>
          <p:cNvSpPr>
            <a:spLocks noChangeArrowheads="1"/>
          </p:cNvSpPr>
          <p:nvPr/>
        </p:nvSpPr>
        <p:spPr bwMode="auto">
          <a:xfrm>
            <a:off x="2836069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4" name="Rectangle 272"/>
          <p:cNvSpPr>
            <a:spLocks noChangeArrowheads="1"/>
          </p:cNvSpPr>
          <p:nvPr/>
        </p:nvSpPr>
        <p:spPr bwMode="auto">
          <a:xfrm>
            <a:off x="2859881" y="3573071"/>
            <a:ext cx="10716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5" name="Rectangle 273"/>
          <p:cNvSpPr>
            <a:spLocks noChangeArrowheads="1"/>
          </p:cNvSpPr>
          <p:nvPr/>
        </p:nvSpPr>
        <p:spPr bwMode="auto">
          <a:xfrm>
            <a:off x="2883695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6" name="Rectangle 274"/>
          <p:cNvSpPr>
            <a:spLocks noChangeArrowheads="1"/>
          </p:cNvSpPr>
          <p:nvPr/>
        </p:nvSpPr>
        <p:spPr bwMode="auto">
          <a:xfrm>
            <a:off x="2906321" y="3573071"/>
            <a:ext cx="1071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7" name="Rectangle 275"/>
          <p:cNvSpPr>
            <a:spLocks noChangeArrowheads="1"/>
          </p:cNvSpPr>
          <p:nvPr/>
        </p:nvSpPr>
        <p:spPr bwMode="auto">
          <a:xfrm>
            <a:off x="2928947" y="3573071"/>
            <a:ext cx="9525" cy="29765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8" name="Rectangle 276"/>
          <p:cNvSpPr>
            <a:spLocks noChangeArrowheads="1"/>
          </p:cNvSpPr>
          <p:nvPr/>
        </p:nvSpPr>
        <p:spPr bwMode="auto">
          <a:xfrm>
            <a:off x="2462213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49" name="Rectangle 277"/>
          <p:cNvSpPr>
            <a:spLocks noChangeArrowheads="1"/>
          </p:cNvSpPr>
          <p:nvPr/>
        </p:nvSpPr>
        <p:spPr bwMode="auto">
          <a:xfrm>
            <a:off x="2486034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0" name="Rectangle 278"/>
          <p:cNvSpPr>
            <a:spLocks noChangeArrowheads="1"/>
          </p:cNvSpPr>
          <p:nvPr/>
        </p:nvSpPr>
        <p:spPr bwMode="auto">
          <a:xfrm>
            <a:off x="2439600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1" name="Rectangle 279"/>
          <p:cNvSpPr>
            <a:spLocks noChangeArrowheads="1"/>
          </p:cNvSpPr>
          <p:nvPr/>
        </p:nvSpPr>
        <p:spPr bwMode="auto">
          <a:xfrm>
            <a:off x="2415788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2" name="Rectangle 280"/>
          <p:cNvSpPr>
            <a:spLocks noChangeArrowheads="1"/>
          </p:cNvSpPr>
          <p:nvPr/>
        </p:nvSpPr>
        <p:spPr bwMode="auto">
          <a:xfrm>
            <a:off x="2508657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3" name="Rectangle 281"/>
          <p:cNvSpPr>
            <a:spLocks noChangeArrowheads="1"/>
          </p:cNvSpPr>
          <p:nvPr/>
        </p:nvSpPr>
        <p:spPr bwMode="auto">
          <a:xfrm>
            <a:off x="2577704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4" name="Rectangle 282"/>
          <p:cNvSpPr>
            <a:spLocks noChangeArrowheads="1"/>
          </p:cNvSpPr>
          <p:nvPr/>
        </p:nvSpPr>
        <p:spPr bwMode="auto">
          <a:xfrm>
            <a:off x="2531273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5" name="Rectangle 283"/>
          <p:cNvSpPr>
            <a:spLocks noChangeArrowheads="1"/>
          </p:cNvSpPr>
          <p:nvPr/>
        </p:nvSpPr>
        <p:spPr bwMode="auto">
          <a:xfrm>
            <a:off x="2553899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6" name="Rectangle 284"/>
          <p:cNvSpPr>
            <a:spLocks noChangeArrowheads="1"/>
          </p:cNvSpPr>
          <p:nvPr/>
        </p:nvSpPr>
        <p:spPr bwMode="auto">
          <a:xfrm>
            <a:off x="2601520" y="3495675"/>
            <a:ext cx="952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7" name="Rectangle 285"/>
          <p:cNvSpPr>
            <a:spLocks noChangeArrowheads="1"/>
          </p:cNvSpPr>
          <p:nvPr/>
        </p:nvSpPr>
        <p:spPr bwMode="auto">
          <a:xfrm>
            <a:off x="2255044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8" name="Freeform 286"/>
          <p:cNvSpPr>
            <a:spLocks noChangeArrowheads="1"/>
          </p:cNvSpPr>
          <p:nvPr/>
        </p:nvSpPr>
        <p:spPr bwMode="auto">
          <a:xfrm>
            <a:off x="2232431" y="3495677"/>
            <a:ext cx="9525" cy="28575"/>
          </a:xfrm>
          <a:custGeom>
            <a:avLst/>
            <a:gdLst>
              <a:gd name="T0" fmla="*/ 8 w 8"/>
              <a:gd name="T1" fmla="*/ 22 h 22"/>
              <a:gd name="T2" fmla="*/ 8 w 8"/>
              <a:gd name="T3" fmla="*/ 0 h 22"/>
              <a:gd name="T4" fmla="*/ 0 w 8"/>
              <a:gd name="T5" fmla="*/ 0 h 22"/>
              <a:gd name="T6" fmla="*/ 0 w 8"/>
              <a:gd name="T7" fmla="*/ 16 h 22"/>
              <a:gd name="T8" fmla="*/ 8 w 8"/>
              <a:gd name="T9" fmla="*/ 22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22">
                <a:moveTo>
                  <a:pt x="8" y="22"/>
                </a:moveTo>
                <a:cubicBezTo>
                  <a:pt x="8" y="0"/>
                  <a:pt x="8" y="0"/>
                  <a:pt x="8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3" y="18"/>
                  <a:pt x="5" y="20"/>
                  <a:pt x="8" y="22"/>
                </a:cubicBezTo>
                <a:close/>
              </a:path>
            </a:pathLst>
          </a:cu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59" name="Rectangle 287"/>
          <p:cNvSpPr>
            <a:spLocks noChangeArrowheads="1"/>
          </p:cNvSpPr>
          <p:nvPr/>
        </p:nvSpPr>
        <p:spPr bwMode="auto">
          <a:xfrm>
            <a:off x="2278866" y="3495675"/>
            <a:ext cx="833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0" name="Rectangle 288"/>
          <p:cNvSpPr>
            <a:spLocks noChangeArrowheads="1"/>
          </p:cNvSpPr>
          <p:nvPr/>
        </p:nvSpPr>
        <p:spPr bwMode="auto">
          <a:xfrm>
            <a:off x="2394347" y="3495675"/>
            <a:ext cx="8334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1" name="Freeform 289"/>
          <p:cNvSpPr>
            <a:spLocks noChangeArrowheads="1"/>
          </p:cNvSpPr>
          <p:nvPr/>
        </p:nvSpPr>
        <p:spPr bwMode="auto">
          <a:xfrm>
            <a:off x="2208619" y="3495676"/>
            <a:ext cx="10715" cy="11906"/>
          </a:xfrm>
          <a:custGeom>
            <a:avLst/>
            <a:gdLst>
              <a:gd name="T0" fmla="*/ 8 w 8"/>
              <a:gd name="T1" fmla="*/ 9 h 9"/>
              <a:gd name="T2" fmla="*/ 8 w 8"/>
              <a:gd name="T3" fmla="*/ 0 h 9"/>
              <a:gd name="T4" fmla="*/ 0 w 8"/>
              <a:gd name="T5" fmla="*/ 0 h 9"/>
              <a:gd name="T6" fmla="*/ 0 w 8"/>
              <a:gd name="T7" fmla="*/ 4 h 9"/>
              <a:gd name="T8" fmla="*/ 8 w 8"/>
              <a:gd name="T9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9">
                <a:moveTo>
                  <a:pt x="8" y="9"/>
                </a:moveTo>
                <a:cubicBezTo>
                  <a:pt x="8" y="0"/>
                  <a:pt x="8" y="0"/>
                  <a:pt x="8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"/>
                  <a:pt x="0" y="4"/>
                  <a:pt x="0" y="4"/>
                </a:cubicBezTo>
                <a:cubicBezTo>
                  <a:pt x="3" y="6"/>
                  <a:pt x="5" y="8"/>
                  <a:pt x="8" y="9"/>
                </a:cubicBezTo>
                <a:close/>
              </a:path>
            </a:pathLst>
          </a:cu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2" name="Rectangle 290"/>
          <p:cNvSpPr>
            <a:spLocks noChangeArrowheads="1"/>
          </p:cNvSpPr>
          <p:nvPr/>
        </p:nvSpPr>
        <p:spPr bwMode="auto">
          <a:xfrm>
            <a:off x="2300288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3" name="Rectangle 291"/>
          <p:cNvSpPr>
            <a:spLocks noChangeArrowheads="1"/>
          </p:cNvSpPr>
          <p:nvPr/>
        </p:nvSpPr>
        <p:spPr bwMode="auto">
          <a:xfrm>
            <a:off x="2346732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4" name="Rectangle 292"/>
          <p:cNvSpPr>
            <a:spLocks noChangeArrowheads="1"/>
          </p:cNvSpPr>
          <p:nvPr/>
        </p:nvSpPr>
        <p:spPr bwMode="auto">
          <a:xfrm>
            <a:off x="2370538" y="3495675"/>
            <a:ext cx="10715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65" name="Rectangle 293"/>
          <p:cNvSpPr>
            <a:spLocks noChangeArrowheads="1"/>
          </p:cNvSpPr>
          <p:nvPr/>
        </p:nvSpPr>
        <p:spPr bwMode="auto">
          <a:xfrm>
            <a:off x="2324100" y="3495675"/>
            <a:ext cx="10716" cy="29766"/>
          </a:xfrm>
          <a:prstGeom prst="rect">
            <a:avLst/>
          </a:prstGeom>
          <a:solidFill>
            <a:srgbClr val="E5C38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defRPr/>
            </a:pPr>
            <a:endParaRPr lang="zh-CN" altLang="en-US" smtClean="0"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1503" y="1119788"/>
            <a:ext cx="4157663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31503" y="3279580"/>
            <a:ext cx="4157663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26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569E3-BD77-487A-8FDA-DD2ADC747B0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bg>
      <p:bgPr>
        <a:gradFill flip="none" rotWithShape="1">
          <a:gsLst>
            <a:gs pos="22000">
              <a:schemeClr val="accent3">
                <a:lumMod val="0"/>
                <a:lumOff val="100000"/>
              </a:schemeClr>
            </a:gs>
            <a:gs pos="92000">
              <a:schemeClr val="bg1">
                <a:lumMod val="8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613297" y="4898231"/>
            <a:ext cx="7530703" cy="0"/>
          </a:xfrm>
          <a:prstGeom prst="line">
            <a:avLst/>
          </a:prstGeom>
          <a:ln w="9525">
            <a:solidFill>
              <a:srgbClr val="FB71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>
            <a:spLocks noChangeAspect="1"/>
          </p:cNvSpPr>
          <p:nvPr/>
        </p:nvSpPr>
        <p:spPr>
          <a:xfrm>
            <a:off x="1578776" y="4872041"/>
            <a:ext cx="5357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椭圆 4"/>
          <p:cNvSpPr>
            <a:spLocks noChangeAspect="1"/>
          </p:cNvSpPr>
          <p:nvPr/>
        </p:nvSpPr>
        <p:spPr>
          <a:xfrm>
            <a:off x="1423994" y="4872041"/>
            <a:ext cx="5476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椭圆 5"/>
          <p:cNvSpPr>
            <a:spLocks noChangeAspect="1"/>
          </p:cNvSpPr>
          <p:nvPr/>
        </p:nvSpPr>
        <p:spPr>
          <a:xfrm>
            <a:off x="1269210" y="4872041"/>
            <a:ext cx="5476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64728" y="5"/>
            <a:ext cx="2214563" cy="45719"/>
          </a:xfrm>
          <a:prstGeom prst="rect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-6499"/>
            <a:ext cx="7886700" cy="994172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FFCE85-7F34-4771-B993-A25EB34663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flip="none" rotWithShape="1">
          <a:gsLst>
            <a:gs pos="22000">
              <a:schemeClr val="accent3">
                <a:lumMod val="0"/>
                <a:lumOff val="100000"/>
              </a:schemeClr>
            </a:gs>
            <a:gs pos="92000">
              <a:schemeClr val="bg1">
                <a:lumMod val="8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1613297" y="4898231"/>
            <a:ext cx="7530703" cy="0"/>
          </a:xfrm>
          <a:prstGeom prst="line">
            <a:avLst/>
          </a:prstGeom>
          <a:ln w="9525">
            <a:solidFill>
              <a:srgbClr val="FB710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>
            <a:spLocks noChangeAspect="1"/>
          </p:cNvSpPr>
          <p:nvPr/>
        </p:nvSpPr>
        <p:spPr>
          <a:xfrm>
            <a:off x="1578776" y="4872041"/>
            <a:ext cx="5357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椭圆 4"/>
          <p:cNvSpPr>
            <a:spLocks noChangeAspect="1"/>
          </p:cNvSpPr>
          <p:nvPr/>
        </p:nvSpPr>
        <p:spPr>
          <a:xfrm>
            <a:off x="1423994" y="4872041"/>
            <a:ext cx="5476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椭圆 5"/>
          <p:cNvSpPr>
            <a:spLocks noChangeAspect="1"/>
          </p:cNvSpPr>
          <p:nvPr/>
        </p:nvSpPr>
        <p:spPr>
          <a:xfrm>
            <a:off x="1269210" y="4872041"/>
            <a:ext cx="54769" cy="53579"/>
          </a:xfrm>
          <a:prstGeom prst="ellipse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64728" y="4"/>
            <a:ext cx="2214563" cy="34529"/>
          </a:xfrm>
          <a:prstGeom prst="rect">
            <a:avLst/>
          </a:prstGeom>
          <a:solidFill>
            <a:srgbClr val="FB7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162906"/>
            <a:ext cx="7886700" cy="994172"/>
          </a:xfrm>
        </p:spPr>
        <p:txBody>
          <a:bodyPr/>
          <a:lstStyle>
            <a:lvl1pPr algn="ctr">
              <a:defRPr spc="1000" baseline="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91268-C5AF-48A4-9C15-4423DBD15716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BD264-AAA1-44B5-AAD5-5DE0795EA5F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CC132-7504-4049-8DB9-F17E41C3EB4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8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2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6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1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>
            <p:custDataLst>
              <p:tags r:id="rId2"/>
            </p:custDataLst>
          </p:nvPr>
        </p:nvSpPr>
        <p:spPr>
          <a:xfrm>
            <a:off x="0" y="4057650"/>
            <a:ext cx="9143524" cy="1085850"/>
          </a:xfrm>
          <a:prstGeom prst="rect">
            <a:avLst/>
          </a:prstGeom>
          <a:gradFill>
            <a:gsLst>
              <a:gs pos="93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18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ct val="0"/>
              </a:spcBef>
            </a:pPr>
            <a:endParaRPr lang="zh-CN" altLang="en-US" sz="1350" b="0"/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6419850" y="4057650"/>
            <a:ext cx="2724150" cy="108585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ct val="0"/>
              </a:spcBef>
            </a:pPr>
            <a:endParaRPr lang="zh-CN" altLang="en-US" sz="1350" b="0"/>
          </a:p>
        </p:txBody>
      </p:sp>
      <p:pic>
        <p:nvPicPr>
          <p:cNvPr id="40" name="图片 3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0" y="0"/>
            <a:ext cx="9144476" cy="5143500"/>
          </a:xfrm>
          <a:prstGeom prst="rect">
            <a:avLst/>
          </a:prstGeom>
        </p:spPr>
      </p:pic>
      <p:sp>
        <p:nvSpPr>
          <p:cNvPr id="27" name="Ellipse 3_#color-2706&amp;6023"/>
          <p:cNvSpPr/>
          <p:nvPr userDrawn="1">
            <p:custDataLst>
              <p:tags r:id="rId7"/>
            </p:custDataLst>
          </p:nvPr>
        </p:nvSpPr>
        <p:spPr>
          <a:xfrm>
            <a:off x="809625" y="3562350"/>
            <a:ext cx="3228975" cy="604838"/>
          </a:xfrm>
          <a:prstGeom prst="ellipse">
            <a:avLst/>
          </a:prstGeom>
          <a:solidFill>
            <a:schemeClr val="accent1">
              <a:lumMod val="50000"/>
              <a:alpha val="48000"/>
            </a:schemeClr>
          </a:solidFill>
          <a:ln>
            <a:noFill/>
          </a:ln>
          <a:effectLst>
            <a:softEdge rad="3429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29" name="图片 28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r:link="rId6"/>
          <a:stretch>
            <a:fillRect/>
          </a:stretch>
        </p:blipFill>
        <p:spPr>
          <a:xfrm>
            <a:off x="847725" y="1466850"/>
            <a:ext cx="3362325" cy="22098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/>
          <a:stretch>
            <a:fillRect/>
          </a:stretch>
        </p:blipFill>
        <p:spPr>
          <a:xfrm>
            <a:off x="1400175" y="4596948"/>
            <a:ext cx="3629025" cy="9525"/>
          </a:xfrm>
          <a:prstGeom prst="rect">
            <a:avLst/>
          </a:prstGeom>
        </p:spPr>
      </p:pic>
      <p:sp>
        <p:nvSpPr>
          <p:cNvPr id="31" name="Union_#color-2706&amp;6029"/>
          <p:cNvSpPr/>
          <p:nvPr userDrawn="1">
            <p:custDataLst>
              <p:tags r:id="rId11"/>
            </p:custDataLst>
          </p:nvPr>
        </p:nvSpPr>
        <p:spPr>
          <a:xfrm>
            <a:off x="609600" y="4563611"/>
            <a:ext cx="361950" cy="76200"/>
          </a:xfrm>
          <a:custGeom>
            <a:avLst/>
            <a:gdLst/>
            <a:ahLst/>
            <a:cxnLst/>
            <a:rect l="l" t="t" r="r" b="b"/>
            <a:pathLst>
              <a:path w="482600" h="101600">
                <a:moveTo>
                  <a:pt x="101600" y="50800"/>
                </a:moveTo>
                <a:cubicBezTo>
                  <a:pt x="101600" y="78856"/>
                  <a:pt x="78856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8856" y="0"/>
                  <a:pt x="101600" y="22744"/>
                  <a:pt x="101600" y="50800"/>
                </a:cubicBezTo>
                <a:moveTo>
                  <a:pt x="292100" y="50800"/>
                </a:moveTo>
                <a:cubicBezTo>
                  <a:pt x="292100" y="78856"/>
                  <a:pt x="269356" y="101600"/>
                  <a:pt x="241300" y="101600"/>
                </a:cubicBezTo>
                <a:cubicBezTo>
                  <a:pt x="213244" y="101600"/>
                  <a:pt x="190500" y="78856"/>
                  <a:pt x="190500" y="50800"/>
                </a:cubicBezTo>
                <a:cubicBezTo>
                  <a:pt x="190500" y="22744"/>
                  <a:pt x="213244" y="0"/>
                  <a:pt x="241300" y="0"/>
                </a:cubicBezTo>
                <a:cubicBezTo>
                  <a:pt x="269356" y="0"/>
                  <a:pt x="292100" y="22744"/>
                  <a:pt x="292100" y="50800"/>
                </a:cubicBezTo>
                <a:moveTo>
                  <a:pt x="431800" y="101600"/>
                </a:moveTo>
                <a:cubicBezTo>
                  <a:pt x="459856" y="101600"/>
                  <a:pt x="482600" y="78856"/>
                  <a:pt x="482600" y="50800"/>
                </a:cubicBezTo>
                <a:cubicBezTo>
                  <a:pt x="482600" y="22744"/>
                  <a:pt x="459856" y="0"/>
                  <a:pt x="431800" y="0"/>
                </a:cubicBezTo>
                <a:cubicBezTo>
                  <a:pt x="403744" y="0"/>
                  <a:pt x="381000" y="22744"/>
                  <a:pt x="381000" y="50800"/>
                </a:cubicBezTo>
                <a:cubicBezTo>
                  <a:pt x="381000" y="78856"/>
                  <a:pt x="403744" y="101600"/>
                  <a:pt x="431800" y="101600"/>
                </a:cubicBezTo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36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4352925" y="742950"/>
            <a:ext cx="4162425" cy="2819400"/>
          </a:xfrm>
        </p:spPr>
        <p:txBody>
          <a:bodyPr wrap="square" anchor="ctr">
            <a:normAutofit/>
          </a:bodyPr>
          <a:lstStyle>
            <a:lvl1pPr algn="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7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6419850" y="4415314"/>
            <a:ext cx="2114550" cy="378143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38" name="等腰三角形 37"/>
          <p:cNvSpPr/>
          <p:nvPr userDrawn="1">
            <p:custDataLst>
              <p:tags r:id="rId17"/>
            </p:custDataLst>
          </p:nvPr>
        </p:nvSpPr>
        <p:spPr>
          <a:xfrm rot="5400000">
            <a:off x="621083" y="479327"/>
            <a:ext cx="207644" cy="17890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sz="1350" b="0"/>
          </a:p>
        </p:txBody>
      </p:sp>
      <p:sp>
        <p:nvSpPr>
          <p:cNvPr id="39" name="等腰三角形 38"/>
          <p:cNvSpPr/>
          <p:nvPr userDrawn="1">
            <p:custDataLst>
              <p:tags r:id="rId18"/>
            </p:custDataLst>
          </p:nvPr>
        </p:nvSpPr>
        <p:spPr>
          <a:xfrm rot="5400000">
            <a:off x="804132" y="479328"/>
            <a:ext cx="207644" cy="17890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sz="1350" b="0"/>
          </a:p>
        </p:txBody>
      </p:sp>
      <p:cxnSp>
        <p:nvCxnSpPr>
          <p:cNvPr id="2" name="直接连接符 1"/>
          <p:cNvCxnSpPr/>
          <p:nvPr userDrawn="1">
            <p:custDataLst>
              <p:tags r:id="rId19"/>
            </p:custDataLst>
          </p:nvPr>
        </p:nvCxnSpPr>
        <p:spPr>
          <a:xfrm>
            <a:off x="1331119" y="4601711"/>
            <a:ext cx="3321000" cy="0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r:link="rId4"/>
          <a:stretch>
            <a:fillRect/>
          </a:stretch>
        </p:blipFill>
        <p:spPr>
          <a:xfrm>
            <a:off x="0" y="0"/>
            <a:ext cx="9144476" cy="5143500"/>
          </a:xfrm>
          <a:prstGeom prst="rect">
            <a:avLst/>
          </a:prstGeom>
        </p:spPr>
      </p:pic>
      <p:sp>
        <p:nvSpPr>
          <p:cNvPr id="16" name="图片 15" descr="C:/Users/ADMIN/AppData/Local/Temp/fig2wpp/@svg_02-2785&amp;1483.svg"/>
          <p:cNvSpPr/>
          <p:nvPr userDrawn="1">
            <p:custDataLst>
              <p:tags r:id="rId5"/>
            </p:custDataLst>
          </p:nvPr>
        </p:nvSpPr>
        <p:spPr>
          <a:xfrm>
            <a:off x="2436034" y="1111935"/>
            <a:ext cx="3795683" cy="542067"/>
          </a:xfrm>
          <a:custGeom>
            <a:avLst/>
            <a:gdLst>
              <a:gd name="connsiteX0" fmla="*/ 604520 w 5060911"/>
              <a:gd name="connsiteY0" fmla="*/ 550291 h 722756"/>
              <a:gd name="connsiteX1" fmla="*/ 494284 w 5060911"/>
              <a:gd name="connsiteY1" fmla="*/ 678307 h 722756"/>
              <a:gd name="connsiteX2" fmla="*/ 332486 w 5060911"/>
              <a:gd name="connsiteY2" fmla="*/ 722757 h 722756"/>
              <a:gd name="connsiteX3" fmla="*/ 160020 w 5060911"/>
              <a:gd name="connsiteY3" fmla="*/ 677418 h 722756"/>
              <a:gd name="connsiteX4" fmla="*/ 41783 w 5060911"/>
              <a:gd name="connsiteY4" fmla="*/ 549402 h 722756"/>
              <a:gd name="connsiteX5" fmla="*/ 0 w 5060911"/>
              <a:gd name="connsiteY5" fmla="*/ 358267 h 722756"/>
              <a:gd name="connsiteX6" fmla="*/ 42672 w 5060911"/>
              <a:gd name="connsiteY6" fmla="*/ 170688 h 722756"/>
              <a:gd name="connsiteX7" fmla="*/ 162687 w 5060911"/>
              <a:gd name="connsiteY7" fmla="*/ 44450 h 722756"/>
              <a:gd name="connsiteX8" fmla="*/ 340487 w 5060911"/>
              <a:gd name="connsiteY8" fmla="*/ 0 h 722756"/>
              <a:gd name="connsiteX9" fmla="*/ 498729 w 5060911"/>
              <a:gd name="connsiteY9" fmla="*/ 46228 h 722756"/>
              <a:gd name="connsiteX10" fmla="*/ 602742 w 5060911"/>
              <a:gd name="connsiteY10" fmla="*/ 172466 h 722756"/>
              <a:gd name="connsiteX11" fmla="*/ 464947 w 5060911"/>
              <a:gd name="connsiteY11" fmla="*/ 233807 h 722756"/>
              <a:gd name="connsiteX12" fmla="*/ 410718 w 5060911"/>
              <a:gd name="connsiteY12" fmla="*/ 168021 h 722756"/>
              <a:gd name="connsiteX13" fmla="*/ 331597 w 5060911"/>
              <a:gd name="connsiteY13" fmla="*/ 145796 h 722756"/>
              <a:gd name="connsiteX14" fmla="*/ 241808 w 5060911"/>
              <a:gd name="connsiteY14" fmla="*/ 172466 h 722756"/>
              <a:gd name="connsiteX15" fmla="*/ 181356 w 5060911"/>
              <a:gd name="connsiteY15" fmla="*/ 246253 h 722756"/>
              <a:gd name="connsiteX16" fmla="*/ 160020 w 5060911"/>
              <a:gd name="connsiteY16" fmla="*/ 358267 h 722756"/>
              <a:gd name="connsiteX17" fmla="*/ 181356 w 5060911"/>
              <a:gd name="connsiteY17" fmla="*/ 473837 h 722756"/>
              <a:gd name="connsiteX18" fmla="*/ 241808 w 5060911"/>
              <a:gd name="connsiteY18" fmla="*/ 550291 h 722756"/>
              <a:gd name="connsiteX19" fmla="*/ 331597 w 5060911"/>
              <a:gd name="connsiteY19" fmla="*/ 576961 h 722756"/>
              <a:gd name="connsiteX20" fmla="*/ 408051 w 5060911"/>
              <a:gd name="connsiteY20" fmla="*/ 554736 h 722756"/>
              <a:gd name="connsiteX21" fmla="*/ 466725 w 5060911"/>
              <a:gd name="connsiteY21" fmla="*/ 488950 h 722756"/>
              <a:gd name="connsiteX22" fmla="*/ 984394 w 5060911"/>
              <a:gd name="connsiteY22" fmla="*/ 722757 h 722756"/>
              <a:gd name="connsiteX23" fmla="*/ 809261 w 5060911"/>
              <a:gd name="connsiteY23" fmla="*/ 680085 h 722756"/>
              <a:gd name="connsiteX24" fmla="*/ 695469 w 5060911"/>
              <a:gd name="connsiteY24" fmla="*/ 555625 h 722756"/>
              <a:gd name="connsiteX25" fmla="*/ 655464 w 5060911"/>
              <a:gd name="connsiteY25" fmla="*/ 361823 h 722756"/>
              <a:gd name="connsiteX26" fmla="*/ 695469 w 5060911"/>
              <a:gd name="connsiteY26" fmla="*/ 168021 h 722756"/>
              <a:gd name="connsiteX27" fmla="*/ 809261 w 5060911"/>
              <a:gd name="connsiteY27" fmla="*/ 43561 h 722756"/>
              <a:gd name="connsiteX28" fmla="*/ 984394 w 5060911"/>
              <a:gd name="connsiteY28" fmla="*/ 0 h 722756"/>
              <a:gd name="connsiteX29" fmla="*/ 1158638 w 5060911"/>
              <a:gd name="connsiteY29" fmla="*/ 43561 h 722756"/>
              <a:gd name="connsiteX30" fmla="*/ 1272426 w 5060911"/>
              <a:gd name="connsiteY30" fmla="*/ 168021 h 722756"/>
              <a:gd name="connsiteX31" fmla="*/ 1312431 w 5060911"/>
              <a:gd name="connsiteY31" fmla="*/ 361823 h 722756"/>
              <a:gd name="connsiteX32" fmla="*/ 1272426 w 5060911"/>
              <a:gd name="connsiteY32" fmla="*/ 555625 h 722756"/>
              <a:gd name="connsiteX33" fmla="*/ 1158638 w 5060911"/>
              <a:gd name="connsiteY33" fmla="*/ 680085 h 722756"/>
              <a:gd name="connsiteX34" fmla="*/ 984394 w 5060911"/>
              <a:gd name="connsiteY34" fmla="*/ 722757 h 722756"/>
              <a:gd name="connsiteX35" fmla="*/ 984394 w 5060911"/>
              <a:gd name="connsiteY35" fmla="*/ 576961 h 722756"/>
              <a:gd name="connsiteX36" fmla="*/ 1107965 w 5060911"/>
              <a:gd name="connsiteY36" fmla="*/ 520954 h 722756"/>
              <a:gd name="connsiteX37" fmla="*/ 1153304 w 5060911"/>
              <a:gd name="connsiteY37" fmla="*/ 361823 h 722756"/>
              <a:gd name="connsiteX38" fmla="*/ 1107965 w 5060911"/>
              <a:gd name="connsiteY38" fmla="*/ 202692 h 722756"/>
              <a:gd name="connsiteX39" fmla="*/ 984394 w 5060911"/>
              <a:gd name="connsiteY39" fmla="*/ 145796 h 722756"/>
              <a:gd name="connsiteX40" fmla="*/ 859934 w 5060911"/>
              <a:gd name="connsiteY40" fmla="*/ 202692 h 722756"/>
              <a:gd name="connsiteX41" fmla="*/ 814595 w 5060911"/>
              <a:gd name="connsiteY41" fmla="*/ 361823 h 722756"/>
              <a:gd name="connsiteX42" fmla="*/ 859934 w 5060911"/>
              <a:gd name="connsiteY42" fmla="*/ 520954 h 722756"/>
              <a:gd name="connsiteX43" fmla="*/ 984394 w 5060911"/>
              <a:gd name="connsiteY43" fmla="*/ 576961 h 722756"/>
              <a:gd name="connsiteX44" fmla="*/ 1565936 w 5060911"/>
              <a:gd name="connsiteY44" fmla="*/ 710311 h 722756"/>
              <a:gd name="connsiteX45" fmla="*/ 1410361 w 5060911"/>
              <a:gd name="connsiteY45" fmla="*/ 710311 h 722756"/>
              <a:gd name="connsiteX46" fmla="*/ 1410361 w 5060911"/>
              <a:gd name="connsiteY46" fmla="*/ 12446 h 722756"/>
              <a:gd name="connsiteX47" fmla="*/ 1553489 w 5060911"/>
              <a:gd name="connsiteY47" fmla="*/ 12446 h 722756"/>
              <a:gd name="connsiteX48" fmla="*/ 1831746 w 5060911"/>
              <a:gd name="connsiteY48" fmla="*/ 424053 h 722756"/>
              <a:gd name="connsiteX49" fmla="*/ 1837080 w 5060911"/>
              <a:gd name="connsiteY49" fmla="*/ 424053 h 722756"/>
              <a:gd name="connsiteX50" fmla="*/ 1837080 w 5060911"/>
              <a:gd name="connsiteY50" fmla="*/ 12446 h 722756"/>
              <a:gd name="connsiteX51" fmla="*/ 1992655 w 5060911"/>
              <a:gd name="connsiteY51" fmla="*/ 12446 h 722756"/>
              <a:gd name="connsiteX52" fmla="*/ 1992655 w 5060911"/>
              <a:gd name="connsiteY52" fmla="*/ 710311 h 722756"/>
              <a:gd name="connsiteX53" fmla="*/ 1857527 w 5060911"/>
              <a:gd name="connsiteY53" fmla="*/ 710311 h 722756"/>
              <a:gd name="connsiteX54" fmla="*/ 1571269 w 5060911"/>
              <a:gd name="connsiteY54" fmla="*/ 298704 h 722756"/>
              <a:gd name="connsiteX55" fmla="*/ 1565936 w 5060911"/>
              <a:gd name="connsiteY55" fmla="*/ 298704 h 722756"/>
              <a:gd name="connsiteX56" fmla="*/ 2426576 w 5060911"/>
              <a:gd name="connsiteY56" fmla="*/ 710311 h 722756"/>
              <a:gd name="connsiteX57" fmla="*/ 2271001 w 5060911"/>
              <a:gd name="connsiteY57" fmla="*/ 710311 h 722756"/>
              <a:gd name="connsiteX58" fmla="*/ 2271001 w 5060911"/>
              <a:gd name="connsiteY58" fmla="*/ 158242 h 722756"/>
              <a:gd name="connsiteX59" fmla="*/ 2075421 w 5060911"/>
              <a:gd name="connsiteY59" fmla="*/ 158242 h 722756"/>
              <a:gd name="connsiteX60" fmla="*/ 2075421 w 5060911"/>
              <a:gd name="connsiteY60" fmla="*/ 12446 h 722756"/>
              <a:gd name="connsiteX61" fmla="*/ 2621267 w 5060911"/>
              <a:gd name="connsiteY61" fmla="*/ 12446 h 722756"/>
              <a:gd name="connsiteX62" fmla="*/ 2621267 w 5060911"/>
              <a:gd name="connsiteY62" fmla="*/ 158242 h 722756"/>
              <a:gd name="connsiteX63" fmla="*/ 2426576 w 5060911"/>
              <a:gd name="connsiteY63" fmla="*/ 158242 h 722756"/>
              <a:gd name="connsiteX64" fmla="*/ 2859494 w 5060911"/>
              <a:gd name="connsiteY64" fmla="*/ 426720 h 722756"/>
              <a:gd name="connsiteX65" fmla="*/ 2859494 w 5060911"/>
              <a:gd name="connsiteY65" fmla="*/ 568960 h 722756"/>
              <a:gd name="connsiteX66" fmla="*/ 3183979 w 5060911"/>
              <a:gd name="connsiteY66" fmla="*/ 568960 h 722756"/>
              <a:gd name="connsiteX67" fmla="*/ 3183979 w 5060911"/>
              <a:gd name="connsiteY67" fmla="*/ 710311 h 722756"/>
              <a:gd name="connsiteX68" fmla="*/ 2703919 w 5060911"/>
              <a:gd name="connsiteY68" fmla="*/ 710311 h 722756"/>
              <a:gd name="connsiteX69" fmla="*/ 2703919 w 5060911"/>
              <a:gd name="connsiteY69" fmla="*/ 12446 h 722756"/>
              <a:gd name="connsiteX70" fmla="*/ 3173311 w 5060911"/>
              <a:gd name="connsiteY70" fmla="*/ 12446 h 722756"/>
              <a:gd name="connsiteX71" fmla="*/ 3173311 w 5060911"/>
              <a:gd name="connsiteY71" fmla="*/ 153797 h 722756"/>
              <a:gd name="connsiteX72" fmla="*/ 2859494 w 5060911"/>
              <a:gd name="connsiteY72" fmla="*/ 153797 h 722756"/>
              <a:gd name="connsiteX73" fmla="*/ 2859494 w 5060911"/>
              <a:gd name="connsiteY73" fmla="*/ 285369 h 722756"/>
              <a:gd name="connsiteX74" fmla="*/ 3156420 w 5060911"/>
              <a:gd name="connsiteY74" fmla="*/ 285369 h 722756"/>
              <a:gd name="connsiteX75" fmla="*/ 3156420 w 5060911"/>
              <a:gd name="connsiteY75" fmla="*/ 426720 h 722756"/>
              <a:gd name="connsiteX76" fmla="*/ 3430753 w 5060911"/>
              <a:gd name="connsiteY76" fmla="*/ 710311 h 722756"/>
              <a:gd name="connsiteX77" fmla="*/ 3275178 w 5060911"/>
              <a:gd name="connsiteY77" fmla="*/ 710311 h 722756"/>
              <a:gd name="connsiteX78" fmla="*/ 3275178 w 5060911"/>
              <a:gd name="connsiteY78" fmla="*/ 12446 h 722756"/>
              <a:gd name="connsiteX79" fmla="*/ 3418307 w 5060911"/>
              <a:gd name="connsiteY79" fmla="*/ 12446 h 722756"/>
              <a:gd name="connsiteX80" fmla="*/ 3696564 w 5060911"/>
              <a:gd name="connsiteY80" fmla="*/ 424053 h 722756"/>
              <a:gd name="connsiteX81" fmla="*/ 3701898 w 5060911"/>
              <a:gd name="connsiteY81" fmla="*/ 424053 h 722756"/>
              <a:gd name="connsiteX82" fmla="*/ 3701898 w 5060911"/>
              <a:gd name="connsiteY82" fmla="*/ 12446 h 722756"/>
              <a:gd name="connsiteX83" fmla="*/ 3857473 w 5060911"/>
              <a:gd name="connsiteY83" fmla="*/ 12446 h 722756"/>
              <a:gd name="connsiteX84" fmla="*/ 3857473 w 5060911"/>
              <a:gd name="connsiteY84" fmla="*/ 710311 h 722756"/>
              <a:gd name="connsiteX85" fmla="*/ 3722345 w 5060911"/>
              <a:gd name="connsiteY85" fmla="*/ 710311 h 722756"/>
              <a:gd name="connsiteX86" fmla="*/ 3436087 w 5060911"/>
              <a:gd name="connsiteY86" fmla="*/ 298704 h 722756"/>
              <a:gd name="connsiteX87" fmla="*/ 3430753 w 5060911"/>
              <a:gd name="connsiteY87" fmla="*/ 298704 h 722756"/>
              <a:gd name="connsiteX88" fmla="*/ 4291394 w 5060911"/>
              <a:gd name="connsiteY88" fmla="*/ 710311 h 722756"/>
              <a:gd name="connsiteX89" fmla="*/ 4135818 w 5060911"/>
              <a:gd name="connsiteY89" fmla="*/ 710311 h 722756"/>
              <a:gd name="connsiteX90" fmla="*/ 4135818 w 5060911"/>
              <a:gd name="connsiteY90" fmla="*/ 158242 h 722756"/>
              <a:gd name="connsiteX91" fmla="*/ 3940239 w 5060911"/>
              <a:gd name="connsiteY91" fmla="*/ 158242 h 722756"/>
              <a:gd name="connsiteX92" fmla="*/ 3940239 w 5060911"/>
              <a:gd name="connsiteY92" fmla="*/ 12446 h 722756"/>
              <a:gd name="connsiteX93" fmla="*/ 4486085 w 5060911"/>
              <a:gd name="connsiteY93" fmla="*/ 12446 h 722756"/>
              <a:gd name="connsiteX94" fmla="*/ 4486085 w 5060911"/>
              <a:gd name="connsiteY94" fmla="*/ 158242 h 722756"/>
              <a:gd name="connsiteX95" fmla="*/ 4291394 w 5060911"/>
              <a:gd name="connsiteY95" fmla="*/ 158242 h 722756"/>
              <a:gd name="connsiteX96" fmla="*/ 4783544 w 5060911"/>
              <a:gd name="connsiteY96" fmla="*/ 721868 h 722756"/>
              <a:gd name="connsiteX97" fmla="*/ 4612856 w 5060911"/>
              <a:gd name="connsiteY97" fmla="*/ 674751 h 722756"/>
              <a:gd name="connsiteX98" fmla="*/ 4503509 w 5060911"/>
              <a:gd name="connsiteY98" fmla="*/ 550291 h 722756"/>
              <a:gd name="connsiteX99" fmla="*/ 4638637 w 5060911"/>
              <a:gd name="connsiteY99" fmla="*/ 488061 h 722756"/>
              <a:gd name="connsiteX100" fmla="*/ 4695533 w 5060911"/>
              <a:gd name="connsiteY100" fmla="*/ 558292 h 722756"/>
              <a:gd name="connsiteX101" fmla="*/ 4784433 w 5060911"/>
              <a:gd name="connsiteY101" fmla="*/ 581406 h 722756"/>
              <a:gd name="connsiteX102" fmla="*/ 4867999 w 5060911"/>
              <a:gd name="connsiteY102" fmla="*/ 563626 h 722756"/>
              <a:gd name="connsiteX103" fmla="*/ 4899114 w 5060911"/>
              <a:gd name="connsiteY103" fmla="*/ 514731 h 722756"/>
              <a:gd name="connsiteX104" fmla="*/ 4887557 w 5060911"/>
              <a:gd name="connsiteY104" fmla="*/ 479171 h 722756"/>
              <a:gd name="connsiteX105" fmla="*/ 4847552 w 5060911"/>
              <a:gd name="connsiteY105" fmla="*/ 452501 h 722756"/>
              <a:gd name="connsiteX106" fmla="*/ 4764875 w 5060911"/>
              <a:gd name="connsiteY106" fmla="*/ 424942 h 722756"/>
              <a:gd name="connsiteX107" fmla="*/ 4645749 w 5060911"/>
              <a:gd name="connsiteY107" fmla="*/ 385826 h 722756"/>
              <a:gd name="connsiteX108" fmla="*/ 4563072 w 5060911"/>
              <a:gd name="connsiteY108" fmla="*/ 324485 h 722756"/>
              <a:gd name="connsiteX109" fmla="*/ 4527512 w 5060911"/>
              <a:gd name="connsiteY109" fmla="*/ 212471 h 722756"/>
              <a:gd name="connsiteX110" fmla="*/ 4562183 w 5060911"/>
              <a:gd name="connsiteY110" fmla="*/ 103124 h 722756"/>
              <a:gd name="connsiteX111" fmla="*/ 4658195 w 5060911"/>
              <a:gd name="connsiteY111" fmla="*/ 27559 h 722756"/>
              <a:gd name="connsiteX112" fmla="*/ 4793323 w 5060911"/>
              <a:gd name="connsiteY112" fmla="*/ 0 h 722756"/>
              <a:gd name="connsiteX113" fmla="*/ 5060912 w 5060911"/>
              <a:gd name="connsiteY113" fmla="*/ 164465 h 722756"/>
              <a:gd name="connsiteX114" fmla="*/ 4927562 w 5060911"/>
              <a:gd name="connsiteY114" fmla="*/ 227584 h 722756"/>
              <a:gd name="connsiteX115" fmla="*/ 4870666 w 5060911"/>
              <a:gd name="connsiteY115" fmla="*/ 160909 h 722756"/>
              <a:gd name="connsiteX116" fmla="*/ 4791545 w 5060911"/>
              <a:gd name="connsiteY116" fmla="*/ 140462 h 722756"/>
              <a:gd name="connsiteX117" fmla="*/ 4716869 w 5060911"/>
              <a:gd name="connsiteY117" fmla="*/ 160020 h 722756"/>
              <a:gd name="connsiteX118" fmla="*/ 4686643 w 5060911"/>
              <a:gd name="connsiteY118" fmla="*/ 208915 h 722756"/>
              <a:gd name="connsiteX119" fmla="*/ 4699089 w 5060911"/>
              <a:gd name="connsiteY119" fmla="*/ 243586 h 722756"/>
              <a:gd name="connsiteX120" fmla="*/ 4739983 w 5060911"/>
              <a:gd name="connsiteY120" fmla="*/ 268478 h 722756"/>
              <a:gd name="connsiteX121" fmla="*/ 4822660 w 5060911"/>
              <a:gd name="connsiteY121" fmla="*/ 294259 h 722756"/>
              <a:gd name="connsiteX122" fmla="*/ 4940008 w 5060911"/>
              <a:gd name="connsiteY122" fmla="*/ 332486 h 722756"/>
              <a:gd name="connsiteX123" fmla="*/ 5022685 w 5060911"/>
              <a:gd name="connsiteY123" fmla="*/ 394716 h 722756"/>
              <a:gd name="connsiteX124" fmla="*/ 5058245 w 5060911"/>
              <a:gd name="connsiteY124" fmla="*/ 506730 h 722756"/>
              <a:gd name="connsiteX125" fmla="*/ 5022685 w 5060911"/>
              <a:gd name="connsiteY125" fmla="*/ 619633 h 722756"/>
              <a:gd name="connsiteX126" fmla="*/ 4925784 w 5060911"/>
              <a:gd name="connsiteY126" fmla="*/ 695198 h 722756"/>
              <a:gd name="connsiteX127" fmla="*/ 4783544 w 5060911"/>
              <a:gd name="connsiteY127" fmla="*/ 721868 h 72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5060911" h="722756">
                <a:moveTo>
                  <a:pt x="604520" y="550291"/>
                </a:moveTo>
                <a:cubicBezTo>
                  <a:pt x="578443" y="605409"/>
                  <a:pt x="541697" y="648081"/>
                  <a:pt x="494284" y="678307"/>
                </a:cubicBezTo>
                <a:cubicBezTo>
                  <a:pt x="447463" y="707940"/>
                  <a:pt x="393531" y="722757"/>
                  <a:pt x="332486" y="722757"/>
                </a:cubicBezTo>
                <a:cubicBezTo>
                  <a:pt x="267885" y="722757"/>
                  <a:pt x="210397" y="707644"/>
                  <a:pt x="160020" y="677418"/>
                </a:cubicBezTo>
                <a:cubicBezTo>
                  <a:pt x="109643" y="647192"/>
                  <a:pt x="70231" y="604520"/>
                  <a:pt x="41783" y="549402"/>
                </a:cubicBezTo>
                <a:cubicBezTo>
                  <a:pt x="13928" y="493691"/>
                  <a:pt x="0" y="429980"/>
                  <a:pt x="0" y="358267"/>
                </a:cubicBezTo>
                <a:cubicBezTo>
                  <a:pt x="0" y="287147"/>
                  <a:pt x="14224" y="224621"/>
                  <a:pt x="42672" y="170688"/>
                </a:cubicBezTo>
                <a:cubicBezTo>
                  <a:pt x="71120" y="116163"/>
                  <a:pt x="111125" y="74083"/>
                  <a:pt x="162687" y="44450"/>
                </a:cubicBezTo>
                <a:cubicBezTo>
                  <a:pt x="214249" y="14817"/>
                  <a:pt x="273516" y="0"/>
                  <a:pt x="340487" y="0"/>
                </a:cubicBezTo>
                <a:cubicBezTo>
                  <a:pt x="402124" y="0"/>
                  <a:pt x="454872" y="15409"/>
                  <a:pt x="498729" y="46228"/>
                </a:cubicBezTo>
                <a:cubicBezTo>
                  <a:pt x="542586" y="76454"/>
                  <a:pt x="577257" y="118533"/>
                  <a:pt x="602742" y="172466"/>
                </a:cubicBezTo>
                <a:lnTo>
                  <a:pt x="464947" y="233807"/>
                </a:lnTo>
                <a:cubicBezTo>
                  <a:pt x="452501" y="204766"/>
                  <a:pt x="434425" y="182838"/>
                  <a:pt x="410718" y="168021"/>
                </a:cubicBezTo>
                <a:cubicBezTo>
                  <a:pt x="387604" y="153204"/>
                  <a:pt x="361230" y="145796"/>
                  <a:pt x="331597" y="145796"/>
                </a:cubicBezTo>
                <a:cubicBezTo>
                  <a:pt x="297815" y="145796"/>
                  <a:pt x="267885" y="154686"/>
                  <a:pt x="241808" y="172466"/>
                </a:cubicBezTo>
                <a:cubicBezTo>
                  <a:pt x="216323" y="189653"/>
                  <a:pt x="196173" y="214249"/>
                  <a:pt x="181356" y="246253"/>
                </a:cubicBezTo>
                <a:cubicBezTo>
                  <a:pt x="167132" y="278257"/>
                  <a:pt x="160020" y="315595"/>
                  <a:pt x="160020" y="358267"/>
                </a:cubicBezTo>
                <a:cubicBezTo>
                  <a:pt x="160020" y="402124"/>
                  <a:pt x="167132" y="440648"/>
                  <a:pt x="181356" y="473837"/>
                </a:cubicBezTo>
                <a:cubicBezTo>
                  <a:pt x="196173" y="506434"/>
                  <a:pt x="216323" y="531918"/>
                  <a:pt x="241808" y="550291"/>
                </a:cubicBezTo>
                <a:cubicBezTo>
                  <a:pt x="267885" y="568071"/>
                  <a:pt x="297815" y="576961"/>
                  <a:pt x="331597" y="576961"/>
                </a:cubicBezTo>
                <a:cubicBezTo>
                  <a:pt x="360045" y="576961"/>
                  <a:pt x="385530" y="569553"/>
                  <a:pt x="408051" y="554736"/>
                </a:cubicBezTo>
                <a:cubicBezTo>
                  <a:pt x="431165" y="539327"/>
                  <a:pt x="450723" y="517398"/>
                  <a:pt x="466725" y="488950"/>
                </a:cubicBezTo>
                <a:close/>
                <a:moveTo>
                  <a:pt x="984394" y="722757"/>
                </a:moveTo>
                <a:cubicBezTo>
                  <a:pt x="916830" y="722757"/>
                  <a:pt x="858453" y="708533"/>
                  <a:pt x="809261" y="680085"/>
                </a:cubicBezTo>
                <a:cubicBezTo>
                  <a:pt x="760070" y="651044"/>
                  <a:pt x="722139" y="609558"/>
                  <a:pt x="695469" y="555625"/>
                </a:cubicBezTo>
                <a:cubicBezTo>
                  <a:pt x="668799" y="501100"/>
                  <a:pt x="655464" y="436499"/>
                  <a:pt x="655464" y="361823"/>
                </a:cubicBezTo>
                <a:cubicBezTo>
                  <a:pt x="655464" y="286554"/>
                  <a:pt x="668799" y="221954"/>
                  <a:pt x="695469" y="168021"/>
                </a:cubicBezTo>
                <a:cubicBezTo>
                  <a:pt x="722139" y="113496"/>
                  <a:pt x="760070" y="72009"/>
                  <a:pt x="809261" y="43561"/>
                </a:cubicBezTo>
                <a:cubicBezTo>
                  <a:pt x="858453" y="14520"/>
                  <a:pt x="916830" y="0"/>
                  <a:pt x="984394" y="0"/>
                </a:cubicBezTo>
                <a:cubicBezTo>
                  <a:pt x="1051366" y="0"/>
                  <a:pt x="1109447" y="14520"/>
                  <a:pt x="1158638" y="43561"/>
                </a:cubicBezTo>
                <a:cubicBezTo>
                  <a:pt x="1207830" y="72009"/>
                  <a:pt x="1245756" y="113496"/>
                  <a:pt x="1272426" y="168021"/>
                </a:cubicBezTo>
                <a:cubicBezTo>
                  <a:pt x="1299096" y="221954"/>
                  <a:pt x="1312431" y="286554"/>
                  <a:pt x="1312431" y="361823"/>
                </a:cubicBezTo>
                <a:cubicBezTo>
                  <a:pt x="1312431" y="436499"/>
                  <a:pt x="1299096" y="501100"/>
                  <a:pt x="1272426" y="555625"/>
                </a:cubicBezTo>
                <a:cubicBezTo>
                  <a:pt x="1245756" y="609558"/>
                  <a:pt x="1207830" y="651044"/>
                  <a:pt x="1158638" y="680085"/>
                </a:cubicBezTo>
                <a:cubicBezTo>
                  <a:pt x="1109447" y="708533"/>
                  <a:pt x="1051366" y="722757"/>
                  <a:pt x="984394" y="722757"/>
                </a:cubicBezTo>
                <a:close/>
                <a:moveTo>
                  <a:pt x="984394" y="576961"/>
                </a:moveTo>
                <a:cubicBezTo>
                  <a:pt x="1036549" y="576961"/>
                  <a:pt x="1077739" y="558292"/>
                  <a:pt x="1107965" y="520954"/>
                </a:cubicBezTo>
                <a:cubicBezTo>
                  <a:pt x="1138191" y="483023"/>
                  <a:pt x="1153304" y="429980"/>
                  <a:pt x="1153304" y="361823"/>
                </a:cubicBezTo>
                <a:cubicBezTo>
                  <a:pt x="1153304" y="293666"/>
                  <a:pt x="1138191" y="240623"/>
                  <a:pt x="1107965" y="202692"/>
                </a:cubicBezTo>
                <a:cubicBezTo>
                  <a:pt x="1078332" y="164761"/>
                  <a:pt x="1037142" y="145796"/>
                  <a:pt x="984394" y="145796"/>
                </a:cubicBezTo>
                <a:cubicBezTo>
                  <a:pt x="931647" y="145796"/>
                  <a:pt x="890160" y="164761"/>
                  <a:pt x="859934" y="202692"/>
                </a:cubicBezTo>
                <a:cubicBezTo>
                  <a:pt x="829708" y="240623"/>
                  <a:pt x="814595" y="293666"/>
                  <a:pt x="814595" y="361823"/>
                </a:cubicBezTo>
                <a:cubicBezTo>
                  <a:pt x="814595" y="429980"/>
                  <a:pt x="829708" y="483023"/>
                  <a:pt x="859934" y="520954"/>
                </a:cubicBezTo>
                <a:cubicBezTo>
                  <a:pt x="890160" y="558292"/>
                  <a:pt x="931647" y="576961"/>
                  <a:pt x="984394" y="576961"/>
                </a:cubicBezTo>
                <a:close/>
                <a:moveTo>
                  <a:pt x="1565936" y="710311"/>
                </a:moveTo>
                <a:lnTo>
                  <a:pt x="1410361" y="710311"/>
                </a:lnTo>
                <a:lnTo>
                  <a:pt x="1410361" y="12446"/>
                </a:lnTo>
                <a:lnTo>
                  <a:pt x="1553489" y="12446"/>
                </a:lnTo>
                <a:lnTo>
                  <a:pt x="1831746" y="424053"/>
                </a:lnTo>
                <a:lnTo>
                  <a:pt x="1837080" y="424053"/>
                </a:lnTo>
                <a:lnTo>
                  <a:pt x="1837080" y="12446"/>
                </a:lnTo>
                <a:lnTo>
                  <a:pt x="1992655" y="12446"/>
                </a:lnTo>
                <a:lnTo>
                  <a:pt x="1992655" y="710311"/>
                </a:lnTo>
                <a:lnTo>
                  <a:pt x="1857527" y="710311"/>
                </a:lnTo>
                <a:lnTo>
                  <a:pt x="1571269" y="298704"/>
                </a:lnTo>
                <a:lnTo>
                  <a:pt x="1565936" y="298704"/>
                </a:lnTo>
                <a:close/>
                <a:moveTo>
                  <a:pt x="2426576" y="710311"/>
                </a:moveTo>
                <a:lnTo>
                  <a:pt x="2271001" y="710311"/>
                </a:lnTo>
                <a:lnTo>
                  <a:pt x="2271001" y="158242"/>
                </a:lnTo>
                <a:lnTo>
                  <a:pt x="2075421" y="158242"/>
                </a:lnTo>
                <a:lnTo>
                  <a:pt x="2075421" y="12446"/>
                </a:lnTo>
                <a:lnTo>
                  <a:pt x="2621267" y="12446"/>
                </a:lnTo>
                <a:lnTo>
                  <a:pt x="2621267" y="158242"/>
                </a:lnTo>
                <a:lnTo>
                  <a:pt x="2426576" y="158242"/>
                </a:lnTo>
                <a:close/>
                <a:moveTo>
                  <a:pt x="2859494" y="426720"/>
                </a:moveTo>
                <a:lnTo>
                  <a:pt x="2859494" y="568960"/>
                </a:lnTo>
                <a:lnTo>
                  <a:pt x="3183979" y="568960"/>
                </a:lnTo>
                <a:lnTo>
                  <a:pt x="3183979" y="710311"/>
                </a:lnTo>
                <a:lnTo>
                  <a:pt x="2703919" y="710311"/>
                </a:lnTo>
                <a:lnTo>
                  <a:pt x="2703919" y="12446"/>
                </a:lnTo>
                <a:lnTo>
                  <a:pt x="3173311" y="12446"/>
                </a:lnTo>
                <a:lnTo>
                  <a:pt x="3173311" y="153797"/>
                </a:lnTo>
                <a:lnTo>
                  <a:pt x="2859494" y="153797"/>
                </a:lnTo>
                <a:lnTo>
                  <a:pt x="2859494" y="285369"/>
                </a:lnTo>
                <a:lnTo>
                  <a:pt x="3156420" y="285369"/>
                </a:lnTo>
                <a:lnTo>
                  <a:pt x="3156420" y="426720"/>
                </a:lnTo>
                <a:close/>
                <a:moveTo>
                  <a:pt x="3430753" y="710311"/>
                </a:moveTo>
                <a:lnTo>
                  <a:pt x="3275178" y="710311"/>
                </a:lnTo>
                <a:lnTo>
                  <a:pt x="3275178" y="12446"/>
                </a:lnTo>
                <a:lnTo>
                  <a:pt x="3418307" y="12446"/>
                </a:lnTo>
                <a:lnTo>
                  <a:pt x="3696564" y="424053"/>
                </a:lnTo>
                <a:lnTo>
                  <a:pt x="3701898" y="424053"/>
                </a:lnTo>
                <a:lnTo>
                  <a:pt x="3701898" y="12446"/>
                </a:lnTo>
                <a:lnTo>
                  <a:pt x="3857473" y="12446"/>
                </a:lnTo>
                <a:lnTo>
                  <a:pt x="3857473" y="710311"/>
                </a:lnTo>
                <a:lnTo>
                  <a:pt x="3722345" y="710311"/>
                </a:lnTo>
                <a:lnTo>
                  <a:pt x="3436087" y="298704"/>
                </a:lnTo>
                <a:lnTo>
                  <a:pt x="3430753" y="298704"/>
                </a:lnTo>
                <a:close/>
                <a:moveTo>
                  <a:pt x="4291394" y="710311"/>
                </a:moveTo>
                <a:lnTo>
                  <a:pt x="4135818" y="710311"/>
                </a:lnTo>
                <a:lnTo>
                  <a:pt x="4135818" y="158242"/>
                </a:lnTo>
                <a:lnTo>
                  <a:pt x="3940239" y="158242"/>
                </a:lnTo>
                <a:lnTo>
                  <a:pt x="3940239" y="12446"/>
                </a:lnTo>
                <a:lnTo>
                  <a:pt x="4486085" y="12446"/>
                </a:lnTo>
                <a:lnTo>
                  <a:pt x="4486085" y="158242"/>
                </a:lnTo>
                <a:lnTo>
                  <a:pt x="4291394" y="158242"/>
                </a:lnTo>
                <a:close/>
                <a:moveTo>
                  <a:pt x="4783544" y="721868"/>
                </a:moveTo>
                <a:cubicBezTo>
                  <a:pt x="4718355" y="721868"/>
                  <a:pt x="4661459" y="706162"/>
                  <a:pt x="4612856" y="674751"/>
                </a:cubicBezTo>
                <a:cubicBezTo>
                  <a:pt x="4564266" y="643340"/>
                  <a:pt x="4527817" y="601853"/>
                  <a:pt x="4503509" y="550291"/>
                </a:cubicBezTo>
                <a:lnTo>
                  <a:pt x="4638637" y="488061"/>
                </a:lnTo>
                <a:cubicBezTo>
                  <a:pt x="4651083" y="518880"/>
                  <a:pt x="4670057" y="542290"/>
                  <a:pt x="4695533" y="558292"/>
                </a:cubicBezTo>
                <a:cubicBezTo>
                  <a:pt x="4721022" y="573701"/>
                  <a:pt x="4750651" y="581406"/>
                  <a:pt x="4784433" y="581406"/>
                </a:cubicBezTo>
                <a:cubicBezTo>
                  <a:pt x="4819409" y="581406"/>
                  <a:pt x="4847260" y="575479"/>
                  <a:pt x="4867999" y="563626"/>
                </a:cubicBezTo>
                <a:cubicBezTo>
                  <a:pt x="4888751" y="551180"/>
                  <a:pt x="4899114" y="534882"/>
                  <a:pt x="4899114" y="514731"/>
                </a:cubicBezTo>
                <a:cubicBezTo>
                  <a:pt x="4899114" y="500507"/>
                  <a:pt x="4895266" y="488654"/>
                  <a:pt x="4887557" y="479171"/>
                </a:cubicBezTo>
                <a:cubicBezTo>
                  <a:pt x="4879861" y="469688"/>
                  <a:pt x="4866526" y="460798"/>
                  <a:pt x="4847552" y="452501"/>
                </a:cubicBezTo>
                <a:cubicBezTo>
                  <a:pt x="4828591" y="444204"/>
                  <a:pt x="4801032" y="435017"/>
                  <a:pt x="4764875" y="424942"/>
                </a:cubicBezTo>
                <a:cubicBezTo>
                  <a:pt x="4716869" y="411903"/>
                  <a:pt x="4677169" y="398865"/>
                  <a:pt x="4645749" y="385826"/>
                </a:cubicBezTo>
                <a:cubicBezTo>
                  <a:pt x="4614939" y="372787"/>
                  <a:pt x="4587380" y="352340"/>
                  <a:pt x="4563072" y="324485"/>
                </a:cubicBezTo>
                <a:cubicBezTo>
                  <a:pt x="4539374" y="296037"/>
                  <a:pt x="4527512" y="258699"/>
                  <a:pt x="4527512" y="212471"/>
                </a:cubicBezTo>
                <a:cubicBezTo>
                  <a:pt x="4527512" y="171577"/>
                  <a:pt x="4539069" y="135128"/>
                  <a:pt x="4562183" y="103124"/>
                </a:cubicBezTo>
                <a:cubicBezTo>
                  <a:pt x="4585894" y="70527"/>
                  <a:pt x="4617898" y="45339"/>
                  <a:pt x="4658195" y="27559"/>
                </a:cubicBezTo>
                <a:cubicBezTo>
                  <a:pt x="4699089" y="9186"/>
                  <a:pt x="4744136" y="0"/>
                  <a:pt x="4793323" y="0"/>
                </a:cubicBezTo>
                <a:cubicBezTo>
                  <a:pt x="4917783" y="0"/>
                  <a:pt x="5006988" y="54822"/>
                  <a:pt x="5060912" y="164465"/>
                </a:cubicBezTo>
                <a:lnTo>
                  <a:pt x="4927562" y="227584"/>
                </a:lnTo>
                <a:cubicBezTo>
                  <a:pt x="4912157" y="196765"/>
                  <a:pt x="4893196" y="174540"/>
                  <a:pt x="4870666" y="160909"/>
                </a:cubicBezTo>
                <a:cubicBezTo>
                  <a:pt x="4848746" y="147278"/>
                  <a:pt x="4822368" y="140462"/>
                  <a:pt x="4791545" y="140462"/>
                </a:cubicBezTo>
                <a:cubicBezTo>
                  <a:pt x="4762513" y="140462"/>
                  <a:pt x="4737621" y="146981"/>
                  <a:pt x="4716869" y="160020"/>
                </a:cubicBezTo>
                <a:cubicBezTo>
                  <a:pt x="4696727" y="173059"/>
                  <a:pt x="4686643" y="189357"/>
                  <a:pt x="4686643" y="208915"/>
                </a:cubicBezTo>
                <a:cubicBezTo>
                  <a:pt x="4686643" y="222546"/>
                  <a:pt x="4690796" y="234103"/>
                  <a:pt x="4699089" y="243586"/>
                </a:cubicBezTo>
                <a:cubicBezTo>
                  <a:pt x="4707395" y="252476"/>
                  <a:pt x="4721022" y="260773"/>
                  <a:pt x="4739983" y="268478"/>
                </a:cubicBezTo>
                <a:cubicBezTo>
                  <a:pt x="4758957" y="276183"/>
                  <a:pt x="4786516" y="284776"/>
                  <a:pt x="4822660" y="294259"/>
                </a:cubicBezTo>
                <a:cubicBezTo>
                  <a:pt x="4869485" y="306705"/>
                  <a:pt x="4908601" y="319447"/>
                  <a:pt x="4940008" y="332486"/>
                </a:cubicBezTo>
                <a:cubicBezTo>
                  <a:pt x="4971428" y="345525"/>
                  <a:pt x="4998987" y="366268"/>
                  <a:pt x="5022685" y="394716"/>
                </a:cubicBezTo>
                <a:cubicBezTo>
                  <a:pt x="5046396" y="423164"/>
                  <a:pt x="5058245" y="460502"/>
                  <a:pt x="5058245" y="506730"/>
                </a:cubicBezTo>
                <a:cubicBezTo>
                  <a:pt x="5058245" y="549402"/>
                  <a:pt x="5046396" y="587036"/>
                  <a:pt x="5022685" y="619633"/>
                </a:cubicBezTo>
                <a:cubicBezTo>
                  <a:pt x="4999571" y="652230"/>
                  <a:pt x="4967275" y="677418"/>
                  <a:pt x="4925784" y="695198"/>
                </a:cubicBezTo>
                <a:cubicBezTo>
                  <a:pt x="4884306" y="712978"/>
                  <a:pt x="4836884" y="721868"/>
                  <a:pt x="4783544" y="721868"/>
                </a:cubicBezTo>
                <a:close/>
              </a:path>
            </a:pathLst>
          </a:custGeom>
          <a:solidFill>
            <a:schemeClr val="bg2"/>
          </a:soli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ct val="0"/>
              </a:spcBef>
            </a:pPr>
            <a:endParaRPr lang="zh-CN" altLang="en-US" sz="1350" b="0" dirty="0"/>
          </a:p>
        </p:txBody>
      </p:sp>
      <p:sp>
        <p:nvSpPr>
          <p:cNvPr id="12" name="图片 3" descr="C:/Users/ADMIN/AppData/Local/Temp/fig2wpp/@svg_01-2785&amp;1475.svg"/>
          <p:cNvSpPr/>
          <p:nvPr userDrawn="1">
            <p:custDataLst>
              <p:tags r:id="rId6"/>
            </p:custDataLst>
          </p:nvPr>
        </p:nvSpPr>
        <p:spPr>
          <a:xfrm>
            <a:off x="0" y="2324100"/>
            <a:ext cx="9144000" cy="2819400"/>
          </a:xfrm>
          <a:custGeom>
            <a:avLst/>
            <a:gdLst>
              <a:gd name="connsiteX0" fmla="*/ 0 w 12192000"/>
              <a:gd name="connsiteY0" fmla="*/ 0 h 3759200"/>
              <a:gd name="connsiteX1" fmla="*/ 12192000 w 12192000"/>
              <a:gd name="connsiteY1" fmla="*/ 0 h 3759200"/>
              <a:gd name="connsiteX2" fmla="*/ 12192000 w 12192000"/>
              <a:gd name="connsiteY2" fmla="*/ 3759200 h 3759200"/>
              <a:gd name="connsiteX3" fmla="*/ 0 w 12192000"/>
              <a:gd name="connsiteY3" fmla="*/ 3759200 h 375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759200">
                <a:moveTo>
                  <a:pt x="0" y="0"/>
                </a:moveTo>
                <a:lnTo>
                  <a:pt x="12192000" y="0"/>
                </a:lnTo>
                <a:lnTo>
                  <a:pt x="12192000" y="3759200"/>
                </a:lnTo>
                <a:lnTo>
                  <a:pt x="0" y="37592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200000" scaled="0"/>
          </a:gradFill>
          <a:ln w="1270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ct val="0"/>
              </a:spcBef>
            </a:pPr>
            <a:endParaRPr lang="zh-CN" altLang="en-US" sz="1350" b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53666" y="976350"/>
            <a:ext cx="1656159" cy="810816"/>
          </a:xfrm>
        </p:spPr>
        <p:txBody>
          <a:bodyPr wrap="square" anchor="ctr">
            <a:normAutofit/>
          </a:bodyPr>
          <a:lstStyle>
            <a:lvl1pPr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Ellipse 3_#color-2706&amp;6023"/>
          <p:cNvSpPr/>
          <p:nvPr userDrawn="1">
            <p:custDataLst>
              <p:tags r:id="rId11"/>
            </p:custDataLst>
          </p:nvPr>
        </p:nvSpPr>
        <p:spPr>
          <a:xfrm>
            <a:off x="6119813" y="2478881"/>
            <a:ext cx="2115026" cy="604838"/>
          </a:xfrm>
          <a:prstGeom prst="ellipse">
            <a:avLst/>
          </a:prstGeom>
          <a:solidFill>
            <a:schemeClr val="accent1">
              <a:lumMod val="50000"/>
              <a:alpha val="48000"/>
            </a:schemeClr>
          </a:solidFill>
          <a:ln>
            <a:noFill/>
          </a:ln>
          <a:effectLst>
            <a:softEdge rad="3429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4"/>
          <a:stretch>
            <a:fillRect/>
          </a:stretch>
        </p:blipFill>
        <p:spPr>
          <a:xfrm>
            <a:off x="5867400" y="1202531"/>
            <a:ext cx="2590800" cy="1638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 6" descr="C:/Users/ADMIN/AppData/Local/Temp/fig2wpp/@svg_01-2785&amp;1476.svg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6762750" cy="5143500"/>
          </a:xfrm>
          <a:custGeom>
            <a:avLst/>
            <a:gdLst>
              <a:gd name="connsiteX0" fmla="*/ 0 w 9017000"/>
              <a:gd name="connsiteY0" fmla="*/ 0 h 6858000"/>
              <a:gd name="connsiteX1" fmla="*/ 9017000 w 9017000"/>
              <a:gd name="connsiteY1" fmla="*/ 0 h 6858000"/>
              <a:gd name="connsiteX2" fmla="*/ 9017000 w 9017000"/>
              <a:gd name="connsiteY2" fmla="*/ 6858000 h 6858000"/>
              <a:gd name="connsiteX3" fmla="*/ 0 w 9017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017000" h="6858000">
                <a:moveTo>
                  <a:pt x="0" y="0"/>
                </a:moveTo>
                <a:lnTo>
                  <a:pt x="9017000" y="0"/>
                </a:lnTo>
                <a:lnTo>
                  <a:pt x="9017000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200000" scaled="0"/>
          </a:gradFill>
          <a:ln w="12700" cap="flat">
            <a:noFill/>
            <a:prstDash val="solid"/>
            <a:miter/>
          </a:ln>
        </p:spPr>
        <p:txBody>
          <a:bodyPr rot="0" spcFirstLastPara="0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auto">
              <a:spcBef>
                <a:spcPct val="0"/>
              </a:spcBef>
            </a:pPr>
            <a:endParaRPr lang="zh-CN" altLang="en-US" sz="1350" b="0"/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0"/>
            <a:ext cx="9144476" cy="51435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144905" y="2905125"/>
            <a:ext cx="4695825" cy="1152525"/>
          </a:xfrm>
        </p:spPr>
        <p:txBody>
          <a:bodyPr wrap="square" anchor="t">
            <a:normAutofit/>
          </a:bodyPr>
          <a:lstStyle>
            <a:lvl1pPr algn="l">
              <a:defRPr sz="30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143000" y="872100"/>
            <a:ext cx="3324225" cy="1737750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5400" b="1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Ellipse 3_#color-2794&amp;1495"/>
          <p:cNvSpPr/>
          <p:nvPr userDrawn="1">
            <p:custDataLst>
              <p:tags r:id="rId11"/>
            </p:custDataLst>
          </p:nvPr>
        </p:nvSpPr>
        <p:spPr>
          <a:xfrm rot="1322400">
            <a:off x="5450432" y="2917451"/>
            <a:ext cx="2957513" cy="768891"/>
          </a:xfrm>
          <a:prstGeom prst="ellipse">
            <a:avLst/>
          </a:prstGeom>
          <a:solidFill>
            <a:schemeClr val="accent1">
              <a:lumMod val="50000"/>
              <a:alpha val="28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5"/>
          <a:stretch>
            <a:fillRect/>
          </a:stretch>
        </p:blipFill>
        <p:spPr>
          <a:xfrm>
            <a:off x="5674769" y="1457159"/>
            <a:ext cx="29337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2197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29150" y="976313"/>
            <a:ext cx="3992880" cy="3656888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0000"/>
            <a:ext cx="7886700" cy="648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2197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97631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29150" y="1406324"/>
            <a:ext cx="3992880" cy="3225207"/>
          </a:xfrm>
        </p:spPr>
        <p:txBody>
          <a:bodyPr wrap="square">
            <a:normAutofit/>
          </a:bodyPr>
          <a:lstStyle>
            <a:lvl1pPr>
              <a:defRPr sz="165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21970" y="270034"/>
            <a:ext cx="8101489" cy="4363403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9841" y="270000"/>
            <a:ext cx="7886700" cy="648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97631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4057650"/>
            <a:ext cx="9144000" cy="1085850"/>
          </a:xfrm>
          <a:prstGeom prst="rect">
            <a:avLst/>
          </a:prstGeom>
          <a:gradFill>
            <a:gsLst>
              <a:gs pos="93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18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ct val="0"/>
              </a:spcBef>
            </a:pPr>
            <a:endParaRPr lang="zh-CN" altLang="en-US" sz="1350" b="0"/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>
            <a:off x="6419850" y="4057650"/>
            <a:ext cx="2724150" cy="1085850"/>
          </a:xfrm>
          <a:prstGeom prst="rect">
            <a:avLst/>
          </a:prstGeom>
          <a:solidFill>
            <a:schemeClr val="accen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ct val="0"/>
              </a:spcBef>
            </a:pPr>
            <a:endParaRPr lang="zh-CN" altLang="en-US" sz="1350" b="0"/>
          </a:p>
        </p:txBody>
      </p:sp>
      <p:pic>
        <p:nvPicPr>
          <p:cNvPr id="30" name="图片 2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 r:link="rId6"/>
          <a:stretch>
            <a:fillRect/>
          </a:stretch>
        </p:blipFill>
        <p:spPr>
          <a:xfrm>
            <a:off x="0" y="0"/>
            <a:ext cx="9144476" cy="5143500"/>
          </a:xfrm>
          <a:prstGeom prst="rect">
            <a:avLst/>
          </a:prstGeom>
        </p:spPr>
      </p:pic>
      <p:sp>
        <p:nvSpPr>
          <p:cNvPr id="15" name="Ellipse 3_#color-2706&amp;6023"/>
          <p:cNvSpPr/>
          <p:nvPr userDrawn="1">
            <p:custDataLst>
              <p:tags r:id="rId7"/>
            </p:custDataLst>
          </p:nvPr>
        </p:nvSpPr>
        <p:spPr>
          <a:xfrm>
            <a:off x="809625" y="3562350"/>
            <a:ext cx="3228975" cy="604838"/>
          </a:xfrm>
          <a:prstGeom prst="ellipse">
            <a:avLst/>
          </a:prstGeom>
          <a:solidFill>
            <a:schemeClr val="accent1">
              <a:lumMod val="50000"/>
              <a:alpha val="48000"/>
            </a:schemeClr>
          </a:solidFill>
          <a:ln>
            <a:noFill/>
          </a:ln>
          <a:effectLst>
            <a:softEdge rad="3429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6" name="图片 1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r:link="rId6"/>
          <a:stretch>
            <a:fillRect/>
          </a:stretch>
        </p:blipFill>
        <p:spPr>
          <a:xfrm>
            <a:off x="847725" y="1466850"/>
            <a:ext cx="3362325" cy="22098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/>
          <a:stretch>
            <a:fillRect/>
          </a:stretch>
        </p:blipFill>
        <p:spPr>
          <a:xfrm>
            <a:off x="1400175" y="4596948"/>
            <a:ext cx="3629025" cy="9525"/>
          </a:xfrm>
          <a:prstGeom prst="rect">
            <a:avLst/>
          </a:prstGeom>
        </p:spPr>
      </p:pic>
      <p:sp>
        <p:nvSpPr>
          <p:cNvPr id="19" name="Union_#color-2706&amp;6029"/>
          <p:cNvSpPr/>
          <p:nvPr userDrawn="1">
            <p:custDataLst>
              <p:tags r:id="rId11"/>
            </p:custDataLst>
          </p:nvPr>
        </p:nvSpPr>
        <p:spPr>
          <a:xfrm>
            <a:off x="609600" y="4563611"/>
            <a:ext cx="361950" cy="76200"/>
          </a:xfrm>
          <a:custGeom>
            <a:avLst/>
            <a:gdLst/>
            <a:ahLst/>
            <a:cxnLst/>
            <a:rect l="l" t="t" r="r" b="b"/>
            <a:pathLst>
              <a:path w="482600" h="101600">
                <a:moveTo>
                  <a:pt x="101600" y="50800"/>
                </a:moveTo>
                <a:cubicBezTo>
                  <a:pt x="101600" y="78856"/>
                  <a:pt x="78856" y="101600"/>
                  <a:pt x="50800" y="101600"/>
                </a:cubicBezTo>
                <a:cubicBezTo>
                  <a:pt x="22744" y="101600"/>
                  <a:pt x="0" y="78856"/>
                  <a:pt x="0" y="50800"/>
                </a:cubicBezTo>
                <a:cubicBezTo>
                  <a:pt x="0" y="22744"/>
                  <a:pt x="22744" y="0"/>
                  <a:pt x="50800" y="0"/>
                </a:cubicBezTo>
                <a:cubicBezTo>
                  <a:pt x="78856" y="0"/>
                  <a:pt x="101600" y="22744"/>
                  <a:pt x="101600" y="50800"/>
                </a:cubicBezTo>
                <a:moveTo>
                  <a:pt x="292100" y="50800"/>
                </a:moveTo>
                <a:cubicBezTo>
                  <a:pt x="292100" y="78856"/>
                  <a:pt x="269356" y="101600"/>
                  <a:pt x="241300" y="101600"/>
                </a:cubicBezTo>
                <a:cubicBezTo>
                  <a:pt x="213244" y="101600"/>
                  <a:pt x="190500" y="78856"/>
                  <a:pt x="190500" y="50800"/>
                </a:cubicBezTo>
                <a:cubicBezTo>
                  <a:pt x="190500" y="22744"/>
                  <a:pt x="213244" y="0"/>
                  <a:pt x="241300" y="0"/>
                </a:cubicBezTo>
                <a:cubicBezTo>
                  <a:pt x="269356" y="0"/>
                  <a:pt x="292100" y="22744"/>
                  <a:pt x="292100" y="50800"/>
                </a:cubicBezTo>
                <a:moveTo>
                  <a:pt x="431800" y="101600"/>
                </a:moveTo>
                <a:cubicBezTo>
                  <a:pt x="459856" y="101600"/>
                  <a:pt x="482600" y="78856"/>
                  <a:pt x="482600" y="50800"/>
                </a:cubicBezTo>
                <a:cubicBezTo>
                  <a:pt x="482600" y="22744"/>
                  <a:pt x="459856" y="0"/>
                  <a:pt x="431800" y="0"/>
                </a:cubicBezTo>
                <a:cubicBezTo>
                  <a:pt x="403744" y="0"/>
                  <a:pt x="381000" y="22744"/>
                  <a:pt x="381000" y="50800"/>
                </a:cubicBezTo>
                <a:cubicBezTo>
                  <a:pt x="381000" y="78856"/>
                  <a:pt x="403744" y="101600"/>
                  <a:pt x="431800" y="101600"/>
                </a:cubicBezTo>
              </a:path>
            </a:pathLst>
          </a:cu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3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28950" y="4767263"/>
            <a:ext cx="3086100" cy="273844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标题 1"/>
          <p:cNvSpPr>
            <a:spLocks noGrp="1"/>
          </p:cNvSpPr>
          <p:nvPr>
            <p:ph type="ctrTitle"/>
            <p:custDataLst>
              <p:tags r:id="rId15"/>
            </p:custDataLst>
          </p:nvPr>
        </p:nvSpPr>
        <p:spPr>
          <a:xfrm>
            <a:off x="4352925" y="742950"/>
            <a:ext cx="4162425" cy="2819400"/>
          </a:xfrm>
        </p:spPr>
        <p:txBody>
          <a:bodyPr wrap="square" anchor="ctr">
            <a:normAutofit/>
          </a:bodyPr>
          <a:lstStyle>
            <a:lvl1pPr algn="r">
              <a:lnSpc>
                <a:spcPct val="100000"/>
              </a:lnSpc>
              <a:defRPr sz="495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7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6419374" y="4415314"/>
            <a:ext cx="2115026" cy="378143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28" name="等腰三角形 27"/>
          <p:cNvSpPr/>
          <p:nvPr userDrawn="1">
            <p:custDataLst>
              <p:tags r:id="rId17"/>
            </p:custDataLst>
          </p:nvPr>
        </p:nvSpPr>
        <p:spPr>
          <a:xfrm rot="5400000">
            <a:off x="621083" y="479327"/>
            <a:ext cx="207644" cy="17890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sz="1350" b="0"/>
          </a:p>
        </p:txBody>
      </p:sp>
      <p:sp>
        <p:nvSpPr>
          <p:cNvPr id="29" name="等腰三角形 28"/>
          <p:cNvSpPr/>
          <p:nvPr userDrawn="1">
            <p:custDataLst>
              <p:tags r:id="rId18"/>
            </p:custDataLst>
          </p:nvPr>
        </p:nvSpPr>
        <p:spPr>
          <a:xfrm rot="5400000">
            <a:off x="804132" y="479328"/>
            <a:ext cx="207644" cy="178901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ct val="0"/>
              </a:spcBef>
            </a:pPr>
            <a:endParaRPr lang="zh-CN" altLang="en-US" sz="1350" b="0"/>
          </a:p>
        </p:txBody>
      </p:sp>
      <p:cxnSp>
        <p:nvCxnSpPr>
          <p:cNvPr id="2" name="直接连接符 1"/>
          <p:cNvCxnSpPr/>
          <p:nvPr>
            <p:custDataLst>
              <p:tags r:id="rId19"/>
            </p:custDataLst>
          </p:nvPr>
        </p:nvCxnSpPr>
        <p:spPr>
          <a:xfrm>
            <a:off x="1331119" y="4601711"/>
            <a:ext cx="3321000" cy="0"/>
          </a:xfrm>
          <a:prstGeom prst="line">
            <a:avLst/>
          </a:prstGeom>
          <a:ln w="6350"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3" Type="http://schemas.openxmlformats.org/officeDocument/2006/relationships/theme" Target="../theme/theme3.xml"/><Relationship Id="rId22" Type="http://schemas.openxmlformats.org/officeDocument/2006/relationships/tags" Target="../tags/tag91.xml"/><Relationship Id="rId21" Type="http://schemas.openxmlformats.org/officeDocument/2006/relationships/tags" Target="../tags/tag90.xml"/><Relationship Id="rId20" Type="http://schemas.openxmlformats.org/officeDocument/2006/relationships/tags" Target="../tags/tag89.xml"/><Relationship Id="rId2" Type="http://schemas.openxmlformats.org/officeDocument/2006/relationships/slideLayout" Target="../slideLayouts/slideLayout19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image" Target="../media/image7.png"/><Relationship Id="rId15" Type="http://schemas.openxmlformats.org/officeDocument/2006/relationships/tags" Target="../tags/tag85.xml"/><Relationship Id="rId14" Type="http://schemas.openxmlformats.org/officeDocument/2006/relationships/image" Target="NULL" TargetMode="External"/><Relationship Id="rId13" Type="http://schemas.openxmlformats.org/officeDocument/2006/relationships/image" Target="../media/image6.png"/><Relationship Id="rId12" Type="http://schemas.openxmlformats.org/officeDocument/2006/relationships/tags" Target="../tags/tag84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28650" y="273847"/>
            <a:ext cx="7886700" cy="994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2875149-F6E9-4364-A571-76DA12C3B0AC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6FFCE85-7F34-4771-B993-A25EB346635E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14"/>
          <a:stretch>
            <a:fillRect/>
          </a:stretch>
        </p:blipFill>
        <p:spPr>
          <a:xfrm>
            <a:off x="-238" y="238"/>
            <a:ext cx="9144476" cy="514302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 r:link="rId14">
            <a:alphaModFix amt="79000"/>
          </a:blip>
          <a:stretch>
            <a:fillRect/>
          </a:stretch>
        </p:blipFill>
        <p:spPr>
          <a:xfrm>
            <a:off x="6076712" y="1076563"/>
            <a:ext cx="3067050" cy="378142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521970" y="270000"/>
            <a:ext cx="8100000" cy="54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521970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6565487" y="4767263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 fontAlgn="auto">
              <a:spcBef>
                <a:spcPct val="0"/>
              </a:spcBef>
            </a:pPr>
            <a:endParaRPr lang="zh-CN" altLang="en-US" sz="1350" b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image" Target="../media/image8.png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4.xml"/><Relationship Id="rId12" Type="http://schemas.openxmlformats.org/officeDocument/2006/relationships/tags" Target="../tags/tag118.xml"/><Relationship Id="rId11" Type="http://schemas.openxmlformats.org/officeDocument/2006/relationships/tags" Target="../tags/tag117.xml"/><Relationship Id="rId10" Type="http://schemas.openxmlformats.org/officeDocument/2006/relationships/tags" Target="../tags/tag116.xml"/><Relationship Id="rId1" Type="http://schemas.openxmlformats.org/officeDocument/2006/relationships/tags" Target="../tags/tag10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5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image" Target="../media/image9.png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9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7" Type="http://schemas.openxmlformats.org/officeDocument/2006/relationships/notesSlide" Target="../notesSlides/notesSlide6.xml"/><Relationship Id="rId56" Type="http://schemas.openxmlformats.org/officeDocument/2006/relationships/slideLayout" Target="../slideLayouts/slideLayout19.xml"/><Relationship Id="rId55" Type="http://schemas.openxmlformats.org/officeDocument/2006/relationships/tags" Target="../tags/tag203.xml"/><Relationship Id="rId54" Type="http://schemas.openxmlformats.org/officeDocument/2006/relationships/tags" Target="../tags/tag202.xml"/><Relationship Id="rId53" Type="http://schemas.openxmlformats.org/officeDocument/2006/relationships/tags" Target="../tags/tag201.xml"/><Relationship Id="rId52" Type="http://schemas.openxmlformats.org/officeDocument/2006/relationships/tags" Target="../tags/tag200.xml"/><Relationship Id="rId51" Type="http://schemas.openxmlformats.org/officeDocument/2006/relationships/tags" Target="../tags/tag199.xml"/><Relationship Id="rId50" Type="http://schemas.openxmlformats.org/officeDocument/2006/relationships/tags" Target="../tags/tag198.xml"/><Relationship Id="rId5" Type="http://schemas.openxmlformats.org/officeDocument/2006/relationships/tags" Target="../tags/tag154.xml"/><Relationship Id="rId49" Type="http://schemas.openxmlformats.org/officeDocument/2006/relationships/tags" Target="../tags/tag197.xml"/><Relationship Id="rId48" Type="http://schemas.openxmlformats.org/officeDocument/2006/relationships/tags" Target="../tags/tag196.xml"/><Relationship Id="rId47" Type="http://schemas.openxmlformats.org/officeDocument/2006/relationships/tags" Target="../tags/tag195.xml"/><Relationship Id="rId46" Type="http://schemas.openxmlformats.org/officeDocument/2006/relationships/tags" Target="../tags/tag194.xml"/><Relationship Id="rId45" Type="http://schemas.openxmlformats.org/officeDocument/2006/relationships/tags" Target="../tags/tag193.xml"/><Relationship Id="rId44" Type="http://schemas.openxmlformats.org/officeDocument/2006/relationships/tags" Target="../tags/tag192.xml"/><Relationship Id="rId43" Type="http://schemas.openxmlformats.org/officeDocument/2006/relationships/tags" Target="../tags/tag191.xml"/><Relationship Id="rId42" Type="http://schemas.openxmlformats.org/officeDocument/2006/relationships/tags" Target="../tags/tag190.xml"/><Relationship Id="rId41" Type="http://schemas.openxmlformats.org/officeDocument/2006/relationships/tags" Target="../tags/tag189.xml"/><Relationship Id="rId40" Type="http://schemas.openxmlformats.org/officeDocument/2006/relationships/tags" Target="../tags/tag188.xml"/><Relationship Id="rId4" Type="http://schemas.openxmlformats.org/officeDocument/2006/relationships/tags" Target="../tags/tag153.xml"/><Relationship Id="rId39" Type="http://schemas.openxmlformats.org/officeDocument/2006/relationships/tags" Target="../tags/tag187.xml"/><Relationship Id="rId38" Type="http://schemas.openxmlformats.org/officeDocument/2006/relationships/tags" Target="../tags/tag186.xml"/><Relationship Id="rId37" Type="http://schemas.openxmlformats.org/officeDocument/2006/relationships/tags" Target="../tags/tag185.xml"/><Relationship Id="rId36" Type="http://schemas.openxmlformats.org/officeDocument/2006/relationships/tags" Target="../tags/tag184.xml"/><Relationship Id="rId35" Type="http://schemas.openxmlformats.org/officeDocument/2006/relationships/tags" Target="../tags/tag183.xml"/><Relationship Id="rId34" Type="http://schemas.openxmlformats.org/officeDocument/2006/relationships/tags" Target="../tags/tag182.xml"/><Relationship Id="rId33" Type="http://schemas.openxmlformats.org/officeDocument/2006/relationships/tags" Target="../tags/tag181.xml"/><Relationship Id="rId32" Type="http://schemas.openxmlformats.org/officeDocument/2006/relationships/slide" Target="slide12.xml"/><Relationship Id="rId31" Type="http://schemas.openxmlformats.org/officeDocument/2006/relationships/tags" Target="../tags/tag180.xml"/><Relationship Id="rId30" Type="http://schemas.openxmlformats.org/officeDocument/2006/relationships/tags" Target="../tags/tag179.xml"/><Relationship Id="rId3" Type="http://schemas.openxmlformats.org/officeDocument/2006/relationships/tags" Target="../tags/tag152.xml"/><Relationship Id="rId29" Type="http://schemas.openxmlformats.org/officeDocument/2006/relationships/tags" Target="../tags/tag178.xml"/><Relationship Id="rId28" Type="http://schemas.openxmlformats.org/officeDocument/2006/relationships/tags" Target="../tags/tag177.xml"/><Relationship Id="rId27" Type="http://schemas.openxmlformats.org/officeDocument/2006/relationships/tags" Target="../tags/tag176.xml"/><Relationship Id="rId26" Type="http://schemas.openxmlformats.org/officeDocument/2006/relationships/tags" Target="../tags/tag175.xml"/><Relationship Id="rId25" Type="http://schemas.openxmlformats.org/officeDocument/2006/relationships/tags" Target="../tags/tag174.xml"/><Relationship Id="rId24" Type="http://schemas.openxmlformats.org/officeDocument/2006/relationships/tags" Target="../tags/tag173.xml"/><Relationship Id="rId23" Type="http://schemas.openxmlformats.org/officeDocument/2006/relationships/tags" Target="../tags/tag172.xml"/><Relationship Id="rId22" Type="http://schemas.openxmlformats.org/officeDocument/2006/relationships/tags" Target="../tags/tag171.xml"/><Relationship Id="rId21" Type="http://schemas.openxmlformats.org/officeDocument/2006/relationships/tags" Target="../tags/tag170.xml"/><Relationship Id="rId20" Type="http://schemas.openxmlformats.org/officeDocument/2006/relationships/tags" Target="../tags/tag169.xml"/><Relationship Id="rId2" Type="http://schemas.openxmlformats.org/officeDocument/2006/relationships/tags" Target="../tags/tag151.xml"/><Relationship Id="rId19" Type="http://schemas.openxmlformats.org/officeDocument/2006/relationships/tags" Target="../tags/tag168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tags" Target="../tags/tag15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4" Type="http://schemas.openxmlformats.org/officeDocument/2006/relationships/slideLayout" Target="../slideLayouts/slideLayout24.xml"/><Relationship Id="rId43" Type="http://schemas.openxmlformats.org/officeDocument/2006/relationships/tags" Target="../tags/tag246.xml"/><Relationship Id="rId42" Type="http://schemas.openxmlformats.org/officeDocument/2006/relationships/tags" Target="../tags/tag245.xml"/><Relationship Id="rId41" Type="http://schemas.openxmlformats.org/officeDocument/2006/relationships/tags" Target="../tags/tag244.xml"/><Relationship Id="rId40" Type="http://schemas.openxmlformats.org/officeDocument/2006/relationships/tags" Target="../tags/tag243.xml"/><Relationship Id="rId4" Type="http://schemas.openxmlformats.org/officeDocument/2006/relationships/tags" Target="../tags/tag207.xml"/><Relationship Id="rId39" Type="http://schemas.openxmlformats.org/officeDocument/2006/relationships/tags" Target="../tags/tag242.xml"/><Relationship Id="rId38" Type="http://schemas.openxmlformats.org/officeDocument/2006/relationships/tags" Target="../tags/tag241.xml"/><Relationship Id="rId37" Type="http://schemas.openxmlformats.org/officeDocument/2006/relationships/tags" Target="../tags/tag240.xml"/><Relationship Id="rId36" Type="http://schemas.openxmlformats.org/officeDocument/2006/relationships/tags" Target="../tags/tag239.xml"/><Relationship Id="rId35" Type="http://schemas.openxmlformats.org/officeDocument/2006/relationships/tags" Target="../tags/tag238.xml"/><Relationship Id="rId34" Type="http://schemas.openxmlformats.org/officeDocument/2006/relationships/tags" Target="../tags/tag237.xml"/><Relationship Id="rId33" Type="http://schemas.openxmlformats.org/officeDocument/2006/relationships/tags" Target="../tags/tag236.xml"/><Relationship Id="rId32" Type="http://schemas.openxmlformats.org/officeDocument/2006/relationships/tags" Target="../tags/tag235.xml"/><Relationship Id="rId31" Type="http://schemas.openxmlformats.org/officeDocument/2006/relationships/tags" Target="../tags/tag234.xml"/><Relationship Id="rId30" Type="http://schemas.openxmlformats.org/officeDocument/2006/relationships/tags" Target="../tags/tag233.xml"/><Relationship Id="rId3" Type="http://schemas.openxmlformats.org/officeDocument/2006/relationships/tags" Target="../tags/tag206.xml"/><Relationship Id="rId29" Type="http://schemas.openxmlformats.org/officeDocument/2006/relationships/tags" Target="../tags/tag232.xml"/><Relationship Id="rId28" Type="http://schemas.openxmlformats.org/officeDocument/2006/relationships/tags" Target="../tags/tag231.xml"/><Relationship Id="rId27" Type="http://schemas.openxmlformats.org/officeDocument/2006/relationships/tags" Target="../tags/tag230.xml"/><Relationship Id="rId26" Type="http://schemas.openxmlformats.org/officeDocument/2006/relationships/tags" Target="../tags/tag229.xml"/><Relationship Id="rId25" Type="http://schemas.openxmlformats.org/officeDocument/2006/relationships/tags" Target="../tags/tag228.xml"/><Relationship Id="rId24" Type="http://schemas.openxmlformats.org/officeDocument/2006/relationships/tags" Target="../tags/tag227.xml"/><Relationship Id="rId23" Type="http://schemas.openxmlformats.org/officeDocument/2006/relationships/tags" Target="../tags/tag226.xml"/><Relationship Id="rId22" Type="http://schemas.openxmlformats.org/officeDocument/2006/relationships/tags" Target="../tags/tag225.xml"/><Relationship Id="rId21" Type="http://schemas.openxmlformats.org/officeDocument/2006/relationships/tags" Target="../tags/tag224.xml"/><Relationship Id="rId20" Type="http://schemas.openxmlformats.org/officeDocument/2006/relationships/tags" Target="../tags/tag223.xml"/><Relationship Id="rId2" Type="http://schemas.openxmlformats.org/officeDocument/2006/relationships/tags" Target="../tags/tag205.xml"/><Relationship Id="rId19" Type="http://schemas.openxmlformats.org/officeDocument/2006/relationships/tags" Target="../tags/tag222.xml"/><Relationship Id="rId18" Type="http://schemas.openxmlformats.org/officeDocument/2006/relationships/tags" Target="../tags/tag221.xml"/><Relationship Id="rId17" Type="http://schemas.openxmlformats.org/officeDocument/2006/relationships/tags" Target="../tags/tag220.xml"/><Relationship Id="rId16" Type="http://schemas.openxmlformats.org/officeDocument/2006/relationships/tags" Target="../tags/tag219.xml"/><Relationship Id="rId15" Type="http://schemas.openxmlformats.org/officeDocument/2006/relationships/tags" Target="../tags/tag218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tags" Target="../tags/tag20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257.xml"/><Relationship Id="rId5" Type="http://schemas.openxmlformats.org/officeDocument/2006/relationships/tags" Target="../tags/tag256.xml"/><Relationship Id="rId4" Type="http://schemas.openxmlformats.org/officeDocument/2006/relationships/tags" Target="../tags/tag25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262.xml"/><Relationship Id="rId4" Type="http://schemas.openxmlformats.org/officeDocument/2006/relationships/tags" Target="../tags/tag261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268.xml"/><Relationship Id="rId5" Type="http://schemas.openxmlformats.org/officeDocument/2006/relationships/tags" Target="../tags/tag267.xml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tags" Target="../tags/tag26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tags" Target="../tags/tag269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tags" Target="../tags/tag28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0" Type="http://schemas.openxmlformats.org/officeDocument/2006/relationships/slideLayout" Target="../slideLayouts/slideLayout19.xml"/><Relationship Id="rId2" Type="http://schemas.openxmlformats.org/officeDocument/2006/relationships/tags" Target="../tags/tag291.xml"/><Relationship Id="rId19" Type="http://schemas.openxmlformats.org/officeDocument/2006/relationships/tags" Target="../tags/tag308.xml"/><Relationship Id="rId18" Type="http://schemas.openxmlformats.org/officeDocument/2006/relationships/tags" Target="../tags/tag307.xml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tags" Target="../tags/tag290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24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tags" Target="../tags/tag30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tags" Target="../tags/tag335.xml"/><Relationship Id="rId6" Type="http://schemas.openxmlformats.org/officeDocument/2006/relationships/tags" Target="../tags/tag334.xml"/><Relationship Id="rId5" Type="http://schemas.openxmlformats.org/officeDocument/2006/relationships/tags" Target="../tags/tag333.xml"/><Relationship Id="rId4" Type="http://schemas.openxmlformats.org/officeDocument/2006/relationships/tags" Target="../tags/tag332.xml"/><Relationship Id="rId3" Type="http://schemas.openxmlformats.org/officeDocument/2006/relationships/tags" Target="../tags/tag331.xml"/><Relationship Id="rId29" Type="http://schemas.openxmlformats.org/officeDocument/2006/relationships/slideLayout" Target="../slideLayouts/slideLayout19.xml"/><Relationship Id="rId28" Type="http://schemas.openxmlformats.org/officeDocument/2006/relationships/tags" Target="../tags/tag356.xml"/><Relationship Id="rId27" Type="http://schemas.openxmlformats.org/officeDocument/2006/relationships/tags" Target="../tags/tag355.xml"/><Relationship Id="rId26" Type="http://schemas.openxmlformats.org/officeDocument/2006/relationships/tags" Target="../tags/tag354.xml"/><Relationship Id="rId25" Type="http://schemas.openxmlformats.org/officeDocument/2006/relationships/tags" Target="../tags/tag353.xml"/><Relationship Id="rId24" Type="http://schemas.openxmlformats.org/officeDocument/2006/relationships/tags" Target="../tags/tag352.xml"/><Relationship Id="rId23" Type="http://schemas.openxmlformats.org/officeDocument/2006/relationships/tags" Target="../tags/tag351.xml"/><Relationship Id="rId22" Type="http://schemas.openxmlformats.org/officeDocument/2006/relationships/tags" Target="../tags/tag350.xml"/><Relationship Id="rId21" Type="http://schemas.openxmlformats.org/officeDocument/2006/relationships/tags" Target="../tags/tag349.xml"/><Relationship Id="rId20" Type="http://schemas.openxmlformats.org/officeDocument/2006/relationships/tags" Target="../tags/tag348.xml"/><Relationship Id="rId2" Type="http://schemas.openxmlformats.org/officeDocument/2006/relationships/tags" Target="../tags/tag330.xml"/><Relationship Id="rId19" Type="http://schemas.openxmlformats.org/officeDocument/2006/relationships/tags" Target="../tags/tag347.xml"/><Relationship Id="rId18" Type="http://schemas.openxmlformats.org/officeDocument/2006/relationships/tags" Target="../tags/tag346.xml"/><Relationship Id="rId17" Type="http://schemas.openxmlformats.org/officeDocument/2006/relationships/tags" Target="../tags/tag345.xml"/><Relationship Id="rId16" Type="http://schemas.openxmlformats.org/officeDocument/2006/relationships/tags" Target="../tags/tag344.xml"/><Relationship Id="rId15" Type="http://schemas.openxmlformats.org/officeDocument/2006/relationships/tags" Target="../tags/tag343.xml"/><Relationship Id="rId14" Type="http://schemas.openxmlformats.org/officeDocument/2006/relationships/tags" Target="../tags/tag342.xml"/><Relationship Id="rId13" Type="http://schemas.openxmlformats.org/officeDocument/2006/relationships/tags" Target="../tags/tag341.xml"/><Relationship Id="rId12" Type="http://schemas.openxmlformats.org/officeDocument/2006/relationships/tags" Target="../tags/tag340.xml"/><Relationship Id="rId11" Type="http://schemas.openxmlformats.org/officeDocument/2006/relationships/tags" Target="../tags/tag339.xml"/><Relationship Id="rId10" Type="http://schemas.openxmlformats.org/officeDocument/2006/relationships/tags" Target="../tags/tag338.xml"/><Relationship Id="rId1" Type="http://schemas.openxmlformats.org/officeDocument/2006/relationships/tags" Target="../tags/tag32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7" Type="http://schemas.openxmlformats.org/officeDocument/2006/relationships/slideLayout" Target="../slideLayouts/slideLayout19.xml"/><Relationship Id="rId26" Type="http://schemas.openxmlformats.org/officeDocument/2006/relationships/tags" Target="../tags/tag382.xml"/><Relationship Id="rId25" Type="http://schemas.openxmlformats.org/officeDocument/2006/relationships/tags" Target="../tags/tag381.xml"/><Relationship Id="rId24" Type="http://schemas.openxmlformats.org/officeDocument/2006/relationships/tags" Target="../tags/tag380.xml"/><Relationship Id="rId23" Type="http://schemas.openxmlformats.org/officeDocument/2006/relationships/tags" Target="../tags/tag379.xml"/><Relationship Id="rId22" Type="http://schemas.openxmlformats.org/officeDocument/2006/relationships/tags" Target="../tags/tag378.xml"/><Relationship Id="rId21" Type="http://schemas.openxmlformats.org/officeDocument/2006/relationships/tags" Target="../tags/tag377.xml"/><Relationship Id="rId20" Type="http://schemas.openxmlformats.org/officeDocument/2006/relationships/tags" Target="../tags/tag376.xml"/><Relationship Id="rId2" Type="http://schemas.openxmlformats.org/officeDocument/2006/relationships/tags" Target="../tags/tag358.xml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57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388.xml"/><Relationship Id="rId5" Type="http://schemas.openxmlformats.org/officeDocument/2006/relationships/tags" Target="../tags/tag387.xml"/><Relationship Id="rId4" Type="http://schemas.openxmlformats.org/officeDocument/2006/relationships/tags" Target="../tags/tag386.xml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" Type="http://schemas.openxmlformats.org/officeDocument/2006/relationships/tags" Target="../tags/tag38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7" Type="http://schemas.openxmlformats.org/officeDocument/2006/relationships/tags" Target="../tags/tag395.xml"/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398.xml"/><Relationship Id="rId2" Type="http://schemas.openxmlformats.org/officeDocument/2006/relationships/tags" Target="../tags/tag397.xml"/><Relationship Id="rId1" Type="http://schemas.openxmlformats.org/officeDocument/2006/relationships/tags" Target="../tags/tag396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" Type="http://schemas.openxmlformats.org/officeDocument/2006/relationships/tags" Target="../tags/tag399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411.xml"/><Relationship Id="rId8" Type="http://schemas.openxmlformats.org/officeDocument/2006/relationships/tags" Target="../tags/tag410.xml"/><Relationship Id="rId7" Type="http://schemas.openxmlformats.org/officeDocument/2006/relationships/tags" Target="../tags/tag409.xml"/><Relationship Id="rId6" Type="http://schemas.openxmlformats.org/officeDocument/2006/relationships/tags" Target="../tags/tag408.xml"/><Relationship Id="rId5" Type="http://schemas.openxmlformats.org/officeDocument/2006/relationships/tags" Target="../tags/tag407.xml"/><Relationship Id="rId4" Type="http://schemas.openxmlformats.org/officeDocument/2006/relationships/tags" Target="../tags/tag406.xml"/><Relationship Id="rId3" Type="http://schemas.openxmlformats.org/officeDocument/2006/relationships/tags" Target="../tags/tag405.xml"/><Relationship Id="rId26" Type="http://schemas.openxmlformats.org/officeDocument/2006/relationships/slideLayout" Target="../slideLayouts/slideLayout19.xml"/><Relationship Id="rId25" Type="http://schemas.openxmlformats.org/officeDocument/2006/relationships/tags" Target="../tags/tag427.xml"/><Relationship Id="rId24" Type="http://schemas.openxmlformats.org/officeDocument/2006/relationships/tags" Target="../tags/tag426.xml"/><Relationship Id="rId23" Type="http://schemas.openxmlformats.org/officeDocument/2006/relationships/tags" Target="../tags/tag425.xml"/><Relationship Id="rId22" Type="http://schemas.openxmlformats.org/officeDocument/2006/relationships/tags" Target="../tags/tag424.xml"/><Relationship Id="rId21" Type="http://schemas.openxmlformats.org/officeDocument/2006/relationships/tags" Target="../tags/tag423.xml"/><Relationship Id="rId20" Type="http://schemas.openxmlformats.org/officeDocument/2006/relationships/tags" Target="../tags/tag422.xml"/><Relationship Id="rId2" Type="http://schemas.openxmlformats.org/officeDocument/2006/relationships/tags" Target="../tags/tag404.xml"/><Relationship Id="rId19" Type="http://schemas.openxmlformats.org/officeDocument/2006/relationships/tags" Target="../tags/tag421.xml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tags" Target="../tags/tag418.xml"/><Relationship Id="rId15" Type="http://schemas.openxmlformats.org/officeDocument/2006/relationships/tags" Target="../tags/tag417.xml"/><Relationship Id="rId14" Type="http://schemas.openxmlformats.org/officeDocument/2006/relationships/tags" Target="../tags/tag416.xml"/><Relationship Id="rId13" Type="http://schemas.openxmlformats.org/officeDocument/2006/relationships/tags" Target="../tags/tag415.xml"/><Relationship Id="rId12" Type="http://schemas.openxmlformats.org/officeDocument/2006/relationships/tags" Target="../tags/tag414.xml"/><Relationship Id="rId11" Type="http://schemas.openxmlformats.org/officeDocument/2006/relationships/tags" Target="../tags/tag413.xml"/><Relationship Id="rId10" Type="http://schemas.openxmlformats.org/officeDocument/2006/relationships/tags" Target="../tags/tag412.xml"/><Relationship Id="rId1" Type="http://schemas.openxmlformats.org/officeDocument/2006/relationships/tags" Target="../tags/tag403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432.xml"/><Relationship Id="rId4" Type="http://schemas.openxmlformats.org/officeDocument/2006/relationships/tags" Target="../tags/tag431.xml"/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" Type="http://schemas.openxmlformats.org/officeDocument/2006/relationships/tags" Target="../tags/tag428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9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" Type="http://schemas.openxmlformats.org/officeDocument/2006/relationships/tags" Target="../tags/tag433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8" Type="http://schemas.openxmlformats.org/officeDocument/2006/relationships/slideLayout" Target="../slideLayouts/slideLayout19.xml"/><Relationship Id="rId47" Type="http://schemas.openxmlformats.org/officeDocument/2006/relationships/tags" Target="../tags/tag484.xml"/><Relationship Id="rId46" Type="http://schemas.openxmlformats.org/officeDocument/2006/relationships/tags" Target="../tags/tag483.xml"/><Relationship Id="rId45" Type="http://schemas.openxmlformats.org/officeDocument/2006/relationships/tags" Target="../tags/tag482.xml"/><Relationship Id="rId44" Type="http://schemas.openxmlformats.org/officeDocument/2006/relationships/tags" Target="../tags/tag481.xml"/><Relationship Id="rId43" Type="http://schemas.openxmlformats.org/officeDocument/2006/relationships/tags" Target="../tags/tag480.xml"/><Relationship Id="rId42" Type="http://schemas.openxmlformats.org/officeDocument/2006/relationships/tags" Target="../tags/tag479.xml"/><Relationship Id="rId41" Type="http://schemas.openxmlformats.org/officeDocument/2006/relationships/tags" Target="../tags/tag478.xml"/><Relationship Id="rId40" Type="http://schemas.openxmlformats.org/officeDocument/2006/relationships/tags" Target="../tags/tag477.xml"/><Relationship Id="rId4" Type="http://schemas.openxmlformats.org/officeDocument/2006/relationships/tags" Target="../tags/tag441.xml"/><Relationship Id="rId39" Type="http://schemas.openxmlformats.org/officeDocument/2006/relationships/tags" Target="../tags/tag476.xml"/><Relationship Id="rId38" Type="http://schemas.openxmlformats.org/officeDocument/2006/relationships/tags" Target="../tags/tag475.xml"/><Relationship Id="rId37" Type="http://schemas.openxmlformats.org/officeDocument/2006/relationships/tags" Target="../tags/tag474.xml"/><Relationship Id="rId36" Type="http://schemas.openxmlformats.org/officeDocument/2006/relationships/tags" Target="../tags/tag473.xml"/><Relationship Id="rId35" Type="http://schemas.openxmlformats.org/officeDocument/2006/relationships/tags" Target="../tags/tag472.xml"/><Relationship Id="rId34" Type="http://schemas.openxmlformats.org/officeDocument/2006/relationships/tags" Target="../tags/tag471.xml"/><Relationship Id="rId33" Type="http://schemas.openxmlformats.org/officeDocument/2006/relationships/tags" Target="../tags/tag470.xml"/><Relationship Id="rId32" Type="http://schemas.openxmlformats.org/officeDocument/2006/relationships/tags" Target="../tags/tag469.xml"/><Relationship Id="rId31" Type="http://schemas.openxmlformats.org/officeDocument/2006/relationships/tags" Target="../tags/tag468.xml"/><Relationship Id="rId30" Type="http://schemas.openxmlformats.org/officeDocument/2006/relationships/tags" Target="../tags/tag467.xml"/><Relationship Id="rId3" Type="http://schemas.openxmlformats.org/officeDocument/2006/relationships/tags" Target="../tags/tag440.xml"/><Relationship Id="rId29" Type="http://schemas.openxmlformats.org/officeDocument/2006/relationships/tags" Target="../tags/tag466.xml"/><Relationship Id="rId28" Type="http://schemas.openxmlformats.org/officeDocument/2006/relationships/tags" Target="../tags/tag465.xml"/><Relationship Id="rId27" Type="http://schemas.openxmlformats.org/officeDocument/2006/relationships/tags" Target="../tags/tag464.xml"/><Relationship Id="rId26" Type="http://schemas.openxmlformats.org/officeDocument/2006/relationships/tags" Target="../tags/tag463.xml"/><Relationship Id="rId25" Type="http://schemas.openxmlformats.org/officeDocument/2006/relationships/tags" Target="../tags/tag462.xml"/><Relationship Id="rId24" Type="http://schemas.openxmlformats.org/officeDocument/2006/relationships/tags" Target="../tags/tag461.xml"/><Relationship Id="rId23" Type="http://schemas.openxmlformats.org/officeDocument/2006/relationships/tags" Target="../tags/tag460.xml"/><Relationship Id="rId22" Type="http://schemas.openxmlformats.org/officeDocument/2006/relationships/tags" Target="../tags/tag459.xml"/><Relationship Id="rId21" Type="http://schemas.openxmlformats.org/officeDocument/2006/relationships/tags" Target="../tags/tag458.xml"/><Relationship Id="rId20" Type="http://schemas.openxmlformats.org/officeDocument/2006/relationships/tags" Target="../tags/tag457.xml"/><Relationship Id="rId2" Type="http://schemas.openxmlformats.org/officeDocument/2006/relationships/tags" Target="../tags/tag439.xml"/><Relationship Id="rId19" Type="http://schemas.openxmlformats.org/officeDocument/2006/relationships/tags" Target="../tags/tag456.xml"/><Relationship Id="rId18" Type="http://schemas.openxmlformats.org/officeDocument/2006/relationships/tags" Target="../tags/tag455.xml"/><Relationship Id="rId17" Type="http://schemas.openxmlformats.org/officeDocument/2006/relationships/tags" Target="../tags/tag454.xml"/><Relationship Id="rId16" Type="http://schemas.openxmlformats.org/officeDocument/2006/relationships/tags" Target="../tags/tag453.xml"/><Relationship Id="rId15" Type="http://schemas.openxmlformats.org/officeDocument/2006/relationships/tags" Target="../tags/tag452.xml"/><Relationship Id="rId14" Type="http://schemas.openxmlformats.org/officeDocument/2006/relationships/tags" Target="../tags/tag451.xml"/><Relationship Id="rId13" Type="http://schemas.openxmlformats.org/officeDocument/2006/relationships/tags" Target="../tags/tag450.xml"/><Relationship Id="rId12" Type="http://schemas.openxmlformats.org/officeDocument/2006/relationships/tags" Target="../tags/tag449.xml"/><Relationship Id="rId11" Type="http://schemas.openxmlformats.org/officeDocument/2006/relationships/tags" Target="../tags/tag448.xml"/><Relationship Id="rId10" Type="http://schemas.openxmlformats.org/officeDocument/2006/relationships/tags" Target="../tags/tag447.xml"/><Relationship Id="rId1" Type="http://schemas.openxmlformats.org/officeDocument/2006/relationships/tags" Target="../tags/tag438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487.xml"/><Relationship Id="rId2" Type="http://schemas.openxmlformats.org/officeDocument/2006/relationships/tags" Target="../tags/tag486.xml"/><Relationship Id="rId1" Type="http://schemas.openxmlformats.org/officeDocument/2006/relationships/tags" Target="../tags/tag485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496.xml"/><Relationship Id="rId8" Type="http://schemas.openxmlformats.org/officeDocument/2006/relationships/tags" Target="../tags/tag495.xml"/><Relationship Id="rId7" Type="http://schemas.openxmlformats.org/officeDocument/2006/relationships/tags" Target="../tags/tag494.xml"/><Relationship Id="rId6" Type="http://schemas.openxmlformats.org/officeDocument/2006/relationships/tags" Target="../tags/tag493.xml"/><Relationship Id="rId5" Type="http://schemas.openxmlformats.org/officeDocument/2006/relationships/tags" Target="../tags/tag492.xml"/><Relationship Id="rId41" Type="http://schemas.openxmlformats.org/officeDocument/2006/relationships/slideLayout" Target="../slideLayouts/slideLayout24.xml"/><Relationship Id="rId40" Type="http://schemas.openxmlformats.org/officeDocument/2006/relationships/tags" Target="../tags/tag527.xml"/><Relationship Id="rId4" Type="http://schemas.openxmlformats.org/officeDocument/2006/relationships/tags" Target="../tags/tag491.xml"/><Relationship Id="rId39" Type="http://schemas.openxmlformats.org/officeDocument/2006/relationships/tags" Target="../tags/tag526.xml"/><Relationship Id="rId38" Type="http://schemas.openxmlformats.org/officeDocument/2006/relationships/tags" Target="../tags/tag525.xml"/><Relationship Id="rId37" Type="http://schemas.openxmlformats.org/officeDocument/2006/relationships/tags" Target="../tags/tag524.xml"/><Relationship Id="rId36" Type="http://schemas.openxmlformats.org/officeDocument/2006/relationships/tags" Target="../tags/tag523.xml"/><Relationship Id="rId35" Type="http://schemas.openxmlformats.org/officeDocument/2006/relationships/tags" Target="../tags/tag522.xml"/><Relationship Id="rId34" Type="http://schemas.openxmlformats.org/officeDocument/2006/relationships/tags" Target="../tags/tag521.xml"/><Relationship Id="rId33" Type="http://schemas.openxmlformats.org/officeDocument/2006/relationships/tags" Target="../tags/tag520.xml"/><Relationship Id="rId32" Type="http://schemas.openxmlformats.org/officeDocument/2006/relationships/tags" Target="../tags/tag519.xml"/><Relationship Id="rId31" Type="http://schemas.openxmlformats.org/officeDocument/2006/relationships/tags" Target="../tags/tag518.xml"/><Relationship Id="rId30" Type="http://schemas.openxmlformats.org/officeDocument/2006/relationships/tags" Target="../tags/tag517.xml"/><Relationship Id="rId3" Type="http://schemas.openxmlformats.org/officeDocument/2006/relationships/tags" Target="../tags/tag490.xml"/><Relationship Id="rId29" Type="http://schemas.openxmlformats.org/officeDocument/2006/relationships/tags" Target="../tags/tag516.xml"/><Relationship Id="rId28" Type="http://schemas.openxmlformats.org/officeDocument/2006/relationships/tags" Target="../tags/tag515.xml"/><Relationship Id="rId27" Type="http://schemas.openxmlformats.org/officeDocument/2006/relationships/tags" Target="../tags/tag514.xml"/><Relationship Id="rId26" Type="http://schemas.openxmlformats.org/officeDocument/2006/relationships/tags" Target="../tags/tag513.xml"/><Relationship Id="rId25" Type="http://schemas.openxmlformats.org/officeDocument/2006/relationships/tags" Target="../tags/tag512.xml"/><Relationship Id="rId24" Type="http://schemas.openxmlformats.org/officeDocument/2006/relationships/tags" Target="../tags/tag511.xml"/><Relationship Id="rId23" Type="http://schemas.openxmlformats.org/officeDocument/2006/relationships/tags" Target="../tags/tag510.xml"/><Relationship Id="rId22" Type="http://schemas.openxmlformats.org/officeDocument/2006/relationships/tags" Target="../tags/tag509.xml"/><Relationship Id="rId21" Type="http://schemas.openxmlformats.org/officeDocument/2006/relationships/tags" Target="../tags/tag508.xml"/><Relationship Id="rId20" Type="http://schemas.openxmlformats.org/officeDocument/2006/relationships/tags" Target="../tags/tag507.xml"/><Relationship Id="rId2" Type="http://schemas.openxmlformats.org/officeDocument/2006/relationships/tags" Target="../tags/tag489.xml"/><Relationship Id="rId19" Type="http://schemas.openxmlformats.org/officeDocument/2006/relationships/tags" Target="../tags/tag506.xml"/><Relationship Id="rId18" Type="http://schemas.openxmlformats.org/officeDocument/2006/relationships/tags" Target="../tags/tag505.xml"/><Relationship Id="rId17" Type="http://schemas.openxmlformats.org/officeDocument/2006/relationships/tags" Target="../tags/tag504.xml"/><Relationship Id="rId16" Type="http://schemas.openxmlformats.org/officeDocument/2006/relationships/tags" Target="../tags/tag503.xml"/><Relationship Id="rId15" Type="http://schemas.openxmlformats.org/officeDocument/2006/relationships/tags" Target="../tags/tag502.xml"/><Relationship Id="rId14" Type="http://schemas.openxmlformats.org/officeDocument/2006/relationships/tags" Target="../tags/tag501.xml"/><Relationship Id="rId13" Type="http://schemas.openxmlformats.org/officeDocument/2006/relationships/tags" Target="../tags/tag500.xml"/><Relationship Id="rId12" Type="http://schemas.openxmlformats.org/officeDocument/2006/relationships/tags" Target="../tags/tag499.xml"/><Relationship Id="rId11" Type="http://schemas.openxmlformats.org/officeDocument/2006/relationships/tags" Target="../tags/tag498.xml"/><Relationship Id="rId10" Type="http://schemas.openxmlformats.org/officeDocument/2006/relationships/tags" Target="../tags/tag497.xml"/><Relationship Id="rId1" Type="http://schemas.openxmlformats.org/officeDocument/2006/relationships/tags" Target="../tags/tag488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536.xml"/><Relationship Id="rId8" Type="http://schemas.openxmlformats.org/officeDocument/2006/relationships/tags" Target="../tags/tag535.xml"/><Relationship Id="rId7" Type="http://schemas.openxmlformats.org/officeDocument/2006/relationships/tags" Target="../tags/tag534.xml"/><Relationship Id="rId6" Type="http://schemas.openxmlformats.org/officeDocument/2006/relationships/tags" Target="../tags/tag533.xml"/><Relationship Id="rId5" Type="http://schemas.openxmlformats.org/officeDocument/2006/relationships/tags" Target="../tags/tag532.xml"/><Relationship Id="rId4" Type="http://schemas.openxmlformats.org/officeDocument/2006/relationships/tags" Target="../tags/tag531.xml"/><Relationship Id="rId35" Type="http://schemas.openxmlformats.org/officeDocument/2006/relationships/notesSlide" Target="../notesSlides/notesSlide9.xml"/><Relationship Id="rId34" Type="http://schemas.openxmlformats.org/officeDocument/2006/relationships/slideLayout" Target="../slideLayouts/slideLayout19.xml"/><Relationship Id="rId33" Type="http://schemas.openxmlformats.org/officeDocument/2006/relationships/tags" Target="../tags/tag560.xml"/><Relationship Id="rId32" Type="http://schemas.openxmlformats.org/officeDocument/2006/relationships/tags" Target="../tags/tag559.xml"/><Relationship Id="rId31" Type="http://schemas.openxmlformats.org/officeDocument/2006/relationships/tags" Target="../tags/tag558.xml"/><Relationship Id="rId30" Type="http://schemas.openxmlformats.org/officeDocument/2006/relationships/tags" Target="../tags/tag557.xml"/><Relationship Id="rId3" Type="http://schemas.openxmlformats.org/officeDocument/2006/relationships/tags" Target="../tags/tag530.xml"/><Relationship Id="rId29" Type="http://schemas.openxmlformats.org/officeDocument/2006/relationships/tags" Target="../tags/tag556.xml"/><Relationship Id="rId28" Type="http://schemas.openxmlformats.org/officeDocument/2006/relationships/tags" Target="../tags/tag555.xml"/><Relationship Id="rId27" Type="http://schemas.openxmlformats.org/officeDocument/2006/relationships/tags" Target="../tags/tag554.xml"/><Relationship Id="rId26" Type="http://schemas.openxmlformats.org/officeDocument/2006/relationships/tags" Target="../tags/tag553.xml"/><Relationship Id="rId25" Type="http://schemas.openxmlformats.org/officeDocument/2006/relationships/tags" Target="../tags/tag552.xml"/><Relationship Id="rId24" Type="http://schemas.openxmlformats.org/officeDocument/2006/relationships/tags" Target="../tags/tag551.xml"/><Relationship Id="rId23" Type="http://schemas.openxmlformats.org/officeDocument/2006/relationships/tags" Target="../tags/tag550.xml"/><Relationship Id="rId22" Type="http://schemas.openxmlformats.org/officeDocument/2006/relationships/tags" Target="../tags/tag549.xml"/><Relationship Id="rId21" Type="http://schemas.openxmlformats.org/officeDocument/2006/relationships/tags" Target="../tags/tag548.xml"/><Relationship Id="rId20" Type="http://schemas.openxmlformats.org/officeDocument/2006/relationships/tags" Target="../tags/tag547.xml"/><Relationship Id="rId2" Type="http://schemas.openxmlformats.org/officeDocument/2006/relationships/tags" Target="../tags/tag529.xml"/><Relationship Id="rId19" Type="http://schemas.openxmlformats.org/officeDocument/2006/relationships/tags" Target="../tags/tag546.xml"/><Relationship Id="rId18" Type="http://schemas.openxmlformats.org/officeDocument/2006/relationships/tags" Target="../tags/tag545.xml"/><Relationship Id="rId17" Type="http://schemas.openxmlformats.org/officeDocument/2006/relationships/tags" Target="../tags/tag544.xml"/><Relationship Id="rId16" Type="http://schemas.openxmlformats.org/officeDocument/2006/relationships/tags" Target="../tags/tag543.xml"/><Relationship Id="rId15" Type="http://schemas.openxmlformats.org/officeDocument/2006/relationships/tags" Target="../tags/tag542.xml"/><Relationship Id="rId14" Type="http://schemas.openxmlformats.org/officeDocument/2006/relationships/tags" Target="../tags/tag541.xml"/><Relationship Id="rId13" Type="http://schemas.openxmlformats.org/officeDocument/2006/relationships/tags" Target="../tags/tag540.xml"/><Relationship Id="rId12" Type="http://schemas.openxmlformats.org/officeDocument/2006/relationships/tags" Target="../tags/tag539.xml"/><Relationship Id="rId11" Type="http://schemas.openxmlformats.org/officeDocument/2006/relationships/tags" Target="../tags/tag538.xml"/><Relationship Id="rId10" Type="http://schemas.openxmlformats.org/officeDocument/2006/relationships/tags" Target="../tags/tag537.xml"/><Relationship Id="rId1" Type="http://schemas.openxmlformats.org/officeDocument/2006/relationships/tags" Target="../tags/tag528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569.xml"/><Relationship Id="rId8" Type="http://schemas.openxmlformats.org/officeDocument/2006/relationships/tags" Target="../tags/tag568.xml"/><Relationship Id="rId7" Type="http://schemas.openxmlformats.org/officeDocument/2006/relationships/tags" Target="../tags/tag567.xml"/><Relationship Id="rId6" Type="http://schemas.openxmlformats.org/officeDocument/2006/relationships/tags" Target="../tags/tag566.xml"/><Relationship Id="rId5" Type="http://schemas.openxmlformats.org/officeDocument/2006/relationships/tags" Target="../tags/tag565.xml"/><Relationship Id="rId4" Type="http://schemas.openxmlformats.org/officeDocument/2006/relationships/tags" Target="../tags/tag564.xml"/><Relationship Id="rId35" Type="http://schemas.openxmlformats.org/officeDocument/2006/relationships/notesSlide" Target="../notesSlides/notesSlide10.xml"/><Relationship Id="rId34" Type="http://schemas.openxmlformats.org/officeDocument/2006/relationships/slideLayout" Target="../slideLayouts/slideLayout19.xml"/><Relationship Id="rId33" Type="http://schemas.openxmlformats.org/officeDocument/2006/relationships/tags" Target="../tags/tag593.xml"/><Relationship Id="rId32" Type="http://schemas.openxmlformats.org/officeDocument/2006/relationships/tags" Target="../tags/tag592.xml"/><Relationship Id="rId31" Type="http://schemas.openxmlformats.org/officeDocument/2006/relationships/tags" Target="../tags/tag591.xml"/><Relationship Id="rId30" Type="http://schemas.openxmlformats.org/officeDocument/2006/relationships/tags" Target="../tags/tag590.xml"/><Relationship Id="rId3" Type="http://schemas.openxmlformats.org/officeDocument/2006/relationships/tags" Target="../tags/tag563.xml"/><Relationship Id="rId29" Type="http://schemas.openxmlformats.org/officeDocument/2006/relationships/tags" Target="../tags/tag589.xml"/><Relationship Id="rId28" Type="http://schemas.openxmlformats.org/officeDocument/2006/relationships/tags" Target="../tags/tag588.xml"/><Relationship Id="rId27" Type="http://schemas.openxmlformats.org/officeDocument/2006/relationships/tags" Target="../tags/tag587.xml"/><Relationship Id="rId26" Type="http://schemas.openxmlformats.org/officeDocument/2006/relationships/tags" Target="../tags/tag586.xml"/><Relationship Id="rId25" Type="http://schemas.openxmlformats.org/officeDocument/2006/relationships/tags" Target="../tags/tag585.xml"/><Relationship Id="rId24" Type="http://schemas.openxmlformats.org/officeDocument/2006/relationships/tags" Target="../tags/tag584.xml"/><Relationship Id="rId23" Type="http://schemas.openxmlformats.org/officeDocument/2006/relationships/tags" Target="../tags/tag583.xml"/><Relationship Id="rId22" Type="http://schemas.openxmlformats.org/officeDocument/2006/relationships/tags" Target="../tags/tag582.xml"/><Relationship Id="rId21" Type="http://schemas.openxmlformats.org/officeDocument/2006/relationships/tags" Target="../tags/tag581.xml"/><Relationship Id="rId20" Type="http://schemas.openxmlformats.org/officeDocument/2006/relationships/tags" Target="../tags/tag580.xml"/><Relationship Id="rId2" Type="http://schemas.openxmlformats.org/officeDocument/2006/relationships/tags" Target="../tags/tag562.xml"/><Relationship Id="rId19" Type="http://schemas.openxmlformats.org/officeDocument/2006/relationships/tags" Target="../tags/tag579.xml"/><Relationship Id="rId18" Type="http://schemas.openxmlformats.org/officeDocument/2006/relationships/tags" Target="../tags/tag578.xml"/><Relationship Id="rId17" Type="http://schemas.openxmlformats.org/officeDocument/2006/relationships/tags" Target="../tags/tag577.xml"/><Relationship Id="rId16" Type="http://schemas.openxmlformats.org/officeDocument/2006/relationships/tags" Target="../tags/tag576.xml"/><Relationship Id="rId15" Type="http://schemas.openxmlformats.org/officeDocument/2006/relationships/tags" Target="../tags/tag575.xml"/><Relationship Id="rId14" Type="http://schemas.openxmlformats.org/officeDocument/2006/relationships/tags" Target="../tags/tag574.xml"/><Relationship Id="rId13" Type="http://schemas.openxmlformats.org/officeDocument/2006/relationships/tags" Target="../tags/tag573.xml"/><Relationship Id="rId12" Type="http://schemas.openxmlformats.org/officeDocument/2006/relationships/tags" Target="../tags/tag572.xml"/><Relationship Id="rId11" Type="http://schemas.openxmlformats.org/officeDocument/2006/relationships/tags" Target="../tags/tag571.xml"/><Relationship Id="rId10" Type="http://schemas.openxmlformats.org/officeDocument/2006/relationships/tags" Target="../tags/tag570.xml"/><Relationship Id="rId1" Type="http://schemas.openxmlformats.org/officeDocument/2006/relationships/tags" Target="../tags/tag561.xml"/></Relationships>
</file>

<file path=ppt/slides/_rels/slide3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image" Target="../media/image10.png"/><Relationship Id="rId2" Type="http://schemas.openxmlformats.org/officeDocument/2006/relationships/oleObject" Target="../embeddings/oleObject1.bin"/><Relationship Id="rId1" Type="http://schemas.openxmlformats.org/officeDocument/2006/relationships/tags" Target="../tags/tag594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605.xml"/><Relationship Id="rId8" Type="http://schemas.openxmlformats.org/officeDocument/2006/relationships/tags" Target="../tags/tag604.xml"/><Relationship Id="rId7" Type="http://schemas.openxmlformats.org/officeDocument/2006/relationships/tags" Target="../tags/tag603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8" Type="http://schemas.openxmlformats.org/officeDocument/2006/relationships/slideLayout" Target="../slideLayouts/slideLayout19.xml"/><Relationship Id="rId47" Type="http://schemas.openxmlformats.org/officeDocument/2006/relationships/tags" Target="../tags/tag643.xml"/><Relationship Id="rId46" Type="http://schemas.openxmlformats.org/officeDocument/2006/relationships/tags" Target="../tags/tag642.xml"/><Relationship Id="rId45" Type="http://schemas.openxmlformats.org/officeDocument/2006/relationships/tags" Target="../tags/tag641.xml"/><Relationship Id="rId44" Type="http://schemas.openxmlformats.org/officeDocument/2006/relationships/tags" Target="../tags/tag640.xml"/><Relationship Id="rId43" Type="http://schemas.openxmlformats.org/officeDocument/2006/relationships/tags" Target="../tags/tag639.xml"/><Relationship Id="rId42" Type="http://schemas.openxmlformats.org/officeDocument/2006/relationships/tags" Target="../tags/tag638.xml"/><Relationship Id="rId41" Type="http://schemas.openxmlformats.org/officeDocument/2006/relationships/tags" Target="../tags/tag637.xml"/><Relationship Id="rId40" Type="http://schemas.openxmlformats.org/officeDocument/2006/relationships/tags" Target="../tags/tag636.xml"/><Relationship Id="rId4" Type="http://schemas.openxmlformats.org/officeDocument/2006/relationships/tags" Target="../tags/tag600.xml"/><Relationship Id="rId39" Type="http://schemas.openxmlformats.org/officeDocument/2006/relationships/tags" Target="../tags/tag635.xml"/><Relationship Id="rId38" Type="http://schemas.openxmlformats.org/officeDocument/2006/relationships/tags" Target="../tags/tag634.xml"/><Relationship Id="rId37" Type="http://schemas.openxmlformats.org/officeDocument/2006/relationships/tags" Target="../tags/tag633.xml"/><Relationship Id="rId36" Type="http://schemas.openxmlformats.org/officeDocument/2006/relationships/tags" Target="../tags/tag632.xml"/><Relationship Id="rId35" Type="http://schemas.openxmlformats.org/officeDocument/2006/relationships/tags" Target="../tags/tag631.xml"/><Relationship Id="rId34" Type="http://schemas.openxmlformats.org/officeDocument/2006/relationships/tags" Target="../tags/tag630.xml"/><Relationship Id="rId33" Type="http://schemas.openxmlformats.org/officeDocument/2006/relationships/tags" Target="../tags/tag629.xml"/><Relationship Id="rId32" Type="http://schemas.openxmlformats.org/officeDocument/2006/relationships/tags" Target="../tags/tag628.xml"/><Relationship Id="rId31" Type="http://schemas.openxmlformats.org/officeDocument/2006/relationships/tags" Target="../tags/tag627.xml"/><Relationship Id="rId30" Type="http://schemas.openxmlformats.org/officeDocument/2006/relationships/tags" Target="../tags/tag626.xml"/><Relationship Id="rId3" Type="http://schemas.openxmlformats.org/officeDocument/2006/relationships/tags" Target="../tags/tag599.xml"/><Relationship Id="rId29" Type="http://schemas.openxmlformats.org/officeDocument/2006/relationships/tags" Target="../tags/tag625.xml"/><Relationship Id="rId28" Type="http://schemas.openxmlformats.org/officeDocument/2006/relationships/tags" Target="../tags/tag624.xml"/><Relationship Id="rId27" Type="http://schemas.openxmlformats.org/officeDocument/2006/relationships/tags" Target="../tags/tag623.xml"/><Relationship Id="rId26" Type="http://schemas.openxmlformats.org/officeDocument/2006/relationships/tags" Target="../tags/tag622.xml"/><Relationship Id="rId25" Type="http://schemas.openxmlformats.org/officeDocument/2006/relationships/tags" Target="../tags/tag621.xml"/><Relationship Id="rId24" Type="http://schemas.openxmlformats.org/officeDocument/2006/relationships/tags" Target="../tags/tag620.xml"/><Relationship Id="rId23" Type="http://schemas.openxmlformats.org/officeDocument/2006/relationships/tags" Target="../tags/tag619.xml"/><Relationship Id="rId22" Type="http://schemas.openxmlformats.org/officeDocument/2006/relationships/tags" Target="../tags/tag618.xml"/><Relationship Id="rId21" Type="http://schemas.openxmlformats.org/officeDocument/2006/relationships/tags" Target="../tags/tag617.xml"/><Relationship Id="rId20" Type="http://schemas.openxmlformats.org/officeDocument/2006/relationships/tags" Target="../tags/tag616.xml"/><Relationship Id="rId2" Type="http://schemas.openxmlformats.org/officeDocument/2006/relationships/tags" Target="../tags/tag598.xml"/><Relationship Id="rId19" Type="http://schemas.openxmlformats.org/officeDocument/2006/relationships/tags" Target="../tags/tag615.xml"/><Relationship Id="rId18" Type="http://schemas.openxmlformats.org/officeDocument/2006/relationships/tags" Target="../tags/tag614.xml"/><Relationship Id="rId17" Type="http://schemas.openxmlformats.org/officeDocument/2006/relationships/tags" Target="../tags/tag613.xml"/><Relationship Id="rId16" Type="http://schemas.openxmlformats.org/officeDocument/2006/relationships/tags" Target="../tags/tag612.xml"/><Relationship Id="rId15" Type="http://schemas.openxmlformats.org/officeDocument/2006/relationships/tags" Target="../tags/tag611.xml"/><Relationship Id="rId14" Type="http://schemas.openxmlformats.org/officeDocument/2006/relationships/tags" Target="../tags/tag610.xml"/><Relationship Id="rId13" Type="http://schemas.openxmlformats.org/officeDocument/2006/relationships/tags" Target="../tags/tag609.xml"/><Relationship Id="rId12" Type="http://schemas.openxmlformats.org/officeDocument/2006/relationships/tags" Target="../tags/tag608.xml"/><Relationship Id="rId11" Type="http://schemas.openxmlformats.org/officeDocument/2006/relationships/tags" Target="../tags/tag607.xml"/><Relationship Id="rId10" Type="http://schemas.openxmlformats.org/officeDocument/2006/relationships/tags" Target="../tags/tag606.xml"/><Relationship Id="rId1" Type="http://schemas.openxmlformats.org/officeDocument/2006/relationships/tags" Target="../tags/tag59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9.xml"/><Relationship Id="rId6" Type="http://schemas.openxmlformats.org/officeDocument/2006/relationships/tags" Target="../tags/tag647.xml"/><Relationship Id="rId5" Type="http://schemas.openxmlformats.org/officeDocument/2006/relationships/tags" Target="../tags/tag646.xml"/><Relationship Id="rId4" Type="http://schemas.openxmlformats.org/officeDocument/2006/relationships/image" Target="../media/image11.png"/><Relationship Id="rId3" Type="http://schemas.openxmlformats.org/officeDocument/2006/relationships/oleObject" Target="../embeddings/oleObject2.bin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tags" Target="../tags/tag652.xml"/><Relationship Id="rId4" Type="http://schemas.openxmlformats.org/officeDocument/2006/relationships/tags" Target="../tags/tag651.xml"/><Relationship Id="rId3" Type="http://schemas.openxmlformats.org/officeDocument/2006/relationships/tags" Target="../tags/tag650.xml"/><Relationship Id="rId2" Type="http://schemas.openxmlformats.org/officeDocument/2006/relationships/tags" Target="../tags/tag649.xml"/><Relationship Id="rId1" Type="http://schemas.openxmlformats.org/officeDocument/2006/relationships/tags" Target="../tags/tag648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661.xml"/><Relationship Id="rId8" Type="http://schemas.openxmlformats.org/officeDocument/2006/relationships/tags" Target="../tags/tag660.xml"/><Relationship Id="rId7" Type="http://schemas.openxmlformats.org/officeDocument/2006/relationships/tags" Target="../tags/tag659.xml"/><Relationship Id="rId67" Type="http://schemas.openxmlformats.org/officeDocument/2006/relationships/slideLayout" Target="../slideLayouts/slideLayout25.xml"/><Relationship Id="rId66" Type="http://schemas.openxmlformats.org/officeDocument/2006/relationships/tags" Target="../tags/tag718.xml"/><Relationship Id="rId65" Type="http://schemas.openxmlformats.org/officeDocument/2006/relationships/tags" Target="../tags/tag717.xml"/><Relationship Id="rId64" Type="http://schemas.openxmlformats.org/officeDocument/2006/relationships/tags" Target="../tags/tag716.xml"/><Relationship Id="rId63" Type="http://schemas.openxmlformats.org/officeDocument/2006/relationships/tags" Target="../tags/tag715.xml"/><Relationship Id="rId62" Type="http://schemas.openxmlformats.org/officeDocument/2006/relationships/tags" Target="../tags/tag714.xml"/><Relationship Id="rId61" Type="http://schemas.openxmlformats.org/officeDocument/2006/relationships/tags" Target="../tags/tag713.xml"/><Relationship Id="rId60" Type="http://schemas.openxmlformats.org/officeDocument/2006/relationships/tags" Target="../tags/tag712.xml"/><Relationship Id="rId6" Type="http://schemas.openxmlformats.org/officeDocument/2006/relationships/tags" Target="../tags/tag658.xml"/><Relationship Id="rId59" Type="http://schemas.openxmlformats.org/officeDocument/2006/relationships/tags" Target="../tags/tag711.xml"/><Relationship Id="rId58" Type="http://schemas.openxmlformats.org/officeDocument/2006/relationships/tags" Target="../tags/tag710.xml"/><Relationship Id="rId57" Type="http://schemas.openxmlformats.org/officeDocument/2006/relationships/tags" Target="../tags/tag709.xml"/><Relationship Id="rId56" Type="http://schemas.openxmlformats.org/officeDocument/2006/relationships/tags" Target="../tags/tag708.xml"/><Relationship Id="rId55" Type="http://schemas.openxmlformats.org/officeDocument/2006/relationships/tags" Target="../tags/tag707.xml"/><Relationship Id="rId54" Type="http://schemas.openxmlformats.org/officeDocument/2006/relationships/tags" Target="../tags/tag706.xml"/><Relationship Id="rId53" Type="http://schemas.openxmlformats.org/officeDocument/2006/relationships/tags" Target="../tags/tag705.xml"/><Relationship Id="rId52" Type="http://schemas.openxmlformats.org/officeDocument/2006/relationships/tags" Target="../tags/tag704.xml"/><Relationship Id="rId51" Type="http://schemas.openxmlformats.org/officeDocument/2006/relationships/tags" Target="../tags/tag703.xml"/><Relationship Id="rId50" Type="http://schemas.openxmlformats.org/officeDocument/2006/relationships/tags" Target="../tags/tag702.xml"/><Relationship Id="rId5" Type="http://schemas.openxmlformats.org/officeDocument/2006/relationships/tags" Target="../tags/tag657.xml"/><Relationship Id="rId49" Type="http://schemas.openxmlformats.org/officeDocument/2006/relationships/tags" Target="../tags/tag701.xml"/><Relationship Id="rId48" Type="http://schemas.openxmlformats.org/officeDocument/2006/relationships/tags" Target="../tags/tag700.xml"/><Relationship Id="rId47" Type="http://schemas.openxmlformats.org/officeDocument/2006/relationships/tags" Target="../tags/tag699.xml"/><Relationship Id="rId46" Type="http://schemas.openxmlformats.org/officeDocument/2006/relationships/tags" Target="../tags/tag698.xml"/><Relationship Id="rId45" Type="http://schemas.openxmlformats.org/officeDocument/2006/relationships/tags" Target="../tags/tag697.xml"/><Relationship Id="rId44" Type="http://schemas.openxmlformats.org/officeDocument/2006/relationships/tags" Target="../tags/tag696.xml"/><Relationship Id="rId43" Type="http://schemas.openxmlformats.org/officeDocument/2006/relationships/tags" Target="../tags/tag695.xml"/><Relationship Id="rId42" Type="http://schemas.openxmlformats.org/officeDocument/2006/relationships/tags" Target="../tags/tag694.xml"/><Relationship Id="rId41" Type="http://schemas.openxmlformats.org/officeDocument/2006/relationships/tags" Target="../tags/tag693.xml"/><Relationship Id="rId40" Type="http://schemas.openxmlformats.org/officeDocument/2006/relationships/tags" Target="../tags/tag692.xml"/><Relationship Id="rId4" Type="http://schemas.openxmlformats.org/officeDocument/2006/relationships/tags" Target="../tags/tag656.xml"/><Relationship Id="rId39" Type="http://schemas.openxmlformats.org/officeDocument/2006/relationships/tags" Target="../tags/tag691.xml"/><Relationship Id="rId38" Type="http://schemas.openxmlformats.org/officeDocument/2006/relationships/tags" Target="../tags/tag690.xml"/><Relationship Id="rId37" Type="http://schemas.openxmlformats.org/officeDocument/2006/relationships/tags" Target="../tags/tag689.xml"/><Relationship Id="rId36" Type="http://schemas.openxmlformats.org/officeDocument/2006/relationships/tags" Target="../tags/tag688.xml"/><Relationship Id="rId35" Type="http://schemas.openxmlformats.org/officeDocument/2006/relationships/tags" Target="../tags/tag687.xml"/><Relationship Id="rId34" Type="http://schemas.openxmlformats.org/officeDocument/2006/relationships/tags" Target="../tags/tag686.xml"/><Relationship Id="rId33" Type="http://schemas.openxmlformats.org/officeDocument/2006/relationships/tags" Target="../tags/tag685.xml"/><Relationship Id="rId32" Type="http://schemas.openxmlformats.org/officeDocument/2006/relationships/tags" Target="../tags/tag684.xml"/><Relationship Id="rId31" Type="http://schemas.openxmlformats.org/officeDocument/2006/relationships/tags" Target="../tags/tag683.xml"/><Relationship Id="rId30" Type="http://schemas.openxmlformats.org/officeDocument/2006/relationships/tags" Target="../tags/tag682.xml"/><Relationship Id="rId3" Type="http://schemas.openxmlformats.org/officeDocument/2006/relationships/tags" Target="../tags/tag655.xml"/><Relationship Id="rId29" Type="http://schemas.openxmlformats.org/officeDocument/2006/relationships/tags" Target="../tags/tag681.xml"/><Relationship Id="rId28" Type="http://schemas.openxmlformats.org/officeDocument/2006/relationships/tags" Target="../tags/tag680.xml"/><Relationship Id="rId27" Type="http://schemas.openxmlformats.org/officeDocument/2006/relationships/tags" Target="../tags/tag679.xml"/><Relationship Id="rId26" Type="http://schemas.openxmlformats.org/officeDocument/2006/relationships/tags" Target="../tags/tag678.xml"/><Relationship Id="rId25" Type="http://schemas.openxmlformats.org/officeDocument/2006/relationships/tags" Target="../tags/tag677.xml"/><Relationship Id="rId24" Type="http://schemas.openxmlformats.org/officeDocument/2006/relationships/tags" Target="../tags/tag676.xml"/><Relationship Id="rId23" Type="http://schemas.openxmlformats.org/officeDocument/2006/relationships/tags" Target="../tags/tag675.xml"/><Relationship Id="rId22" Type="http://schemas.openxmlformats.org/officeDocument/2006/relationships/tags" Target="../tags/tag674.xml"/><Relationship Id="rId21" Type="http://schemas.openxmlformats.org/officeDocument/2006/relationships/tags" Target="../tags/tag673.xml"/><Relationship Id="rId20" Type="http://schemas.openxmlformats.org/officeDocument/2006/relationships/tags" Target="../tags/tag672.xml"/><Relationship Id="rId2" Type="http://schemas.openxmlformats.org/officeDocument/2006/relationships/tags" Target="../tags/tag654.xml"/><Relationship Id="rId19" Type="http://schemas.openxmlformats.org/officeDocument/2006/relationships/tags" Target="../tags/tag671.xml"/><Relationship Id="rId18" Type="http://schemas.openxmlformats.org/officeDocument/2006/relationships/tags" Target="../tags/tag670.xml"/><Relationship Id="rId17" Type="http://schemas.openxmlformats.org/officeDocument/2006/relationships/tags" Target="../tags/tag669.xml"/><Relationship Id="rId16" Type="http://schemas.openxmlformats.org/officeDocument/2006/relationships/tags" Target="../tags/tag668.xml"/><Relationship Id="rId15" Type="http://schemas.openxmlformats.org/officeDocument/2006/relationships/tags" Target="../tags/tag667.xml"/><Relationship Id="rId14" Type="http://schemas.openxmlformats.org/officeDocument/2006/relationships/tags" Target="../tags/tag666.xml"/><Relationship Id="rId13" Type="http://schemas.openxmlformats.org/officeDocument/2006/relationships/tags" Target="../tags/tag665.xml"/><Relationship Id="rId12" Type="http://schemas.openxmlformats.org/officeDocument/2006/relationships/tags" Target="../tags/tag664.xml"/><Relationship Id="rId11" Type="http://schemas.openxmlformats.org/officeDocument/2006/relationships/tags" Target="../tags/tag663.xml"/><Relationship Id="rId10" Type="http://schemas.openxmlformats.org/officeDocument/2006/relationships/tags" Target="../tags/tag662.xml"/><Relationship Id="rId1" Type="http://schemas.openxmlformats.org/officeDocument/2006/relationships/tags" Target="../tags/tag653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727.xml"/><Relationship Id="rId8" Type="http://schemas.openxmlformats.org/officeDocument/2006/relationships/tags" Target="../tags/tag726.xml"/><Relationship Id="rId7" Type="http://schemas.openxmlformats.org/officeDocument/2006/relationships/tags" Target="../tags/tag725.xml"/><Relationship Id="rId6" Type="http://schemas.openxmlformats.org/officeDocument/2006/relationships/tags" Target="../tags/tag724.xml"/><Relationship Id="rId5" Type="http://schemas.openxmlformats.org/officeDocument/2006/relationships/tags" Target="../tags/tag723.xml"/><Relationship Id="rId4" Type="http://schemas.openxmlformats.org/officeDocument/2006/relationships/tags" Target="../tags/tag722.xml"/><Relationship Id="rId3" Type="http://schemas.openxmlformats.org/officeDocument/2006/relationships/tags" Target="../tags/tag721.xml"/><Relationship Id="rId2" Type="http://schemas.openxmlformats.org/officeDocument/2006/relationships/tags" Target="../tags/tag720.xml"/><Relationship Id="rId15" Type="http://schemas.openxmlformats.org/officeDocument/2006/relationships/slideLayout" Target="../slideLayouts/slideLayout25.xml"/><Relationship Id="rId14" Type="http://schemas.openxmlformats.org/officeDocument/2006/relationships/tags" Target="../tags/tag732.xml"/><Relationship Id="rId13" Type="http://schemas.openxmlformats.org/officeDocument/2006/relationships/tags" Target="../tags/tag731.xml"/><Relationship Id="rId12" Type="http://schemas.openxmlformats.org/officeDocument/2006/relationships/tags" Target="../tags/tag730.xml"/><Relationship Id="rId11" Type="http://schemas.openxmlformats.org/officeDocument/2006/relationships/tags" Target="../tags/tag729.xml"/><Relationship Id="rId10" Type="http://schemas.openxmlformats.org/officeDocument/2006/relationships/tags" Target="../tags/tag728.xml"/><Relationship Id="rId1" Type="http://schemas.openxmlformats.org/officeDocument/2006/relationships/tags" Target="../tags/tag719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735.xml"/><Relationship Id="rId2" Type="http://schemas.openxmlformats.org/officeDocument/2006/relationships/tags" Target="../tags/tag734.xml"/><Relationship Id="rId1" Type="http://schemas.openxmlformats.org/officeDocument/2006/relationships/tags" Target="../tags/tag733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739.xml"/><Relationship Id="rId3" Type="http://schemas.openxmlformats.org/officeDocument/2006/relationships/tags" Target="../tags/tag738.xml"/><Relationship Id="rId2" Type="http://schemas.openxmlformats.org/officeDocument/2006/relationships/tags" Target="../tags/tag737.xml"/><Relationship Id="rId1" Type="http://schemas.openxmlformats.org/officeDocument/2006/relationships/tags" Target="../tags/tag736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748.xml"/><Relationship Id="rId8" Type="http://schemas.openxmlformats.org/officeDocument/2006/relationships/tags" Target="../tags/tag747.xml"/><Relationship Id="rId7" Type="http://schemas.openxmlformats.org/officeDocument/2006/relationships/tags" Target="../tags/tag746.xml"/><Relationship Id="rId6" Type="http://schemas.openxmlformats.org/officeDocument/2006/relationships/tags" Target="../tags/tag745.xml"/><Relationship Id="rId5" Type="http://schemas.openxmlformats.org/officeDocument/2006/relationships/tags" Target="../tags/tag744.xml"/><Relationship Id="rId4" Type="http://schemas.openxmlformats.org/officeDocument/2006/relationships/tags" Target="../tags/tag743.xml"/><Relationship Id="rId36" Type="http://schemas.openxmlformats.org/officeDocument/2006/relationships/slideLayout" Target="../slideLayouts/slideLayout24.xml"/><Relationship Id="rId35" Type="http://schemas.openxmlformats.org/officeDocument/2006/relationships/tags" Target="../tags/tag774.xml"/><Relationship Id="rId34" Type="http://schemas.openxmlformats.org/officeDocument/2006/relationships/tags" Target="../tags/tag773.xml"/><Relationship Id="rId33" Type="http://schemas.openxmlformats.org/officeDocument/2006/relationships/tags" Target="../tags/tag772.xml"/><Relationship Id="rId32" Type="http://schemas.openxmlformats.org/officeDocument/2006/relationships/tags" Target="../tags/tag771.xml"/><Relationship Id="rId31" Type="http://schemas.openxmlformats.org/officeDocument/2006/relationships/tags" Target="../tags/tag770.xml"/><Relationship Id="rId30" Type="http://schemas.openxmlformats.org/officeDocument/2006/relationships/tags" Target="../tags/tag769.xml"/><Relationship Id="rId3" Type="http://schemas.openxmlformats.org/officeDocument/2006/relationships/tags" Target="../tags/tag742.xml"/><Relationship Id="rId29" Type="http://schemas.openxmlformats.org/officeDocument/2006/relationships/tags" Target="../tags/tag768.xml"/><Relationship Id="rId28" Type="http://schemas.openxmlformats.org/officeDocument/2006/relationships/tags" Target="../tags/tag767.xml"/><Relationship Id="rId27" Type="http://schemas.openxmlformats.org/officeDocument/2006/relationships/tags" Target="../tags/tag766.xml"/><Relationship Id="rId26" Type="http://schemas.openxmlformats.org/officeDocument/2006/relationships/tags" Target="../tags/tag765.xml"/><Relationship Id="rId25" Type="http://schemas.openxmlformats.org/officeDocument/2006/relationships/tags" Target="../tags/tag764.xml"/><Relationship Id="rId24" Type="http://schemas.openxmlformats.org/officeDocument/2006/relationships/tags" Target="../tags/tag763.xml"/><Relationship Id="rId23" Type="http://schemas.openxmlformats.org/officeDocument/2006/relationships/tags" Target="../tags/tag762.xml"/><Relationship Id="rId22" Type="http://schemas.openxmlformats.org/officeDocument/2006/relationships/tags" Target="../tags/tag761.xml"/><Relationship Id="rId21" Type="http://schemas.openxmlformats.org/officeDocument/2006/relationships/tags" Target="../tags/tag760.xml"/><Relationship Id="rId20" Type="http://schemas.openxmlformats.org/officeDocument/2006/relationships/tags" Target="../tags/tag759.xml"/><Relationship Id="rId2" Type="http://schemas.openxmlformats.org/officeDocument/2006/relationships/tags" Target="../tags/tag741.xml"/><Relationship Id="rId19" Type="http://schemas.openxmlformats.org/officeDocument/2006/relationships/tags" Target="../tags/tag758.xml"/><Relationship Id="rId18" Type="http://schemas.openxmlformats.org/officeDocument/2006/relationships/tags" Target="../tags/tag757.xml"/><Relationship Id="rId17" Type="http://schemas.openxmlformats.org/officeDocument/2006/relationships/tags" Target="../tags/tag756.xml"/><Relationship Id="rId16" Type="http://schemas.openxmlformats.org/officeDocument/2006/relationships/tags" Target="../tags/tag755.xml"/><Relationship Id="rId15" Type="http://schemas.openxmlformats.org/officeDocument/2006/relationships/tags" Target="../tags/tag754.xml"/><Relationship Id="rId14" Type="http://schemas.openxmlformats.org/officeDocument/2006/relationships/tags" Target="../tags/tag753.xml"/><Relationship Id="rId13" Type="http://schemas.openxmlformats.org/officeDocument/2006/relationships/tags" Target="../tags/tag752.xml"/><Relationship Id="rId12" Type="http://schemas.openxmlformats.org/officeDocument/2006/relationships/tags" Target="../tags/tag751.xml"/><Relationship Id="rId11" Type="http://schemas.openxmlformats.org/officeDocument/2006/relationships/tags" Target="../tags/tag750.xml"/><Relationship Id="rId10" Type="http://schemas.openxmlformats.org/officeDocument/2006/relationships/tags" Target="../tags/tag749.xml"/><Relationship Id="rId1" Type="http://schemas.openxmlformats.org/officeDocument/2006/relationships/tags" Target="../tags/tag740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779.xml"/><Relationship Id="rId8" Type="http://schemas.openxmlformats.org/officeDocument/2006/relationships/tags" Target="../tags/tag778.xml"/><Relationship Id="rId7" Type="http://schemas.openxmlformats.org/officeDocument/2006/relationships/tags" Target="../tags/tag777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4.bin"/><Relationship Id="rId41" Type="http://schemas.openxmlformats.org/officeDocument/2006/relationships/vmlDrawing" Target="../drawings/vmlDrawing3.vml"/><Relationship Id="rId40" Type="http://schemas.openxmlformats.org/officeDocument/2006/relationships/slideLayout" Target="../slideLayouts/slideLayout19.xml"/><Relationship Id="rId4" Type="http://schemas.openxmlformats.org/officeDocument/2006/relationships/image" Target="../media/image12.emf"/><Relationship Id="rId39" Type="http://schemas.openxmlformats.org/officeDocument/2006/relationships/tags" Target="../tags/tag809.xml"/><Relationship Id="rId38" Type="http://schemas.openxmlformats.org/officeDocument/2006/relationships/tags" Target="../tags/tag808.xml"/><Relationship Id="rId37" Type="http://schemas.openxmlformats.org/officeDocument/2006/relationships/tags" Target="../tags/tag807.xml"/><Relationship Id="rId36" Type="http://schemas.openxmlformats.org/officeDocument/2006/relationships/tags" Target="../tags/tag806.xml"/><Relationship Id="rId35" Type="http://schemas.openxmlformats.org/officeDocument/2006/relationships/tags" Target="../tags/tag805.xml"/><Relationship Id="rId34" Type="http://schemas.openxmlformats.org/officeDocument/2006/relationships/tags" Target="../tags/tag804.xml"/><Relationship Id="rId33" Type="http://schemas.openxmlformats.org/officeDocument/2006/relationships/tags" Target="../tags/tag803.xml"/><Relationship Id="rId32" Type="http://schemas.openxmlformats.org/officeDocument/2006/relationships/tags" Target="../tags/tag802.xml"/><Relationship Id="rId31" Type="http://schemas.openxmlformats.org/officeDocument/2006/relationships/tags" Target="../tags/tag801.xml"/><Relationship Id="rId30" Type="http://schemas.openxmlformats.org/officeDocument/2006/relationships/tags" Target="../tags/tag800.xml"/><Relationship Id="rId3" Type="http://schemas.openxmlformats.org/officeDocument/2006/relationships/oleObject" Target="../embeddings/oleObject3.bin"/><Relationship Id="rId29" Type="http://schemas.openxmlformats.org/officeDocument/2006/relationships/tags" Target="../tags/tag799.xml"/><Relationship Id="rId28" Type="http://schemas.openxmlformats.org/officeDocument/2006/relationships/tags" Target="../tags/tag798.xml"/><Relationship Id="rId27" Type="http://schemas.openxmlformats.org/officeDocument/2006/relationships/tags" Target="../tags/tag797.xml"/><Relationship Id="rId26" Type="http://schemas.openxmlformats.org/officeDocument/2006/relationships/tags" Target="../tags/tag796.xml"/><Relationship Id="rId25" Type="http://schemas.openxmlformats.org/officeDocument/2006/relationships/tags" Target="../tags/tag795.xml"/><Relationship Id="rId24" Type="http://schemas.openxmlformats.org/officeDocument/2006/relationships/tags" Target="../tags/tag794.xml"/><Relationship Id="rId23" Type="http://schemas.openxmlformats.org/officeDocument/2006/relationships/tags" Target="../tags/tag793.xml"/><Relationship Id="rId22" Type="http://schemas.openxmlformats.org/officeDocument/2006/relationships/tags" Target="../tags/tag792.xml"/><Relationship Id="rId21" Type="http://schemas.openxmlformats.org/officeDocument/2006/relationships/tags" Target="../tags/tag791.xml"/><Relationship Id="rId20" Type="http://schemas.openxmlformats.org/officeDocument/2006/relationships/tags" Target="../tags/tag790.xml"/><Relationship Id="rId2" Type="http://schemas.openxmlformats.org/officeDocument/2006/relationships/tags" Target="../tags/tag776.xml"/><Relationship Id="rId19" Type="http://schemas.openxmlformats.org/officeDocument/2006/relationships/tags" Target="../tags/tag789.xml"/><Relationship Id="rId18" Type="http://schemas.openxmlformats.org/officeDocument/2006/relationships/tags" Target="../tags/tag788.xml"/><Relationship Id="rId17" Type="http://schemas.openxmlformats.org/officeDocument/2006/relationships/tags" Target="../tags/tag787.xml"/><Relationship Id="rId16" Type="http://schemas.openxmlformats.org/officeDocument/2006/relationships/tags" Target="../tags/tag786.xml"/><Relationship Id="rId15" Type="http://schemas.openxmlformats.org/officeDocument/2006/relationships/tags" Target="../tags/tag785.xml"/><Relationship Id="rId14" Type="http://schemas.openxmlformats.org/officeDocument/2006/relationships/tags" Target="../tags/tag784.xml"/><Relationship Id="rId13" Type="http://schemas.openxmlformats.org/officeDocument/2006/relationships/tags" Target="../tags/tag783.xml"/><Relationship Id="rId12" Type="http://schemas.openxmlformats.org/officeDocument/2006/relationships/tags" Target="../tags/tag782.xml"/><Relationship Id="rId11" Type="http://schemas.openxmlformats.org/officeDocument/2006/relationships/tags" Target="../tags/tag781.xml"/><Relationship Id="rId10" Type="http://schemas.openxmlformats.org/officeDocument/2006/relationships/tags" Target="../tags/tag780.xml"/><Relationship Id="rId1" Type="http://schemas.openxmlformats.org/officeDocument/2006/relationships/tags" Target="../tags/tag775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7" Type="http://schemas.openxmlformats.org/officeDocument/2006/relationships/tags" Target="../tags/tag816.xml"/><Relationship Id="rId6" Type="http://schemas.openxmlformats.org/officeDocument/2006/relationships/tags" Target="../tags/tag815.xml"/><Relationship Id="rId5" Type="http://schemas.openxmlformats.org/officeDocument/2006/relationships/tags" Target="../tags/tag814.xml"/><Relationship Id="rId4" Type="http://schemas.openxmlformats.org/officeDocument/2006/relationships/tags" Target="../tags/tag813.xml"/><Relationship Id="rId3" Type="http://schemas.openxmlformats.org/officeDocument/2006/relationships/tags" Target="../tags/tag812.xml"/><Relationship Id="rId2" Type="http://schemas.openxmlformats.org/officeDocument/2006/relationships/tags" Target="../tags/tag811.xml"/><Relationship Id="rId1" Type="http://schemas.openxmlformats.org/officeDocument/2006/relationships/tags" Target="../tags/tag8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</a:t>
            </a:r>
            <a:r>
              <a:rPr lang="en-US" altLang="zh-CN"/>
              <a:t>
</a:t>
            </a:r>
            <a:r>
              <a:rPr lang="zh-CN" altLang="en-US"/>
              <a:t>添加文档标题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汇报人：WPS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E23EE03-B008-4F35-86BA-A8E7653A7BF2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5240" name="Rectangle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858" y="1203067"/>
            <a:ext cx="3348037" cy="2232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0" hangingPunct="0">
              <a:buFont typeface="Wingdings" panose="05000000000000000000" pitchFamily="2" charset="2"/>
              <a:buNone/>
              <a:tabLst>
                <a:tab pos="125095" algn="l"/>
              </a:tabLst>
              <a:defRPr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本章知识要点</a:t>
            </a:r>
            <a:r>
              <a:rPr kumimoji="1" lang="zh-CN" altLang="en-US" sz="2400" b="0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indent="-457200" algn="l" eaLnBrk="0" hangingPunct="0">
              <a:tabLst>
                <a:tab pos="125095" algn="l"/>
              </a:tabLst>
              <a:defRPr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栈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tabLst>
                <a:tab pos="125095" algn="l"/>
              </a:tabLst>
              <a:defRPr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栈的应用举例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tabLst>
                <a:tab pos="125095" algn="l"/>
              </a:tabLst>
              <a:defRPr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队列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457200" indent="-457200" algn="l" eaLnBrk="0" hangingPunct="0">
              <a:tabLst>
                <a:tab pos="125095" algn="l"/>
              </a:tabLst>
              <a:defRPr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队列的应用举例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第</a:t>
            </a:r>
            <a:r>
              <a:rPr lang="zh-CN" altLang="en-US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章  栈和队列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灯片编号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6FFCE85-7F34-4771-B993-A25EB346635E}" type="slidenum">
              <a:rPr lang="en-US" altLang="zh-CN" smtClean="0">
                <a:solidFill>
                  <a:schemeClr val="tx1"/>
                </a:solidFill>
              </a:rPr>
            </a:fld>
            <a:endParaRPr lang="en-US" altLang="zh-CN" smtClean="0">
              <a:solidFill>
                <a:schemeClr val="tx1"/>
              </a:solidFill>
            </a:endParaRPr>
          </a:p>
        </p:txBody>
      </p:sp>
      <p:sp>
        <p:nvSpPr>
          <p:cNvPr id="4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1560" y="1059583"/>
            <a:ext cx="7930418" cy="302433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  <a:effectLst/>
        </p:spPr>
        <p:txBody>
          <a:bodyPr wrap="square">
            <a:norm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3716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掌握栈和队列的</a:t>
            </a:r>
            <a:r>
              <a:rPr lang="zh-CN" altLang="en-US" sz="2000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特点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，并能在相应的应用问题中正确选用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熟练掌握栈的</a:t>
            </a:r>
            <a:r>
              <a:rPr lang="zh-CN" altLang="en-US" sz="2000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两种存储结构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的基本操作实现算法，特别应注意</a:t>
            </a:r>
            <a:r>
              <a:rPr lang="zh-CN" altLang="en-US" sz="2000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栈满和栈空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的条件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  <a:buFontTx/>
              <a:buAutoNum type="arabicPeriod"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熟练掌握</a:t>
            </a:r>
            <a:r>
              <a:rPr lang="zh-CN" altLang="en-US" sz="2000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循环队列和链队列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的基本操作实现算法，特别注意</a:t>
            </a:r>
            <a:r>
              <a:rPr lang="zh-CN" altLang="en-US" sz="2000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队满和队空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</a:t>
            </a:r>
            <a:r>
              <a:rPr lang="zh-CN" altLang="en-US" sz="1800" b="0" dirty="0" smtClean="0">
                <a:solidFill>
                  <a:schemeClr val="tx1"/>
                </a:solidFill>
                <a:latin typeface="+mn-ea"/>
                <a:ea typeface="+mn-ea"/>
              </a:rPr>
              <a:t>条件</a:t>
            </a:r>
            <a:endParaRPr lang="zh-CN" altLang="en-US" sz="1800" b="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学习目标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Rot="1" noChangeArrowheads="1"/>
          </p:cNvSpPr>
          <p:nvPr>
            <p:custDataLst>
              <p:tags r:id="rId1"/>
            </p:custDataLst>
          </p:nvPr>
        </p:nvSpPr>
        <p:spPr>
          <a:xfrm>
            <a:off x="762000" y="685800"/>
            <a:ext cx="5562600" cy="514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微软雅黑" panose="020B0503020204020204" pitchFamily="34" charset="-122"/>
              </a:defRPr>
            </a:lvl9pPr>
          </a:lstStyle>
          <a:p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3.1  </a:t>
            </a:r>
            <a:r>
              <a:rPr lang="zh-CN" altLang="en-US" dirty="0" smtClean="0">
                <a:solidFill>
                  <a:schemeClr val="tx1"/>
                </a:solidFill>
                <a:latin typeface="+mn-lt"/>
              </a:rPr>
              <a:t>栈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stack</a:t>
            </a:r>
            <a:endParaRPr lang="en-US" altLang="zh-CN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3"/>
          <p:cNvSpPr>
            <a:spLocks noGrp="1" noRot="1" noChangeArrowheads="1"/>
          </p:cNvSpPr>
          <p:nvPr>
            <p:custDataLst>
              <p:tags r:id="rId2"/>
            </p:custDataLst>
          </p:nvPr>
        </p:nvSpPr>
        <p:spPr>
          <a:xfrm>
            <a:off x="1116013" y="1314455"/>
            <a:ext cx="7726362" cy="32027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</a:rPr>
              <a:t>栈的定义及基本运算</a:t>
            </a:r>
            <a:endParaRPr lang="zh-CN" altLang="en-US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CN" altLang="en-US" dirty="0" smtClean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 smtClean="0">
                <a:solidFill>
                  <a:schemeClr val="tx1"/>
                </a:solidFill>
              </a:rPr>
              <a:t>栈的存储实现和运算实现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F5B64E7-7C98-46D4-A8E5-0C4C06A48AD2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Rectangle 110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3998" y="1223329"/>
            <a:ext cx="1607320" cy="53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norm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spcBef>
                <a:spcPct val="0"/>
              </a:spcBef>
              <a:buNone/>
            </a:pPr>
            <a:r>
              <a:rPr lang="en-US" altLang="zh-CN" b="0" dirty="0">
                <a:solidFill>
                  <a:schemeClr val="accent1"/>
                </a:solidFill>
                <a:latin typeface="+mn-ea"/>
                <a:ea typeface="+mn-ea"/>
              </a:rPr>
              <a:t>1. </a:t>
            </a:r>
            <a:r>
              <a:rPr lang="zh-CN" altLang="en-US" b="0" dirty="0" smtClean="0">
                <a:solidFill>
                  <a:schemeClr val="accent1"/>
                </a:solidFill>
                <a:latin typeface="+mn-ea"/>
                <a:ea typeface="+mn-ea"/>
              </a:rPr>
              <a:t>定义：</a:t>
            </a:r>
            <a:endParaRPr lang="zh-CN" altLang="en-US" b="0" dirty="0" smtClean="0">
              <a:solidFill>
                <a:schemeClr val="accent1"/>
              </a:solidFill>
              <a:latin typeface="+mn-ea"/>
              <a:ea typeface="+mn-ea"/>
            </a:endParaRPr>
          </a:p>
        </p:txBody>
      </p:sp>
      <p:grpSp>
        <p:nvGrpSpPr>
          <p:cNvPr id="2" name="Group 1117"/>
          <p:cNvGrpSpPr/>
          <p:nvPr/>
        </p:nvGrpSpPr>
        <p:grpSpPr bwMode="auto">
          <a:xfrm>
            <a:off x="-36512" y="2953309"/>
            <a:ext cx="8326438" cy="595313"/>
            <a:chOff x="419" y="2432"/>
            <a:chExt cx="5245" cy="500"/>
          </a:xfrm>
        </p:grpSpPr>
        <p:sp>
          <p:nvSpPr>
            <p:cNvPr id="21517" name="Rectangle 110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58" y="2478"/>
              <a:ext cx="4006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buNone/>
              </a:pPr>
              <a:r>
                <a:rPr lang="zh-CN" altLang="en-US" sz="2000" b="0" dirty="0">
                  <a:solidFill>
                    <a:schemeClr val="tx1"/>
                  </a:solidFill>
                  <a:latin typeface="+mn-ea"/>
                  <a:ea typeface="+mn-ea"/>
                </a:rPr>
                <a:t>用顺序栈或链栈</a:t>
              </a:r>
              <a:r>
                <a:rPr lang="zh-CN" altLang="en-US" sz="2000" b="0" dirty="0">
                  <a:solidFill>
                    <a:schemeClr val="tx1"/>
                  </a:solidFill>
                  <a:latin typeface="+mn-ea"/>
                  <a:ea typeface="+mn-ea"/>
                </a:rPr>
                <a:t>存储均可</a:t>
              </a:r>
              <a:endParaRPr lang="zh-CN" altLang="en-US" sz="20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518" name="Rectangle 111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19" y="2432"/>
              <a:ext cx="1239" cy="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None/>
              </a:pPr>
              <a:r>
                <a:rPr lang="en-US" altLang="zh-CN" b="0" dirty="0">
                  <a:solidFill>
                    <a:schemeClr val="accent1"/>
                  </a:solidFill>
                  <a:latin typeface="+mn-ea"/>
                  <a:ea typeface="+mn-ea"/>
                </a:rPr>
                <a:t>3. </a:t>
              </a:r>
              <a:r>
                <a:rPr lang="zh-CN" altLang="en-US" b="0" dirty="0">
                  <a:solidFill>
                    <a:schemeClr val="accent1"/>
                  </a:solidFill>
                  <a:latin typeface="+mn-ea"/>
                  <a:ea typeface="+mn-ea"/>
                </a:rPr>
                <a:t>存储</a:t>
              </a:r>
              <a:r>
                <a:rPr lang="zh-CN" altLang="en-US" b="0" dirty="0" smtClean="0">
                  <a:solidFill>
                    <a:schemeClr val="accent1"/>
                  </a:solidFill>
                  <a:latin typeface="+mn-ea"/>
                  <a:ea typeface="+mn-ea"/>
                </a:rPr>
                <a:t>结构：</a:t>
              </a:r>
              <a:endParaRPr lang="zh-CN" altLang="en-US" b="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" name="Group 1115"/>
          <p:cNvGrpSpPr/>
          <p:nvPr/>
        </p:nvGrpSpPr>
        <p:grpSpPr bwMode="auto">
          <a:xfrm>
            <a:off x="35501" y="2088913"/>
            <a:ext cx="5522913" cy="528638"/>
            <a:chOff x="435" y="1964"/>
            <a:chExt cx="3479" cy="444"/>
          </a:xfrm>
        </p:grpSpPr>
        <p:sp>
          <p:nvSpPr>
            <p:cNvPr id="21515" name="Rectangle 110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536" y="2060"/>
              <a:ext cx="237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lnSpc>
                  <a:spcPct val="90000"/>
                </a:lnSpc>
                <a:buNone/>
              </a:pPr>
              <a:r>
                <a:rPr lang="zh-CN" altLang="en-US" sz="2000" b="0" dirty="0">
                  <a:solidFill>
                    <a:schemeClr val="tx1"/>
                  </a:solidFill>
                  <a:latin typeface="+mn-ea"/>
                  <a:ea typeface="+mn-ea"/>
                </a:rPr>
                <a:t>与线性表相同，仍为一对一</a:t>
              </a:r>
              <a:r>
                <a:rPr lang="zh-CN" altLang="en-US" sz="2000" b="0" dirty="0">
                  <a:solidFill>
                    <a:schemeClr val="tx1"/>
                  </a:solidFill>
                  <a:latin typeface="+mn-ea"/>
                  <a:ea typeface="+mn-ea"/>
                </a:rPr>
                <a:t>关系</a:t>
              </a:r>
              <a:endParaRPr lang="zh-CN" altLang="en-US" sz="2000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1516" name="Rectangle 1113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35" y="1964"/>
              <a:ext cx="1194" cy="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None/>
              </a:pPr>
              <a:r>
                <a:rPr lang="en-US" altLang="zh-CN" b="0" dirty="0">
                  <a:solidFill>
                    <a:schemeClr val="accent1"/>
                  </a:solidFill>
                  <a:latin typeface="+mn-ea"/>
                  <a:ea typeface="+mn-ea"/>
                </a:rPr>
                <a:t>2. </a:t>
              </a:r>
              <a:r>
                <a:rPr lang="zh-CN" altLang="en-US" b="0" dirty="0">
                  <a:solidFill>
                    <a:schemeClr val="accent1"/>
                  </a:solidFill>
                  <a:latin typeface="+mn-ea"/>
                  <a:ea typeface="+mn-ea"/>
                </a:rPr>
                <a:t>逻辑</a:t>
              </a:r>
              <a:r>
                <a:rPr lang="zh-CN" altLang="en-US" b="0" dirty="0" smtClean="0">
                  <a:solidFill>
                    <a:schemeClr val="accent1"/>
                  </a:solidFill>
                  <a:latin typeface="+mn-ea"/>
                  <a:ea typeface="+mn-ea"/>
                </a:rPr>
                <a:t>结构：</a:t>
              </a:r>
              <a:endParaRPr lang="zh-CN" altLang="en-US" b="0" dirty="0" smtClean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1514" name="Rectangle 11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595639" y="1227710"/>
            <a:ext cx="354270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None/>
            </a:pPr>
            <a:r>
              <a:rPr lang="zh-CN" altLang="en-US" sz="2000" b="0" dirty="0" smtClean="0">
                <a:latin typeface="+mn-ea"/>
                <a:ea typeface="+mn-ea"/>
              </a:rPr>
              <a:t>限制在</a:t>
            </a:r>
            <a:r>
              <a:rPr lang="zh-CN" altLang="en-US" sz="2000" b="0" dirty="0">
                <a:solidFill>
                  <a:srgbClr val="FF0000"/>
                </a:solidFill>
                <a:latin typeface="+mn-ea"/>
                <a:ea typeface="+mn-ea"/>
              </a:rPr>
              <a:t>表的一端</a:t>
            </a:r>
            <a:r>
              <a:rPr lang="zh-CN" altLang="en-US" sz="2000" b="0" dirty="0">
                <a:latin typeface="+mn-ea"/>
                <a:ea typeface="+mn-ea"/>
              </a:rPr>
              <a:t>（</a:t>
            </a:r>
            <a:r>
              <a:rPr lang="zh-CN" altLang="en-US" sz="2000" b="0" dirty="0">
                <a:solidFill>
                  <a:srgbClr val="FF0000"/>
                </a:solidFill>
                <a:latin typeface="+mn-ea"/>
                <a:ea typeface="+mn-ea"/>
              </a:rPr>
              <a:t>栈顶</a:t>
            </a:r>
            <a:r>
              <a:rPr lang="zh-CN" altLang="en-US" sz="2000" b="0" dirty="0">
                <a:latin typeface="+mn-ea"/>
                <a:ea typeface="+mn-ea"/>
              </a:rPr>
              <a:t>）进行插入和</a:t>
            </a:r>
            <a:r>
              <a:rPr lang="zh-CN" altLang="en-US" sz="2000" b="0" dirty="0" smtClean="0">
                <a:latin typeface="+mn-ea"/>
                <a:ea typeface="+mn-ea"/>
              </a:rPr>
              <a:t>删除操作的</a:t>
            </a:r>
            <a:r>
              <a:rPr lang="zh-CN" altLang="en-US" sz="2000" b="0" dirty="0">
                <a:solidFill>
                  <a:srgbClr val="FF0000"/>
                </a:solidFill>
                <a:latin typeface="+mn-ea"/>
                <a:ea typeface="+mn-ea"/>
              </a:rPr>
              <a:t>线性表</a:t>
            </a:r>
            <a:endParaRPr lang="zh-CN" altLang="en-US" sz="2000" b="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pSp>
        <p:nvGrpSpPr>
          <p:cNvPr id="11" name="Group 21"/>
          <p:cNvGrpSpPr/>
          <p:nvPr/>
        </p:nvGrpSpPr>
        <p:grpSpPr bwMode="auto">
          <a:xfrm>
            <a:off x="5443998" y="987901"/>
            <a:ext cx="3634715" cy="3186977"/>
            <a:chOff x="3107" y="1253"/>
            <a:chExt cx="2338" cy="2020"/>
          </a:xfrm>
        </p:grpSpPr>
        <p:pic>
          <p:nvPicPr>
            <p:cNvPr id="12" name="Picture 17"/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1253"/>
              <a:ext cx="2177" cy="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19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107" y="1298"/>
              <a:ext cx="566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800" b="0">
                  <a:solidFill>
                    <a:schemeClr val="tx1"/>
                  </a:solidFill>
                  <a:latin typeface="+mn-lt"/>
                  <a:ea typeface="+mn-ea"/>
                </a:rPr>
                <a:t>入栈</a:t>
              </a:r>
              <a:endParaRPr lang="zh-CN" altLang="en-US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Text Box 20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879" y="1285"/>
              <a:ext cx="566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r>
                <a:rPr lang="zh-CN" altLang="en-US" sz="1800" b="0" dirty="0">
                  <a:solidFill>
                    <a:schemeClr val="tx1"/>
                  </a:solidFill>
                  <a:latin typeface="+mn-lt"/>
                  <a:ea typeface="+mn-ea"/>
                </a:rPr>
                <a:t>出栈</a:t>
              </a:r>
              <a:endParaRPr lang="zh-CN" altLang="en-US" sz="1800" b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3.1.1 </a:t>
            </a:r>
            <a:r>
              <a:rPr lang="zh-CN" altLang="en-US" dirty="0">
                <a:sym typeface="+mn-ea"/>
              </a:rPr>
              <a:t>　栈的定义和基本运算</a:t>
            </a:r>
            <a:endParaRPr lang="zh-CN" altLang="en-US" dirty="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10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267744" y="967078"/>
            <a:ext cx="6343650" cy="829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None/>
            </a:pP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只能在</a:t>
            </a:r>
            <a:r>
              <a:rPr lang="zh-CN" altLang="en-US" b="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ea"/>
                <a:ea typeface="+mn-ea"/>
              </a:rPr>
              <a:t>栈顶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运算，且访问结点时依照</a:t>
            </a:r>
            <a:r>
              <a:rPr lang="zh-CN" altLang="en-US" b="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ea"/>
                <a:ea typeface="+mn-ea"/>
              </a:rPr>
              <a:t>后进先出</a:t>
            </a:r>
            <a:r>
              <a:rPr lang="zh-CN" altLang="en-US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（</a:t>
            </a:r>
            <a:r>
              <a:rPr lang="en-US" altLang="zh-CN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LIFO</a:t>
            </a:r>
            <a:r>
              <a:rPr lang="zh-CN" altLang="en-US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）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或</a:t>
            </a:r>
            <a:r>
              <a:rPr lang="zh-CN" altLang="en-US" b="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ea"/>
                <a:ea typeface="+mn-ea"/>
              </a:rPr>
              <a:t>先进后出</a:t>
            </a:r>
            <a:r>
              <a:rPr lang="zh-CN" altLang="en-US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（</a:t>
            </a:r>
            <a:r>
              <a:rPr lang="en-US" altLang="zh-CN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FILO</a:t>
            </a:r>
            <a:r>
              <a:rPr lang="zh-CN" altLang="en-US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ea"/>
                <a:ea typeface="+mn-ea"/>
              </a:rPr>
              <a:t>）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的原则</a:t>
            </a:r>
            <a:endParaRPr lang="zh-CN" altLang="en-US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2" name="Group 2114"/>
          <p:cNvGrpSpPr/>
          <p:nvPr/>
        </p:nvGrpSpPr>
        <p:grpSpPr bwMode="auto">
          <a:xfrm>
            <a:off x="297656" y="2258119"/>
            <a:ext cx="8275638" cy="1753790"/>
            <a:chOff x="68" y="1603"/>
            <a:chExt cx="5213" cy="1473"/>
          </a:xfrm>
        </p:grpSpPr>
        <p:sp>
          <p:nvSpPr>
            <p:cNvPr id="22535" name="Text Box 210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09" y="1603"/>
              <a:ext cx="3972" cy="1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关键是编写</a:t>
              </a:r>
              <a:r>
                <a:rPr lang="zh-CN" altLang="en-US" b="0" dirty="0">
                  <a:solidFill>
                    <a:schemeClr val="accent1">
                      <a:lumMod val="50000"/>
                    </a:schemeClr>
                  </a:solidFill>
                  <a:latin typeface="+mn-ea"/>
                  <a:ea typeface="+mn-ea"/>
                </a:rPr>
                <a:t>入栈</a:t>
              </a:r>
              <a:r>
                <a:rPr lang="zh-CN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和</a:t>
              </a:r>
              <a:r>
                <a:rPr lang="zh-CN" altLang="en-US" b="0" dirty="0">
                  <a:solidFill>
                    <a:schemeClr val="accent1">
                      <a:lumMod val="50000"/>
                    </a:schemeClr>
                  </a:solidFill>
                  <a:latin typeface="+mn-ea"/>
                  <a:ea typeface="+mn-ea"/>
                </a:rPr>
                <a:t>出栈</a:t>
              </a:r>
              <a:r>
                <a:rPr lang="zh-CN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函数，具体实现依顺序栈或链栈的不同而不同</a:t>
              </a:r>
              <a:endParaRPr lang="zh-CN" altLang="en-US" b="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基本操作</a:t>
              </a:r>
              <a:r>
                <a:rPr lang="zh-CN" altLang="en-US" b="0" dirty="0" smtClean="0">
                  <a:solidFill>
                    <a:schemeClr val="tx1"/>
                  </a:solidFill>
                  <a:latin typeface="+mn-ea"/>
                  <a:ea typeface="+mn-ea"/>
                </a:rPr>
                <a:t>有</a:t>
              </a:r>
              <a:r>
                <a:rPr lang="zh-CN" altLang="en-US" b="0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ea typeface="+mn-ea"/>
                </a:rPr>
                <a:t>建栈、判断栈满、栈空、入</a:t>
              </a:r>
              <a:r>
                <a:rPr lang="zh-CN" altLang="en-US" b="0" dirty="0">
                  <a:solidFill>
                    <a:schemeClr val="accent1">
                      <a:lumMod val="50000"/>
                    </a:schemeClr>
                  </a:solidFill>
                  <a:latin typeface="+mn-ea"/>
                  <a:ea typeface="+mn-ea"/>
                </a:rPr>
                <a:t>栈、出栈、读栈顶元素</a:t>
              </a:r>
              <a:r>
                <a:rPr lang="zh-CN" altLang="en-US" b="0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  <a:ea typeface="+mn-ea"/>
                </a:rPr>
                <a:t>值</a:t>
              </a:r>
              <a:r>
                <a:rPr lang="zh-CN" altLang="en-US" b="0" dirty="0" smtClean="0">
                  <a:solidFill>
                    <a:schemeClr val="tx1"/>
                  </a:solidFill>
                  <a:latin typeface="+mn-ea"/>
                  <a:ea typeface="+mn-ea"/>
                </a:rPr>
                <a:t>等</a:t>
              </a:r>
              <a:endParaRPr lang="zh-CN" altLang="en-US" b="0" dirty="0" smtClean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2536" name="Rectangle 21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8" y="1752"/>
              <a:ext cx="1720" cy="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None/>
              </a:pPr>
              <a:r>
                <a:rPr lang="en-US" altLang="zh-CN" b="0" dirty="0">
                  <a:solidFill>
                    <a:schemeClr val="tx1"/>
                  </a:solidFill>
                  <a:latin typeface="+mn-ea"/>
                  <a:ea typeface="+mn-ea"/>
                </a:rPr>
                <a:t>5.</a:t>
              </a:r>
              <a:r>
                <a:rPr lang="zh-CN" altLang="en-US" b="0" dirty="0">
                  <a:solidFill>
                    <a:schemeClr val="tx1"/>
                  </a:solidFill>
                  <a:latin typeface="+mn-ea"/>
                  <a:ea typeface="+mn-ea"/>
                </a:rPr>
                <a:t>实现方式</a:t>
              </a:r>
              <a:endParaRPr lang="zh-CN" altLang="en-US" b="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4.</a:t>
            </a:r>
            <a:r>
              <a:rPr lang="zh-CN" altLang="en-US" dirty="0">
                <a:sym typeface="+mn-ea"/>
              </a:rPr>
              <a:t>运算规则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6" name="Rectangl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86133" y="267496"/>
            <a:ext cx="4613221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入栈</a:t>
            </a:r>
            <a:endParaRPr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又称为“压栈”，该操作是将一个数据添加到栈中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90000"/>
              </a:lnSpc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在入栈操作中，每将一个元素压入栈顶，栈的大小就加 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18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sz="18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3244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3156" y="1923682"/>
            <a:ext cx="4248844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出栈</a:t>
            </a:r>
            <a:endParaRPr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50000"/>
              </a:lnSpc>
            </a:pPr>
            <a:r>
              <a:rPr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每个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元素逐个弹出，直到栈变为空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771552"/>
            <a:ext cx="3986042" cy="2963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979720" y="4165287"/>
            <a:ext cx="3832225" cy="82994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None/>
            </a:pP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“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进” ＝压入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=PUSH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（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ct val="0"/>
              </a:spcBef>
              <a:buNone/>
            </a:pP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“</a:t>
            </a:r>
            <a:r>
              <a:rPr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出” ＝弹出</a:t>
            </a:r>
            <a:r>
              <a:rPr lang="en-US" altLang="zh-CN" b="0" dirty="0">
                <a:solidFill>
                  <a:schemeClr val="tx1"/>
                </a:solidFill>
                <a:latin typeface="+mn-ea"/>
                <a:ea typeface="+mn-ea"/>
              </a:rPr>
              <a:t>=POP( )</a:t>
            </a:r>
            <a:endParaRPr lang="en-US" altLang="zh-CN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23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23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3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23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23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23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23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3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23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23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ABBC345F-11EA-433B-AF0A-81D68E74B033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838200" y="342900"/>
            <a:ext cx="7467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chemeClr val="tx2"/>
              </a:buClr>
              <a:buFontTx/>
              <a:buChar char="•"/>
            </a:pPr>
            <a:endParaRPr kumimoji="1" lang="zh-CN" altLang="zh-CN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172" name="Text Box 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342905"/>
            <a:ext cx="7772400" cy="439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栈的基本操作有：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⑴栈初始化：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Init_Stack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(s)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操作结果是构造了一个空栈。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⑵判栈空：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Empty_Stack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(s)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操作结果是若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为空栈返回为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，否则返回为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0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⑶入栈：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Push_Stack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x)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操作结果是在栈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的顶部插入一个新元素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成为新的栈顶元素。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⑷出栈：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Pop_Stack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(s)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在栈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存在且非空的情况下，操作结果是将栈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的顶部元素从栈中删除。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⑸读栈顶元素：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Top_Stack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(s)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在栈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存在且非空情况下，操作结果是读栈顶元素，栈不变化。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Rectangle 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3700" y="570310"/>
            <a:ext cx="8324850" cy="4464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  <a:buNone/>
              <a:defRPr/>
            </a:pPr>
            <a:endParaRPr lang="zh-CN" altLang="zh-CN" sz="20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  <a:ea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557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93700" y="570316"/>
            <a:ext cx="8275638" cy="101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buNone/>
            </a:pP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栈是一种特殊的线性表，它只能在表的一端（栈顶）进行插入和删除运算</a:t>
            </a:r>
            <a:endParaRPr lang="zh-CN" altLang="en-US" sz="2000" b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ct val="0"/>
              </a:spcBef>
              <a:buNone/>
            </a:pP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栈与一般线性表的区别：仅在于</a:t>
            </a:r>
            <a:r>
              <a:rPr lang="zh-CN" altLang="en-US" sz="2000" b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运算规则</a:t>
            </a: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不同</a:t>
            </a:r>
            <a:endParaRPr lang="zh-CN" altLang="en-US" sz="2000" b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179388" y="1762127"/>
            <a:ext cx="8843962" cy="1446609"/>
            <a:chOff x="113" y="1661"/>
            <a:chExt cx="5571" cy="1215"/>
          </a:xfrm>
        </p:grpSpPr>
        <p:sp>
          <p:nvSpPr>
            <p:cNvPr id="23561" name="Rectangle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13" y="1661"/>
              <a:ext cx="2893" cy="1215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b="0">
                  <a:solidFill>
                    <a:schemeClr val="accent2">
                      <a:lumMod val="50000"/>
                      <a:hueOff val="10800000"/>
                    </a:schemeClr>
                  </a:solidFill>
                  <a:latin typeface="+mn-ea"/>
                  <a:ea typeface="+mn-ea"/>
                </a:rPr>
                <a:t>一般线性表</a:t>
              </a: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                                            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逻辑结构：一对一                     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存储结构：顺序表、链表         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运算规则：随机</a:t>
              </a:r>
              <a:r>
                <a:rPr lang="zh-CN" altLang="en-US" b="0">
                  <a:solidFill>
                    <a:schemeClr val="tx1"/>
                  </a:solidFill>
                  <a:latin typeface="+mn-ea"/>
                  <a:ea typeface="+mn-ea"/>
                </a:rPr>
                <a:t>、</a:t>
              </a: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顺序存取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23562" name="Rectangle 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052" y="1661"/>
              <a:ext cx="2632" cy="1163"/>
            </a:xfrm>
            <a:prstGeom prst="rect">
              <a:avLst/>
            </a:prstGeom>
            <a:solidFill>
              <a:schemeClr val="accent3"/>
            </a:solidFill>
            <a:ln w="38100">
              <a:solidFill>
                <a:schemeClr val="accent1"/>
              </a:solidFill>
              <a:miter lim="800000"/>
            </a:ln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b="0">
                  <a:solidFill>
                    <a:schemeClr val="accent3">
                      <a:lumMod val="20000"/>
                      <a:lumOff val="80000"/>
                      <a:hueOff val="9600000"/>
                    </a:schemeClr>
                  </a:solidFill>
                  <a:latin typeface="+mn-ea"/>
                  <a:ea typeface="+mn-ea"/>
                </a:rPr>
                <a:t>栈</a:t>
              </a:r>
              <a:endParaRPr lang="zh-CN" altLang="en-US" b="0">
                <a:solidFill>
                  <a:schemeClr val="accent3">
                    <a:lumMod val="20000"/>
                    <a:lumOff val="80000"/>
                    <a:hueOff val="9600000"/>
                  </a:schemeClr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逻辑结构：一对一                     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存储结构：顺序栈、链栈</a:t>
              </a:r>
              <a:endParaRPr lang="zh-CN" altLang="en-US" sz="2000" b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l" eaLnBrk="1" hangingPunct="1">
                <a:spcBef>
                  <a:spcPct val="0"/>
                </a:spcBef>
                <a:buNone/>
              </a:pPr>
              <a:r>
                <a:rPr lang="zh-CN" altLang="en-US" sz="2000" b="0">
                  <a:solidFill>
                    <a:schemeClr val="tx1"/>
                  </a:solidFill>
                  <a:latin typeface="+mn-ea"/>
                  <a:ea typeface="+mn-ea"/>
                </a:rPr>
                <a:t>运算规则：</a:t>
              </a:r>
              <a:r>
                <a:rPr lang="zh-CN" altLang="en-US" sz="2000" b="0">
                  <a:solidFill>
                    <a:schemeClr val="accent3">
                      <a:lumMod val="20000"/>
                      <a:lumOff val="80000"/>
                      <a:hueOff val="10800000"/>
                    </a:schemeClr>
                  </a:solidFill>
                  <a:latin typeface="+mn-ea"/>
                  <a:ea typeface="+mn-ea"/>
                </a:rPr>
                <a:t>后进先出</a:t>
              </a:r>
              <a:endParaRPr lang="zh-CN" altLang="en-US" sz="2000" b="0">
                <a:solidFill>
                  <a:schemeClr val="accent3">
                    <a:lumMod val="20000"/>
                    <a:lumOff val="80000"/>
                    <a:hueOff val="10800000"/>
                  </a:schemeClr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栈与一般线性表的对比</a:t>
            </a:r>
            <a:endParaRPr lang="zh-CN" altLang="en-US" dirty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3568" y="1275606"/>
            <a:ext cx="6048672" cy="23042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⒈</a:t>
            </a:r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  <a:latin typeface="+mn-ea"/>
              </a:rPr>
              <a:t>顺序栈（多用）</a:t>
            </a:r>
            <a:endParaRPr lang="en-US" altLang="zh-CN" dirty="0" smtClean="0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kumimoji="1" lang="en-US" altLang="zh-CN" dirty="0" smtClean="0">
                <a:solidFill>
                  <a:schemeClr val="tx1"/>
                </a:solidFill>
                <a:latin typeface="+mn-ea"/>
              </a:rPr>
              <a:t>⒉</a:t>
            </a:r>
            <a:r>
              <a:rPr kumimoji="1" lang="zh-CN" altLang="en-US" dirty="0" smtClean="0">
                <a:solidFill>
                  <a:schemeClr val="accent1">
                    <a:lumMod val="50000"/>
                  </a:schemeClr>
                </a:solidFill>
                <a:latin typeface="+mn-ea"/>
              </a:rPr>
              <a:t>链栈</a:t>
            </a:r>
            <a:endParaRPr kumimoji="1" lang="zh-CN" altLang="en-US" sz="1800" dirty="0" smtClean="0">
              <a:solidFill>
                <a:schemeClr val="accent1">
                  <a:lumMod val="50000"/>
                </a:schemeClr>
              </a:solidFill>
              <a:latin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kumimoji="1" lang="zh-CN" altLang="en-US" sz="1800" dirty="0" smtClean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15F4C9E-76FD-4C5E-A8FB-4CAEBDF1896A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3.1.2  </a:t>
            </a:r>
            <a:r>
              <a:rPr lang="zh-CN" altLang="en-US" dirty="0">
                <a:sym typeface="+mn-ea"/>
              </a:rPr>
              <a:t>栈的存储实现和运算实现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Rectangle 7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11188" y="844156"/>
            <a:ext cx="8229600" cy="37266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  <a:sym typeface="Wingdings" panose="05000000000000000000" pitchFamily="2" charset="2"/>
              </a:rPr>
              <a:t>顺序</a:t>
            </a:r>
            <a:r>
              <a:rPr lang="zh-CN" altLang="en-US" sz="2000" dirty="0" smtClean="0">
                <a:solidFill>
                  <a:schemeClr val="tx1"/>
                </a:solidFill>
              </a:rPr>
              <a:t>栈：以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顺序存储方式来存储的栈</a:t>
            </a:r>
            <a:r>
              <a:rPr lang="zh-CN" altLang="en-US" sz="2000" dirty="0" smtClean="0">
                <a:solidFill>
                  <a:schemeClr val="tx1"/>
                </a:solidFill>
              </a:rPr>
              <a:t>称为“顺序栈”，即用一片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连续的存储空间</a:t>
            </a:r>
            <a:r>
              <a:rPr lang="zh-CN" altLang="en-US" sz="2000" dirty="0" smtClean="0">
                <a:solidFill>
                  <a:schemeClr val="tx1"/>
                </a:solidFill>
              </a:rPr>
              <a:t>来存贮栈内元素的值。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用顺序表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数组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定义，将栈底位置设置在数组开头，即</a:t>
            </a:r>
            <a:r>
              <a:rPr lang="en-US" altLang="zh-CN" sz="2000" dirty="0" smtClean="0">
                <a:solidFill>
                  <a:schemeClr val="accent1">
                    <a:lumMod val="50000"/>
                  </a:schemeClr>
                </a:solidFill>
              </a:rPr>
              <a:t>0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下标端设为栈底</a:t>
            </a:r>
            <a:r>
              <a:rPr lang="zh-CN" altLang="en-US" sz="2000" dirty="0" smtClean="0">
                <a:solidFill>
                  <a:schemeClr val="tx1"/>
                </a:solidFill>
              </a:rPr>
              <a:t>；用</a:t>
            </a:r>
            <a:r>
              <a:rPr lang="en-US" altLang="zh-CN" sz="2000" dirty="0" smtClean="0">
                <a:solidFill>
                  <a:schemeClr val="accent1">
                    <a:lumMod val="50000"/>
                  </a:schemeClr>
                </a:solidFill>
              </a:rPr>
              <a:t>top</a:t>
            </a:r>
            <a:r>
              <a:rPr lang="zh-CN" altLang="en-US" sz="2000" dirty="0" smtClean="0">
                <a:solidFill>
                  <a:schemeClr val="accent1">
                    <a:lumMod val="50000"/>
                  </a:schemeClr>
                </a:solidFill>
              </a:rPr>
              <a:t>来指示栈当前栈顶位置，即栈顶元素的下标</a:t>
            </a:r>
            <a:r>
              <a:rPr lang="zh-CN" altLang="en-US" sz="2000" dirty="0" smtClean="0">
                <a:solidFill>
                  <a:schemeClr val="tx1"/>
                </a:solidFill>
              </a:rPr>
              <a:t>。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顺序栈的类模板：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1205268" name="Group 20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385120" y="3470120"/>
          <a:ext cx="5203104" cy="1549902"/>
        </p:xfrm>
        <a:graphic>
          <a:graphicData uri="http://schemas.openxmlformats.org/drawingml/2006/table">
            <a:tbl>
              <a:tblPr/>
              <a:tblGrid>
                <a:gridCol w="5203104"/>
              </a:tblGrid>
              <a:tr h="1549902">
                <a:tc>
                  <a:txBody>
                    <a:bodyPr/>
                    <a:lstStyle/>
                    <a:p>
                      <a:pPr marL="0" indent="190500" algn="just">
                        <a:lnSpc>
                          <a:spcPct val="9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Class</a:t>
                      </a:r>
                      <a:r>
                        <a:rPr lang="en-US" altLang="zh-CN" sz="1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800" baseline="0" dirty="0" err="1" smtClean="0">
                          <a:solidFill>
                            <a:schemeClr val="tx1"/>
                          </a:solidFill>
                        </a:rPr>
                        <a:t>seqlist</a:t>
                      </a:r>
                      <a:endParaRPr lang="en-US" altLang="zh-CN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190500" algn="just">
                        <a:lnSpc>
                          <a:spcPct val="9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{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datatype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data[MAXSIZE];</a:t>
                      </a:r>
                      <a:endParaRPr lang="en-US" altLang="zh-CN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190500" algn="just">
                        <a:lnSpc>
                          <a:spcPct val="9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top;</a:t>
                      </a:r>
                      <a:endParaRPr lang="en-US" altLang="zh-CN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190500" algn="just">
                        <a:lnSpc>
                          <a:spcPct val="9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}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SeqStack</a:t>
                      </a:r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  <a:endParaRPr lang="zh-CN" altLang="en-US" sz="18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190500" algn="just">
                        <a:lnSpc>
                          <a:spcPct val="90000"/>
                        </a:lnSpc>
                      </a:pPr>
                      <a:r>
                        <a:rPr lang="zh-CN" altLang="en-US" sz="1800" dirty="0" smtClean="0">
                          <a:solidFill>
                            <a:schemeClr val="tx1"/>
                          </a:solidFill>
                        </a:rPr>
                        <a:t>定义一个指向顺序栈的指针：     </a:t>
                      </a:r>
                      <a:r>
                        <a:rPr lang="en-US" altLang="zh-CN" sz="1800" dirty="0" err="1" smtClean="0">
                          <a:solidFill>
                            <a:schemeClr val="tx1"/>
                          </a:solidFill>
                        </a:rPr>
                        <a:t>SeqStack</a:t>
                      </a:r>
                      <a:r>
                        <a:rPr lang="en-US" altLang="zh-CN" sz="1800" dirty="0" smtClean="0">
                          <a:solidFill>
                            <a:schemeClr val="tx1"/>
                          </a:solidFill>
                        </a:rPr>
                        <a:t>  *s;</a:t>
                      </a:r>
                      <a:endParaRPr lang="en-US" altLang="zh-CN" sz="18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59" marR="91459" marT="34287" marB="34287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顺序栈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0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29"/>
          <p:cNvGrpSpPr/>
          <p:nvPr/>
        </p:nvGrpSpPr>
        <p:grpSpPr bwMode="auto">
          <a:xfrm>
            <a:off x="5494338" y="420292"/>
            <a:ext cx="1752600" cy="2719388"/>
            <a:chOff x="3439" y="595"/>
            <a:chExt cx="1104" cy="2284"/>
          </a:xfrm>
        </p:grpSpPr>
        <p:sp>
          <p:nvSpPr>
            <p:cNvPr id="25645" name="Rectangle 1030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466" y="2592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6" name="Rectangle 103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466" y="2305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7" name="Rectangle 103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466" y="2018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……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8" name="Rectangle 103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466" y="1158"/>
              <a:ext cx="105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n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9" name="Line 1034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3466" y="928"/>
              <a:ext cx="105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0" name="Line 1035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466" y="1468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1" name="Line 103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3466" y="2018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2" name="Line 103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466" y="2305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3" name="Line 103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466" y="259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4" name="Line 1039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466" y="2879"/>
              <a:ext cx="10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5" name="Line 1040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3466" y="928"/>
              <a:ext cx="0" cy="195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6" name="Line 104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522" y="918"/>
              <a:ext cx="0" cy="196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57" name="Rectangle 104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604" y="595"/>
              <a:ext cx="627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0" smtClean="0">
                  <a:solidFill>
                    <a:schemeClr val="tx1"/>
                  </a:solidFill>
                  <a:latin typeface="+mn-lt"/>
                  <a:ea typeface="+mn-ea"/>
                </a:rPr>
                <a:t>顺序栈</a:t>
              </a: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S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58" name="Rectangle 104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466" y="1731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i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59" name="Line 104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471" y="1745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60" name="Rectangle 104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439" y="1421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……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61" name="Line 104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459" y="1168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62" name="Rectangle 104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487" y="918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endParaRPr lang="zh-CN" altLang="zh-CN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内容占位符 10"/>
          <p:cNvSpPr>
            <a:spLocks noGrp="1"/>
          </p:cNvSpPr>
          <p:nvPr>
            <p:ph idx="1"/>
            <p:custDataLst>
              <p:tags r:id="rId19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3" name="Group 1049"/>
          <p:cNvGrpSpPr/>
          <p:nvPr/>
        </p:nvGrpSpPr>
        <p:grpSpPr bwMode="auto">
          <a:xfrm>
            <a:off x="2730501" y="709612"/>
            <a:ext cx="800100" cy="2411015"/>
            <a:chOff x="1698" y="838"/>
            <a:chExt cx="504" cy="2025"/>
          </a:xfrm>
        </p:grpSpPr>
        <p:sp>
          <p:nvSpPr>
            <p:cNvPr id="25641" name="Text Box 1050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702" y="2554"/>
              <a:ext cx="40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smtClean="0">
                  <a:solidFill>
                    <a:schemeClr val="tx1"/>
                  </a:solidFill>
                  <a:latin typeface="+mn-lt"/>
                  <a:ea typeface="+mn-ea"/>
                </a:rPr>
                <a:t>表头</a:t>
              </a:r>
              <a:endParaRPr lang="zh-CN" altLang="en-US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2" name="Text Box 105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748" y="838"/>
              <a:ext cx="40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800" b="0" smtClean="0">
                  <a:solidFill>
                    <a:schemeClr val="tx1"/>
                  </a:solidFill>
                  <a:latin typeface="+mn-lt"/>
                  <a:ea typeface="+mn-ea"/>
                </a:rPr>
                <a:t>表尾</a:t>
              </a:r>
              <a:endParaRPr lang="zh-CN" altLang="en-US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3" name="Line 1052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1698" y="2854"/>
              <a:ext cx="4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44" name="Line 105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98" y="1132"/>
              <a:ext cx="5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Group 1054"/>
          <p:cNvGrpSpPr/>
          <p:nvPr/>
        </p:nvGrpSpPr>
        <p:grpSpPr bwMode="auto">
          <a:xfrm>
            <a:off x="7246950" y="942975"/>
            <a:ext cx="1649413" cy="2163366"/>
            <a:chOff x="4543" y="1034"/>
            <a:chExt cx="1039" cy="1817"/>
          </a:xfrm>
        </p:grpSpPr>
        <p:sp>
          <p:nvSpPr>
            <p:cNvPr id="25637" name="Text Box 1055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946" y="2542"/>
              <a:ext cx="187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800" b="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8" name="Line 105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4577" y="2806"/>
              <a:ext cx="10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39" name="Text Box 105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761" y="1034"/>
              <a:ext cx="29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dirty="0" smtClean="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lang="en-US" altLang="zh-CN" sz="1800" b="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40" name="Line 105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4543" y="1338"/>
              <a:ext cx="8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1059"/>
          <p:cNvGrpSpPr/>
          <p:nvPr/>
        </p:nvGrpSpPr>
        <p:grpSpPr bwMode="auto">
          <a:xfrm>
            <a:off x="4481524" y="866777"/>
            <a:ext cx="1012825" cy="2272905"/>
            <a:chOff x="2801" y="970"/>
            <a:chExt cx="638" cy="1909"/>
          </a:xfrm>
        </p:grpSpPr>
        <p:sp>
          <p:nvSpPr>
            <p:cNvPr id="25635" name="Text Box 106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821" y="2596"/>
              <a:ext cx="6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 b="0" smtClean="0">
                  <a:solidFill>
                    <a:schemeClr val="tx1"/>
                  </a:solidFill>
                  <a:latin typeface="+mn-lt"/>
                  <a:ea typeface="+mn-ea"/>
                </a:rPr>
                <a:t>低地址</a:t>
              </a:r>
              <a:endParaRPr lang="zh-CN" altLang="en-US" sz="16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6" name="Text Box 1061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801" y="970"/>
              <a:ext cx="6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 b="0" smtClean="0">
                  <a:solidFill>
                    <a:schemeClr val="tx1"/>
                  </a:solidFill>
                  <a:latin typeface="+mn-lt"/>
                  <a:ea typeface="+mn-ea"/>
                </a:rPr>
                <a:t>高地址</a:t>
              </a:r>
              <a:endParaRPr lang="zh-CN" altLang="en-US" sz="16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67654" name="Rectangle 1062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11188" y="3317082"/>
            <a:ext cx="1685925" cy="706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zh-CN" altLang="en-US" sz="2000" b="0" smtClean="0">
                <a:solidFill>
                  <a:schemeClr val="tx1"/>
                </a:solidFill>
                <a:latin typeface="+mn-lt"/>
                <a:ea typeface="+mn-ea"/>
              </a:rPr>
              <a:t>写入：</a:t>
            </a:r>
            <a:r>
              <a:rPr lang="en-US" altLang="zh-CN" sz="2000" b="0" smtClean="0">
                <a:solidFill>
                  <a:schemeClr val="tx1"/>
                </a:solidFill>
                <a:latin typeface="+mn-lt"/>
                <a:ea typeface="+mn-ea"/>
              </a:rPr>
              <a:t>v[i]= </a:t>
            </a:r>
            <a:r>
              <a:rPr lang="en-US" altLang="zh-CN" sz="2000" b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a</a:t>
            </a:r>
            <a:r>
              <a:rPr lang="en-US" altLang="zh-CN" sz="2000" b="0" baseline="-1000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i</a:t>
            </a:r>
            <a:endParaRPr lang="en-US" altLang="zh-CN" sz="2000" b="0" smtClean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zh-CN" altLang="en-US" sz="2000" b="0" smtClean="0">
                <a:solidFill>
                  <a:schemeClr val="tx1"/>
                </a:solidFill>
                <a:latin typeface="+mn-lt"/>
                <a:ea typeface="+mn-ea"/>
              </a:rPr>
              <a:t>读出： </a:t>
            </a:r>
            <a:r>
              <a:rPr lang="en-US" altLang="zh-CN" sz="2000" b="0" smtClean="0">
                <a:solidFill>
                  <a:schemeClr val="tx1"/>
                </a:solidFill>
                <a:latin typeface="+mn-lt"/>
                <a:ea typeface="+mn-ea"/>
              </a:rPr>
              <a:t>x= v[i]</a:t>
            </a:r>
            <a:endParaRPr lang="en-US" altLang="zh-CN" sz="2000" b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367655" name="Rectangle 1063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064125" y="3371855"/>
            <a:ext cx="30099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zh-CN" altLang="en-US" sz="1800" b="0" smtClean="0">
                <a:solidFill>
                  <a:schemeClr val="tx1"/>
                </a:solidFill>
                <a:latin typeface="+mn-lt"/>
                <a:ea typeface="+mn-ea"/>
              </a:rPr>
              <a:t>压入：</a:t>
            </a:r>
            <a:r>
              <a:rPr lang="en-US" altLang="zh-CN" sz="1800" b="0" smtClean="0">
                <a:solidFill>
                  <a:schemeClr val="tx1"/>
                </a:solidFill>
                <a:latin typeface="+mn-lt"/>
                <a:ea typeface="+mn-ea"/>
                <a:hlinkClick r:id="" action="ppaction://hlinkshowjump?jump=nextslide"/>
              </a:rPr>
              <a:t>PUSH (</a:t>
            </a:r>
            <a:r>
              <a:rPr lang="en-US" altLang="zh-CN" sz="1800" b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hlinkClick r:id="" action="ppaction://hlinkshowjump?jump=nextslide"/>
              </a:rPr>
              <a:t>a</a:t>
            </a:r>
            <a:r>
              <a:rPr lang="en-US" altLang="zh-CN" sz="1800" b="0" baseline="-1000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hlinkClick r:id="" action="ppaction://hlinkshowjump?jump=nextslide"/>
              </a:rPr>
              <a:t>n+1</a:t>
            </a:r>
            <a:r>
              <a:rPr lang="en-US" altLang="zh-CN" sz="1800" b="0" smtClean="0">
                <a:solidFill>
                  <a:schemeClr val="tx1"/>
                </a:solidFill>
                <a:latin typeface="+mn-lt"/>
                <a:ea typeface="+mn-ea"/>
                <a:hlinkClick r:id="" action="ppaction://hlinkshowjump?jump=nextslide"/>
              </a:rPr>
              <a:t>)</a:t>
            </a:r>
            <a:endParaRPr lang="en-US" altLang="zh-CN" sz="1800" b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zh-CN" altLang="en-US" sz="1800" b="0" smtClean="0">
                <a:solidFill>
                  <a:schemeClr val="tx1"/>
                </a:solidFill>
                <a:latin typeface="+mn-lt"/>
                <a:ea typeface="+mn-ea"/>
              </a:rPr>
              <a:t>弹出： </a:t>
            </a:r>
            <a:r>
              <a:rPr lang="en-US" altLang="zh-CN" sz="1800" b="0" smtClean="0">
                <a:solidFill>
                  <a:schemeClr val="tx1"/>
                </a:solidFill>
                <a:latin typeface="+mn-lt"/>
                <a:ea typeface="+mn-ea"/>
                <a:hlinkClick r:id="rId32" action="ppaction://hlinksldjump"/>
              </a:rPr>
              <a:t>POP  (x)</a:t>
            </a:r>
            <a:endParaRPr lang="en-US" altLang="zh-CN" sz="1800" b="0" smtClean="0">
              <a:solidFill>
                <a:schemeClr val="tx1"/>
              </a:solidFill>
              <a:latin typeface="+mn-lt"/>
              <a:ea typeface="+mn-ea"/>
              <a:hlinkClick r:id="rId32" action="ppaction://hlinksldjump"/>
            </a:endParaRPr>
          </a:p>
        </p:txBody>
      </p:sp>
      <p:grpSp>
        <p:nvGrpSpPr>
          <p:cNvPr id="6" name="Group 1065"/>
          <p:cNvGrpSpPr/>
          <p:nvPr/>
        </p:nvGrpSpPr>
        <p:grpSpPr bwMode="auto">
          <a:xfrm>
            <a:off x="0" y="779862"/>
            <a:ext cx="1016000" cy="2377680"/>
            <a:chOff x="-22" y="897"/>
            <a:chExt cx="640" cy="1997"/>
          </a:xfrm>
        </p:grpSpPr>
        <p:sp>
          <p:nvSpPr>
            <p:cNvPr id="25632" name="Text Box 1066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-22" y="2611"/>
              <a:ext cx="6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 b="0" smtClean="0">
                  <a:solidFill>
                    <a:schemeClr val="tx1"/>
                  </a:solidFill>
                  <a:latin typeface="+mn-lt"/>
                  <a:ea typeface="+mn-ea"/>
                </a:rPr>
                <a:t>低地址</a:t>
              </a:r>
              <a:endParaRPr lang="zh-CN" altLang="en-US" sz="16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3" name="Text Box 106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0" y="897"/>
              <a:ext cx="61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1600" b="0" smtClean="0">
                  <a:solidFill>
                    <a:schemeClr val="tx1"/>
                  </a:solidFill>
                  <a:latin typeface="+mn-lt"/>
                  <a:ea typeface="+mn-ea"/>
                </a:rPr>
                <a:t>高地址</a:t>
              </a:r>
              <a:endParaRPr lang="zh-CN" altLang="en-US" sz="16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4" name="Rectangle 1068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13" y="1695"/>
              <a:ext cx="32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v[i]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" name="Group 1069"/>
          <p:cNvGrpSpPr/>
          <p:nvPr/>
        </p:nvGrpSpPr>
        <p:grpSpPr bwMode="auto">
          <a:xfrm>
            <a:off x="955685" y="413149"/>
            <a:ext cx="1736725" cy="2774156"/>
            <a:chOff x="580" y="589"/>
            <a:chExt cx="1094" cy="2330"/>
          </a:xfrm>
        </p:grpSpPr>
        <p:sp>
          <p:nvSpPr>
            <p:cNvPr id="25615" name="Rectangle 1070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96" y="2632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16" name="Rectangle 1071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96" y="2345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17" name="Rectangle 1072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80" y="1730"/>
              <a:ext cx="1056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en-US" altLang="zh-CN" sz="2000" b="0" smtClean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10000" smtClean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i</a:t>
              </a:r>
              <a:endParaRPr lang="en-US" altLang="zh-CN" sz="2000" b="0" baseline="-1000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5618" name="Rectangle 1073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8" y="1146"/>
              <a:ext cx="105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a</a:t>
              </a:r>
              <a:r>
                <a:rPr lang="en-US" altLang="zh-CN" sz="1800" b="0" baseline="-10000" smtClean="0">
                  <a:solidFill>
                    <a:schemeClr val="tx1"/>
                  </a:solidFill>
                  <a:latin typeface="+mn-lt"/>
                  <a:ea typeface="+mn-ea"/>
                </a:rPr>
                <a:t>n</a:t>
              </a:r>
              <a:endParaRPr lang="en-US" altLang="zh-CN" sz="1800" b="0" baseline="-10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19" name="Line 1074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596" y="928"/>
              <a:ext cx="10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0" name="Line 1075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596" y="141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1" name="Line 1076"/>
            <p:cNvSpPr>
              <a:spLocks noChangeShapeType="1"/>
            </p:cNvSpPr>
            <p:nvPr>
              <p:custDataLst>
                <p:tags r:id="rId42"/>
              </p:custDataLst>
            </p:nvPr>
          </p:nvSpPr>
          <p:spPr bwMode="auto">
            <a:xfrm>
              <a:off x="596" y="1718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2" name="Line 1077"/>
            <p:cNvSpPr>
              <a:spLocks noChangeShapeType="1"/>
            </p:cNvSpPr>
            <p:nvPr>
              <p:custDataLst>
                <p:tags r:id="rId43"/>
              </p:custDataLst>
            </p:nvPr>
          </p:nvSpPr>
          <p:spPr bwMode="auto">
            <a:xfrm>
              <a:off x="596" y="2025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3" name="Line 1078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596" y="2345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4" name="Line 1079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596" y="2632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5" name="Line 1080"/>
            <p:cNvSpPr>
              <a:spLocks noChangeShapeType="1"/>
            </p:cNvSpPr>
            <p:nvPr>
              <p:custDataLst>
                <p:tags r:id="rId46"/>
              </p:custDataLst>
            </p:nvPr>
          </p:nvSpPr>
          <p:spPr bwMode="auto">
            <a:xfrm>
              <a:off x="596" y="2919"/>
              <a:ext cx="105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6" name="Line 1081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596" y="928"/>
              <a:ext cx="0" cy="199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7" name="Line 1082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1652" y="928"/>
              <a:ext cx="0" cy="199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628" name="Rectangle 1083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596" y="2038"/>
              <a:ext cx="1056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    ……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29" name="Rectangle 1084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580" y="589"/>
              <a:ext cx="81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0" smtClean="0">
                  <a:solidFill>
                    <a:schemeClr val="tx1"/>
                  </a:solidFill>
                  <a:latin typeface="+mn-lt"/>
                  <a:ea typeface="+mn-ea"/>
                </a:rPr>
                <a:t>顺序表</a:t>
              </a: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V[n]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0" name="Rectangle 1085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96" y="1404"/>
              <a:ext cx="1056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l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0" smtClean="0">
                  <a:solidFill>
                    <a:schemeClr val="tx1"/>
                  </a:solidFill>
                  <a:latin typeface="+mn-lt"/>
                  <a:ea typeface="+mn-ea"/>
                </a:rPr>
                <a:t>     ……</a:t>
              </a:r>
              <a:endParaRPr lang="en-US" altLang="zh-CN" sz="1800" b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5631" name="Line 1086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>
              <a:off x="596" y="1138"/>
              <a:ext cx="10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18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7680" name="Rectangle 1088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6156325" y="723900"/>
            <a:ext cx="74295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>
              <a:spcBef>
                <a:spcPct val="0"/>
              </a:spcBef>
              <a:buClrTx/>
              <a:buFontTx/>
              <a:buNone/>
            </a:pPr>
            <a:r>
              <a:rPr lang="en-US" altLang="zh-CN" sz="2000" b="0" smtClean="0">
                <a:solidFill>
                  <a:schemeClr val="tx1"/>
                </a:solidFill>
                <a:latin typeface="+mn-lt"/>
                <a:ea typeface="+mn-ea"/>
              </a:rPr>
              <a:t>a</a:t>
            </a:r>
            <a:r>
              <a:rPr lang="en-US" altLang="zh-CN" sz="2000" b="0" baseline="-10000" smtClean="0">
                <a:solidFill>
                  <a:schemeClr val="tx1"/>
                </a:solidFill>
                <a:latin typeface="+mn-lt"/>
                <a:ea typeface="+mn-ea"/>
              </a:rPr>
              <a:t>n+1</a:t>
            </a:r>
            <a:endParaRPr lang="en-US" altLang="zh-CN" sz="2000" b="0" baseline="-1000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5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顺序栈与顺序表</a:t>
            </a:r>
            <a:endParaRPr lang="zh-CN" altLang="en-US" dirty="0">
              <a:sym typeface="+mn-ea"/>
            </a:endParaRPr>
          </a:p>
        </p:txBody>
      </p:sp>
    </p:spTree>
    <p:custDataLst>
      <p:tags r:id="rId5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6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7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367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367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600"/>
                            </p:stCondLst>
                            <p:childTnLst>
                              <p:par>
                                <p:cTn id="4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7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7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6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54" grpId="0" autoUpdateAnimBg="0" build="p"/>
      <p:bldP spid="367655" grpId="0" autoUpdateAnimBg="0" build="p"/>
      <p:bldP spid="36768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FE22BD83-1D92-41FC-B684-31FD3E85D5EA}" type="slidenum">
              <a:rPr lang="en-US" altLang="zh-CN" sz="11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1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06275" name="Group 3"/>
          <p:cNvGrpSpPr/>
          <p:nvPr/>
        </p:nvGrpSpPr>
        <p:grpSpPr bwMode="auto">
          <a:xfrm>
            <a:off x="2819400" y="978695"/>
            <a:ext cx="2133600" cy="1975795"/>
            <a:chOff x="1680" y="528"/>
            <a:chExt cx="1344" cy="1736"/>
          </a:xfrm>
        </p:grpSpPr>
        <p:sp>
          <p:nvSpPr>
            <p:cNvPr id="10282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448" y="528"/>
              <a:ext cx="528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83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448" y="14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84" name="Line 6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2448" y="12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85" name="Line 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2448" y="9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86" name="Text Box 8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00" y="564"/>
              <a:ext cx="270" cy="1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3   2   1   0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87" name="Line 9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2112" y="1584"/>
              <a:ext cx="3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88" name="Text Box 10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680" y="148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89" name="Text Box 11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064" y="1968"/>
              <a:ext cx="96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   A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入栈</a:t>
              </a:r>
              <a:endParaRPr kumimoji="1"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206284" name="Group 12"/>
          <p:cNvGrpSpPr/>
          <p:nvPr/>
        </p:nvGrpSpPr>
        <p:grpSpPr bwMode="auto">
          <a:xfrm>
            <a:off x="5505450" y="978695"/>
            <a:ext cx="3276600" cy="1975795"/>
            <a:chOff x="3168" y="528"/>
            <a:chExt cx="2064" cy="1736"/>
          </a:xfrm>
        </p:grpSpPr>
        <p:sp>
          <p:nvSpPr>
            <p:cNvPr id="10272" name="Text Box 13"/>
            <p:cNvSpPr txBox="1">
              <a:spLocks noChangeArrowheads="1"/>
            </p:cNvSpPr>
            <p:nvPr/>
          </p:nvSpPr>
          <p:spPr bwMode="auto">
            <a:xfrm>
              <a:off x="3456" y="1392"/>
              <a:ext cx="96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endParaRPr kumimoji="1" lang="zh-CN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3" name="Rectangle 1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32" y="528"/>
              <a:ext cx="528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kumimoji="1" lang="zh-CN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4" name="Line 1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032" y="14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75" name="Line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032" y="12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76" name="Line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032" y="9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77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820" y="604"/>
              <a:ext cx="270" cy="1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3   2   1  0</a:t>
              </a:r>
              <a:endParaRPr kumimoji="1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8" name="Text Box 1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176" y="536"/>
              <a:ext cx="288" cy="12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endParaRPr kumimoji="1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endParaRPr kumimoji="1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endParaRPr kumimoji="1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endParaRPr kumimoji="1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9" name="Text Box 2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360" y="1968"/>
              <a:ext cx="1872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依次入栈</a:t>
              </a:r>
              <a:endParaRPr kumimoji="1"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80" name="Line 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696" y="816"/>
              <a:ext cx="3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81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168" y="672"/>
              <a:ext cx="624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206295" name="Group 23"/>
          <p:cNvGrpSpPr/>
          <p:nvPr/>
        </p:nvGrpSpPr>
        <p:grpSpPr bwMode="auto">
          <a:xfrm>
            <a:off x="1295400" y="2900369"/>
            <a:ext cx="2590800" cy="1867464"/>
            <a:chOff x="288" y="2448"/>
            <a:chExt cx="1632" cy="1640"/>
          </a:xfrm>
        </p:grpSpPr>
        <p:sp>
          <p:nvSpPr>
            <p:cNvPr id="10263" name="Rectangle 24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08" y="2448"/>
              <a:ext cx="528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4" name="Line 2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008" y="34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5" name="Line 2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1008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6" name="Line 27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1008" y="283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7" name="Text Box 28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48" y="2508"/>
              <a:ext cx="270" cy="1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3   2   1  0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8" name="Text Box 2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152" y="2543"/>
              <a:ext cx="288" cy="1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9" name="Line 30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768" y="3168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70" name="Text Box 3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88" y="3024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1" name="Text Box 3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32" y="3792"/>
              <a:ext cx="1488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依次出栈</a:t>
              </a:r>
              <a:endParaRPr kumimoji="1"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206305" name="Group 33"/>
          <p:cNvGrpSpPr/>
          <p:nvPr/>
        </p:nvGrpSpPr>
        <p:grpSpPr bwMode="auto">
          <a:xfrm>
            <a:off x="400050" y="1007269"/>
            <a:ext cx="1981200" cy="1921020"/>
            <a:chOff x="336" y="528"/>
            <a:chExt cx="1248" cy="1688"/>
          </a:xfrm>
        </p:grpSpPr>
        <p:sp>
          <p:nvSpPr>
            <p:cNvPr id="10256" name="Rectangle 34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960" y="528"/>
              <a:ext cx="528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7" name="Line 35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960" y="148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8" name="Line 36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960" y="120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9" name="Line 37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960" y="91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0" name="Text Box 38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747" y="564"/>
              <a:ext cx="223" cy="1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lnSpc>
                  <a:spcPct val="7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3  2   1   0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1" name="Text Box 3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36" y="1920"/>
              <a:ext cx="1248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Top=-1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空栈</a:t>
              </a:r>
              <a:endParaRPr kumimoji="1"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2" name="Line 40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720" y="1920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grpSp>
        <p:nvGrpSpPr>
          <p:cNvPr id="1206313" name="Group 41"/>
          <p:cNvGrpSpPr/>
          <p:nvPr/>
        </p:nvGrpSpPr>
        <p:grpSpPr bwMode="auto">
          <a:xfrm>
            <a:off x="4610100" y="2900366"/>
            <a:ext cx="3048000" cy="1812692"/>
            <a:chOff x="2400" y="2448"/>
            <a:chExt cx="1920" cy="1592"/>
          </a:xfrm>
        </p:grpSpPr>
        <p:sp>
          <p:nvSpPr>
            <p:cNvPr id="10249" name="Rectangle 42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832" y="2448"/>
              <a:ext cx="528" cy="124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0" name="Line 43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2832" y="340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1" name="Line 44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2832" y="312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2" name="Line 45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2832" y="278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3" name="Text Box 46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620" y="2484"/>
              <a:ext cx="270" cy="1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norm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3   2   1   0</a:t>
              </a:r>
              <a:endParaRPr kumimoji="1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4" name="Text Box 47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400" y="3744"/>
              <a:ext cx="1920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Top=-1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，</a:t>
              </a: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kumimoji="1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kumimoji="1"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出栈</a:t>
              </a:r>
              <a:endParaRPr kumimoji="1"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5" name="Line 48"/>
            <p:cNvSpPr>
              <a:spLocks noChangeShapeType="1"/>
            </p:cNvSpPr>
            <p:nvPr>
              <p:custDataLst>
                <p:tags r:id="rId41"/>
              </p:custDataLst>
            </p:nvPr>
          </p:nvSpPr>
          <p:spPr bwMode="auto">
            <a:xfrm>
              <a:off x="2496" y="3792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顺序栈操作的示意图</a:t>
            </a:r>
            <a:endParaRPr lang="zh-CN" altLang="en-US" dirty="0">
              <a:sym typeface="+mn-ea"/>
            </a:endParaRPr>
          </a:p>
        </p:txBody>
      </p:sp>
    </p:spTree>
    <p:custDataLst>
      <p:tags r:id="rId4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20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20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0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20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1206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611188" y="1059658"/>
            <a:ext cx="8229600" cy="37266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特殊情况表示：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kumimoji="1" lang="zh-CN" altLang="en-US" dirty="0" smtClean="0">
                <a:solidFill>
                  <a:schemeClr val="tx1"/>
                </a:solidFill>
              </a:rPr>
              <a:t>栈空：</a:t>
            </a:r>
            <a:r>
              <a:rPr kumimoji="1" lang="en-US" altLang="en-US" dirty="0" smtClean="0">
                <a:solidFill>
                  <a:schemeClr val="tx1"/>
                </a:solidFill>
              </a:rPr>
              <a:t>top == -1</a:t>
            </a:r>
            <a:endParaRPr kumimoji="1" lang="en-US" altLang="en-US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kumimoji="1" lang="zh-CN" altLang="en-US" dirty="0" smtClean="0">
                <a:solidFill>
                  <a:schemeClr val="tx1"/>
                </a:solidFill>
              </a:rPr>
              <a:t>栈满：</a:t>
            </a:r>
            <a:r>
              <a:rPr kumimoji="1" lang="en-US" altLang="zh-CN" dirty="0" smtClean="0">
                <a:solidFill>
                  <a:schemeClr val="tx1"/>
                </a:solidFill>
              </a:rPr>
              <a:t>top == maxsize-1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运算实现：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kumimoji="1" lang="zh-CN" altLang="en-US" dirty="0" smtClean="0">
                <a:solidFill>
                  <a:schemeClr val="tx1"/>
                </a:solidFill>
              </a:rPr>
              <a:t>入栈：若栈不满   </a:t>
            </a:r>
            <a:r>
              <a:rPr kumimoji="1" lang="en-US" altLang="zh-CN" dirty="0" smtClean="0">
                <a:solidFill>
                  <a:schemeClr val="tx1"/>
                </a:solidFill>
              </a:rPr>
              <a:t>s-&gt;top++ </a:t>
            </a:r>
            <a:r>
              <a:rPr kumimoji="1" lang="zh-CN" altLang="en-US" dirty="0" smtClean="0">
                <a:solidFill>
                  <a:schemeClr val="tx1"/>
                </a:solidFill>
              </a:rPr>
              <a:t>；</a:t>
            </a:r>
            <a:endParaRPr kumimoji="1" lang="zh-CN" altLang="en-US" dirty="0" smtClean="0">
              <a:solidFill>
                <a:schemeClr val="tx1"/>
              </a:solidFill>
            </a:endParaRPr>
          </a:p>
          <a:p>
            <a:pPr lvl="1" eaLnBrk="1" hangingPunct="1"/>
            <a:r>
              <a:rPr kumimoji="1" lang="zh-CN" altLang="en-US" dirty="0" smtClean="0">
                <a:solidFill>
                  <a:schemeClr val="tx1"/>
                </a:solidFill>
              </a:rPr>
              <a:t>出栈：若栈不空   </a:t>
            </a:r>
            <a:r>
              <a:rPr kumimoji="1" lang="en-US" altLang="zh-CN" dirty="0" smtClean="0">
                <a:solidFill>
                  <a:schemeClr val="tx1"/>
                </a:solidFill>
              </a:rPr>
              <a:t>s-&gt;top-- </a:t>
            </a:r>
            <a:r>
              <a:rPr kumimoji="1" lang="zh-CN" altLang="en-US" dirty="0" smtClean="0">
                <a:solidFill>
                  <a:schemeClr val="tx1"/>
                </a:solidFill>
              </a:rPr>
              <a:t>；</a:t>
            </a:r>
            <a:endParaRPr kumimoji="1" lang="zh-CN" altLang="en-US" dirty="0" smtClean="0">
              <a:solidFill>
                <a:schemeClr val="tx1"/>
              </a:solidFill>
            </a:endParaRPr>
          </a:p>
          <a:p>
            <a:pPr eaLnBrk="1" hangingPunct="1"/>
            <a:endParaRPr kumimoji="1"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0E8F0B2-F56F-43E1-AD83-8FCF6F70FA51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顺序栈的主要运算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62688DBE-728F-40D5-BFF5-859BAB4AB60F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2291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81200" y="914400"/>
            <a:ext cx="7620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293" name="矩形 1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66649" y="572037"/>
            <a:ext cx="8325837" cy="448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【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算法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3-1】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栈的初始化算法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*</a:t>
            </a:r>
            <a:r>
              <a:rPr lang="en-US" altLang="zh-CN" sz="2200" b="0" dirty="0" err="1">
                <a:solidFill>
                  <a:schemeClr val="tx1"/>
                </a:solidFill>
                <a:latin typeface="+mn-lt"/>
                <a:ea typeface="+mn-ea"/>
              </a:rPr>
              <a:t>Init_SeqStack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(){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2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*s;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s=new </a:t>
            </a:r>
            <a:r>
              <a:rPr lang="en-US" altLang="zh-CN" sz="22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;    //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申请栈空间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if (!s)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en-US" altLang="zh-CN" sz="2200" b="0" dirty="0" smtClean="0">
                <a:solidFill>
                  <a:schemeClr val="tx1"/>
                </a:solidFill>
                <a:latin typeface="+mn-lt"/>
                <a:ea typeface="+mn-ea"/>
              </a:rPr>
              <a:t>{return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NULL;    //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未申请到足够大的存储空间，返回空</a:t>
            </a:r>
            <a:r>
              <a:rPr lang="zh-CN" altLang="en-US" sz="2200" b="0" dirty="0" smtClean="0">
                <a:solidFill>
                  <a:schemeClr val="tx1"/>
                </a:solidFill>
                <a:latin typeface="+mn-lt"/>
                <a:ea typeface="+mn-ea"/>
              </a:rPr>
              <a:t>指针   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else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   { s-&gt;top=-1;     //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初始化栈顶指针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return s;       //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申请到栈空间，返回栈空间地址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}   </a:t>
            </a:r>
            <a:endParaRPr lang="en-US" altLang="zh-CN" sz="2200" b="0" dirty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200" b="0" dirty="0" smtClean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200" b="0" dirty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⑴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置空栈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076B5F98-1D81-4F9C-92DF-DA9EC8151A87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3316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233261" y="1203598"/>
            <a:ext cx="6461125" cy="311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算法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3-2】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栈空判别算法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int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Empty_SeqStack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*s){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if (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s-&gt;top==-1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)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1; 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栈顶指针指向栈底，空栈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else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0;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⑵判空栈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225AA930-887E-4D58-9357-FD3A74957CB7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4340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83776" y="483521"/>
            <a:ext cx="6510957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算法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3-3】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入栈算法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int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Push_SeqStack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*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s,DataType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x){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if (s-&gt;top==MAXSIZE-1)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0;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栈满不能入栈，返回错误代码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0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else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{ s-&gt;top++;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栈顶指针向上移动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s-&gt;data[s-&gt;top]=x;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将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至入新的栈顶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return 1; 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入栈成功，返回成功代码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765179"/>
            <a:ext cx="2232248" cy="2016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判断是否栈满，若满则出错</a:t>
            </a:r>
            <a:endParaRPr lang="zh-CN" altLang="en-US" sz="2000" b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元素</a:t>
            </a:r>
            <a:r>
              <a:rPr lang="en-US" altLang="zh-CN" sz="2000" b="0">
                <a:solidFill>
                  <a:schemeClr val="tx1"/>
                </a:solidFill>
                <a:latin typeface="+mn-ea"/>
                <a:ea typeface="+mn-ea"/>
              </a:rPr>
              <a:t>e</a:t>
            </a: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压入栈顶</a:t>
            </a:r>
            <a:endParaRPr lang="zh-CN" altLang="en-US" sz="2000" b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>
                <a:solidFill>
                  <a:schemeClr val="tx1"/>
                </a:solidFill>
                <a:latin typeface="+mn-ea"/>
                <a:ea typeface="+mn-ea"/>
              </a:rPr>
              <a:t>(3)</a:t>
            </a:r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栈顶指针加</a:t>
            </a:r>
            <a:r>
              <a:rPr lang="en-US" altLang="zh-CN" sz="2000" b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000" b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⑶入栈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BED4A355-85DC-4CAC-BB2A-95F1717CA526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5364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267752" y="730160"/>
            <a:ext cx="6589787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【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算法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3-4】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出栈算法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int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Pop_SeqStack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*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s,DataType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x){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if 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Empty_SeqStack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(s))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0;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栈空不能出栈，返回错误代码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0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else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{ x=s-&gt;data[s-&gt;top];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保存栈顶元素值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s-&gt;top--; 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栈顶指针向下移动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       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return 1;      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返回成功代码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44016" y="734929"/>
            <a:ext cx="2123728" cy="26289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判断是否栈空，若空则出错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获取栈顶</a:t>
            </a:r>
            <a:r>
              <a:rPr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元素</a:t>
            </a:r>
            <a:r>
              <a:rPr lang="en-US" altLang="zh-CN" sz="2000" b="0" dirty="0" smtClean="0">
                <a:solidFill>
                  <a:schemeClr val="tx1"/>
                </a:solidFill>
                <a:latin typeface="+mn-ea"/>
                <a:ea typeface="+mn-ea"/>
              </a:rPr>
              <a:t>x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(3)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栈顶指针减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⑷出栈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10E4C1D7-4A49-4E9E-9EA5-5519EC6FDF37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6388" name="矩形 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39752" y="1168004"/>
            <a:ext cx="6480720" cy="3119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【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算法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3-5】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取栈顶元素算法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DataType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Top_SeqStack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*s){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if (</a:t>
            </a:r>
            <a:r>
              <a:rPr lang="en-US" altLang="zh-CN" sz="2400" b="0" dirty="0" err="1">
                <a:solidFill>
                  <a:schemeClr val="tx1"/>
                </a:solidFill>
                <a:latin typeface="+mn-lt"/>
                <a:ea typeface="+mn-ea"/>
              </a:rPr>
              <a:t>Empty_SeqStack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(s))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0;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栈空没有栈元素，返回错误代码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0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else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    return </a:t>
            </a:r>
            <a:r>
              <a:rPr lang="en-US" altLang="zh-CN" sz="2400" b="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s-&gt;data[s-&gt;top]</a:t>
            </a: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;  //</a:t>
            </a:r>
            <a:r>
              <a:rPr lang="zh-CN" altLang="en-US" sz="2400" b="0" dirty="0">
                <a:solidFill>
                  <a:schemeClr val="tx1"/>
                </a:solidFill>
                <a:latin typeface="+mn-lt"/>
                <a:ea typeface="+mn-ea"/>
              </a:rPr>
              <a:t>返回栈顶元素值</a:t>
            </a:r>
            <a:endParaRPr lang="zh-CN" altLang="en-US" sz="24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 eaLnBrk="1" hangingPunct="1"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4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9547" y="765174"/>
            <a:ext cx="2014189" cy="30307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/>
          <a:p>
            <a:pPr algn="l">
              <a:lnSpc>
                <a:spcPct val="150000"/>
              </a:lnSpc>
              <a:buNone/>
            </a:pPr>
            <a:r>
              <a:rPr kumimoji="1" lang="en-US" altLang="zh-CN" sz="2000" b="0" dirty="0" smtClean="0">
                <a:solidFill>
                  <a:schemeClr val="tx1"/>
                </a:solidFill>
                <a:latin typeface="+mn-ea"/>
                <a:ea typeface="+mn-ea"/>
              </a:rPr>
              <a:t>(1)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判断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是否空栈，若空则返回错误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50000"/>
              </a:lnSpc>
              <a:buNone/>
            </a:pPr>
            <a:r>
              <a:rPr kumimoji="1" lang="en-US" altLang="zh-CN" sz="2000" b="0" dirty="0" smtClean="0">
                <a:solidFill>
                  <a:schemeClr val="tx1"/>
                </a:solidFill>
                <a:latin typeface="+mn-ea"/>
                <a:ea typeface="+mn-ea"/>
              </a:rPr>
              <a:t>(2)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否则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通过栈顶指针获取栈顶元素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⑸取栈顶元素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1381B141-D4D5-414A-933E-6A76147C583C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8546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552" y="135471"/>
            <a:ext cx="7992888" cy="3230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3810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lvl="2" algn="just">
              <a:lnSpc>
                <a:spcPct val="160000"/>
              </a:lnSpc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几点说明：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60000"/>
              </a:lnSpc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1.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对于顺序栈，入栈时，首先判栈是否满了，栈满时，不能入栈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否则出现空间溢出，引起错误，这种现象称为上溢。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60000"/>
              </a:lnSpc>
              <a:buNone/>
            </a:pPr>
            <a:r>
              <a:rPr kumimoji="1" lang="zh-CN" altLang="en-US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        栈满的条件为：</a:t>
            </a:r>
            <a:r>
              <a:rPr kumimoji="1" lang="en-US" altLang="zh-CN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s-&gt;top= =MAXSIZE-1</a:t>
            </a:r>
            <a:endParaRPr kumimoji="1" lang="en-US" altLang="zh-CN" sz="2000" b="0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algn="just">
              <a:lnSpc>
                <a:spcPct val="160000"/>
              </a:lnSpc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2.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出栈和读栈顶元素操作，先判栈是否为空，为空时不能操作，否则产生错误。通常栈空时常作为一种控制转移的条件。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1135371" y="3367769"/>
            <a:ext cx="407797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kumimoji="1" lang="zh-CN" altLang="en-US" sz="24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栈空的条件为：</a:t>
            </a:r>
            <a:r>
              <a:rPr kumimoji="1" lang="en-US" altLang="zh-CN" sz="24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s-&gt;top==-1</a:t>
            </a:r>
            <a:endParaRPr kumimoji="1" lang="en-US" altLang="zh-CN" sz="2400" b="0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</p:spTree>
    <p:custDataLst>
      <p:tags r:id="rId4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5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4" name="Rectangle 6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14433" y="2571752"/>
            <a:ext cx="5256213" cy="938213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rm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indent="0" eaLnBrk="1" hangingPunct="1">
              <a:buNone/>
            </a:pPr>
            <a:r>
              <a:rPr lang="en-US" altLang="zh-CN" b="0">
                <a:solidFill>
                  <a:schemeClr val="tx1"/>
                </a:solidFill>
                <a:latin typeface="+mn-ea"/>
                <a:ea typeface="+mn-ea"/>
              </a:rPr>
              <a:t>435612</a:t>
            </a:r>
            <a:r>
              <a:rPr lang="zh-CN" altLang="en-US" b="0">
                <a:solidFill>
                  <a:schemeClr val="tx1"/>
                </a:solidFill>
                <a:latin typeface="+mn-ea"/>
                <a:ea typeface="+mn-ea"/>
              </a:rPr>
              <a:t>中到了</a:t>
            </a:r>
            <a:r>
              <a:rPr lang="en-US" altLang="zh-CN" b="0">
                <a:solidFill>
                  <a:schemeClr val="tx1"/>
                </a:solidFill>
                <a:latin typeface="+mn-ea"/>
                <a:ea typeface="+mn-ea"/>
              </a:rPr>
              <a:t>12</a:t>
            </a:r>
            <a:r>
              <a:rPr lang="zh-CN" altLang="en-US" b="0">
                <a:solidFill>
                  <a:schemeClr val="tx1"/>
                </a:solidFill>
                <a:latin typeface="+mn-ea"/>
                <a:ea typeface="+mn-ea"/>
              </a:rPr>
              <a:t>顺序不能实现；</a:t>
            </a:r>
            <a:endParaRPr lang="zh-CN" altLang="en-US" b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eaLnBrk="1" hangingPunct="1">
              <a:buNone/>
            </a:pPr>
            <a:r>
              <a:rPr lang="en-US" altLang="zh-CN" b="0">
                <a:solidFill>
                  <a:schemeClr val="tx1"/>
                </a:solidFill>
                <a:latin typeface="+mn-ea"/>
                <a:ea typeface="+mn-ea"/>
              </a:rPr>
              <a:t>135426</a:t>
            </a:r>
            <a:r>
              <a:rPr lang="zh-CN" altLang="en-US" b="0">
                <a:solidFill>
                  <a:schemeClr val="tx1"/>
                </a:solidFill>
                <a:latin typeface="+mn-ea"/>
                <a:ea typeface="+mn-ea"/>
              </a:rPr>
              <a:t>可以实现。</a:t>
            </a:r>
            <a:endParaRPr lang="zh-CN" altLang="en-US" b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7893" name="Rectangle 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8313" y="1002506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如果一个栈的输入序列为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123456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，能否得到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435612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和</a:t>
            </a:r>
            <a:r>
              <a:rPr lang="en-US" altLang="zh-CN" sz="2800" b="0" dirty="0">
                <a:solidFill>
                  <a:schemeClr val="tx1"/>
                </a:solidFill>
                <a:latin typeface="+mn-ea"/>
                <a:ea typeface="+mn-ea"/>
              </a:rPr>
              <a:t>135426</a:t>
            </a:r>
            <a:r>
              <a:rPr lang="zh-CN" altLang="en-US" sz="2800" b="0" dirty="0">
                <a:solidFill>
                  <a:schemeClr val="tx1"/>
                </a:solidFill>
                <a:latin typeface="+mn-ea"/>
                <a:ea typeface="+mn-ea"/>
              </a:rPr>
              <a:t>的出栈序列？</a:t>
            </a:r>
            <a:endParaRPr lang="zh-CN" altLang="en-US" sz="28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练习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96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4" grpId="0" autoUpdateAnimBg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4400" y="767154"/>
            <a:ext cx="7696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5000"/>
              </a:spcBef>
              <a:buClrTx/>
              <a:defRPr/>
            </a:pPr>
            <a:r>
              <a:rPr lang="zh-CN" altLang="en-US" sz="2000" b="0" smtClean="0">
                <a:solidFill>
                  <a:schemeClr val="tx1"/>
                </a:solidFill>
              </a:rPr>
              <a:t>栈溢出</a:t>
            </a:r>
            <a:endParaRPr lang="zh-CN" altLang="en-US" sz="2000" b="0" smtClean="0">
              <a:solidFill>
                <a:schemeClr val="tx1"/>
              </a:solidFill>
            </a:endParaRPr>
          </a:p>
          <a:p>
            <a:pPr lvl="1">
              <a:lnSpc>
                <a:spcPct val="130000"/>
              </a:lnSpc>
              <a:spcBef>
                <a:spcPct val="5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0" smtClean="0">
                <a:solidFill>
                  <a:schemeClr val="tx1"/>
                </a:solidFill>
              </a:rPr>
              <a:t>上溢：栈满时再做进栈运算产生溢出（出错）；</a:t>
            </a:r>
            <a:endParaRPr lang="zh-CN" altLang="en-US" sz="2000" b="0" smtClean="0">
              <a:solidFill>
                <a:schemeClr val="tx1"/>
              </a:solidFill>
            </a:endParaRPr>
          </a:p>
          <a:p>
            <a:pPr lvl="1">
              <a:lnSpc>
                <a:spcPct val="130000"/>
              </a:lnSpc>
              <a:spcBef>
                <a:spcPct val="5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zh-CN" sz="2000" b="0" smtClean="0">
                <a:solidFill>
                  <a:schemeClr val="tx1"/>
                </a:solidFill>
              </a:rPr>
              <a:t>下</a:t>
            </a:r>
            <a:r>
              <a:rPr lang="zh-CN" altLang="en-US" sz="2000" b="0" smtClean="0">
                <a:solidFill>
                  <a:schemeClr val="tx1"/>
                </a:solidFill>
              </a:rPr>
              <a:t>溢：栈空时再做退栈运算产生溢出；</a:t>
            </a:r>
            <a:endParaRPr lang="zh-CN" altLang="en-US" sz="2000" b="0" smtClean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spcBef>
                <a:spcPct val="5000"/>
              </a:spcBef>
              <a:buClrTx/>
              <a:defRPr/>
            </a:pPr>
            <a:r>
              <a:rPr lang="zh-CN" altLang="en-US" sz="2000" b="0" u="sng" smtClean="0">
                <a:solidFill>
                  <a:schemeClr val="tx1"/>
                </a:solidFill>
              </a:rPr>
              <a:t>栈上溢的解决方法</a:t>
            </a:r>
            <a:endParaRPr lang="zh-CN" altLang="en-US" sz="2000" b="0" u="sng" smtClean="0">
              <a:solidFill>
                <a:schemeClr val="tx1"/>
              </a:solidFill>
            </a:endParaRPr>
          </a:p>
          <a:p>
            <a:pPr lvl="1">
              <a:lnSpc>
                <a:spcPct val="130000"/>
              </a:lnSpc>
              <a:spcBef>
                <a:spcPct val="5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0" smtClean="0">
                <a:solidFill>
                  <a:schemeClr val="tx1"/>
                </a:solidFill>
              </a:rPr>
              <a:t>方法一：将栈的容量加到足够大，浪费空间。</a:t>
            </a:r>
            <a:endParaRPr lang="zh-CN" altLang="en-US" sz="2000" b="0" smtClean="0">
              <a:solidFill>
                <a:schemeClr val="tx1"/>
              </a:solidFill>
            </a:endParaRPr>
          </a:p>
          <a:p>
            <a:pPr lvl="1">
              <a:lnSpc>
                <a:spcPct val="130000"/>
              </a:lnSpc>
              <a:spcBef>
                <a:spcPct val="50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000" b="0" smtClean="0">
                <a:solidFill>
                  <a:schemeClr val="tx1"/>
                </a:solidFill>
              </a:rPr>
              <a:t>方法二：使用两个（或多个）栈共享存储空间</a:t>
            </a:r>
            <a:r>
              <a:rPr lang="zh-CN" altLang="en-US" b="0" smtClean="0">
                <a:solidFill>
                  <a:schemeClr val="tx1"/>
                </a:solidFill>
              </a:rPr>
              <a:t>。</a:t>
            </a:r>
            <a:endParaRPr lang="zh-CN" altLang="en-US" b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3" name="内容占位符 2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1173480" y="3554450"/>
            <a:ext cx="6896100" cy="1088482"/>
            <a:chOff x="768" y="2684"/>
            <a:chExt cx="4344" cy="1191"/>
          </a:xfrm>
        </p:grpSpPr>
        <p:sp>
          <p:nvSpPr>
            <p:cNvPr id="7" name="Rectangle 4" descr="宽上对角线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544" y="2836"/>
              <a:ext cx="1280" cy="592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rgbClr val="808080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None/>
              </a:pPr>
              <a:endParaRPr lang="zh-CN" altLang="zh-CN" sz="2000">
                <a:solidFill>
                  <a:schemeClr val="l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64" y="2836"/>
              <a:ext cx="1280" cy="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None/>
              </a:pPr>
              <a:endParaRPr lang="zh-CN" altLang="zh-CN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" name="Rectangle 6" descr="宽上对角线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984" y="2836"/>
              <a:ext cx="1280" cy="592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rgbClr val="808080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defTabSz="112903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20000"/>
                </a:spcBef>
                <a:buNone/>
              </a:pPr>
              <a:endParaRPr lang="zh-CN" altLang="zh-CN" sz="2000">
                <a:solidFill>
                  <a:schemeClr val="lt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984" y="2836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1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984" y="3428"/>
              <a:ext cx="384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984" y="2885"/>
              <a:ext cx="0" cy="49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264" y="2885"/>
              <a:ext cx="0" cy="4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544" y="2885"/>
              <a:ext cx="0" cy="4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824" y="2885"/>
              <a:ext cx="0" cy="49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/>
            <a:p>
              <a:pPr>
                <a:buNone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68" y="3515"/>
              <a:ext cx="56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zh-CN" altLang="en-US" sz="2000">
                  <a:solidFill>
                    <a:schemeClr val="accent1"/>
                  </a:solidFill>
                  <a:latin typeface="+mn-lt"/>
                  <a:ea typeface="+mn-ea"/>
                </a:rPr>
                <a:t>栈一</a:t>
              </a:r>
              <a:endParaRPr kumimoji="0" lang="zh-CN" altLang="en-US" sz="2000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36" y="3505"/>
              <a:ext cx="576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zh-CN" altLang="en-US" sz="2000">
                  <a:solidFill>
                    <a:schemeClr val="accent1"/>
                  </a:solidFill>
                  <a:latin typeface="+mn-lt"/>
                  <a:ea typeface="+mn-ea"/>
                </a:rPr>
                <a:t>栈二</a:t>
              </a:r>
              <a:endParaRPr kumimoji="0" lang="zh-CN" altLang="en-US" sz="2000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872" y="3505"/>
              <a:ext cx="6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8000" tIns="10800" rIns="18000" bIns="10800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TOP1</a:t>
              </a:r>
              <a:endParaRPr kumimoji="0"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 Box 1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228" y="3515"/>
              <a:ext cx="62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18000" tIns="10800" rIns="18000" bIns="10800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TOP2</a:t>
              </a:r>
              <a:endParaRPr kumimoji="0"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AutoShape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256" y="2704"/>
              <a:ext cx="320" cy="816"/>
            </a:xfrm>
            <a:prstGeom prst="rightArrow">
              <a:avLst>
                <a:gd name="adj1" fmla="val 60343"/>
                <a:gd name="adj2" fmla="val 5875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AutoShape 1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300" y="2684"/>
              <a:ext cx="240" cy="883"/>
            </a:xfrm>
            <a:prstGeom prst="leftArrow">
              <a:avLst>
                <a:gd name="adj1" fmla="val 55556"/>
                <a:gd name="adj2" fmla="val 50000"/>
              </a:avLst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栈溢出及解决方法</a:t>
            </a:r>
            <a:endParaRPr lang="zh-CN" altLang="en-US" dirty="0">
              <a:sym typeface="+mn-ea"/>
            </a:endParaRPr>
          </a:p>
        </p:txBody>
      </p:sp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Rot="1" noChangeArrowheads="1"/>
          </p:cNvSpPr>
          <p:nvPr>
            <p:custDataLst>
              <p:tags r:id="rId1"/>
            </p:custDataLst>
          </p:nvPr>
        </p:nvSpPr>
        <p:spPr>
          <a:xfrm>
            <a:off x="683568" y="684559"/>
            <a:ext cx="8062913" cy="37444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/>
            <a:r>
              <a:rPr lang="zh-CN" altLang="en-US" sz="2000" dirty="0" smtClean="0">
                <a:solidFill>
                  <a:schemeClr val="tx1"/>
                </a:solidFill>
              </a:rPr>
              <a:t>栈</a:t>
            </a:r>
            <a:r>
              <a:rPr lang="zh-CN" altLang="en-US" sz="2000" dirty="0">
                <a:solidFill>
                  <a:schemeClr val="tx1"/>
                </a:solidFill>
              </a:rPr>
              <a:t>的链式存储结构（当顺序栈的最大容量事先无法估计时，可采用链栈结构）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0" indent="0" algn="just"/>
            <a:r>
              <a:rPr lang="zh-CN" altLang="en-US" sz="2000" dirty="0" smtClean="0">
                <a:solidFill>
                  <a:schemeClr val="tx1"/>
                </a:solidFill>
              </a:rPr>
              <a:t>通常链栈用单链表表示，因此其结点结构与单链表的结构相同：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 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typedef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struct</a:t>
            </a:r>
            <a:r>
              <a:rPr lang="en-US" altLang="zh-CN" sz="2000" dirty="0" smtClean="0">
                <a:solidFill>
                  <a:schemeClr val="tx1"/>
                </a:solidFill>
              </a:rPr>
              <a:t> node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{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datatype</a:t>
            </a:r>
            <a:r>
              <a:rPr lang="en-US" altLang="zh-CN" sz="2000" dirty="0" smtClean="0">
                <a:solidFill>
                  <a:schemeClr val="tx1"/>
                </a:solidFill>
              </a:rPr>
              <a:t> data;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 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struct</a:t>
            </a:r>
            <a:r>
              <a:rPr lang="en-US" altLang="zh-CN" sz="2000" dirty="0" smtClean="0">
                <a:solidFill>
                  <a:schemeClr val="tx1"/>
                </a:solidFill>
              </a:rPr>
              <a:t> node *next;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}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StackNode</a:t>
            </a:r>
            <a:r>
              <a:rPr lang="zh-CN" altLang="en-US" sz="2000" dirty="0" smtClean="0">
                <a:solidFill>
                  <a:schemeClr val="tx1"/>
                </a:solidFill>
              </a:rPr>
              <a:t>，*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LinkStack</a:t>
            </a:r>
            <a:r>
              <a:rPr lang="en-US" altLang="zh-CN" sz="2000" dirty="0" smtClean="0">
                <a:solidFill>
                  <a:schemeClr val="tx1"/>
                </a:solidFill>
              </a:rPr>
              <a:t>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 algn="just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</a:rPr>
              <a:t>说明</a:t>
            </a:r>
            <a:r>
              <a:rPr lang="en-US" altLang="zh-CN" sz="2000" dirty="0" smtClean="0">
                <a:solidFill>
                  <a:schemeClr val="tx1"/>
                </a:solidFill>
              </a:rPr>
              <a:t>top</a:t>
            </a:r>
            <a:r>
              <a:rPr lang="zh-CN" altLang="en-US" sz="2000" dirty="0" smtClean="0">
                <a:solidFill>
                  <a:schemeClr val="tx1"/>
                </a:solidFill>
              </a:rPr>
              <a:t>为栈顶指针： 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LinkStack</a:t>
            </a:r>
            <a:r>
              <a:rPr lang="en-US" altLang="zh-CN" sz="2000" dirty="0" smtClean="0">
                <a:solidFill>
                  <a:schemeClr val="tx1"/>
                </a:solidFill>
              </a:rPr>
              <a:t>  top</a:t>
            </a:r>
            <a:r>
              <a:rPr lang="zh-CN" altLang="en-US" sz="2000" dirty="0" smtClean="0">
                <a:solidFill>
                  <a:schemeClr val="tx1"/>
                </a:solidFill>
              </a:rPr>
              <a:t>；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5473667" y="1790227"/>
            <a:ext cx="3168527" cy="2293691"/>
            <a:chOff x="2378" y="1344"/>
            <a:chExt cx="2758" cy="2534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795" y="1391"/>
              <a:ext cx="114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endParaRPr lang="zh-CN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028" y="1632"/>
              <a:ext cx="1436" cy="3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4032" y="1632"/>
              <a:ext cx="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2843" y="1824"/>
              <a:ext cx="517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78" y="1679"/>
              <a:ext cx="538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91" y="1344"/>
              <a:ext cx="1320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 data      next</a:t>
              </a:r>
              <a:endParaRPr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557" y="1656"/>
              <a:ext cx="579" cy="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栈顶</a:t>
              </a:r>
              <a:endParaRPr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076" y="2304"/>
              <a:ext cx="1436" cy="3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4080" y="2304"/>
              <a:ext cx="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172" y="3552"/>
              <a:ext cx="1436" cy="32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176" y="3552"/>
              <a:ext cx="1" cy="3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320" y="1824"/>
              <a:ext cx="1" cy="55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320" y="2592"/>
              <a:ext cx="1" cy="23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368" y="3408"/>
              <a:ext cx="1" cy="27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4315" y="2808"/>
              <a:ext cx="245" cy="5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 lIns="18000" tIns="10800" rIns="18000" bIns="10800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……</a:t>
              </a:r>
              <a:endParaRPr kumimoji="0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" name="标题 2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⒉链栈</a:t>
            </a:r>
            <a:endParaRPr lang="zh-CN" altLang="en-US" dirty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38201" y="1200150"/>
            <a:ext cx="7554913" cy="29146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000" b="0" dirty="0" smtClean="0">
                <a:solidFill>
                  <a:schemeClr val="tx1"/>
                </a:solidFill>
              </a:rPr>
              <a:t>插入和删除（进栈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/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退栈）仅能在</a:t>
            </a:r>
            <a:r>
              <a:rPr lang="zh-CN" altLang="en-US" sz="2000" b="0" dirty="0" smtClean="0">
                <a:solidFill>
                  <a:schemeClr val="accent1">
                    <a:lumMod val="50000"/>
                  </a:schemeClr>
                </a:solidFill>
              </a:rPr>
              <a:t>表头位置上（栈顶）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进行。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b="0" dirty="0" smtClean="0">
                <a:solidFill>
                  <a:schemeClr val="tx1"/>
                </a:solidFill>
              </a:rPr>
              <a:t>链栈中的结点是动态产生的，可不考虑上溢问题。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b="0" dirty="0" smtClean="0">
                <a:solidFill>
                  <a:schemeClr val="tx1"/>
                </a:solidFill>
              </a:rPr>
              <a:t>不需附加头结点，栈顶指针就是链表（即链栈）的头指针。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000" b="0" dirty="0" smtClean="0">
                <a:solidFill>
                  <a:schemeClr val="tx1"/>
                </a:solidFill>
              </a:rPr>
              <a:t>始终用</a:t>
            </a:r>
            <a:r>
              <a:rPr lang="zh-CN" altLang="en-US" sz="2000" b="0" dirty="0" smtClean="0">
                <a:solidFill>
                  <a:schemeClr val="accent1">
                    <a:lumMod val="50000"/>
                  </a:schemeClr>
                </a:solidFill>
              </a:rPr>
              <a:t>表头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指向栈顶的元素。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 smtClean="0">
                <a:solidFill>
                  <a:schemeClr val="accent1">
                    <a:lumMod val="50000"/>
                  </a:schemeClr>
                </a:solidFill>
              </a:rPr>
              <a:t>入栈：头插法；</a:t>
            </a:r>
            <a:endParaRPr lang="zh-CN" altLang="en-US" sz="2000" b="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 smtClean="0">
                <a:solidFill>
                  <a:schemeClr val="accent1">
                    <a:lumMod val="50000"/>
                  </a:schemeClr>
                </a:solidFill>
              </a:rPr>
              <a:t>出栈：</a:t>
            </a:r>
            <a:r>
              <a:rPr lang="en-US" altLang="zh-CN" sz="2000" b="0" dirty="0" smtClean="0">
                <a:solidFill>
                  <a:schemeClr val="accent1">
                    <a:lumMod val="50000"/>
                  </a:schemeClr>
                </a:solidFill>
              </a:rPr>
              <a:t>top = top-&gt;next;</a:t>
            </a:r>
            <a:endParaRPr lang="en-US" altLang="zh-CN" sz="2000" b="0" dirty="0" smtClean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435" name="AutoShape 5"/>
          <p:cNvSpPr>
            <a:spLocks noChangeArrowheads="1"/>
          </p:cNvSpPr>
          <p:nvPr/>
        </p:nvSpPr>
        <p:spPr bwMode="auto">
          <a:xfrm>
            <a:off x="5257800" y="3028950"/>
            <a:ext cx="3581400" cy="1314450"/>
          </a:xfrm>
          <a:prstGeom prst="irregularSeal1">
            <a:avLst/>
          </a:prstGeom>
          <a:solidFill>
            <a:schemeClr val="accent1"/>
          </a:solidFill>
          <a:ln w="9525">
            <a:solidFill>
              <a:schemeClr val="accent2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436" name="Rectangle 6"/>
          <p:cNvSpPr>
            <a:spLocks noChangeArrowheads="1"/>
          </p:cNvSpPr>
          <p:nvPr/>
        </p:nvSpPr>
        <p:spPr bwMode="auto">
          <a:xfrm>
            <a:off x="6019800" y="3371850"/>
            <a:ext cx="20574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3731" tIns="56866" rIns="113731" bIns="56866" anchor="ctr"/>
          <a:lstStyle>
            <a:lvl1pPr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None/>
            </a:pPr>
            <a:r>
              <a:rPr kumimoji="0" lang="zh-CN" altLang="en-US" sz="1800" dirty="0">
                <a:solidFill>
                  <a:schemeClr val="tx1"/>
                </a:solidFill>
                <a:latin typeface="+mn-lt"/>
                <a:ea typeface="+mn-ea"/>
              </a:rPr>
              <a:t>若表头为栈底，则入栈和出栈将如何实现？</a:t>
            </a:r>
            <a:endParaRPr kumimoji="0" lang="zh-CN" altLang="en-US" sz="18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链栈的特点</a:t>
            </a:r>
            <a:endParaRPr lang="zh-CN" altLang="en-US" dirty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 spd="med">
    <p:zoom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rgbClr val="898989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A5128D9-20C8-4E49-9F95-7D6E918C8724}" type="slidenum">
              <a:rPr lang="en-US" altLang="zh-CN">
                <a:solidFill>
                  <a:schemeClr val="tx1"/>
                </a:solidFill>
              </a:rPr>
            </a:fld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251520" y="1059582"/>
            <a:ext cx="7110536" cy="29845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buNone/>
            </a:pP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  <a:ea typeface="+mn-ea"/>
              </a:rPr>
              <a:t>LinkStack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Push_LinkStack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LinkStack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top,DataType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x){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StackNode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*s;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s=new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StackNode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申请新的栈顶结点空间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s-&gt;data=x;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将元素值置入结点数据域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s-&gt;next=top;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原栈顶结点作为新结点后继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top=s;            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将新结点置为栈顶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return top;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5" name="Group 4"/>
          <p:cNvGrpSpPr/>
          <p:nvPr/>
        </p:nvGrpSpPr>
        <p:grpSpPr bwMode="auto">
          <a:xfrm>
            <a:off x="5721181" y="1749151"/>
            <a:ext cx="3405562" cy="2996803"/>
            <a:chOff x="2832" y="843"/>
            <a:chExt cx="2640" cy="2661"/>
          </a:xfrm>
        </p:grpSpPr>
        <p:sp>
          <p:nvSpPr>
            <p:cNvPr id="27" name="Line 28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3312" y="1584"/>
              <a:ext cx="259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572" y="1461"/>
              <a:ext cx="1122" cy="29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4357" y="1461"/>
              <a:ext cx="1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32" y="1435"/>
              <a:ext cx="517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730" y="1484"/>
              <a:ext cx="7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原栈顶</a:t>
              </a:r>
              <a:endParaRPr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609" y="2073"/>
              <a:ext cx="1123" cy="29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394" y="2073"/>
              <a:ext cx="1" cy="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684" y="3207"/>
              <a:ext cx="1123" cy="29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469" y="3207"/>
              <a:ext cx="1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582" y="1636"/>
              <a:ext cx="1" cy="50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582" y="2334"/>
              <a:ext cx="1" cy="21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619" y="3076"/>
              <a:ext cx="1" cy="2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552" y="2531"/>
              <a:ext cx="218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 lIns="18000" tIns="10800" rIns="18000" bIns="10800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……</a:t>
              </a:r>
              <a:endParaRPr kumimoji="0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Rectangle 17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573" y="843"/>
              <a:ext cx="1123" cy="297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359" y="843"/>
              <a:ext cx="1" cy="2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0" name="Text Box 19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596" y="880"/>
              <a:ext cx="745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X</a:t>
              </a:r>
              <a:endParaRPr kumimoji="0"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3313" y="988"/>
              <a:ext cx="259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" name="Text Box 21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113" y="867"/>
              <a:ext cx="237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  <a:ea typeface="+mn-ea"/>
                </a:rPr>
                <a:t>s</a:t>
              </a:r>
              <a:endParaRPr lang="en-US" altLang="zh-CN" sz="16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526" y="998"/>
              <a:ext cx="0" cy="45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3200" y="1027"/>
              <a:ext cx="368" cy="44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25" name="Group 24"/>
            <p:cNvGrpSpPr/>
            <p:nvPr/>
          </p:nvGrpSpPr>
          <p:grpSpPr bwMode="auto">
            <a:xfrm>
              <a:off x="3318" y="1492"/>
              <a:ext cx="138" cy="179"/>
              <a:chOff x="3329" y="1311"/>
              <a:chExt cx="240" cy="312"/>
            </a:xfrm>
          </p:grpSpPr>
          <p:sp>
            <p:nvSpPr>
              <p:cNvPr id="28" name="Line 25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341" y="1311"/>
                <a:ext cx="228" cy="312"/>
              </a:xfrm>
              <a:prstGeom prst="line">
                <a:avLst/>
              </a:prstGeom>
              <a:noFill/>
              <a:ln w="76200">
                <a:solidFill>
                  <a:schemeClr val="accent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 tIns="10800" rIns="18000" bIns="10800" anchor="ctr">
                <a:spAutoFit/>
              </a:bodyPr>
              <a:lstStyle/>
              <a:p>
                <a:pPr>
                  <a:buNone/>
                </a:pPr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Line 26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 flipH="1">
                <a:off x="3329" y="1390"/>
                <a:ext cx="240" cy="216"/>
              </a:xfrm>
              <a:prstGeom prst="line">
                <a:avLst/>
              </a:prstGeom>
              <a:noFill/>
              <a:ln w="76200">
                <a:solidFill>
                  <a:schemeClr val="accent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 tIns="10800" rIns="18000" bIns="10800" anchor="ctr">
                <a:spAutoFit/>
              </a:bodyPr>
              <a:lstStyle/>
              <a:p>
                <a:pPr>
                  <a:buNone/>
                </a:pPr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Text Box 27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730" y="875"/>
              <a:ext cx="742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新栈顶</a:t>
              </a:r>
              <a:endParaRPr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31" name="标题 30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链栈入栈运算</a:t>
            </a:r>
            <a:endParaRPr lang="zh-CN" altLang="en-US" dirty="0">
              <a:sym typeface="+mn-ea"/>
            </a:endParaRPr>
          </a:p>
        </p:txBody>
      </p:sp>
    </p:spTree>
    <p:custDataLst>
      <p:tags r:id="rId28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内容占位符 2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50705" y="546564"/>
            <a:ext cx="7128792" cy="446151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>
              <a:buNone/>
            </a:pP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  <a:ea typeface="+mn-ea"/>
              </a:rPr>
              <a:t>LinkStack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Pop_LinkStack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(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LinkStack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top,DataType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*x){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StackNode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*p;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if (top==NULL)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return NULL;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栈空不能出栈，返回空指针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else 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{ *x=top-&gt;data;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保存栈顶元素值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p=top;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  top=top-&gt;next;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置新的栈顶指针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delete p;     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释放原栈顶元素结点空间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return  top;    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出栈成功，返回新的栈顶指针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l"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5868144" y="971550"/>
            <a:ext cx="2982487" cy="3371850"/>
            <a:chOff x="3312" y="768"/>
            <a:chExt cx="2256" cy="2832"/>
          </a:xfrm>
        </p:grpSpPr>
        <p:sp>
          <p:nvSpPr>
            <p:cNvPr id="7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946" y="2017"/>
              <a:ext cx="62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新栈顶</a:t>
              </a:r>
              <a:endParaRPr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71" y="2000"/>
              <a:ext cx="1168" cy="23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9" name="Line 6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4589" y="2000"/>
              <a:ext cx="0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61" y="768"/>
              <a:ext cx="627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TOP</a:t>
              </a:r>
              <a:endParaRPr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810" y="2479"/>
              <a:ext cx="1169" cy="23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2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4627" y="2479"/>
              <a:ext cx="1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833" y="3368"/>
              <a:ext cx="1168" cy="23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705" y="3368"/>
              <a:ext cx="1" cy="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823" y="2137"/>
              <a:ext cx="1" cy="39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823" y="2684"/>
              <a:ext cx="1" cy="16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861" y="3265"/>
              <a:ext cx="1" cy="19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8" name="Text Box 15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4805" y="2838"/>
              <a:ext cx="213" cy="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square" lIns="18000" tIns="10800" rIns="18000" bIns="10800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0"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……</a:t>
              </a:r>
              <a:endParaRPr kumimoji="0"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Rectangle 16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781" y="1398"/>
              <a:ext cx="1169" cy="23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buNone/>
              </a:pPr>
              <a:endParaRPr lang="zh-CN" altLang="en-US" sz="2000">
                <a:solidFill>
                  <a:schemeClr val="accent2">
                    <a:lumMod val="50000"/>
                    <a:hueOff val="10800000"/>
                  </a:schemeClr>
                </a:solidFill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599" y="1398"/>
              <a:ext cx="1" cy="2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776" y="1091"/>
              <a:ext cx="7" cy="2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772" y="1550"/>
              <a:ext cx="1" cy="35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312" y="1417"/>
              <a:ext cx="237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  <a:ea typeface="+mn-ea"/>
                </a:rPr>
                <a:t>p</a:t>
              </a:r>
              <a:endParaRPr lang="en-US" altLang="zh-CN" sz="16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grpSp>
          <p:nvGrpSpPr>
            <p:cNvPr id="24" name="Group 21"/>
            <p:cNvGrpSpPr/>
            <p:nvPr/>
          </p:nvGrpSpPr>
          <p:grpSpPr bwMode="auto">
            <a:xfrm>
              <a:off x="4697" y="1161"/>
              <a:ext cx="142" cy="140"/>
              <a:chOff x="3485" y="2136"/>
              <a:chExt cx="170" cy="172"/>
            </a:xfrm>
          </p:grpSpPr>
          <p:sp>
            <p:nvSpPr>
              <p:cNvPr id="28" name="Line 22"/>
              <p:cNvSpPr>
                <a:spLocks noChangeShapeType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492" y="2136"/>
                <a:ext cx="162" cy="172"/>
              </a:xfrm>
              <a:prstGeom prst="line">
                <a:avLst/>
              </a:prstGeom>
              <a:noFill/>
              <a:ln w="76200">
                <a:solidFill>
                  <a:schemeClr val="accent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 tIns="10800" rIns="18000" bIns="10800" anchor="ctr">
                <a:spAutoFit/>
              </a:bodyPr>
              <a:lstStyle/>
              <a:p>
                <a:pPr>
                  <a:buNone/>
                </a:pPr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Line 23"/>
              <p:cNvSpPr>
                <a:spLocks noChangeShapeType="1"/>
              </p:cNvSpPr>
              <p:nvPr>
                <p:custDataLst>
                  <p:tags r:id="rId21"/>
                </p:custDataLst>
              </p:nvPr>
            </p:nvSpPr>
            <p:spPr bwMode="auto">
              <a:xfrm flipH="1">
                <a:off x="3485" y="2162"/>
                <a:ext cx="170" cy="120"/>
              </a:xfrm>
              <a:prstGeom prst="line">
                <a:avLst/>
              </a:prstGeom>
              <a:noFill/>
              <a:ln w="76200">
                <a:solidFill>
                  <a:schemeClr val="accent3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8000" tIns="10800" rIns="18000" bIns="10800" anchor="ctr">
                <a:spAutoFit/>
              </a:bodyPr>
              <a:lstStyle/>
              <a:p>
                <a:pPr>
                  <a:buNone/>
                </a:pPr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Line 24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4552" y="1088"/>
              <a:ext cx="100" cy="90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26" name="Text Box 25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946" y="1430"/>
              <a:ext cx="622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None/>
              </a:pPr>
              <a:r>
                <a:rPr lang="zh-CN" altLang="en-US" sz="1600">
                  <a:solidFill>
                    <a:schemeClr val="tx1"/>
                  </a:solidFill>
                  <a:latin typeface="+mn-lt"/>
                  <a:ea typeface="+mn-ea"/>
                </a:rPr>
                <a:t>原栈顶</a:t>
              </a:r>
              <a:endParaRPr lang="zh-CN" altLang="en-US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3512" y="1543"/>
              <a:ext cx="28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链栈出栈运算</a:t>
            </a:r>
            <a:endParaRPr lang="zh-CN" altLang="en-US" dirty="0">
              <a:sym typeface="+mn-ea"/>
            </a:endParaRPr>
          </a:p>
        </p:txBody>
      </p:sp>
    </p:spTree>
    <p:custDataLst>
      <p:tags r:id="rId26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8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Rectangle 3"/>
          <p:cNvSpPr>
            <a:spLocks noGrp="1" noRot="1" noChangeArrowheads="1"/>
          </p:cNvSpPr>
          <p:nvPr>
            <p:custDataLst>
              <p:tags r:id="rId2"/>
            </p:custDataLst>
          </p:nvPr>
        </p:nvSpPr>
        <p:spPr>
          <a:xfrm>
            <a:off x="683568" y="1203598"/>
            <a:ext cx="7954962" cy="24482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 dirty="0" smtClean="0">
                <a:solidFill>
                  <a:schemeClr val="tx1"/>
                </a:solidFill>
              </a:rPr>
              <a:t>        </a:t>
            </a:r>
            <a:r>
              <a:rPr lang="zh-CN" altLang="en-US" sz="2400" dirty="0" smtClean="0">
                <a:solidFill>
                  <a:schemeClr val="tx1"/>
                </a:solidFill>
              </a:rPr>
              <a:t>由于栈的“后进先出”特点，在很多实际问题中都利用栈做一个辅助的数据结构来进行求解。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3" name="灯片编号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DC461E3D-BD9E-468B-B267-AEEF9E477CC9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2051720" y="2571752"/>
            <a:ext cx="4572000" cy="9518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zh-CN" altLang="en-US" b="0" dirty="0" smtClean="0">
                <a:solidFill>
                  <a:schemeClr val="tx1"/>
                </a:solidFill>
                <a:latin typeface="+mn-lt"/>
                <a:ea typeface="+mn-ea"/>
              </a:rPr>
              <a:t>例如：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</a:rPr>
              <a:t>数制转换（十转</a:t>
            </a:r>
            <a:r>
              <a:rPr lang="en-US" altLang="zh-CN" b="0" dirty="0">
                <a:solidFill>
                  <a:schemeClr val="tx1"/>
                </a:solidFill>
                <a:latin typeface="+mn-lt"/>
                <a:ea typeface="+mn-ea"/>
              </a:rPr>
              <a:t>N</a:t>
            </a:r>
            <a:r>
              <a:rPr lang="zh-CN" altLang="en-US" b="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endParaRPr lang="zh-CN" altLang="en-US" b="0" dirty="0">
              <a:solidFill>
                <a:schemeClr val="accent1">
                  <a:lumMod val="50000"/>
                  <a:hueOff val="9600000"/>
                </a:schemeClr>
              </a:solidFill>
              <a:latin typeface="+mn-lt"/>
              <a:ea typeface="+mn-ea"/>
            </a:endParaRPr>
          </a:p>
          <a:p>
            <a:pPr algn="l">
              <a:lnSpc>
                <a:spcPct val="90000"/>
              </a:lnSpc>
              <a:buNone/>
            </a:pPr>
            <a:r>
              <a:rPr lang="zh-CN" altLang="en-US" b="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用栈暂存低位</a:t>
            </a:r>
            <a:r>
              <a:rPr lang="zh-CN" altLang="en-US" b="0" dirty="0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值</a:t>
            </a:r>
            <a:endParaRPr lang="zh-CN" altLang="en-US" b="0" dirty="0" smtClean="0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3.2  </a:t>
            </a:r>
            <a:r>
              <a:rPr lang="zh-CN" altLang="en-US" dirty="0">
                <a:sym typeface="+mn-ea"/>
              </a:rPr>
              <a:t>栈的应用举例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6D0A27ED-DD82-47BA-A632-D6194CD34EDF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55468" y="123479"/>
            <a:ext cx="8688535" cy="4260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例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3.1</a:t>
            </a:r>
            <a:r>
              <a:rPr kumimoji="1"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将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十进制数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N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转换为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r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进制的数，其转换方法利用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辗转相除法。</a:t>
            </a:r>
            <a:endParaRPr kumimoji="1" lang="en-US" altLang="zh-CN" sz="2400" dirty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以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N=3467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r=8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为例转换方法如下：</a:t>
            </a:r>
            <a:endParaRPr kumimoji="1"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     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N       </a:t>
            </a:r>
            <a:r>
              <a:rPr kumimoji="1" lang="en-US" altLang="zh-CN" sz="2400" dirty="0" err="1">
                <a:solidFill>
                  <a:schemeClr val="tx1"/>
                </a:solidFill>
                <a:latin typeface="+mn-lt"/>
                <a:ea typeface="+mn-ea"/>
              </a:rPr>
              <a:t>N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/ 8 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（整除）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N  % 8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（求余）</a:t>
            </a:r>
            <a:endParaRPr kumimoji="1"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3467              433                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                  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低</a:t>
            </a:r>
            <a:endParaRPr kumimoji="1"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433      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54                     1</a:t>
            </a:r>
            <a:endParaRPr kumimoji="1"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 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54        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6                     6</a:t>
            </a:r>
            <a:endParaRPr kumimoji="1"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  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6             </a:t>
            </a:r>
            <a:r>
              <a:rPr kumimoji="1" lang="en-US" altLang="zh-CN" sz="2400" dirty="0" smtClean="0">
                <a:solidFill>
                  <a:schemeClr val="tx1"/>
                </a:solidFill>
                <a:latin typeface="+mn-lt"/>
                <a:ea typeface="+mn-ea"/>
              </a:rPr>
              <a:t>   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0                     6                  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高</a:t>
            </a:r>
            <a:endParaRPr kumimoji="1"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kumimoji="1" lang="zh-CN" altLang="en-US" sz="2400" dirty="0" smtClean="0">
                <a:solidFill>
                  <a:schemeClr val="tx1"/>
                </a:solidFill>
                <a:latin typeface="+mn-lt"/>
                <a:ea typeface="+mn-ea"/>
              </a:rPr>
              <a:t>          所以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：（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3467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kumimoji="1" lang="en-US" altLang="zh-CN" sz="2400" baseline="-25000" dirty="0">
                <a:solidFill>
                  <a:schemeClr val="tx1"/>
                </a:solidFill>
                <a:latin typeface="+mn-lt"/>
                <a:ea typeface="+mn-ea"/>
              </a:rPr>
              <a:t>10  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=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kumimoji="1"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6613</a:t>
            </a:r>
            <a:r>
              <a:rPr kumimoji="1"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kumimoji="1" lang="en-US" altLang="zh-CN" sz="2400" baseline="-25000" dirty="0" smtClean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endParaRPr kumimoji="1" lang="en-US" altLang="zh-CN" sz="2400" baseline="-25000" dirty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7" name="Line 3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822960" y="1484326"/>
            <a:ext cx="0" cy="2819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Line 4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7071360" y="1331926"/>
            <a:ext cx="0" cy="3124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03505" y="1789128"/>
            <a:ext cx="67500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zh-CN" altLang="en-US" sz="3200" b="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计算顺序</a:t>
            </a:r>
            <a:endParaRPr lang="zh-CN" altLang="en-US" sz="3200" b="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342505" y="1865328"/>
            <a:ext cx="675005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输出顺序</a:t>
            </a:r>
            <a:endParaRPr lang="zh-CN" altLang="en-US" sz="32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  <p:custDataLst>
      <p:tags r:id="rId7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autoUpdateAnimBg="0"/>
      <p:bldP spid="1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F7AD9102-4432-4809-AE85-45561290E9FD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9750" y="771550"/>
            <a:ext cx="8604250" cy="178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3810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算法</a:t>
            </a:r>
            <a:r>
              <a:rPr kumimoji="1" lang="zh-CN" altLang="en-US" sz="2400" b="0" dirty="0" smtClean="0">
                <a:solidFill>
                  <a:schemeClr val="tx1"/>
                </a:solidFill>
                <a:latin typeface="+mn-ea"/>
                <a:ea typeface="+mn-ea"/>
              </a:rPr>
              <a:t>思想：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当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N&gt;0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时重复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kumimoji="1"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838200" lvl="2" indent="-457200" algn="l">
              <a:buFont typeface="Wingdings" panose="05000000000000000000" pitchFamily="2" charset="2"/>
              <a:buAutoNum type="arabicPeriod"/>
            </a:pPr>
            <a:r>
              <a:rPr kumimoji="1" lang="zh-CN" altLang="en-US" sz="2400" b="0" dirty="0" smtClean="0">
                <a:solidFill>
                  <a:schemeClr val="tx1"/>
                </a:solidFill>
                <a:latin typeface="+mn-ea"/>
                <a:ea typeface="+mn-ea"/>
              </a:rPr>
              <a:t>若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N≠0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，则将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 % r 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压入栈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中 ，执行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+mn-ea"/>
                <a:ea typeface="+mn-ea"/>
              </a:rPr>
              <a:t>;</a:t>
            </a:r>
            <a:endParaRPr kumimoji="1" lang="en-US" altLang="zh-CN" sz="2400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vl="2" algn="l">
              <a:buNone/>
            </a:pP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zh-CN" altLang="en-US" sz="2400" b="0" dirty="0" smtClean="0">
                <a:solidFill>
                  <a:schemeClr val="tx1"/>
                </a:solidFill>
                <a:latin typeface="+mn-ea"/>
                <a:ea typeface="+mn-ea"/>
              </a:rPr>
              <a:t>若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N=0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，将栈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的内容依次出栈，   </a:t>
            </a:r>
            <a:r>
              <a:rPr kumimoji="1" lang="zh-CN" altLang="en-US" sz="2400" b="0" dirty="0" smtClean="0">
                <a:solidFill>
                  <a:schemeClr val="tx1"/>
                </a:solidFill>
                <a:latin typeface="+mn-ea"/>
                <a:ea typeface="+mn-ea"/>
              </a:rPr>
              <a:t>算法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结束。</a:t>
            </a:r>
            <a:endParaRPr kumimoji="1"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. 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用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 / r 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代替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N</a:t>
            </a:r>
            <a:endParaRPr kumimoji="1"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51520" y="195487"/>
            <a:ext cx="4824536" cy="37266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【</a:t>
            </a:r>
            <a:r>
              <a:rPr lang="zh-CN" altLang="en-US" sz="2000" dirty="0" smtClean="0">
                <a:solidFill>
                  <a:schemeClr val="tx1"/>
                </a:solidFill>
              </a:rPr>
              <a:t>算法</a:t>
            </a:r>
            <a:r>
              <a:rPr lang="en-US" altLang="zh-CN" sz="2000" dirty="0" smtClean="0">
                <a:solidFill>
                  <a:schemeClr val="tx1"/>
                </a:solidFill>
              </a:rPr>
              <a:t>3-10】</a:t>
            </a:r>
            <a:r>
              <a:rPr lang="zh-CN" altLang="en-US" sz="2000" dirty="0" smtClean="0">
                <a:solidFill>
                  <a:schemeClr val="tx1"/>
                </a:solidFill>
              </a:rPr>
              <a:t>数制转换算法一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err="1" smtClean="0">
                <a:solidFill>
                  <a:schemeClr val="tx1"/>
                </a:solidFill>
              </a:rPr>
              <a:t>typedef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DataType</a:t>
            </a:r>
            <a:r>
              <a:rPr lang="en-US" altLang="zh-CN" sz="2000" dirty="0" smtClean="0">
                <a:solidFill>
                  <a:schemeClr val="tx1"/>
                </a:solidFill>
              </a:rPr>
              <a:t>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void conversion(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N,int</a:t>
            </a:r>
            <a:r>
              <a:rPr lang="en-US" altLang="zh-CN" sz="2000" dirty="0" smtClean="0">
                <a:solidFill>
                  <a:schemeClr val="tx1"/>
                </a:solidFill>
              </a:rPr>
              <a:t> r){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SeqStack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2000" dirty="0" smtClean="0">
                <a:solidFill>
                  <a:schemeClr val="tx1"/>
                </a:solidFill>
              </a:rPr>
              <a:t>*</a:t>
            </a:r>
            <a:r>
              <a:rPr lang="en-US" altLang="zh-CN" sz="2000" dirty="0" smtClean="0">
                <a:solidFill>
                  <a:schemeClr val="tx1"/>
                </a:solidFill>
              </a:rPr>
              <a:t>s; //</a:t>
            </a:r>
            <a:r>
              <a:rPr lang="zh-CN" altLang="en-US" sz="2000" dirty="0" smtClean="0">
                <a:solidFill>
                  <a:schemeClr val="tx1"/>
                </a:solidFill>
              </a:rPr>
              <a:t>定义一个顺序栈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DateType</a:t>
            </a:r>
            <a:r>
              <a:rPr lang="en-US" altLang="zh-CN" sz="2000" dirty="0" smtClean="0">
                <a:solidFill>
                  <a:schemeClr val="tx1"/>
                </a:solidFill>
              </a:rPr>
              <a:t> x;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Init_SeqStack</a:t>
            </a:r>
            <a:r>
              <a:rPr lang="en-US" altLang="zh-CN" sz="2000" dirty="0" smtClean="0">
                <a:solidFill>
                  <a:schemeClr val="tx1"/>
                </a:solidFill>
              </a:rPr>
              <a:t>(s);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while (N)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  {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Push_SeqStack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s,N%r</a:t>
            </a:r>
            <a:r>
              <a:rPr lang="en-US" altLang="zh-CN" sz="2000" dirty="0" smtClean="0">
                <a:solidFill>
                  <a:schemeClr val="tx1"/>
                </a:solidFill>
              </a:rPr>
              <a:t>);  //</a:t>
            </a:r>
            <a:r>
              <a:rPr lang="zh-CN" altLang="en-US" sz="2000" dirty="0" smtClean="0">
                <a:solidFill>
                  <a:schemeClr val="tx1"/>
                </a:solidFill>
              </a:rPr>
              <a:t>余数入栈 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N=N/r;               //</a:t>
            </a:r>
            <a:r>
              <a:rPr lang="zh-CN" altLang="en-US" sz="2000" dirty="0" smtClean="0">
                <a:solidFill>
                  <a:schemeClr val="tx1"/>
                </a:solidFill>
              </a:rPr>
              <a:t>商作为被除数继续 </a:t>
            </a:r>
            <a:endParaRPr lang="zh-CN" altLang="en-US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chemeClr val="tx1"/>
                </a:solidFill>
              </a:rPr>
              <a:t>}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endParaRPr lang="en-US" altLang="zh-CN" sz="2000" dirty="0" smtClean="0">
              <a:solidFill>
                <a:schemeClr val="tx1"/>
              </a:solidFill>
            </a:endParaRPr>
          </a:p>
        </p:txBody>
      </p:sp>
      <p:sp>
        <p:nvSpPr>
          <p:cNvPr id="3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7B1C8B47-A8E9-4E2D-B9EA-B5B23A9DF21E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5076056" y="1203601"/>
            <a:ext cx="3816424" cy="226631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l">
              <a:lnSpc>
                <a:spcPct val="90000"/>
              </a:lnSpc>
              <a:spcBef>
                <a:spcPts val="100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while (!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  <a:ea typeface="+mn-ea"/>
              </a:rPr>
              <a:t>Empty_SeqStack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(s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))  //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余数按顺序出栈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{ </a:t>
            </a:r>
            <a:r>
              <a:rPr lang="en-US" altLang="zh-CN" sz="2000" b="0" dirty="0" err="1" smtClean="0">
                <a:solidFill>
                  <a:schemeClr val="tx1"/>
                </a:solidFill>
                <a:latin typeface="+mn-lt"/>
                <a:ea typeface="+mn-ea"/>
              </a:rPr>
              <a:t>pop_SeqStack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(s</a:t>
            </a:r>
            <a:r>
              <a:rPr lang="zh-CN" altLang="en-US" sz="2000" b="0" dirty="0" smtClean="0">
                <a:solidFill>
                  <a:schemeClr val="tx1"/>
                </a:solidFill>
                <a:latin typeface="+mn-lt"/>
                <a:ea typeface="+mn-ea"/>
              </a:rPr>
              <a:t>，</a:t>
            </a:r>
            <a:r>
              <a:rPr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x);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 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cout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&lt;&lt;x</a:t>
            </a: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；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cout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&lt;&lt;</a:t>
            </a:r>
            <a:r>
              <a:rPr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endl</a:t>
            </a: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;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lvl="0" algn="l">
              <a:lnSpc>
                <a:spcPct val="90000"/>
              </a:lnSpc>
              <a:spcBef>
                <a:spcPts val="1000"/>
              </a:spcBef>
              <a:buClrTx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}</a:t>
            </a:r>
            <a:endParaRPr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39552" y="699544"/>
            <a:ext cx="8229600" cy="37258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chemeClr val="tx1"/>
                </a:solidFill>
              </a:rPr>
              <a:t>在实际问题中经常使用一种“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先进先出</a:t>
            </a:r>
            <a:r>
              <a:rPr lang="zh-CN" altLang="en-US" sz="2400" dirty="0" smtClean="0">
                <a:solidFill>
                  <a:schemeClr val="tx1"/>
                </a:solidFill>
              </a:rPr>
              <a:t>” </a:t>
            </a:r>
            <a:r>
              <a:rPr lang="en-US" altLang="zh-CN" sz="2400" dirty="0" smtClean="0">
                <a:solidFill>
                  <a:schemeClr val="tx1"/>
                </a:solidFill>
              </a:rPr>
              <a:t>(FIFO---First  In First Out)</a:t>
            </a:r>
            <a:r>
              <a:rPr lang="zh-CN" altLang="en-US" sz="2400" dirty="0" smtClean="0">
                <a:solidFill>
                  <a:schemeClr val="tx1"/>
                </a:solidFill>
              </a:rPr>
              <a:t>的数据结构：即插入在表一端进行，删除在表的另一端进行，这种数据结构称为</a:t>
            </a:r>
            <a:r>
              <a:rPr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队或队列</a:t>
            </a:r>
            <a:r>
              <a:rPr lang="zh-CN" altLang="en-US" sz="2400" dirty="0" smtClean="0">
                <a:solidFill>
                  <a:schemeClr val="tx1"/>
                </a:solidFill>
              </a:rPr>
              <a:t>。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3555" name="灯片编号占位符 3"/>
          <p:cNvSpPr txBox="1"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813675" y="4873231"/>
            <a:ext cx="1079500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03A0B9D-5B50-4AED-A834-1DD26D1AE07E}" type="slidenum">
              <a:rPr lang="en-US" altLang="zh-CN" sz="1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20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4153" y="3127760"/>
            <a:ext cx="1296987" cy="37743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</a:rPr>
              <a:t>入队</a:t>
            </a:r>
            <a:endParaRPr lang="zh-CN" altLang="en-US" sz="20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7" name="Rectangle 5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7094472" y="3127762"/>
            <a:ext cx="1295400" cy="379814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solidFill>
                  <a:schemeClr val="bg1"/>
                </a:solidFill>
                <a:latin typeface="+mn-lt"/>
                <a:ea typeface="+mn-ea"/>
              </a:rPr>
              <a:t>出队</a:t>
            </a:r>
            <a:endParaRPr lang="zh-CN" altLang="en-US" sz="200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18" name="AutoShape 6"/>
          <p:cNvSpPr/>
          <p:nvPr>
            <p:custDataLst>
              <p:tags r:id="rId6"/>
            </p:custDataLst>
          </p:nvPr>
        </p:nvSpPr>
        <p:spPr bwMode="auto">
          <a:xfrm rot="5400000">
            <a:off x="4317542" y="-4770"/>
            <a:ext cx="540544" cy="5400675"/>
          </a:xfrm>
          <a:prstGeom prst="leftBracket">
            <a:avLst>
              <a:gd name="adj" fmla="val 62445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pPr>
              <a:defRPr/>
            </a:pPr>
            <a:endParaRPr lang="zh-CN" altLang="en-US" sz="1800" b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9" name="AutoShape 7"/>
          <p:cNvSpPr/>
          <p:nvPr>
            <p:custDataLst>
              <p:tags r:id="rId7"/>
            </p:custDataLst>
          </p:nvPr>
        </p:nvSpPr>
        <p:spPr bwMode="auto">
          <a:xfrm rot="16200000">
            <a:off x="4317542" y="1075127"/>
            <a:ext cx="540544" cy="5400675"/>
          </a:xfrm>
          <a:prstGeom prst="leftBracket">
            <a:avLst>
              <a:gd name="adj" fmla="val 62445"/>
            </a:avLst>
          </a:prstGeom>
          <a:gradFill rotWithShape="1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rgbClr val="00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CN" altLang="en-US" sz="1800" b="0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" name="Line 8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6734117" y="3127760"/>
            <a:ext cx="1871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Line 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542868" y="3127760"/>
            <a:ext cx="1871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Rectangle 10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06072" y="4549998"/>
            <a:ext cx="7366000" cy="378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0">
                <a:solidFill>
                  <a:schemeClr val="tx1"/>
                </a:solidFill>
                <a:latin typeface="+mn-lt"/>
                <a:ea typeface="+mn-ea"/>
              </a:rPr>
              <a:t>在队列尾加入元素</a:t>
            </a:r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</a:rPr>
              <a:t> </a:t>
            </a:r>
            <a:endParaRPr lang="zh-CN" altLang="en-US" sz="20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23" name="Rectangle 11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5734" y="4155273"/>
            <a:ext cx="8229600" cy="377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从队列头移除元素 </a:t>
            </a:r>
            <a:endParaRPr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4" name="Group 12"/>
          <p:cNvGrpSpPr/>
          <p:nvPr/>
        </p:nvGrpSpPr>
        <p:grpSpPr bwMode="auto">
          <a:xfrm>
            <a:off x="5870509" y="2965842"/>
            <a:ext cx="863600" cy="622698"/>
            <a:chOff x="4967" y="1979"/>
            <a:chExt cx="544" cy="523"/>
          </a:xfrm>
        </p:grpSpPr>
        <p:sp>
          <p:nvSpPr>
            <p:cNvPr id="25" name="Text Box 1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089" y="2115"/>
              <a:ext cx="136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AutoShape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67" y="1979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15"/>
          <p:cNvGrpSpPr/>
          <p:nvPr/>
        </p:nvGrpSpPr>
        <p:grpSpPr bwMode="auto">
          <a:xfrm>
            <a:off x="3116197" y="2967033"/>
            <a:ext cx="863600" cy="622698"/>
            <a:chOff x="1973" y="2387"/>
            <a:chExt cx="544" cy="523"/>
          </a:xfrm>
        </p:grpSpPr>
        <p:sp>
          <p:nvSpPr>
            <p:cNvPr id="28" name="Text Box 1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095" y="2523"/>
              <a:ext cx="182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5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AutoShape 1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73" y="2387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0" name="Group 18"/>
          <p:cNvGrpSpPr/>
          <p:nvPr/>
        </p:nvGrpSpPr>
        <p:grpSpPr bwMode="auto">
          <a:xfrm>
            <a:off x="4484622" y="2965842"/>
            <a:ext cx="863600" cy="622698"/>
            <a:chOff x="2880" y="2387"/>
            <a:chExt cx="544" cy="523"/>
          </a:xfrm>
        </p:grpSpPr>
        <p:sp>
          <p:nvSpPr>
            <p:cNvPr id="31" name="Text Box 19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005" y="2523"/>
              <a:ext cx="182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32" name="AutoShape 2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880" y="2387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21"/>
          <p:cNvGrpSpPr/>
          <p:nvPr/>
        </p:nvGrpSpPr>
        <p:grpSpPr bwMode="auto">
          <a:xfrm>
            <a:off x="3809934" y="2965841"/>
            <a:ext cx="863600" cy="626269"/>
            <a:chOff x="2427" y="2387"/>
            <a:chExt cx="544" cy="526"/>
          </a:xfrm>
        </p:grpSpPr>
        <p:sp>
          <p:nvSpPr>
            <p:cNvPr id="34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562" y="2526"/>
              <a:ext cx="182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4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AutoShape 23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27" y="2387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6" name="Group 24"/>
          <p:cNvGrpSpPr/>
          <p:nvPr/>
        </p:nvGrpSpPr>
        <p:grpSpPr bwMode="auto">
          <a:xfrm>
            <a:off x="5178359" y="2965842"/>
            <a:ext cx="863600" cy="622698"/>
            <a:chOff x="3515" y="2387"/>
            <a:chExt cx="544" cy="523"/>
          </a:xfrm>
        </p:grpSpPr>
        <p:sp>
          <p:nvSpPr>
            <p:cNvPr id="37" name="Text Box 2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650" y="2523"/>
              <a:ext cx="182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38" name="AutoShape 26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515" y="2387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9" name="Group 27"/>
          <p:cNvGrpSpPr/>
          <p:nvPr/>
        </p:nvGrpSpPr>
        <p:grpSpPr bwMode="auto">
          <a:xfrm>
            <a:off x="2441509" y="2967032"/>
            <a:ext cx="863600" cy="626269"/>
            <a:chOff x="1519" y="2387"/>
            <a:chExt cx="544" cy="526"/>
          </a:xfrm>
        </p:grpSpPr>
        <p:sp>
          <p:nvSpPr>
            <p:cNvPr id="40" name="AutoShape 28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519" y="2387"/>
              <a:ext cx="544" cy="454"/>
            </a:xfrm>
            <a:prstGeom prst="cube">
              <a:avLst>
                <a:gd name="adj" fmla="val 2500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zh-CN" sz="1800" b="0">
                <a:solidFill>
                  <a:schemeClr val="tx1"/>
                </a:solidFill>
              </a:endParaRPr>
            </a:p>
          </p:txBody>
        </p:sp>
        <p:sp>
          <p:nvSpPr>
            <p:cNvPr id="41" name="Text Box 2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638" y="2526"/>
              <a:ext cx="182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9966"/>
                </a:buClr>
                <a:buFont typeface="Wingdings" panose="05000000000000000000" pitchFamily="2" charset="2"/>
                <a:buChar char="q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6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3.3.1  </a:t>
            </a:r>
            <a:r>
              <a:rPr lang="zh-CN" altLang="en-US" dirty="0">
                <a:sym typeface="+mn-ea"/>
              </a:rPr>
              <a:t>队列的定义及基本运算</a:t>
            </a:r>
            <a:endParaRPr lang="zh-CN" altLang="en-US" dirty="0">
              <a:sym typeface="+mn-ea"/>
            </a:endParaRPr>
          </a:p>
        </p:txBody>
      </p:sp>
    </p:spTree>
    <p:custDataLst>
      <p:tags r:id="rId2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0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000"/>
                            </p:stCondLst>
                            <p:childTnLst>
                              <p:par>
                                <p:cTn id="84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0"/>
                            </p:stCondLst>
                            <p:childTnLst>
                              <p:par>
                                <p:cTn id="89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6" grpId="1" bldLvl="0" animBg="1"/>
      <p:bldP spid="17" grpId="0" bldLvl="0" animBg="1"/>
      <p:bldP spid="18" grpId="0" bldLvl="0" animBg="1"/>
      <p:bldP spid="19" grpId="0" bldLvl="0" animBg="1"/>
      <p:bldP spid="20" grpId="0" animBg="1"/>
      <p:bldP spid="21" grpId="0" animBg="1"/>
      <p:bldP spid="21" grpId="1" animBg="1"/>
      <p:bldP spid="22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755576" y="1275606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队头</a:t>
            </a:r>
            <a:r>
              <a:rPr kumimoji="1" lang="en-US" altLang="zh-CN" sz="2400" dirty="0" smtClean="0">
                <a:solidFill>
                  <a:schemeClr val="tx1"/>
                </a:solidFill>
              </a:rPr>
              <a:t>(</a:t>
            </a:r>
            <a:r>
              <a:rPr kumimoji="1" lang="en-US" altLang="en-US" sz="2400" dirty="0" smtClean="0">
                <a:solidFill>
                  <a:schemeClr val="tx1"/>
                </a:solidFill>
              </a:rPr>
              <a:t>front)</a:t>
            </a:r>
            <a:r>
              <a:rPr kumimoji="1" lang="zh-CN" altLang="en-US" sz="2400" dirty="0" smtClean="0">
                <a:solidFill>
                  <a:schemeClr val="tx1"/>
                </a:solidFill>
              </a:rPr>
              <a:t>：允许</a:t>
            </a:r>
            <a:r>
              <a:rPr kumimoji="1"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删除</a:t>
            </a:r>
            <a:r>
              <a:rPr kumimoji="1" lang="zh-CN" altLang="en-US" sz="2400" dirty="0" smtClean="0">
                <a:solidFill>
                  <a:schemeClr val="tx1"/>
                </a:solidFill>
              </a:rPr>
              <a:t>的一端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队尾</a:t>
            </a:r>
            <a:r>
              <a:rPr kumimoji="1" lang="en-US" altLang="zh-CN" sz="2400" dirty="0" smtClean="0">
                <a:solidFill>
                  <a:schemeClr val="tx1"/>
                </a:solidFill>
              </a:rPr>
              <a:t>(rear)</a:t>
            </a:r>
            <a:r>
              <a:rPr kumimoji="1" lang="zh-CN" altLang="en-US" sz="2400" dirty="0" smtClean="0">
                <a:solidFill>
                  <a:schemeClr val="tx1"/>
                </a:solidFill>
              </a:rPr>
              <a:t>：允许</a:t>
            </a:r>
            <a:r>
              <a:rPr kumimoji="1" lang="zh-CN" altLang="en-US" sz="2400" dirty="0" smtClean="0">
                <a:solidFill>
                  <a:schemeClr val="accent1">
                    <a:lumMod val="50000"/>
                  </a:schemeClr>
                </a:solidFill>
              </a:rPr>
              <a:t>插入</a:t>
            </a:r>
            <a:r>
              <a:rPr kumimoji="1" lang="zh-CN" altLang="en-US" sz="2400" dirty="0" smtClean="0">
                <a:solidFill>
                  <a:schemeClr val="tx1"/>
                </a:solidFill>
              </a:rPr>
              <a:t>的一端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空队列：队列中没有元素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入队：队列的插入运算，即插入新的队尾元素。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出队：队列的删除运算，即删除队首元素。</a:t>
            </a:r>
            <a:endParaRPr kumimoji="1" lang="en-US" altLang="zh-CN" sz="2400" dirty="0" smtClean="0">
              <a:solidFill>
                <a:schemeClr val="tx1"/>
              </a:solidFill>
            </a:endParaRPr>
          </a:p>
          <a:p>
            <a:pPr eaLnBrk="1" hangingPunct="1"/>
            <a:r>
              <a:rPr kumimoji="1" lang="zh-CN" altLang="en-US" sz="2400" dirty="0" smtClean="0">
                <a:solidFill>
                  <a:schemeClr val="tx1"/>
                </a:solidFill>
              </a:rPr>
              <a:t>运算原则：先进先出</a:t>
            </a:r>
            <a:endParaRPr kumimoji="1" lang="zh-CN" altLang="en-US" sz="2400" dirty="0" smtClean="0">
              <a:solidFill>
                <a:schemeClr val="tx1"/>
              </a:solidFill>
            </a:endParaRPr>
          </a:p>
          <a:p>
            <a:pPr eaLnBrk="1" hangingPunct="1"/>
            <a:endParaRPr kumimoji="1"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4A3FB320-1BC6-46FA-8EFA-747D690C63D1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队列的基本概念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4C774202-8965-4877-9157-0DCB6528A27D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104900" y="987574"/>
            <a:ext cx="7505700" cy="326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342900" indent="-342900" algn="l" eaLnBrk="1" hangingPunct="1"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队列的初始化 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入队，在队列的队尾插入一个元素</a:t>
            </a: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endParaRPr lang="en-US" altLang="zh-CN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30000"/>
              </a:lnSpc>
            </a:pPr>
            <a:r>
              <a:rPr lang="en-US" altLang="zh-CN" sz="240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出队，在队列非空的情况下删除队首元素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 取队头元素，在队列非空的情况下读取队首元素的值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 algn="l"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+mn-lt"/>
                <a:ea typeface="+mn-ea"/>
              </a:rPr>
              <a:t>判队列是否为空</a:t>
            </a:r>
            <a:endParaRPr lang="zh-CN" altLang="en-US" sz="24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队列的基本运算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752600" y="914400"/>
            <a:ext cx="6781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None/>
            </a:pPr>
            <a:endParaRPr lang="zh-CN" altLang="zh-CN" sz="3200" b="0">
              <a:solidFill>
                <a:schemeClr val="accent2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3" name="内容占位符 5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9409" y="530701"/>
            <a:ext cx="7239000" cy="4258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buSzPct val="80000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顺序队列的定义：</a:t>
            </a:r>
            <a:endParaRPr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20000"/>
              </a:lnSpc>
              <a:buSzPct val="80000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队列的顺序存储结构，用一组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连续的存储单元依次存放队列中的元素。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buSzPct val="80000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顺序队列的类型说明：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20000"/>
              </a:lnSpc>
              <a:buSzPct val="80000"/>
              <a:buNone/>
            </a:pP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typedef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struct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{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2" algn="l" eaLnBrk="1" hangingPunct="1">
              <a:lnSpc>
                <a:spcPct val="120000"/>
              </a:lnSpc>
              <a:buSzPct val="8000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datatype  data[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maxsize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];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2" algn="l" eaLnBrk="1" hangingPunct="1">
              <a:lnSpc>
                <a:spcPct val="120000"/>
              </a:lnSpc>
              <a:buSzPct val="8000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int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front,rear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    /*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队首、队尾*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20000"/>
              </a:lnSpc>
              <a:buSzPct val="8000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} </a:t>
            </a:r>
            <a:r>
              <a:rPr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Sequeue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</a:t>
            </a:r>
            <a:endParaRPr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队首位置：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f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总是指向当前队头元素的前一个位置。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l" eaLnBrk="1" hangingPunct="1">
              <a:lnSpc>
                <a:spcPct val="12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队</a:t>
            </a:r>
            <a:r>
              <a:rPr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尾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位置</a:t>
            </a:r>
            <a:r>
              <a:rPr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：</a:t>
            </a:r>
            <a:r>
              <a:rPr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指向当前队尾元素的位置。</a:t>
            </a:r>
            <a:endParaRPr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Line 4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6762750" y="2857500"/>
            <a:ext cx="10096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6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6762750" y="6175375"/>
            <a:ext cx="10096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6762750" y="2857500"/>
            <a:ext cx="0" cy="4794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8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7772400" y="2857500"/>
            <a:ext cx="0" cy="4794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6762750" y="3336925"/>
            <a:ext cx="0" cy="4714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10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7772400" y="3336925"/>
            <a:ext cx="0" cy="4714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1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6762750" y="3808413"/>
            <a:ext cx="0" cy="4746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12" name="Line 11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7772400" y="3808413"/>
            <a:ext cx="0" cy="4746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3" name="Line 12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>
            <a:off x="6762750" y="4283075"/>
            <a:ext cx="0" cy="473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14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7772400" y="4283075"/>
            <a:ext cx="0" cy="473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6762750" y="4756150"/>
            <a:ext cx="0" cy="9461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16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7772400" y="4756150"/>
            <a:ext cx="0" cy="9461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17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6762750" y="5702300"/>
            <a:ext cx="0" cy="473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algn="l">
              <a:buNone/>
            </a:pPr>
            <a:endParaRPr lang="zh-CN" altLang="en-US"/>
          </a:p>
        </p:txBody>
      </p:sp>
      <p:sp>
        <p:nvSpPr>
          <p:cNvPr id="18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7772400" y="5702300"/>
            <a:ext cx="0" cy="473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grpSp>
        <p:nvGrpSpPr>
          <p:cNvPr id="19" name="Group 18"/>
          <p:cNvGrpSpPr/>
          <p:nvPr/>
        </p:nvGrpSpPr>
        <p:grpSpPr bwMode="auto">
          <a:xfrm>
            <a:off x="5999921" y="835025"/>
            <a:ext cx="2915478" cy="4117975"/>
            <a:chOff x="3648" y="1392"/>
            <a:chExt cx="2112" cy="2594"/>
          </a:xfrm>
        </p:grpSpPr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3984" y="1392"/>
              <a:ext cx="96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endParaRPr lang="zh-CN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932" y="30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n</a:t>
              </a:r>
              <a:endParaRPr lang="en-US" altLang="zh-CN" sz="2000" b="0" baseline="-250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932" y="3686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endParaRPr lang="zh-CN" altLang="zh-CN" sz="2000" b="0">
                <a:solidFill>
                  <a:schemeClr val="accent1">
                    <a:lumMod val="50000"/>
                  </a:schemeClr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932" y="3387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…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932" y="27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…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932" y="24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3</a:t>
              </a:r>
              <a:endParaRPr lang="en-US" altLang="zh-CN" sz="2000" b="0" baseline="-250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932" y="2188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2</a:t>
              </a:r>
              <a:endParaRPr lang="en-US" altLang="zh-CN" sz="2000" b="0" baseline="-250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932" y="1884"/>
              <a:ext cx="576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1</a:t>
              </a:r>
              <a:endParaRPr lang="en-US" altLang="zh-CN" sz="2000" b="0" baseline="-250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4932" y="188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4932" y="21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4932" y="24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932" y="27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4932" y="30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4932" y="368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932" y="398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Line 34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932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5508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4932" y="33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 Box 3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4440" y="1476"/>
              <a:ext cx="13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>
                  <a:solidFill>
                    <a:schemeClr val="tx1"/>
                  </a:solidFill>
                  <a:latin typeface="+mn-lt"/>
                  <a:ea typeface="+mn-ea"/>
                </a:rPr>
                <a:t>data</a:t>
              </a:r>
              <a:endParaRPr lang="en-US" altLang="zh-CN" sz="2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Text Box 38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648" y="1654"/>
              <a:ext cx="792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2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Text Box 39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657" y="3096"/>
              <a:ext cx="720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50000"/>
                </a:spcBef>
                <a:buNone/>
              </a:pPr>
              <a:r>
                <a:rPr lang="en-US" altLang="zh-CN" sz="2400" dirty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2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Rectangle 40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4260" y="3092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n-1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260" y="3688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Max-1</a:t>
              </a:r>
              <a:endParaRPr lang="en-US" altLang="zh-CN" sz="16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260" y="3390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…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260" y="2794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…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260" y="2495"/>
              <a:ext cx="63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2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260" y="2198"/>
              <a:ext cx="636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1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260" y="1896"/>
              <a:ext cx="6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r"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+mn-ea"/>
                </a:rPr>
                <a:t>0</a:t>
              </a:r>
              <a:endParaRPr lang="en-US" altLang="zh-CN"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>
              <p:custDataLst>
                <p:tags r:id="rId44"/>
              </p:custDataLst>
            </p:nvPr>
          </p:nvSpPr>
          <p:spPr bwMode="auto">
            <a:xfrm>
              <a:off x="4332" y="180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Line 48"/>
            <p:cNvSpPr>
              <a:spLocks noChangeShapeType="1"/>
            </p:cNvSpPr>
            <p:nvPr>
              <p:custDataLst>
                <p:tags r:id="rId45"/>
              </p:custDataLst>
            </p:nvPr>
          </p:nvSpPr>
          <p:spPr bwMode="auto">
            <a:xfrm>
              <a:off x="4256" y="327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1" name="标题 50"/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顺序队列</a:t>
            </a:r>
            <a:endParaRPr lang="zh-CN" altLang="en-US" dirty="0">
              <a:sym typeface="+mn-ea"/>
            </a:endParaRPr>
          </a:p>
        </p:txBody>
      </p:sp>
    </p:spTree>
    <p:custDataLst>
      <p:tags r:id="rId4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AF91278A-1B71-426C-B518-D18F7EA43DEC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35170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38200" y="267500"/>
            <a:ext cx="7190184" cy="3569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 algn="just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申请一个顺序队的存储空间：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  <a:r>
              <a:rPr kumimoji="1" lang="zh-CN" altLang="en-US" sz="2000" b="0" dirty="0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   </a:t>
            </a:r>
            <a:r>
              <a:rPr kumimoji="1" lang="en-US" altLang="zh-CN" sz="2000" b="0" dirty="0" err="1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sq</a:t>
            </a:r>
            <a:r>
              <a:rPr kumimoji="1" lang="en-US" altLang="zh-CN" sz="2000" b="0" dirty="0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=new </a:t>
            </a:r>
            <a:r>
              <a:rPr kumimoji="1" lang="en-US" altLang="zh-CN" sz="2000" b="0" dirty="0" err="1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Sequeue</a:t>
            </a:r>
            <a:r>
              <a:rPr kumimoji="1" lang="en-US" altLang="zh-CN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;</a:t>
            </a:r>
            <a:endParaRPr kumimoji="1" lang="en-US" altLang="zh-CN" sz="2000" b="0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队列的数据区为：</a:t>
            </a:r>
            <a:endParaRPr kumimoji="1" lang="zh-CN" altLang="en-US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  <a:buNone/>
            </a:pPr>
            <a:r>
              <a:rPr kumimoji="1" lang="zh-CN" altLang="en-US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      </a:t>
            </a:r>
            <a:r>
              <a:rPr kumimoji="1"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-&gt;data[0]---</a:t>
            </a:r>
            <a:r>
              <a:rPr kumimoji="1" lang="en-US" altLang="zh-CN" sz="2000" b="0" dirty="0" err="1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-&gt;data[MAXSIZE -1]</a:t>
            </a:r>
            <a:endParaRPr kumimoji="1" lang="en-US" altLang="zh-CN" sz="2000" b="0" dirty="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  <a:p>
            <a:pPr marL="342900" indent="-342900" algn="just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l"/>
            </a:pPr>
            <a:r>
              <a:rPr kumimoji="1" lang="zh-CN" altLang="en-US" sz="2000" b="0" dirty="0" smtClean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通常设</a:t>
            </a:r>
            <a:r>
              <a:rPr kumimoji="1" lang="zh-CN" altLang="en-US" sz="2000" b="0" dirty="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队头指针指向队头元素前面一个位置，队尾指针指向队尾元素</a:t>
            </a: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（这样的设置是为了某些运算的方便，并不是唯一的方法）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kumimoji="1" lang="zh-CN" altLang="en-US" sz="2000" b="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5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857250" y="1042987"/>
            <a:ext cx="2952750" cy="1755420"/>
            <a:chOff x="288" y="762"/>
            <a:chExt cx="2180" cy="1660"/>
          </a:xfrm>
        </p:grpSpPr>
        <p:sp>
          <p:nvSpPr>
            <p:cNvPr id="8230" name="Rectangle 4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173" y="767"/>
              <a:ext cx="1295" cy="1203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None/>
              </a:pPr>
              <a:endParaRPr lang="zh-CN" altLang="en-US" sz="2400">
                <a:solidFill>
                  <a:schemeClr val="accent2">
                    <a:lumMod val="50000"/>
                    <a:hueOff val="1080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8231" name="Line 5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1173" y="1347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32" name="Line 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1173" y="1679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33" name="Line 7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173" y="1056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34" name="Text Box 8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7" y="762"/>
              <a:ext cx="426" cy="1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3      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2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1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0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35" name="Text Box 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8" y="1949"/>
              <a:ext cx="727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36" name="Line 10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029" y="2094"/>
              <a:ext cx="34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37" name="Line 11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1029" y="2240"/>
              <a:ext cx="34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38" name="Text Box 1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280" y="1951"/>
              <a:ext cx="757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1800">
                  <a:solidFill>
                    <a:schemeClr val="tx1"/>
                  </a:solidFill>
                  <a:latin typeface="+mn-lt"/>
                  <a:ea typeface="+mn-ea"/>
                </a:rPr>
                <a:t>空队列</a:t>
              </a:r>
              <a:endParaRPr lang="zh-CN" altLang="en-US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4922492" y="3009899"/>
            <a:ext cx="3154707" cy="1628664"/>
            <a:chOff x="2898" y="2448"/>
            <a:chExt cx="2306" cy="1730"/>
          </a:xfrm>
        </p:grpSpPr>
        <p:sp>
          <p:nvSpPr>
            <p:cNvPr id="8220" name="Rectangle 1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09" y="2448"/>
              <a:ext cx="1295" cy="137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None/>
              </a:pP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lnSpc>
                  <a:spcPct val="120000"/>
                </a:lnSpc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lnSpc>
                  <a:spcPct val="120000"/>
                </a:lnSpc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lnSpc>
                  <a:spcPct val="120000"/>
                </a:lnSpc>
                <a:buNone/>
              </a:pP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buNone/>
              </a:pP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buNone/>
              </a:pP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 eaLnBrk="1" hangingPunct="1">
                <a:buNone/>
              </a:pP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21" name="Line 15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V="1">
              <a:off x="3909" y="3106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2" name="Line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3909" y="3490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3" name="Line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909" y="2770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4" name="Text Box 18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05" y="3180"/>
              <a:ext cx="95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25" name="Line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3571" y="3346"/>
              <a:ext cx="369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6" name="Text Box 20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898" y="2459"/>
              <a:ext cx="95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27" name="Line 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559" y="2614"/>
              <a:ext cx="369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28" name="Text Box 22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267" y="3852"/>
              <a:ext cx="139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D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  <a:ea typeface="+mn-ea"/>
                </a:rPr>
                <a:t>相继入队</a:t>
              </a:r>
              <a:endParaRPr lang="zh-CN" altLang="en-US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29" name="Text Box 2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427" y="2478"/>
              <a:ext cx="426" cy="1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3      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2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1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0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" name="Group 24"/>
          <p:cNvGrpSpPr/>
          <p:nvPr/>
        </p:nvGrpSpPr>
        <p:grpSpPr bwMode="auto">
          <a:xfrm>
            <a:off x="683830" y="3024188"/>
            <a:ext cx="3202370" cy="1675460"/>
            <a:chOff x="153" y="2460"/>
            <a:chExt cx="2375" cy="1830"/>
          </a:xfrm>
        </p:grpSpPr>
        <p:sp>
          <p:nvSpPr>
            <p:cNvPr id="8211" name="Rectangle 2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233" y="2460"/>
              <a:ext cx="1295" cy="140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buNone/>
              </a:pPr>
              <a:endParaRPr lang="zh-CN" altLang="en-US" sz="2400">
                <a:solidFill>
                  <a:schemeClr val="accent2">
                    <a:lumMod val="50000"/>
                    <a:hueOff val="1080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8212" name="Line 26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233" y="3142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13" name="Line 27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1233" y="3526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14" name="Line 28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1233" y="2806"/>
              <a:ext cx="129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15" name="Text Box 29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53" y="3050"/>
              <a:ext cx="954" cy="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fontAlgn="b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fontAlgn="b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16" name="Line 30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903" y="3286"/>
              <a:ext cx="338" cy="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17" name="Line 31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903" y="3478"/>
              <a:ext cx="326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8218" name="Text Box 3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67" y="3888"/>
              <a:ext cx="1374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zh-CN" altLang="en-US" sz="18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18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lang="zh-CN" altLang="en-US" sz="1800">
                  <a:solidFill>
                    <a:schemeClr val="tx1"/>
                  </a:solidFill>
                  <a:latin typeface="+mn-lt"/>
                  <a:ea typeface="+mn-ea"/>
                </a:rPr>
                <a:t>相继出队</a:t>
              </a:r>
              <a:endParaRPr lang="zh-CN" altLang="en-US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19" name="Text Box 3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86" y="2478"/>
              <a:ext cx="426" cy="1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3      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2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1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  0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5" name="Group 34"/>
          <p:cNvGrpSpPr/>
          <p:nvPr/>
        </p:nvGrpSpPr>
        <p:grpSpPr bwMode="auto">
          <a:xfrm>
            <a:off x="5053014" y="992981"/>
            <a:ext cx="2947987" cy="1771651"/>
            <a:chOff x="3183" y="624"/>
            <a:chExt cx="1857" cy="1488"/>
          </a:xfrm>
        </p:grpSpPr>
        <p:sp>
          <p:nvSpPr>
            <p:cNvPr id="8200" name="Text Box 35"/>
            <p:cNvSpPr txBox="1">
              <a:spLocks noChangeArrowheads="1"/>
            </p:cNvSpPr>
            <p:nvPr/>
          </p:nvSpPr>
          <p:spPr bwMode="auto">
            <a:xfrm>
              <a:off x="3301" y="1037"/>
              <a:ext cx="117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endParaRPr lang="zh-CN" altLang="zh-CN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01" name="Text Box 3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199" y="1742"/>
              <a:ext cx="53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02" name="Text Box 3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183" y="1184"/>
              <a:ext cx="561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 dirty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4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03" name="Line 3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3634" y="1292"/>
              <a:ext cx="302" cy="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04" name="Text Box 3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820" y="1854"/>
              <a:ext cx="1182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14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r>
                <a:rPr lang="zh-CN" altLang="en-US" sz="1400">
                  <a:solidFill>
                    <a:schemeClr val="tx1"/>
                  </a:solidFill>
                  <a:latin typeface="+mn-lt"/>
                  <a:ea typeface="+mn-ea"/>
                </a:rPr>
                <a:t>相继入队</a:t>
              </a:r>
              <a:endParaRPr lang="zh-CN" altLang="en-US" sz="14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05" name="Rectangle 40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928" y="672"/>
              <a:ext cx="1112" cy="109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buNone/>
              </a:pPr>
              <a:endParaRPr lang="en-US" altLang="zh-CN" sz="1400">
                <a:solidFill>
                  <a:schemeClr val="bg1"/>
                </a:solidFill>
                <a:latin typeface="+mn-lt"/>
                <a:ea typeface="+mn-ea"/>
              </a:endParaRPr>
            </a:p>
            <a:p>
              <a:pPr algn="ctr">
                <a:buNone/>
              </a:pPr>
              <a:endParaRPr lang="en-US" altLang="zh-CN" sz="1400">
                <a:solidFill>
                  <a:schemeClr val="bg1"/>
                </a:solidFill>
                <a:latin typeface="+mn-lt"/>
                <a:ea typeface="+mn-ea"/>
              </a:endParaRPr>
            </a:p>
            <a:p>
              <a:pPr algn="ctr">
                <a:buNone/>
              </a:pPr>
              <a:endParaRPr lang="en-US" altLang="zh-CN" sz="1400">
                <a:solidFill>
                  <a:schemeClr val="bg1"/>
                </a:solidFill>
                <a:latin typeface="+mn-lt"/>
                <a:ea typeface="+mn-ea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B</a:t>
              </a:r>
              <a:endParaRPr lang="en-US" altLang="zh-CN" sz="1400">
                <a:solidFill>
                  <a:schemeClr val="bg1"/>
                </a:solidFill>
                <a:latin typeface="+mn-lt"/>
                <a:ea typeface="+mn-ea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en-US" altLang="zh-CN" sz="1400">
                  <a:solidFill>
                    <a:schemeClr val="bg1"/>
                  </a:solidFill>
                  <a:latin typeface="+mn-lt"/>
                  <a:ea typeface="+mn-ea"/>
                </a:rPr>
                <a:t>A</a:t>
              </a:r>
              <a:endParaRPr lang="en-US" altLang="zh-CN" sz="140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8206" name="Line 41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3928" y="1202"/>
              <a:ext cx="111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07" name="Line 42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928" y="1505"/>
              <a:ext cx="111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08" name="Line 43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3928" y="936"/>
              <a:ext cx="111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09" name="Line 44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651" y="1884"/>
              <a:ext cx="292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8210" name="Text Box 45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3576" y="624"/>
              <a:ext cx="366" cy="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200" dirty="0">
                  <a:solidFill>
                    <a:schemeClr val="tx1"/>
                  </a:solidFill>
                  <a:latin typeface="+mn-lt"/>
                  <a:ea typeface="+mn-ea"/>
                </a:rPr>
                <a:t>  3      </a:t>
              </a:r>
              <a:endParaRPr lang="en-US" altLang="zh-CN" sz="12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200" dirty="0">
                  <a:solidFill>
                    <a:schemeClr val="tx1"/>
                  </a:solidFill>
                  <a:latin typeface="+mn-lt"/>
                  <a:ea typeface="+mn-ea"/>
                </a:rPr>
                <a:t>  2</a:t>
              </a:r>
              <a:endParaRPr lang="en-US" altLang="zh-CN" sz="12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200" dirty="0">
                  <a:solidFill>
                    <a:schemeClr val="tx1"/>
                  </a:solidFill>
                  <a:latin typeface="+mn-lt"/>
                  <a:ea typeface="+mn-ea"/>
                </a:rPr>
                <a:t>  1</a:t>
              </a:r>
              <a:endParaRPr lang="en-US" altLang="zh-CN" sz="1200" dirty="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1200" dirty="0">
                  <a:solidFill>
                    <a:schemeClr val="tx1"/>
                  </a:solidFill>
                  <a:latin typeface="+mn-lt"/>
                  <a:ea typeface="+mn-ea"/>
                </a:rPr>
                <a:t>  0</a:t>
              </a:r>
              <a:endParaRPr lang="en-US" altLang="zh-CN" sz="12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6" name="标题 5"/>
          <p:cNvSpPr>
            <a:spLocks noGrp="1"/>
          </p:cNvSpPr>
          <p:nvPr>
            <p:ph type="title"/>
            <p:custDataLst>
              <p:tags r:id="rId39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顺序队列运算时的头、尾指针变化</a:t>
            </a:r>
            <a:endParaRPr lang="zh-CN" altLang="en-US" dirty="0">
              <a:sym typeface="+mn-ea"/>
            </a:endParaRPr>
          </a:p>
        </p:txBody>
      </p:sp>
    </p:spTree>
    <p:custDataLst>
      <p:tags r:id="rId40"/>
    </p:custDataLst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30755" name="Text Box 3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32674" y="974648"/>
            <a:ext cx="5105400" cy="2117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初始状态：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lvl="1" algn="l" eaLnBrk="1" hangingPunct="1">
              <a:lnSpc>
                <a:spcPct val="12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200" b="0" dirty="0" smtClean="0">
                <a:solidFill>
                  <a:schemeClr val="tx1"/>
                </a:solidFill>
                <a:latin typeface="+mn-lt"/>
                <a:ea typeface="+mn-ea"/>
              </a:rPr>
              <a:t>rear==front=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-</a:t>
            </a:r>
            <a:r>
              <a:rPr lang="en-US" altLang="zh-CN" sz="2200" b="0" dirty="0" smtClean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endParaRPr lang="en-US" altLang="zh-CN" sz="2200" b="0" dirty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lvl="1" algn="l" eaLnBrk="1" hangingPunct="1">
              <a:lnSpc>
                <a:spcPct val="12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200" b="0" dirty="0" smtClean="0">
                <a:solidFill>
                  <a:schemeClr val="tx1"/>
                </a:solidFill>
                <a:latin typeface="+mn-lt"/>
                <a:ea typeface="+mn-ea"/>
              </a:rPr>
              <a:t>队列长度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：</a:t>
            </a:r>
            <a:endParaRPr lang="zh-CN" altLang="en-US" sz="22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None/>
            </a:pP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m=(</a:t>
            </a:r>
            <a:r>
              <a:rPr kumimoji="1" lang="en-US" altLang="zh-CN" sz="2000" dirty="0" err="1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-&gt;rear</a:t>
            </a:r>
            <a:r>
              <a:rPr kumimoji="1" lang="en-US" altLang="zh-CN" sz="20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)-(</a:t>
            </a:r>
            <a:r>
              <a:rPr kumimoji="1" lang="en-US" altLang="zh-CN" sz="2000" dirty="0" err="1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-</a:t>
            </a:r>
            <a:r>
              <a:rPr kumimoji="1" lang="en-US" altLang="zh-CN" sz="20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&gt;front</a:t>
            </a:r>
            <a:r>
              <a:rPr kumimoji="1" lang="en-US" altLang="zh-CN" sz="20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);</a:t>
            </a:r>
            <a:endParaRPr kumimoji="1" lang="en-US" altLang="zh-CN" sz="2000" dirty="0" smtClean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None/>
            </a:pPr>
            <a:r>
              <a:rPr lang="zh-CN" altLang="en-US" sz="2200" b="0" dirty="0" smtClean="0">
                <a:solidFill>
                  <a:schemeClr val="tx1"/>
                </a:solidFill>
                <a:latin typeface="+mn-lt"/>
                <a:ea typeface="+mn-ea"/>
              </a:rPr>
              <a:t>队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满时 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m=</a:t>
            </a:r>
            <a:r>
              <a:rPr lang="en-US" altLang="zh-CN" sz="2200" b="0" dirty="0" err="1">
                <a:solidFill>
                  <a:schemeClr val="tx1"/>
                </a:solidFill>
                <a:latin typeface="+mn-lt"/>
                <a:ea typeface="+mn-ea"/>
              </a:rPr>
              <a:t>maxsize</a:t>
            </a:r>
            <a:r>
              <a:rPr lang="zh-CN" altLang="en-US" sz="2200" b="0" dirty="0">
                <a:solidFill>
                  <a:schemeClr val="tx1"/>
                </a:solidFill>
                <a:latin typeface="+mn-lt"/>
                <a:ea typeface="+mn-ea"/>
              </a:rPr>
              <a:t>，队空时</a:t>
            </a:r>
            <a:r>
              <a:rPr lang="en-US" altLang="zh-CN" sz="2200" b="0" dirty="0">
                <a:solidFill>
                  <a:schemeClr val="tx1"/>
                </a:solidFill>
                <a:latin typeface="+mn-lt"/>
                <a:ea typeface="+mn-ea"/>
              </a:rPr>
              <a:t>m=0</a:t>
            </a:r>
            <a:endParaRPr lang="en-US" altLang="zh-CN" sz="2200" b="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788024" y="371475"/>
            <a:ext cx="3898050" cy="3352403"/>
            <a:chOff x="3552" y="1392"/>
            <a:chExt cx="2208" cy="2594"/>
          </a:xfrm>
        </p:grpSpPr>
        <p:sp>
          <p:nvSpPr>
            <p:cNvPr id="9222" name="Text Box 5"/>
            <p:cNvSpPr txBox="1">
              <a:spLocks noChangeArrowheads="1"/>
            </p:cNvSpPr>
            <p:nvPr/>
          </p:nvSpPr>
          <p:spPr bwMode="auto">
            <a:xfrm>
              <a:off x="3984" y="1392"/>
              <a:ext cx="96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endParaRPr lang="zh-CN" altLang="zh-CN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3" name="Rectangle 6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932" y="30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+mn-lt"/>
                  <a:ea typeface="+mn-ea"/>
                </a:rPr>
                <a:t>n</a:t>
              </a:r>
              <a:endParaRPr lang="en-US" altLang="zh-CN" sz="20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4" name="Rectangle 7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32" y="3686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endParaRPr lang="zh-CN" altLang="zh-CN" sz="18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9225" name="Rectangle 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32" y="3387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6" name="Rectangle 9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32" y="27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7" name="Rectangle 10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932" y="24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20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8" name="Rectangle 11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32" y="2188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20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29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932" y="1884"/>
              <a:ext cx="576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20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2000" b="0" baseline="-2500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20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30" name="Line 1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932" y="188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1" name="Line 14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932" y="21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2" name="Line 15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932" y="24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3" name="Line 16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932" y="27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4" name="Line 17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932" y="30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5" name="Line 1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932" y="368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6" name="Line 1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932" y="398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7" name="Line 20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4932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8" name="Line 2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5508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39" name="Line 2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4932" y="33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40" name="Text Box 2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4440" y="1476"/>
              <a:ext cx="1320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+mn-lt"/>
                  <a:ea typeface="+mn-ea"/>
                </a:rPr>
                <a:t>data</a:t>
              </a:r>
              <a:endParaRPr lang="en-US" altLang="zh-CN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1" name="Text Box 24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552" y="1679"/>
              <a:ext cx="79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800" dirty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8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2" name="Text Box 2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3552" y="3096"/>
              <a:ext cx="719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80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8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3" name="Rectangle 26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60" y="3092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n-1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4" name="Rectangle 27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260" y="3688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Max-1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5" name="Rectangle 28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260" y="3390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6" name="Rectangle 29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260" y="2794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7" name="Rectangle 30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260" y="2495"/>
              <a:ext cx="63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8" name="Rectangle 31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260" y="2198"/>
              <a:ext cx="636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49" name="Rectangle 32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4260" y="1896"/>
              <a:ext cx="6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8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50" name="Line 33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245" y="1848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9251" name="Line 34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4188" y="327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顺序队列的主要运算</a:t>
            </a:r>
            <a:r>
              <a:rPr lang="zh-CN" altLang="en-US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一)</a:t>
            </a:r>
            <a:endParaRPr lang="zh-CN" altLang="en-US" dirty="0">
              <a:sym typeface="+mn-ea"/>
            </a:endParaRPr>
          </a:p>
        </p:txBody>
      </p:sp>
    </p:spTree>
    <p:custDataLst>
      <p:tags r:id="rId33"/>
    </p:custDataLst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2" name="Group 37"/>
          <p:cNvGrpSpPr/>
          <p:nvPr/>
        </p:nvGrpSpPr>
        <p:grpSpPr bwMode="auto">
          <a:xfrm>
            <a:off x="6074604" y="1314450"/>
            <a:ext cx="2917618" cy="2728913"/>
            <a:chOff x="3698" y="1392"/>
            <a:chExt cx="2062" cy="2594"/>
          </a:xfrm>
        </p:grpSpPr>
        <p:sp>
          <p:nvSpPr>
            <p:cNvPr id="10246" name="Text Box 38"/>
            <p:cNvSpPr txBox="1">
              <a:spLocks noChangeArrowheads="1"/>
            </p:cNvSpPr>
            <p:nvPr/>
          </p:nvSpPr>
          <p:spPr bwMode="auto">
            <a:xfrm>
              <a:off x="3984" y="1392"/>
              <a:ext cx="960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None/>
              </a:pPr>
              <a:endParaRPr lang="zh-CN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47" name="Rectangle 3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4932" y="30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1800" b="0" baseline="-25000">
                  <a:solidFill>
                    <a:schemeClr val="tx1"/>
                  </a:solidFill>
                  <a:latin typeface="+mn-lt"/>
                  <a:ea typeface="+mn-ea"/>
                </a:rPr>
                <a:t>n</a:t>
              </a:r>
              <a:endParaRPr lang="en-US" altLang="zh-CN" sz="18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48" name="Rectangle 4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932" y="3686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endParaRPr lang="zh-CN" altLang="zh-CN" sz="1600" b="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249" name="Rectangle 4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32" y="3387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0" name="Rectangle 4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932" y="27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1" name="Rectangle 43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932" y="2487"/>
              <a:ext cx="576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1800" b="0" baseline="-2500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18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2" name="Rectangle 4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932" y="2188"/>
              <a:ext cx="57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1800" b="0" baseline="-2500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8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3" name="Rectangle 4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32" y="1884"/>
              <a:ext cx="576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800" b="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r>
                <a:rPr lang="en-US" altLang="zh-CN" sz="1800" b="0" baseline="-2500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800" b="0" baseline="-25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54" name="Line 46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4932" y="1884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5" name="Line 47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932" y="2188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6" name="Line 48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4932" y="24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7" name="Line 49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4932" y="27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8" name="Line 50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4932" y="30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59" name="Line 51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932" y="3686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0" name="Line 52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932" y="3986"/>
              <a:ext cx="57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1" name="Line 5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4932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2" name="Line 5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5508" y="1884"/>
              <a:ext cx="0" cy="210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3" name="Line 55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4932" y="3387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64" name="Text Box 5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4440" y="1476"/>
              <a:ext cx="1320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data</a:t>
              </a:r>
              <a:endParaRPr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5" name="Text Box 5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709" y="1581"/>
              <a:ext cx="793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600" dirty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160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6" name="Text Box 5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698" y="3096"/>
              <a:ext cx="719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lang="en-US" altLang="zh-CN" sz="160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16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7" name="Rectangle 5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260" y="3092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n-1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8" name="Rectangle 60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260" y="3688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Max-1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69" name="Rectangle 61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260" y="3390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0" name="Rectangle 62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260" y="2794"/>
              <a:ext cx="636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…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1" name="Rectangle 6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260" y="2495"/>
              <a:ext cx="636" cy="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2" name="Rectangle 64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4260" y="2198"/>
              <a:ext cx="636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3" name="Rectangle 6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260" y="1896"/>
              <a:ext cx="6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defTabSz="112903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defTabSz="112903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None/>
              </a:pPr>
              <a:r>
                <a:rPr lang="en-US" altLang="zh-CN" sz="1600" b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600" b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0274" name="Line 66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4282" y="176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0275" name="Line 67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188" y="327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36" name="Text Box 2"/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01258" y="619222"/>
            <a:ext cx="5923384" cy="433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 algn="just">
              <a:buClr>
                <a:schemeClr val="tx2"/>
              </a:buClr>
            </a:pP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入队：</a:t>
            </a:r>
            <a:endParaRPr kumimoji="1"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在不考虑溢出的情况下，入队操作队尾指针加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，指向新位置后，元素入队。</a:t>
            </a:r>
            <a:endParaRPr kumimoji="1"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操作如下：</a:t>
            </a:r>
            <a:endParaRPr kumimoji="1"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zh-CN" altLang="en-US" sz="2000" b="0" dirty="0" smtClean="0">
                <a:solidFill>
                  <a:schemeClr val="tx1"/>
                </a:solidFill>
                <a:latin typeface="+mn-lt"/>
                <a:ea typeface="+mn-ea"/>
              </a:rPr>
              <a:t>         </a:t>
            </a:r>
            <a:r>
              <a:rPr kumimoji="1" lang="en-US" altLang="zh-CN" sz="2000" b="0" dirty="0" err="1" smtClean="0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-&gt;rear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++;</a:t>
            </a:r>
            <a:endParaRPr kumimoji="1"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   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-&gt;data[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-&gt;rear]=x;    </a:t>
            </a:r>
            <a:endParaRPr kumimoji="1"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marL="342900" indent="-342900" algn="just">
              <a:buClr>
                <a:schemeClr val="tx2"/>
              </a:buClr>
            </a:pP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</a:t>
            </a:r>
            <a:r>
              <a:rPr kumimoji="1" lang="zh-CN" altLang="en-US" sz="2000" b="0" dirty="0" smtClean="0">
                <a:solidFill>
                  <a:schemeClr val="tx1"/>
                </a:solidFill>
                <a:latin typeface="+mn-lt"/>
                <a:ea typeface="+mn-ea"/>
              </a:rPr>
              <a:t>出队：</a:t>
            </a:r>
            <a:endParaRPr kumimoji="1" lang="en-US" altLang="zh-CN" sz="2000" b="0" dirty="0" smtClean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zh-CN" altLang="en-US" sz="2000" b="0" dirty="0" smtClean="0">
                <a:solidFill>
                  <a:schemeClr val="tx1"/>
                </a:solidFill>
                <a:latin typeface="+mn-lt"/>
                <a:ea typeface="+mn-ea"/>
              </a:rPr>
              <a:t>在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不考虑队空的情况下，出队操作队头指针加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1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，表明队头元素出队。</a:t>
            </a:r>
            <a:endParaRPr kumimoji="1"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操作如下：</a:t>
            </a:r>
            <a:endParaRPr kumimoji="1" lang="zh-CN" altLang="en-US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       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-&gt;front++;</a:t>
            </a:r>
            <a:endParaRPr kumimoji="1" lang="en-US" altLang="zh-CN" sz="2000" b="0" dirty="0">
              <a:solidFill>
                <a:schemeClr val="tx1"/>
              </a:solidFill>
              <a:latin typeface="+mn-lt"/>
              <a:ea typeface="+mn-ea"/>
            </a:endParaRPr>
          </a:p>
          <a:p>
            <a:pPr algn="just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         x=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-&gt;data[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lt"/>
                <a:ea typeface="+mn-ea"/>
              </a:rPr>
              <a:t>sq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-&gt;front</a:t>
            </a:r>
            <a:r>
              <a:rPr kumimoji="1" lang="en-US" altLang="zh-CN" sz="1800" b="0" dirty="0">
                <a:solidFill>
                  <a:schemeClr val="tx1"/>
                </a:solidFill>
                <a:latin typeface="+mn-lt"/>
                <a:ea typeface="+mn-ea"/>
              </a:rPr>
              <a:t>];    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/*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原队头元素送</a:t>
            </a:r>
            <a:r>
              <a:rPr kumimoji="1" lang="en-US" altLang="zh-CN" sz="2000" b="0" dirty="0">
                <a:solidFill>
                  <a:schemeClr val="tx1"/>
                </a:solidFill>
                <a:latin typeface="+mn-lt"/>
                <a:ea typeface="+mn-ea"/>
              </a:rPr>
              <a:t>x</a:t>
            </a:r>
            <a:r>
              <a:rPr kumimoji="1" lang="zh-CN" altLang="en-US" sz="2000" b="0" dirty="0">
                <a:solidFill>
                  <a:schemeClr val="tx1"/>
                </a:solidFill>
                <a:latin typeface="+mn-lt"/>
                <a:ea typeface="+mn-ea"/>
              </a:rPr>
              <a:t>中*</a:t>
            </a:r>
            <a:r>
              <a:rPr kumimoji="1" lang="en-US" altLang="zh-CN" sz="2000" b="0" dirty="0" smtClean="0">
                <a:solidFill>
                  <a:schemeClr val="tx1"/>
                </a:solidFill>
                <a:latin typeface="+mn-lt"/>
                <a:ea typeface="+mn-ea"/>
              </a:rPr>
              <a:t>/</a:t>
            </a:r>
            <a:endParaRPr kumimoji="1" lang="en-US" altLang="zh-CN" sz="2000" b="0" dirty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顺序队列的主要运算</a:t>
            </a:r>
            <a:r>
              <a:rPr lang="zh-CN" altLang="en-US" dirty="0">
                <a:sym typeface="+mn-ea"/>
              </a:rPr>
              <a:t>(</a:t>
            </a:r>
            <a:r>
              <a:rPr lang="zh-CN" altLang="en-US" dirty="0">
                <a:sym typeface="+mn-ea"/>
              </a:rPr>
              <a:t>二)</a:t>
            </a:r>
            <a:endParaRPr lang="zh-CN" altLang="en-US" dirty="0">
              <a:sym typeface="+mn-ea"/>
            </a:endParaRPr>
          </a:p>
        </p:txBody>
      </p:sp>
    </p:spTree>
    <p:custDataLst>
      <p:tags r:id="rId33"/>
    </p:custDataLst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0486283B-8551-4D87-BF52-D5A132D4A2E3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0724" name="Object 3"/>
          <p:cNvGraphicFramePr>
            <a:graphicFrameLocks noChangeAspect="1"/>
          </p:cNvGraphicFramePr>
          <p:nvPr/>
        </p:nvGraphicFramePr>
        <p:xfrm>
          <a:off x="885038" y="626608"/>
          <a:ext cx="7307825" cy="43934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0" name="位图图像" r:id="rId2" imgW="5457825" imgH="4162425" progId="Paint.Picture">
                  <p:embed/>
                </p:oleObj>
              </mc:Choice>
              <mc:Fallback>
                <p:oleObj name="位图图像" r:id="rId2" imgW="5457825" imgH="416242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14865"/>
                      <a:stretch>
                        <a:fillRect/>
                      </a:stretch>
                    </p:blipFill>
                    <p:spPr bwMode="auto">
                      <a:xfrm>
                        <a:off x="885038" y="626608"/>
                        <a:ext cx="7307825" cy="43934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设</a:t>
            </a:r>
            <a:r>
              <a:rPr lang="zh-CN" altLang="en-US" dirty="0">
                <a:sym typeface="+mn-ea"/>
              </a:rPr>
              <a:t>MAXSIZE=10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7279704" y="51470"/>
            <a:ext cx="1828800" cy="3570288"/>
            <a:chOff x="4643" y="447"/>
            <a:chExt cx="1152" cy="2249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>
              <p:custDataLst>
                <p:tags r:id="rId1"/>
              </p:custDataLst>
            </p:nvPr>
          </p:nvSpPr>
          <p:spPr bwMode="auto">
            <a:xfrm>
              <a:off x="4643" y="447"/>
              <a:ext cx="1152" cy="22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184" y="775"/>
              <a:ext cx="558" cy="1860"/>
            </a:xfrm>
            <a:prstGeom prst="rect">
              <a:avLst/>
            </a:prstGeom>
            <a:solidFill>
              <a:schemeClr val="accent2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 flipV="1">
              <a:off x="5184" y="1340"/>
              <a:ext cx="558" cy="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" name="Line 6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5210" y="1688"/>
              <a:ext cx="53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" name="Line 7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5210" y="2005"/>
              <a:ext cx="53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8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5210" y="2323"/>
              <a:ext cx="532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" name="Line 9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4757" y="1530"/>
              <a:ext cx="365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" name="Freeform 10"/>
            <p:cNvSpPr/>
            <p:nvPr>
              <p:custDataLst>
                <p:tags r:id="rId8"/>
              </p:custDataLst>
            </p:nvPr>
          </p:nvSpPr>
          <p:spPr bwMode="auto">
            <a:xfrm>
              <a:off x="5092" y="1466"/>
              <a:ext cx="84" cy="106"/>
            </a:xfrm>
            <a:custGeom>
              <a:avLst/>
              <a:gdLst>
                <a:gd name="T0" fmla="*/ 84 w 84"/>
                <a:gd name="T1" fmla="*/ 53 h 106"/>
                <a:gd name="T2" fmla="*/ 0 w 84"/>
                <a:gd name="T3" fmla="*/ 106 h 106"/>
                <a:gd name="T4" fmla="*/ 9 w 84"/>
                <a:gd name="T5" fmla="*/ 71 h 106"/>
                <a:gd name="T6" fmla="*/ 9 w 84"/>
                <a:gd name="T7" fmla="*/ 36 h 106"/>
                <a:gd name="T8" fmla="*/ 0 w 84"/>
                <a:gd name="T9" fmla="*/ 0 h 106"/>
                <a:gd name="T10" fmla="*/ 84 w 84"/>
                <a:gd name="T11" fmla="*/ 53 h 1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4"/>
                <a:gd name="T19" fmla="*/ 0 h 106"/>
                <a:gd name="T20" fmla="*/ 84 w 84"/>
                <a:gd name="T21" fmla="*/ 106 h 1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4" h="106">
                  <a:moveTo>
                    <a:pt x="84" y="53"/>
                  </a:moveTo>
                  <a:lnTo>
                    <a:pt x="0" y="106"/>
                  </a:lnTo>
                  <a:lnTo>
                    <a:pt x="9" y="71"/>
                  </a:lnTo>
                  <a:lnTo>
                    <a:pt x="9" y="36"/>
                  </a:lnTo>
                  <a:lnTo>
                    <a:pt x="0" y="0"/>
                  </a:lnTo>
                  <a:lnTo>
                    <a:pt x="84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790" y="1351"/>
              <a:ext cx="278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front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4" name="Line 1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4758" y="899"/>
              <a:ext cx="360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" name="Freeform 13"/>
            <p:cNvSpPr/>
            <p:nvPr>
              <p:custDataLst>
                <p:tags r:id="rId11"/>
              </p:custDataLst>
            </p:nvPr>
          </p:nvSpPr>
          <p:spPr bwMode="auto">
            <a:xfrm>
              <a:off x="5100" y="846"/>
              <a:ext cx="80" cy="106"/>
            </a:xfrm>
            <a:custGeom>
              <a:avLst/>
              <a:gdLst>
                <a:gd name="T0" fmla="*/ 80 w 80"/>
                <a:gd name="T1" fmla="*/ 53 h 106"/>
                <a:gd name="T2" fmla="*/ 0 w 80"/>
                <a:gd name="T3" fmla="*/ 106 h 106"/>
                <a:gd name="T4" fmla="*/ 9 w 80"/>
                <a:gd name="T5" fmla="*/ 70 h 106"/>
                <a:gd name="T6" fmla="*/ 9 w 80"/>
                <a:gd name="T7" fmla="*/ 35 h 106"/>
                <a:gd name="T8" fmla="*/ 0 w 80"/>
                <a:gd name="T9" fmla="*/ 0 h 106"/>
                <a:gd name="T10" fmla="*/ 80 w 80"/>
                <a:gd name="T11" fmla="*/ 53 h 1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"/>
                <a:gd name="T19" fmla="*/ 0 h 106"/>
                <a:gd name="T20" fmla="*/ 80 w 80"/>
                <a:gd name="T21" fmla="*/ 106 h 1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" h="106">
                  <a:moveTo>
                    <a:pt x="80" y="53"/>
                  </a:moveTo>
                  <a:lnTo>
                    <a:pt x="0" y="106"/>
                  </a:lnTo>
                  <a:lnTo>
                    <a:pt x="9" y="70"/>
                  </a:lnTo>
                  <a:lnTo>
                    <a:pt x="9" y="35"/>
                  </a:lnTo>
                  <a:lnTo>
                    <a:pt x="0" y="0"/>
                  </a:lnTo>
                  <a:lnTo>
                    <a:pt x="80" y="5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V="1">
              <a:off x="5184" y="1046"/>
              <a:ext cx="558" cy="6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749" y="734"/>
              <a:ext cx="23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rear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8" name="Line 16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5202" y="1688"/>
              <a:ext cx="52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202" y="2005"/>
              <a:ext cx="52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5202" y="2323"/>
              <a:ext cx="527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5404" y="1123"/>
              <a:ext cx="1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J5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404" y="846"/>
              <a:ext cx="16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J6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  <p:sp>
        <p:nvSpPr>
          <p:cNvPr id="49" name="内容占位符 48"/>
          <p:cNvSpPr>
            <a:spLocks noGrp="1"/>
          </p:cNvSpPr>
          <p:nvPr>
            <p:ph idx="1"/>
            <p:custDataLst>
              <p:tags r:id="rId19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23" name="Group 21"/>
          <p:cNvGrpSpPr/>
          <p:nvPr/>
        </p:nvGrpSpPr>
        <p:grpSpPr bwMode="auto">
          <a:xfrm>
            <a:off x="5319309" y="59130"/>
            <a:ext cx="1878012" cy="3592952"/>
            <a:chOff x="3175" y="1464"/>
            <a:chExt cx="1183" cy="2402"/>
          </a:xfrm>
        </p:grpSpPr>
        <p:sp>
          <p:nvSpPr>
            <p:cNvPr id="24" name="AutoShape 22"/>
            <p:cNvSpPr>
              <a:spLocks noChangeAspect="1" noChangeArrowheads="1" noTextEdit="1"/>
            </p:cNvSpPr>
            <p:nvPr>
              <p:custDataLst>
                <p:tags r:id="rId20"/>
              </p:custDataLst>
            </p:nvPr>
          </p:nvSpPr>
          <p:spPr bwMode="auto">
            <a:xfrm>
              <a:off x="3175" y="1464"/>
              <a:ext cx="1183" cy="23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5" name="Rectangle 23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3859" y="1766"/>
              <a:ext cx="483" cy="200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859" y="2374"/>
              <a:ext cx="4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3859" y="2741"/>
              <a:ext cx="4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3859" y="3083"/>
              <a:ext cx="4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3859" y="3425"/>
              <a:ext cx="4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3308" y="3817"/>
              <a:ext cx="3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" name="Freeform 29"/>
            <p:cNvSpPr/>
            <p:nvPr>
              <p:custDataLst>
                <p:tags r:id="rId27"/>
              </p:custDataLst>
            </p:nvPr>
          </p:nvSpPr>
          <p:spPr bwMode="auto">
            <a:xfrm>
              <a:off x="3622" y="3759"/>
              <a:ext cx="76" cy="107"/>
            </a:xfrm>
            <a:custGeom>
              <a:avLst/>
              <a:gdLst>
                <a:gd name="T0" fmla="*/ 76 w 76"/>
                <a:gd name="T1" fmla="*/ 57 h 107"/>
                <a:gd name="T2" fmla="*/ 0 w 76"/>
                <a:gd name="T3" fmla="*/ 107 h 107"/>
                <a:gd name="T4" fmla="*/ 8 w 76"/>
                <a:gd name="T5" fmla="*/ 76 h 107"/>
                <a:gd name="T6" fmla="*/ 8 w 76"/>
                <a:gd name="T7" fmla="*/ 38 h 107"/>
                <a:gd name="T8" fmla="*/ 0 w 76"/>
                <a:gd name="T9" fmla="*/ 0 h 107"/>
                <a:gd name="T10" fmla="*/ 76 w 76"/>
                <a:gd name="T11" fmla="*/ 57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"/>
                <a:gd name="T19" fmla="*/ 0 h 107"/>
                <a:gd name="T20" fmla="*/ 76 w 76"/>
                <a:gd name="T21" fmla="*/ 107 h 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" h="107">
                  <a:moveTo>
                    <a:pt x="76" y="57"/>
                  </a:moveTo>
                  <a:lnTo>
                    <a:pt x="0" y="107"/>
                  </a:lnTo>
                  <a:lnTo>
                    <a:pt x="8" y="76"/>
                  </a:lnTo>
                  <a:lnTo>
                    <a:pt x="8" y="38"/>
                  </a:lnTo>
                  <a:lnTo>
                    <a:pt x="0" y="0"/>
                  </a:lnTo>
                  <a:lnTo>
                    <a:pt x="76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" name="Rectangle 30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274" y="3645"/>
              <a:ext cx="29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7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front</a:t>
              </a:r>
              <a:endParaRPr kumimoji="1" lang="en-US" altLang="zh-CN" sz="17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3" name="Line 3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364" y="1944"/>
              <a:ext cx="334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" name="Rectangle 32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710" y="3501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0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5" name="Rectangle 33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10" y="3159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1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6" name="Rectangle 3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10" y="2842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2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7" name="Rectangle 3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3710" y="2456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3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8" name="Rectangle 3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710" y="2158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4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3859" y="2058"/>
              <a:ext cx="48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0" name="Rectangle 3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710" y="1842"/>
              <a:ext cx="84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1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5</a:t>
              </a:r>
              <a:endParaRPr kumimoji="1" lang="en-US" altLang="zh-CN" sz="21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1" name="Rectangle 3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243" y="1694"/>
              <a:ext cx="638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rear</a:t>
              </a:r>
              <a:endPara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4014" y="2154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J5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3" name="Rectangle 41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014" y="1877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J6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030" y="3407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J1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5" name="Rectangle 43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030" y="3130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J2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6" name="Rectangle 44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4030" y="2772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J3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4030" y="2495"/>
              <a:ext cx="160" cy="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J4</a:t>
              </a:r>
              <a:endParaRPr kumimoji="1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</p:grpSp>
      <p:sp>
        <p:nvSpPr>
          <p:cNvPr id="52" name="Text Box 2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0" y="656262"/>
            <a:ext cx="5406791" cy="2379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队溢出：</a:t>
            </a:r>
            <a:endParaRPr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 真溢出：队列真正满时再</a:t>
            </a:r>
            <a:r>
              <a:rPr lang="zh-CN" altLang="en-US" sz="2200" b="0" dirty="0" smtClean="0">
                <a:solidFill>
                  <a:schemeClr val="tx1"/>
                </a:solidFill>
                <a:latin typeface="+mn-ea"/>
                <a:ea typeface="+mn-ea"/>
              </a:rPr>
              <a:t>入队</a:t>
            </a:r>
            <a:endParaRPr lang="en-US" altLang="zh-CN" sz="2200" b="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200" b="0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en-US" altLang="en-US" sz="2200" b="0" dirty="0" smtClean="0">
                <a:solidFill>
                  <a:schemeClr val="tx1"/>
                </a:solidFill>
                <a:latin typeface="+mn-ea"/>
                <a:ea typeface="+mn-ea"/>
              </a:rPr>
              <a:t>rear </a:t>
            </a:r>
            <a:r>
              <a:rPr lang="en-US" altLang="en-US" sz="2200" b="0" dirty="0">
                <a:solidFill>
                  <a:schemeClr val="tx1"/>
                </a:solidFill>
                <a:latin typeface="+mn-ea"/>
                <a:ea typeface="+mn-ea"/>
              </a:rPr>
              <a:t>– </a:t>
            </a:r>
            <a:r>
              <a:rPr lang="en-US" altLang="en-US" sz="2200" b="0" dirty="0" smtClean="0">
                <a:solidFill>
                  <a:schemeClr val="tx1"/>
                </a:solidFill>
                <a:latin typeface="+mn-ea"/>
                <a:ea typeface="+mn-ea"/>
              </a:rPr>
              <a:t>front </a:t>
            </a:r>
            <a:r>
              <a:rPr lang="en-US" altLang="en-US" sz="2200" b="0" dirty="0">
                <a:solidFill>
                  <a:schemeClr val="tx1"/>
                </a:solidFill>
                <a:latin typeface="+mn-ea"/>
                <a:ea typeface="+mn-ea"/>
              </a:rPr>
              <a:t>== </a:t>
            </a:r>
            <a:r>
              <a:rPr lang="en-US" altLang="en-US" sz="2200" b="0" dirty="0" err="1">
                <a:solidFill>
                  <a:schemeClr val="tx1"/>
                </a:solidFill>
                <a:latin typeface="+mn-ea"/>
                <a:ea typeface="+mn-ea"/>
              </a:rPr>
              <a:t>maxsize</a:t>
            </a:r>
            <a:r>
              <a:rPr lang="en-US" altLang="en-US" sz="2200" b="0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en-US" altLang="zh-CN" sz="22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。</a:t>
            </a:r>
            <a:endParaRPr lang="zh-CN" altLang="en-US" sz="22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 假溢出：</a:t>
            </a:r>
            <a:r>
              <a:rPr lang="en-US" altLang="zh-CN" sz="2200" b="0" dirty="0" smtClean="0">
                <a:solidFill>
                  <a:schemeClr val="tx1"/>
                </a:solidFill>
                <a:latin typeface="+mn-ea"/>
                <a:ea typeface="+mn-ea"/>
              </a:rPr>
              <a:t>rear</a:t>
            </a:r>
            <a:r>
              <a:rPr lang="zh-CN" altLang="zh-CN" sz="2200" b="0" dirty="0" smtClean="0">
                <a:solidFill>
                  <a:schemeClr val="tx1"/>
                </a:solidFill>
                <a:latin typeface="+mn-ea"/>
                <a:ea typeface="+mn-ea"/>
              </a:rPr>
              <a:t>已</a:t>
            </a:r>
            <a:r>
              <a:rPr lang="zh-CN" altLang="zh-CN" sz="2200" b="0" dirty="0">
                <a:solidFill>
                  <a:schemeClr val="tx1"/>
                </a:solidFill>
                <a:latin typeface="+mn-ea"/>
                <a:ea typeface="+mn-ea"/>
              </a:rPr>
              <a:t>指向队尾，但队列前端仍有空位置。</a:t>
            </a:r>
            <a:endParaRPr lang="zh-CN" altLang="zh-CN" sz="22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4" name="Rectangle 29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0" y="3084277"/>
            <a:ext cx="6906235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解决假溢出的方法：</a:t>
            </a:r>
            <a:endParaRPr lang="zh-CN" altLang="en-US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 方法一：每次删除队头一个元素后，把整个队列往前移一个位置（造成时间浪费）。</a:t>
            </a:r>
            <a:endParaRPr lang="zh-CN" altLang="en-US" sz="22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lvl="1" algn="l" eaLnBrk="1" hangingPunct="1">
              <a:lnSpc>
                <a:spcPct val="130000"/>
              </a:lnSpc>
              <a:spcBef>
                <a:spcPct val="5000"/>
              </a:spcBef>
              <a:buSzPct val="80000"/>
              <a:buNone/>
            </a:pPr>
            <a:r>
              <a:rPr lang="zh-CN" altLang="en-US" sz="2200" b="0" dirty="0">
                <a:solidFill>
                  <a:schemeClr val="tx1"/>
                </a:solidFill>
                <a:latin typeface="+mn-ea"/>
                <a:ea typeface="+mn-ea"/>
              </a:rPr>
              <a:t> 方法二：循环队列</a:t>
            </a:r>
            <a:endParaRPr lang="zh-CN" altLang="en-US" sz="22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顺序队列的上溢</a:t>
            </a:r>
            <a:endParaRPr lang="zh-CN" altLang="en-US" dirty="0">
              <a:sym typeface="+mn-ea"/>
            </a:endParaRPr>
          </a:p>
        </p:txBody>
      </p:sp>
    </p:spTree>
    <p:custDataLst>
      <p:tags r:id="rId4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0" name="Text Box 5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139502" y="1203598"/>
            <a:ext cx="4464946" cy="1753235"/>
          </a:xfrm>
          <a:prstGeom prst="rect">
            <a:avLst/>
          </a:prstGeom>
          <a:noFill/>
          <a:ln w="57150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normAutofit fontScale="90000"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data[0]</a:t>
            </a:r>
            <a:r>
              <a:rPr kumimoji="1" lang="zh-CN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接在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data[Maxsize-1]</a:t>
            </a:r>
            <a:r>
              <a:rPr kumimoji="1" lang="zh-CN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之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后</a:t>
            </a:r>
            <a:endParaRPr kumimoji="1" lang="zh-CN" altLang="en-US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若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rear+1==</a:t>
            </a:r>
            <a:r>
              <a:rPr kumimoji="1" lang="en-US" altLang="zh-CN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Maxsize</a:t>
            </a:r>
            <a:endParaRPr kumimoji="1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0" marR="0" lvl="0" indent="0" algn="l" defTabSz="914400" eaLnBrk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则令</a:t>
            </a:r>
            <a:r>
              <a:rPr kumimoji="1" lang="en-US" altLang="zh-CN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rear=0;</a:t>
            </a:r>
            <a:endParaRPr kumimoji="1" lang="en-US" altLang="zh-CN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107504" y="843559"/>
          <a:ext cx="3777392" cy="3154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02" name="位图图像" r:id="rId3" imgW="2514600" imgH="2181225" progId="PBrush">
                  <p:embed/>
                </p:oleObj>
              </mc:Choice>
              <mc:Fallback>
                <p:oleObj name="位图图像" r:id="rId3" imgW="2514600" imgH="2181225" progId="PBrush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843559"/>
                        <a:ext cx="3777392" cy="3154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循环队列</a:t>
            </a:r>
            <a:endParaRPr lang="zh-CN" altLang="en-US" dirty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647825" y="789609"/>
            <a:ext cx="790575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0FAFE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505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"/>
              </a:spcBef>
            </a:pPr>
            <a:r>
              <a:rPr lang="zh-CN" altLang="en-US" sz="2400" b="0" dirty="0" smtClean="0">
                <a:solidFill>
                  <a:schemeClr val="tx1"/>
                </a:solidFill>
              </a:rPr>
              <a:t>尾指针的加</a:t>
            </a:r>
            <a:r>
              <a:rPr lang="en-US" altLang="zh-CN" sz="2400" b="0" dirty="0" smtClean="0">
                <a:solidFill>
                  <a:schemeClr val="tx1"/>
                </a:solidFill>
              </a:rPr>
              <a:t>1</a:t>
            </a:r>
            <a:r>
              <a:rPr lang="zh-CN" altLang="en-US" sz="2400" b="0" dirty="0" smtClean="0">
                <a:solidFill>
                  <a:schemeClr val="tx1"/>
                </a:solidFill>
              </a:rPr>
              <a:t>操作可描述为：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If  (</a:t>
            </a:r>
            <a:r>
              <a:rPr lang="en-US" altLang="zh-CN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b="0" dirty="0" smtClean="0">
                <a:solidFill>
                  <a:schemeClr val="tx1"/>
                </a:solidFill>
              </a:rPr>
              <a:t>-&gt;rear==maxsize-1)   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      </a:t>
            </a:r>
            <a:r>
              <a:rPr lang="en-US" altLang="zh-CN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b="0" dirty="0" smtClean="0">
                <a:solidFill>
                  <a:schemeClr val="tx1"/>
                </a:solidFill>
              </a:rPr>
              <a:t>-&gt;rear=0; 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else 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      </a:t>
            </a:r>
            <a:r>
              <a:rPr lang="en-US" altLang="zh-CN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b="0" dirty="0" smtClean="0">
                <a:solidFill>
                  <a:schemeClr val="tx1"/>
                </a:solidFill>
              </a:rPr>
              <a:t>-&gt;rear++;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zh-CN" sz="2400" b="0" dirty="0" smtClean="0">
                <a:solidFill>
                  <a:schemeClr val="tx1"/>
                </a:solidFill>
              </a:rPr>
              <a:t>      </a:t>
            </a:r>
            <a:r>
              <a:rPr lang="zh-CN" altLang="en-US" sz="2400" b="0" dirty="0" smtClean="0">
                <a:solidFill>
                  <a:schemeClr val="tx1"/>
                </a:solidFill>
              </a:rPr>
              <a:t>利用“取余运算”，则运算可描述为：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b="0" dirty="0" smtClean="0">
                <a:solidFill>
                  <a:schemeClr val="tx1"/>
                </a:solidFill>
              </a:rPr>
              <a:t>入队： </a:t>
            </a:r>
            <a:r>
              <a:rPr lang="en-US" altLang="zh-CN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b="0" dirty="0" smtClean="0">
                <a:solidFill>
                  <a:schemeClr val="tx1"/>
                </a:solidFill>
              </a:rPr>
              <a:t>-&gt; </a:t>
            </a:r>
            <a:r>
              <a:rPr lang="en-US" altLang="en-US" b="0" dirty="0" smtClean="0">
                <a:solidFill>
                  <a:schemeClr val="tx1"/>
                </a:solidFill>
              </a:rPr>
              <a:t>r</a:t>
            </a:r>
            <a:r>
              <a:rPr lang="en-US" altLang="zh-CN" b="0" dirty="0" smtClean="0">
                <a:solidFill>
                  <a:schemeClr val="tx1"/>
                </a:solidFill>
              </a:rPr>
              <a:t>ear</a:t>
            </a:r>
            <a:r>
              <a:rPr lang="en-US" altLang="en-US" b="0" dirty="0" smtClean="0">
                <a:solidFill>
                  <a:schemeClr val="tx1"/>
                </a:solidFill>
              </a:rPr>
              <a:t> = (</a:t>
            </a:r>
            <a:r>
              <a:rPr lang="en-US" altLang="zh-CN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b="0" dirty="0" smtClean="0">
                <a:solidFill>
                  <a:schemeClr val="tx1"/>
                </a:solidFill>
              </a:rPr>
              <a:t>-&gt;</a:t>
            </a:r>
            <a:r>
              <a:rPr lang="en-US" altLang="en-US" b="0" dirty="0" smtClean="0">
                <a:solidFill>
                  <a:schemeClr val="tx1"/>
                </a:solidFill>
              </a:rPr>
              <a:t> r</a:t>
            </a:r>
            <a:r>
              <a:rPr lang="en-US" altLang="zh-CN" b="0" dirty="0" smtClean="0">
                <a:solidFill>
                  <a:schemeClr val="tx1"/>
                </a:solidFill>
              </a:rPr>
              <a:t>ear</a:t>
            </a:r>
            <a:r>
              <a:rPr lang="en-US" altLang="en-US" b="0" dirty="0" smtClean="0">
                <a:solidFill>
                  <a:schemeClr val="tx1"/>
                </a:solidFill>
              </a:rPr>
              <a:t>+1)%</a:t>
            </a:r>
            <a:r>
              <a:rPr lang="en-US" altLang="zh-CN" b="0" dirty="0" err="1" smtClean="0">
                <a:solidFill>
                  <a:schemeClr val="tx1"/>
                </a:solidFill>
              </a:rPr>
              <a:t>maxsize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b="0" dirty="0" smtClean="0">
                <a:solidFill>
                  <a:schemeClr val="tx1"/>
                </a:solidFill>
              </a:rPr>
              <a:t>同样道理，</a:t>
            </a:r>
            <a:endParaRPr lang="zh-CN" altLang="en-US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zh-CN" altLang="en-US" b="0" dirty="0" smtClean="0">
                <a:solidFill>
                  <a:schemeClr val="tx1"/>
                </a:solidFill>
              </a:rPr>
              <a:t>     </a:t>
            </a:r>
            <a:r>
              <a:rPr lang="zh-CN" altLang="en-US" sz="2400" b="0" dirty="0" smtClean="0">
                <a:solidFill>
                  <a:schemeClr val="tx1"/>
                </a:solidFill>
              </a:rPr>
              <a:t>出队：</a:t>
            </a:r>
            <a:r>
              <a:rPr lang="en-US" altLang="zh-CN" sz="2400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sz="2400" b="0" dirty="0" smtClean="0">
                <a:solidFill>
                  <a:schemeClr val="tx1"/>
                </a:solidFill>
              </a:rPr>
              <a:t>-&gt; front =(</a:t>
            </a:r>
            <a:r>
              <a:rPr lang="en-US" altLang="zh-CN" sz="2400" b="0" dirty="0" err="1" smtClean="0">
                <a:solidFill>
                  <a:schemeClr val="tx1"/>
                </a:solidFill>
              </a:rPr>
              <a:t>sq</a:t>
            </a:r>
            <a:r>
              <a:rPr lang="en-US" altLang="zh-CN" sz="2400" b="0" dirty="0" smtClean="0">
                <a:solidFill>
                  <a:schemeClr val="tx1"/>
                </a:solidFill>
              </a:rPr>
              <a:t>-&gt; front+1)%</a:t>
            </a:r>
            <a:r>
              <a:rPr lang="en-US" altLang="zh-CN" sz="2400" b="0" dirty="0" err="1" smtClean="0">
                <a:solidFill>
                  <a:schemeClr val="tx1"/>
                </a:solidFill>
              </a:rPr>
              <a:t>maxsize</a:t>
            </a:r>
            <a:endParaRPr lang="en-US" altLang="zh-CN" sz="2400" b="0" dirty="0" err="1" smtClean="0">
              <a:solidFill>
                <a:schemeClr val="tx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04248" y="4731990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182331A-9150-4477-BDD4-23F53E3A5803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dirty="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循环队列的操作实现</a:t>
            </a:r>
            <a:endParaRPr lang="zh-CN" altLang="en-US" dirty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9" name="Text Box 3"/>
          <p:cNvSpPr txBox="1">
            <a:spLocks noChangeArrowheads="1"/>
          </p:cNvSpPr>
          <p:nvPr/>
        </p:nvSpPr>
        <p:spPr bwMode="auto">
          <a:xfrm>
            <a:off x="28578" y="17861"/>
            <a:ext cx="9115425" cy="5835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l" eaLnBrk="0" hangingPunct="0">
              <a:spcBef>
                <a:spcPct val="50000"/>
              </a:spcBef>
              <a:buClrTx/>
              <a:buFontTx/>
              <a:buNone/>
            </a:pPr>
            <a:endParaRPr lang="zh-CN" altLang="zh-CN" sz="320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grpSp>
        <p:nvGrpSpPr>
          <p:cNvPr id="2" name="Group 5"/>
          <p:cNvGrpSpPr/>
          <p:nvPr/>
        </p:nvGrpSpPr>
        <p:grpSpPr bwMode="auto">
          <a:xfrm>
            <a:off x="3509712" y="2399150"/>
            <a:ext cx="4294187" cy="2360067"/>
            <a:chOff x="2271" y="1822"/>
            <a:chExt cx="2705" cy="1374"/>
          </a:xfrm>
        </p:grpSpPr>
        <p:sp>
          <p:nvSpPr>
            <p:cNvPr id="98356" name="AutoShape 6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3542" y="1941"/>
              <a:ext cx="1434" cy="1255"/>
            </a:xfrm>
            <a:custGeom>
              <a:avLst/>
              <a:gdLst>
                <a:gd name="T0" fmla="*/ 717 w 21600"/>
                <a:gd name="T1" fmla="*/ 0 h 21600"/>
                <a:gd name="T2" fmla="*/ 210 w 21600"/>
                <a:gd name="T3" fmla="*/ 184 h 21600"/>
                <a:gd name="T4" fmla="*/ 0 w 21600"/>
                <a:gd name="T5" fmla="*/ 628 h 21600"/>
                <a:gd name="T6" fmla="*/ 210 w 21600"/>
                <a:gd name="T7" fmla="*/ 1071 h 21600"/>
                <a:gd name="T8" fmla="*/ 717 w 21600"/>
                <a:gd name="T9" fmla="*/ 1255 h 21600"/>
                <a:gd name="T10" fmla="*/ 1224 w 21600"/>
                <a:gd name="T11" fmla="*/ 1071 h 21600"/>
                <a:gd name="T12" fmla="*/ 1434 w 21600"/>
                <a:gd name="T13" fmla="*/ 628 h 21600"/>
                <a:gd name="T14" fmla="*/ 1224 w 21600"/>
                <a:gd name="T15" fmla="*/ 184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7 h 21600"/>
                <a:gd name="T26" fmla="*/ 18437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7" name="Line 7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3531" y="2552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58" name="Line 8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4516" y="2581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59" name="Line 9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3898" y="2030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60" name="Line 10"/>
            <p:cNvSpPr>
              <a:spLocks noChangeShapeType="1"/>
            </p:cNvSpPr>
            <p:nvPr>
              <p:custDataLst>
                <p:tags r:id="rId5"/>
              </p:custDataLst>
            </p:nvPr>
          </p:nvSpPr>
          <p:spPr bwMode="auto">
            <a:xfrm>
              <a:off x="4450" y="2770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61" name="Line 1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4420" y="2041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62" name="Line 12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3871" y="2782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63" name="Text Box 13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658" y="2272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J4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4" name="Text Box 1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158" y="202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J5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5" name="Text Box 1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547" y="2238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J6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6" name="Text Box 1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79" y="238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7" name="Text Box 1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76" y="256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8" name="Text Box 1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187" y="265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69" name="Text Box 1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986" y="255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0" name="Text Box 20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3997" y="238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4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1" name="Text Box 21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186" y="2296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5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2" name="Text Box 22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016" y="2946"/>
              <a:ext cx="3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20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3" name="Line 23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3346" y="2660"/>
              <a:ext cx="265" cy="5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74" name="Text Box 24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894" y="2607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20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5" name="Text Box 2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687" y="2645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J9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6" name="Text Box 26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121" y="285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J8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7" name="Text Box 27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554" y="2634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J7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78" name="Line 28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3420" y="2789"/>
              <a:ext cx="222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81" name="Text Box 3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 rot="914810">
              <a:off x="2271" y="1822"/>
              <a:ext cx="995" cy="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J7,J8,J9</a:t>
              </a:r>
              <a:r>
                <a:rPr lang="zh-CN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入队</a:t>
              </a:r>
              <a:endParaRPr lang="zh-CN" altLang="zh-CN" sz="20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765984" name="AutoShape 32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1008063" y="44611"/>
            <a:ext cx="3059112" cy="829944"/>
          </a:xfrm>
          <a:prstGeom prst="wedgeRectCallout">
            <a:avLst>
              <a:gd name="adj1" fmla="val 71321"/>
              <a:gd name="adj2" fmla="val 75177"/>
            </a:avLst>
          </a:prstGeom>
          <a:noFill/>
          <a:ln w="38100">
            <a:solidFill>
              <a:schemeClr val="accent3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mtClean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队空：</a:t>
            </a:r>
            <a:r>
              <a:rPr lang="en-US" altLang="zh-CN" smtClean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front==rear</a:t>
            </a:r>
            <a:endParaRPr lang="en-US" altLang="zh-CN" smtClean="0">
              <a:solidFill>
                <a:schemeClr val="tx1"/>
              </a:solidFill>
              <a:latin typeface="+mn-lt"/>
              <a:ea typeface="+mn-ea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zh-CN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队满：</a:t>
            </a:r>
            <a:r>
              <a:rPr lang="en-US" altLang="zh-CN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front==rear</a:t>
            </a:r>
            <a:endParaRPr lang="en-US" altLang="zh-CN" smtClean="0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98314" name="Group 34"/>
          <p:cNvGrpSpPr/>
          <p:nvPr/>
        </p:nvGrpSpPr>
        <p:grpSpPr bwMode="auto">
          <a:xfrm>
            <a:off x="1077916" y="933451"/>
            <a:ext cx="2293937" cy="2124672"/>
            <a:chOff x="1389" y="1311"/>
            <a:chExt cx="1445" cy="1255"/>
          </a:xfrm>
        </p:grpSpPr>
        <p:sp>
          <p:nvSpPr>
            <p:cNvPr id="98340" name="AutoShape 35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00" y="1311"/>
              <a:ext cx="1434" cy="1255"/>
            </a:xfrm>
            <a:custGeom>
              <a:avLst/>
              <a:gdLst>
                <a:gd name="T0" fmla="*/ 717 w 21600"/>
                <a:gd name="T1" fmla="*/ 0 h 21600"/>
                <a:gd name="T2" fmla="*/ 210 w 21600"/>
                <a:gd name="T3" fmla="*/ 184 h 21600"/>
                <a:gd name="T4" fmla="*/ 0 w 21600"/>
                <a:gd name="T5" fmla="*/ 628 h 21600"/>
                <a:gd name="T6" fmla="*/ 210 w 21600"/>
                <a:gd name="T7" fmla="*/ 1071 h 21600"/>
                <a:gd name="T8" fmla="*/ 717 w 21600"/>
                <a:gd name="T9" fmla="*/ 1255 h 21600"/>
                <a:gd name="T10" fmla="*/ 1224 w 21600"/>
                <a:gd name="T11" fmla="*/ 1071 h 21600"/>
                <a:gd name="T12" fmla="*/ 1434 w 21600"/>
                <a:gd name="T13" fmla="*/ 628 h 21600"/>
                <a:gd name="T14" fmla="*/ 1224 w 21600"/>
                <a:gd name="T15" fmla="*/ 184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7 h 21600"/>
                <a:gd name="T26" fmla="*/ 18437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8341" name="Line 36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1389" y="1922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2" name="Line 37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374" y="1951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3" name="Line 38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1756" y="1400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4" name="Line 39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2308" y="2140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5" name="Line 40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2278" y="1411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6" name="Line 4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1729" y="2152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47" name="Text Box 42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1516" y="1642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J4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48" name="Text Box 4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2016" y="1397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J5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49" name="Text Box 4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405" y="1608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J6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0" name="Text Box 4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2237" y="1759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1" name="Text Box 46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2234" y="193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2" name="Text Box 4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045" y="202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3" name="Text Box 4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844" y="1922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4" name="Text Box 49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855" y="1755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4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55" name="Text Box 5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044" y="1666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5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98315" name="Text Box 51"/>
          <p:cNvSpPr txBox="1"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3439884" y="1196167"/>
            <a:ext cx="577850" cy="29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+mn-lt"/>
                <a:ea typeface="+mn-ea"/>
              </a:rPr>
              <a:t>rear</a:t>
            </a:r>
            <a:endParaRPr lang="en-US" altLang="zh-CN" sz="2000" dirty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316" name="Line 52"/>
          <p:cNvSpPr>
            <a:spLocks noChangeShapeType="1"/>
          </p:cNvSpPr>
          <p:nvPr>
            <p:custDataLst>
              <p:tags r:id="rId43"/>
            </p:custDataLst>
          </p:nvPr>
        </p:nvSpPr>
        <p:spPr bwMode="auto">
          <a:xfrm flipV="1">
            <a:off x="884241" y="2457044"/>
            <a:ext cx="387350" cy="1190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algn="l" eaLnBrk="0" hangingPunct="0">
              <a:buClrTx/>
              <a:buFontTx/>
              <a:buNone/>
            </a:pPr>
            <a:endParaRPr kumimoji="1" lang="zh-CN" altLang="en-US" sz="2400" smtClean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8317" name="Text Box 53"/>
          <p:cNvSpPr txBox="1"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122747" y="2449571"/>
            <a:ext cx="676275" cy="29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+mn-lt"/>
                <a:ea typeface="+mn-ea"/>
              </a:rPr>
              <a:t>front</a:t>
            </a:r>
            <a:endParaRPr lang="en-US" altLang="zh-CN" sz="2000" dirty="0" smtClean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98318" name="Line 54"/>
          <p:cNvSpPr>
            <a:spLocks noChangeShapeType="1"/>
          </p:cNvSpPr>
          <p:nvPr>
            <p:custDataLst>
              <p:tags r:id="rId45"/>
            </p:custDataLst>
          </p:nvPr>
        </p:nvSpPr>
        <p:spPr bwMode="auto">
          <a:xfrm flipV="1">
            <a:off x="3100391" y="1424469"/>
            <a:ext cx="339493" cy="23530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 eaLnBrk="0" hangingPunct="0">
              <a:buClrTx/>
              <a:buFontTx/>
              <a:buNone/>
            </a:pPr>
            <a:endParaRPr kumimoji="1" lang="zh-CN" altLang="en-US" sz="2400" smtClean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" name="Group 55"/>
          <p:cNvGrpSpPr/>
          <p:nvPr/>
        </p:nvGrpSpPr>
        <p:grpSpPr bwMode="auto">
          <a:xfrm>
            <a:off x="3713166" y="194073"/>
            <a:ext cx="5057775" cy="2080939"/>
            <a:chOff x="2339" y="163"/>
            <a:chExt cx="3186" cy="1255"/>
          </a:xfrm>
        </p:grpSpPr>
        <p:sp>
          <p:nvSpPr>
            <p:cNvPr id="98320" name="AutoShape 56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386" y="163"/>
              <a:ext cx="1434" cy="1255"/>
            </a:xfrm>
            <a:custGeom>
              <a:avLst/>
              <a:gdLst>
                <a:gd name="T0" fmla="*/ 717 w 21600"/>
                <a:gd name="T1" fmla="*/ 0 h 21600"/>
                <a:gd name="T2" fmla="*/ 210 w 21600"/>
                <a:gd name="T3" fmla="*/ 184 h 21600"/>
                <a:gd name="T4" fmla="*/ 0 w 21600"/>
                <a:gd name="T5" fmla="*/ 628 h 21600"/>
                <a:gd name="T6" fmla="*/ 210 w 21600"/>
                <a:gd name="T7" fmla="*/ 1071 h 21600"/>
                <a:gd name="T8" fmla="*/ 717 w 21600"/>
                <a:gd name="T9" fmla="*/ 1255 h 21600"/>
                <a:gd name="T10" fmla="*/ 1224 w 21600"/>
                <a:gd name="T11" fmla="*/ 1071 h 21600"/>
                <a:gd name="T12" fmla="*/ 1434 w 21600"/>
                <a:gd name="T13" fmla="*/ 628 h 21600"/>
                <a:gd name="T14" fmla="*/ 1224 w 21600"/>
                <a:gd name="T15" fmla="*/ 184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7 h 21600"/>
                <a:gd name="T26" fmla="*/ 18437 w 21600"/>
                <a:gd name="T27" fmla="*/ 1843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6582" y="10800"/>
                  </a:moveTo>
                  <a:cubicBezTo>
                    <a:pt x="6582" y="13130"/>
                    <a:pt x="8470" y="15018"/>
                    <a:pt x="10800" y="15018"/>
                  </a:cubicBezTo>
                  <a:cubicBezTo>
                    <a:pt x="13130" y="15018"/>
                    <a:pt x="15018" y="13130"/>
                    <a:pt x="15018" y="10800"/>
                  </a:cubicBezTo>
                  <a:cubicBezTo>
                    <a:pt x="15018" y="8470"/>
                    <a:pt x="13130" y="6582"/>
                    <a:pt x="10800" y="6582"/>
                  </a:cubicBezTo>
                  <a:cubicBezTo>
                    <a:pt x="8470" y="6582"/>
                    <a:pt x="6582" y="8470"/>
                    <a:pt x="6582" y="10800"/>
                  </a:cubicBezTo>
                  <a:close/>
                </a:path>
              </a:pathLst>
            </a:cu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zh-CN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21" name="Line 57"/>
            <p:cNvSpPr>
              <a:spLocks noChangeShapeType="1"/>
            </p:cNvSpPr>
            <p:nvPr>
              <p:custDataLst>
                <p:tags r:id="rId47"/>
              </p:custDataLst>
            </p:nvPr>
          </p:nvSpPr>
          <p:spPr bwMode="auto">
            <a:xfrm>
              <a:off x="3375" y="774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2" name="Line 58"/>
            <p:cNvSpPr>
              <a:spLocks noChangeShapeType="1"/>
            </p:cNvSpPr>
            <p:nvPr>
              <p:custDataLst>
                <p:tags r:id="rId48"/>
              </p:custDataLst>
            </p:nvPr>
          </p:nvSpPr>
          <p:spPr bwMode="auto">
            <a:xfrm>
              <a:off x="4360" y="803"/>
              <a:ext cx="434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3" name="Line 59"/>
            <p:cNvSpPr>
              <a:spLocks noChangeShapeType="1"/>
            </p:cNvSpPr>
            <p:nvPr>
              <p:custDataLst>
                <p:tags r:id="rId49"/>
              </p:custDataLst>
            </p:nvPr>
          </p:nvSpPr>
          <p:spPr bwMode="auto">
            <a:xfrm>
              <a:off x="3742" y="252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4" name="Line 60"/>
            <p:cNvSpPr>
              <a:spLocks noChangeShapeType="1"/>
            </p:cNvSpPr>
            <p:nvPr>
              <p:custDataLst>
                <p:tags r:id="rId50"/>
              </p:custDataLst>
            </p:nvPr>
          </p:nvSpPr>
          <p:spPr bwMode="auto">
            <a:xfrm>
              <a:off x="4294" y="992"/>
              <a:ext cx="222" cy="32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5" name="Line 61"/>
            <p:cNvSpPr>
              <a:spLocks noChangeShapeType="1"/>
            </p:cNvSpPr>
            <p:nvPr>
              <p:custDataLst>
                <p:tags r:id="rId51"/>
              </p:custDataLst>
            </p:nvPr>
          </p:nvSpPr>
          <p:spPr bwMode="auto">
            <a:xfrm flipH="1">
              <a:off x="4264" y="263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6" name="Line 62"/>
            <p:cNvSpPr>
              <a:spLocks noChangeShapeType="1"/>
            </p:cNvSpPr>
            <p:nvPr>
              <p:custDataLst>
                <p:tags r:id="rId52"/>
              </p:custDataLst>
            </p:nvPr>
          </p:nvSpPr>
          <p:spPr bwMode="auto">
            <a:xfrm flipH="1">
              <a:off x="3715" y="1004"/>
              <a:ext cx="233" cy="311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27" name="Text Box 63"/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4223" y="611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28" name="Text Box 64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4220" y="784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29" name="Text Box 65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4031" y="873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2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0" name="Text Box 66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830" y="774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3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1" name="Text Box 67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841" y="607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4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2" name="Text Box 68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4030" y="518"/>
              <a:ext cx="1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norm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400" smtClean="0">
                  <a:solidFill>
                    <a:schemeClr val="tx1"/>
                  </a:solidFill>
                  <a:latin typeface="+mn-lt"/>
                  <a:ea typeface="+mn-ea"/>
                </a:rPr>
                <a:t>5</a:t>
              </a:r>
              <a:endParaRPr lang="en-US" altLang="zh-CN" sz="14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3" name="Text Box 69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5037" y="284"/>
              <a:ext cx="42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20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9" name="Text Box 72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 rot="20496906">
              <a:off x="2339" y="1021"/>
              <a:ext cx="99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J4,J5,J6</a:t>
              </a:r>
              <a:r>
                <a:rPr lang="zh-CN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出队</a:t>
              </a:r>
              <a:endParaRPr lang="zh-CN" altLang="zh-CN" sz="2000" dirty="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5" name="Text Box 73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161" y="597"/>
              <a:ext cx="3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smtClean="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2000" smtClean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8336" name="Line 74"/>
            <p:cNvSpPr>
              <a:spLocks noChangeShapeType="1"/>
            </p:cNvSpPr>
            <p:nvPr>
              <p:custDataLst>
                <p:tags r:id="rId62"/>
              </p:custDataLst>
            </p:nvPr>
          </p:nvSpPr>
          <p:spPr bwMode="auto">
            <a:xfrm>
              <a:off x="4757" y="625"/>
              <a:ext cx="375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8337" name="Line 75"/>
            <p:cNvSpPr>
              <a:spLocks noChangeShapeType="1"/>
            </p:cNvSpPr>
            <p:nvPr>
              <p:custDataLst>
                <p:tags r:id="rId63"/>
              </p:custDataLst>
            </p:nvPr>
          </p:nvSpPr>
          <p:spPr bwMode="auto">
            <a:xfrm flipH="1">
              <a:off x="4714" y="454"/>
              <a:ext cx="338" cy="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eaLnBrk="0" hangingPunct="0">
                <a:buClrTx/>
                <a:buFontTx/>
                <a:buNone/>
              </a:pPr>
              <a:endParaRPr kumimoji="1" lang="zh-CN" altLang="en-US" sz="2400" smtClean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" name="右箭头 2"/>
          <p:cNvSpPr/>
          <p:nvPr>
            <p:custDataLst>
              <p:tags r:id="rId64"/>
            </p:custDataLst>
          </p:nvPr>
        </p:nvSpPr>
        <p:spPr bwMode="auto">
          <a:xfrm rot="20426173">
            <a:off x="3379654" y="1264065"/>
            <a:ext cx="2081213" cy="405408"/>
          </a:xfrm>
          <a:prstGeom prst="rightArrow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9" name="右箭头 78"/>
          <p:cNvSpPr/>
          <p:nvPr>
            <p:custDataLst>
              <p:tags r:id="rId65"/>
            </p:custDataLst>
          </p:nvPr>
        </p:nvSpPr>
        <p:spPr bwMode="auto">
          <a:xfrm rot="907336">
            <a:off x="3266870" y="2731127"/>
            <a:ext cx="2128491" cy="405408"/>
          </a:xfrm>
          <a:prstGeom prst="rightArrow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custDataLst>
      <p:tags r:id="rId6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6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84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7544" y="411511"/>
            <a:ext cx="8229600" cy="372665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Clr>
                <a:schemeClr val="accent1"/>
              </a:buClr>
              <a:buNone/>
            </a:pPr>
            <a:r>
              <a:rPr lang="zh-CN" altLang="en-US" sz="24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如何解决“队满”和“队空”的条件相同这个问题？</a:t>
            </a:r>
            <a:endParaRPr lang="zh-CN" altLang="en-US" sz="2400" dirty="0" smtClean="0">
              <a:solidFill>
                <a:schemeClr val="accent1">
                  <a:lumMod val="50000"/>
                  <a:hueOff val="9600000"/>
                </a:schemeClr>
              </a:solidFill>
            </a:endParaRPr>
          </a:p>
          <a:p>
            <a:pPr algn="just">
              <a:lnSpc>
                <a:spcPct val="110000"/>
              </a:lnSpc>
              <a:buClr>
                <a:schemeClr val="accent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tx1"/>
                </a:solidFill>
              </a:rPr>
              <a:t>（</a:t>
            </a:r>
            <a:r>
              <a:rPr lang="en-US" altLang="zh-CN" sz="2400" dirty="0" smtClean="0">
                <a:solidFill>
                  <a:schemeClr val="tx1"/>
                </a:solidFill>
              </a:rPr>
              <a:t>1</a:t>
            </a:r>
            <a:r>
              <a:rPr lang="zh-CN" altLang="en-US" sz="2400" dirty="0" smtClean="0">
                <a:solidFill>
                  <a:schemeClr val="tx1"/>
                </a:solidFill>
              </a:rPr>
              <a:t>）附设一个存储队中元素个数的变量如</a:t>
            </a:r>
            <a:r>
              <a:rPr lang="en-US" altLang="zh-CN" sz="2400" dirty="0" err="1" smtClean="0">
                <a:solidFill>
                  <a:schemeClr val="accent1">
                    <a:lumMod val="50000"/>
                    <a:hueOff val="10800000"/>
                  </a:schemeClr>
                </a:solidFill>
              </a:rPr>
              <a:t>num</a:t>
            </a:r>
            <a:r>
              <a:rPr lang="zh-CN" altLang="en-US" sz="2400" dirty="0" smtClean="0">
                <a:solidFill>
                  <a:schemeClr val="tx1"/>
                </a:solidFill>
              </a:rPr>
              <a:t>，当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num</a:t>
            </a:r>
            <a:r>
              <a:rPr lang="en-US" altLang="zh-CN" sz="2400" dirty="0" smtClean="0">
                <a:solidFill>
                  <a:schemeClr val="tx1"/>
                </a:solidFill>
              </a:rPr>
              <a:t>==0</a:t>
            </a:r>
            <a:r>
              <a:rPr lang="zh-CN" altLang="en-US" sz="2400" dirty="0" smtClean="0">
                <a:solidFill>
                  <a:schemeClr val="tx1"/>
                </a:solidFill>
              </a:rPr>
              <a:t>时队空，当</a:t>
            </a:r>
            <a:r>
              <a:rPr lang="en-US" altLang="zh-CN" sz="2400" dirty="0" err="1" smtClean="0">
                <a:solidFill>
                  <a:schemeClr val="tx1"/>
                </a:solidFill>
              </a:rPr>
              <a:t>num</a:t>
            </a:r>
            <a:r>
              <a:rPr lang="en-US" altLang="zh-CN" sz="2400" dirty="0" smtClean="0">
                <a:solidFill>
                  <a:schemeClr val="tx1"/>
                </a:solidFill>
              </a:rPr>
              <a:t>==MAXSIZE</a:t>
            </a:r>
            <a:r>
              <a:rPr lang="zh-CN" altLang="en-US" sz="2400" dirty="0" smtClean="0">
                <a:solidFill>
                  <a:schemeClr val="tx1"/>
                </a:solidFill>
              </a:rPr>
              <a:t>时为队满。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pPr algn="just">
              <a:lnSpc>
                <a:spcPct val="110000"/>
              </a:lnSpc>
              <a:buClr>
                <a:schemeClr val="accent1"/>
              </a:buClr>
              <a:buFontTx/>
              <a:buChar char="•"/>
            </a:pPr>
            <a:r>
              <a:rPr lang="zh-CN" altLang="en-US" sz="2400" dirty="0" smtClean="0">
                <a:solidFill>
                  <a:schemeClr val="accent1">
                    <a:lumMod val="50000"/>
                    <a:hueOff val="10800000"/>
                  </a:schemeClr>
                </a:solidFill>
              </a:rPr>
              <a:t>（</a:t>
            </a:r>
            <a:r>
              <a:rPr lang="en-US" altLang="zh-CN" sz="2400" dirty="0" smtClean="0">
                <a:solidFill>
                  <a:schemeClr val="accent1">
                    <a:lumMod val="50000"/>
                    <a:hueOff val="10800000"/>
                  </a:schemeClr>
                </a:solidFill>
              </a:rPr>
              <a:t>2</a:t>
            </a:r>
            <a:r>
              <a:rPr lang="zh-CN" altLang="en-US" sz="2400" dirty="0" smtClean="0">
                <a:solidFill>
                  <a:schemeClr val="accent1">
                    <a:lumMod val="50000"/>
                    <a:hueOff val="10800000"/>
                  </a:schemeClr>
                </a:solidFill>
              </a:rPr>
              <a:t>）少用一个元素空间</a:t>
            </a:r>
            <a:r>
              <a:rPr lang="zh-CN" altLang="en-US" sz="2400" dirty="0" smtClean="0">
                <a:solidFill>
                  <a:schemeClr val="tx1"/>
                </a:solidFill>
              </a:rPr>
              <a:t>，把留有一个元素的存储空间的情况视为队满，此时的状态是队尾指针加</a:t>
            </a:r>
            <a:r>
              <a:rPr lang="en-US" altLang="zh-CN" sz="2400" dirty="0" smtClean="0">
                <a:solidFill>
                  <a:schemeClr val="tx1"/>
                </a:solidFill>
              </a:rPr>
              <a:t>1</a:t>
            </a:r>
            <a:r>
              <a:rPr lang="zh-CN" altLang="en-US" sz="2400" dirty="0" smtClean="0">
                <a:solidFill>
                  <a:schemeClr val="tx1"/>
                </a:solidFill>
              </a:rPr>
              <a:t>就会从后面赶上队头指针，这种情况下队满的条件是：</a:t>
            </a:r>
            <a:r>
              <a:rPr lang="en-US" altLang="zh-CN" sz="2400" dirty="0" smtClean="0">
                <a:solidFill>
                  <a:schemeClr val="tx1"/>
                </a:solidFill>
              </a:rPr>
              <a:t>(rear+1) % MAXSIZE ==front</a:t>
            </a:r>
            <a:r>
              <a:rPr lang="zh-CN" altLang="en-US" sz="2400" dirty="0" smtClean="0">
                <a:solidFill>
                  <a:schemeClr val="tx1"/>
                </a:solidFill>
              </a:rPr>
              <a:t>，也能和空队区别开。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endParaRPr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89DDA5A0-D094-424B-BDC7-816EB0F6BA6B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129237" y="3100269"/>
            <a:ext cx="3283119" cy="2017713"/>
            <a:chOff x="728663" y="442912"/>
            <a:chExt cx="3283119" cy="2017713"/>
          </a:xfrm>
        </p:grpSpPr>
        <p:sp>
          <p:nvSpPr>
            <p:cNvPr id="5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700214" y="1847850"/>
              <a:ext cx="1177829" cy="6127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ctr">
                <a:lnSpc>
                  <a:spcPct val="96000"/>
                </a:lnSpc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Size = 4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  <a:p>
              <a:pPr algn="ctr">
                <a:lnSpc>
                  <a:spcPct val="96000"/>
                </a:lnSpc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Count = 3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86651" y="552450"/>
              <a:ext cx="625131" cy="3079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front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" name="Text Box 10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8663" y="519112"/>
              <a:ext cx="486563" cy="373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rear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1230972" y="782637"/>
              <a:ext cx="384212" cy="158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grpSp>
          <p:nvGrpSpPr>
            <p:cNvPr id="9" name="Group 12"/>
            <p:cNvGrpSpPr/>
            <p:nvPr/>
          </p:nvGrpSpPr>
          <p:grpSpPr bwMode="auto">
            <a:xfrm>
              <a:off x="1550624" y="442912"/>
              <a:ext cx="1324270" cy="1317625"/>
              <a:chOff x="5320" y="9600"/>
              <a:chExt cx="1470" cy="1380"/>
            </a:xfrm>
          </p:grpSpPr>
          <p:grpSp>
            <p:nvGrpSpPr>
              <p:cNvPr id="14" name="Group 13"/>
              <p:cNvGrpSpPr/>
              <p:nvPr/>
            </p:nvGrpSpPr>
            <p:grpSpPr bwMode="auto">
              <a:xfrm>
                <a:off x="5320" y="9600"/>
                <a:ext cx="1460" cy="1380"/>
                <a:chOff x="5320" y="9600"/>
                <a:chExt cx="1460" cy="1380"/>
              </a:xfrm>
            </p:grpSpPr>
            <p:sp>
              <p:nvSpPr>
                <p:cNvPr id="20" name="Oval 14"/>
                <p:cNvSpPr>
                  <a:spLocks noChangeArrowheads="1"/>
                </p:cNvSpPr>
                <p:nvPr>
                  <p:custDataLst>
                    <p:tags r:id="rId6"/>
                  </p:custDataLst>
                </p:nvPr>
              </p:nvSpPr>
              <p:spPr bwMode="auto">
                <a:xfrm>
                  <a:off x="5320" y="9600"/>
                  <a:ext cx="1460" cy="138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None/>
                  </a:pPr>
                  <a:endParaRPr lang="zh-CN" altLang="en-US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1" name="Oval 15"/>
                <p:cNvSpPr>
                  <a:spLocks noChangeArrowheads="1"/>
                </p:cNvSpPr>
                <p:nvPr>
                  <p:custDataLst>
                    <p:tags r:id="rId7"/>
                  </p:custDataLst>
                </p:nvPr>
              </p:nvSpPr>
              <p:spPr bwMode="auto">
                <a:xfrm>
                  <a:off x="5740" y="9990"/>
                  <a:ext cx="620" cy="580"/>
                </a:xfrm>
                <a:prstGeom prst="ellipse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round/>
                </a:ln>
              </p:spPr>
              <p:txBody>
                <a:bodyPr/>
                <a:lstStyle>
                  <a:lvl1pPr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800" b="1">
                      <a:solidFill>
                        <a:srgbClr val="CC33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</a:defRPr>
                  </a:lvl9pPr>
                </a:lstStyle>
                <a:p>
                  <a:pPr algn="ctr" eaLnBrk="1" hangingPunct="1">
                    <a:buNone/>
                  </a:pPr>
                  <a:endParaRPr lang="zh-CN" altLang="en-US">
                    <a:solidFill>
                      <a:schemeClr val="accent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5" name="Group 16"/>
              <p:cNvGrpSpPr/>
              <p:nvPr/>
            </p:nvGrpSpPr>
            <p:grpSpPr bwMode="auto">
              <a:xfrm>
                <a:off x="5330" y="9600"/>
                <a:ext cx="1460" cy="1380"/>
                <a:chOff x="5320" y="9600"/>
                <a:chExt cx="1460" cy="1380"/>
              </a:xfrm>
            </p:grpSpPr>
            <p:sp>
              <p:nvSpPr>
                <p:cNvPr id="16" name="Line 17"/>
                <p:cNvSpPr>
                  <a:spLocks noChangeShapeType="1"/>
                </p:cNvSpPr>
                <p:nvPr/>
              </p:nvSpPr>
              <p:spPr bwMode="auto">
                <a:xfrm>
                  <a:off x="6050" y="9600"/>
                  <a:ext cx="0" cy="40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buNone/>
                  </a:pPr>
                  <a:endParaRPr lang="zh-CN" altLang="en-US">
                    <a:solidFill>
                      <a:schemeClr val="tx1"/>
                    </a:solidFill>
                    <a:latin typeface="+mn-lt"/>
                    <a:ea typeface="+mn-ea"/>
                  </a:endParaRPr>
                </a:p>
              </p:txBody>
            </p:sp>
            <p:sp>
              <p:nvSpPr>
                <p:cNvPr id="17" name="Line 18"/>
                <p:cNvSpPr>
                  <a:spLocks noChangeShapeType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6040" y="10580"/>
                  <a:ext cx="0" cy="40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buNone/>
                  </a:pP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Line 19"/>
                <p:cNvSpPr>
                  <a:spLocks noChangeShapeType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5320" y="10290"/>
                  <a:ext cx="42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buNone/>
                  </a:pP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Line 20"/>
                <p:cNvSpPr>
                  <a:spLocks noChangeShapeType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6360" y="10280"/>
                  <a:ext cx="42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buNone/>
                  </a:pPr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0" name="Text Box 21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500130" y="1265237"/>
              <a:ext cx="192106" cy="2730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80000"/>
                </a:lnSpc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A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 Box 22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819887" y="1341437"/>
              <a:ext cx="149591" cy="219075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80000"/>
                </a:lnSpc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B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 Box 23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744304" y="731837"/>
              <a:ext cx="193680" cy="27146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  <a:miter lim="800000"/>
            </a:ln>
          </p:spPr>
          <p:txBody>
            <a:bodyPr lIns="0" tIns="0" rIns="0" bIns="0"/>
            <a:lstStyle>
              <a:lvl1pPr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algn="just">
                <a:lnSpc>
                  <a:spcPct val="80000"/>
                </a:lnSpc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</a:rPr>
                <a:t>C</a:t>
              </a:r>
              <a:endParaRPr lang="en-US" altLang="zh-CN" sz="200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Line 24"/>
            <p:cNvSpPr>
              <a:spLocks noChangeShapeType="1"/>
            </p:cNvSpPr>
            <p:nvPr/>
          </p:nvSpPr>
          <p:spPr bwMode="auto">
            <a:xfrm flipH="1" flipV="1">
              <a:off x="2807185" y="725487"/>
              <a:ext cx="491287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553209" y="4899424"/>
            <a:ext cx="2289175" cy="21074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AC352310-D5E5-4542-9971-09F6ADF5D8CF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Text Box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38732" y="346916"/>
            <a:ext cx="7315200" cy="3548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norm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zh-CN" altLang="en-US" b="0" dirty="0">
                <a:solidFill>
                  <a:schemeClr val="tx1"/>
                </a:solidFill>
                <a:latin typeface="+mn-ea"/>
                <a:ea typeface="+mn-ea"/>
              </a:rPr>
              <a:t>循环队列的类型定义如下：</a:t>
            </a:r>
            <a:endParaRPr kumimoji="1" lang="zh-CN" altLang="en-US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typedef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struct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 { 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datatype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data[MAXSIZE];     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/*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数据的存储区*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int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front,rear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        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/*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队头队尾指针*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endParaRPr kumimoji="1" lang="en-US" altLang="zh-CN" sz="24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int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num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               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/*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队中元素的个数*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endParaRPr kumimoji="1" lang="en-US" altLang="zh-CN" sz="2000" b="0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just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    }</a:t>
            </a:r>
            <a:r>
              <a:rPr kumimoji="1" lang="en-US" altLang="zh-CN" sz="2000" b="0" dirty="0" err="1">
                <a:solidFill>
                  <a:schemeClr val="tx1"/>
                </a:solidFill>
                <a:latin typeface="+mn-ea"/>
                <a:ea typeface="+mn-ea"/>
              </a:rPr>
              <a:t>c_SeQueue</a:t>
            </a:r>
            <a:r>
              <a:rPr kumimoji="1" lang="en-US" altLang="zh-CN" sz="2000" b="0" dirty="0">
                <a:solidFill>
                  <a:schemeClr val="tx1"/>
                </a:solidFill>
                <a:latin typeface="+mn-ea"/>
                <a:ea typeface="+mn-ea"/>
              </a:rPr>
              <a:t>;          </a:t>
            </a:r>
            <a:r>
              <a:rPr kumimoji="1" lang="en-US" altLang="zh-CN" sz="2400" b="0" dirty="0">
                <a:solidFill>
                  <a:schemeClr val="tx1"/>
                </a:solidFill>
                <a:latin typeface="+mn-ea"/>
                <a:ea typeface="+mn-ea"/>
              </a:rPr>
              <a:t>/*</a:t>
            </a:r>
            <a:r>
              <a:rPr kumimoji="1" lang="zh-CN" altLang="en-US" sz="2400" b="0" dirty="0">
                <a:solidFill>
                  <a:schemeClr val="tx1"/>
                </a:solidFill>
                <a:latin typeface="+mn-ea"/>
                <a:ea typeface="+mn-ea"/>
              </a:rPr>
              <a:t>循环队*</a:t>
            </a:r>
            <a:r>
              <a:rPr kumimoji="1" lang="en-US" altLang="zh-CN" sz="2400" b="0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endParaRPr kumimoji="1" lang="en-US" altLang="zh-CN" sz="2400" b="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  <p:custDataLst>
      <p:tags r:id="rId3"/>
    </p:custDataLst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521970" y="976312"/>
            <a:ext cx="8100000" cy="365521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 lnSpcReduction="20000"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000" b="0" dirty="0" smtClean="0">
                <a:solidFill>
                  <a:schemeClr val="tx1"/>
                </a:solidFill>
              </a:rPr>
              <a:t>尾指针的加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1</a:t>
            </a:r>
            <a:r>
              <a:rPr lang="zh-CN" altLang="en-US" sz="2000" b="0" dirty="0" smtClean="0">
                <a:solidFill>
                  <a:schemeClr val="tx1"/>
                </a:solidFill>
              </a:rPr>
              <a:t>操作可描述为：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000" b="0" dirty="0" smtClean="0">
                <a:solidFill>
                  <a:schemeClr val="tx1"/>
                </a:solidFill>
              </a:rPr>
              <a:t>If  (rear+1&gt;=</a:t>
            </a:r>
            <a:r>
              <a:rPr lang="en-US" altLang="zh-CN" sz="2000" b="0" dirty="0" err="1" smtClean="0">
                <a:solidFill>
                  <a:schemeClr val="tx1"/>
                </a:solidFill>
              </a:rPr>
              <a:t>maxsize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)   rear=0; else rear++;</a:t>
            </a:r>
            <a:endParaRPr lang="en-US" altLang="zh-CN" sz="20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000" b="0" dirty="0" smtClean="0">
                <a:solidFill>
                  <a:schemeClr val="tx1"/>
                </a:solidFill>
              </a:rPr>
              <a:t>利用“取余运算”，则运算可描述为：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1"/>
                </a:solidFill>
              </a:rPr>
              <a:t>队空：</a:t>
            </a:r>
            <a:r>
              <a:rPr lang="en-US" altLang="en-US" sz="2000" b="0" dirty="0" smtClean="0">
                <a:solidFill>
                  <a:schemeClr val="tx1"/>
                </a:solidFill>
              </a:rPr>
              <a:t>r == f</a:t>
            </a:r>
            <a:endParaRPr lang="en-US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1"/>
                </a:solidFill>
              </a:rPr>
              <a:t>队满： </a:t>
            </a:r>
            <a:r>
              <a:rPr lang="en-US" altLang="en-US" sz="2000" b="0" dirty="0" smtClean="0">
                <a:solidFill>
                  <a:schemeClr val="tx1"/>
                </a:solidFill>
              </a:rPr>
              <a:t>(r+1)%</a:t>
            </a:r>
            <a:r>
              <a:rPr lang="en-US" altLang="zh-CN" sz="2000" b="0" dirty="0" err="1" smtClean="0">
                <a:solidFill>
                  <a:schemeClr val="tx1"/>
                </a:solidFill>
              </a:rPr>
              <a:t>maxsize</a:t>
            </a:r>
            <a:r>
              <a:rPr lang="en-US" altLang="en-US" sz="2000" b="0" dirty="0" smtClean="0">
                <a:solidFill>
                  <a:schemeClr val="tx1"/>
                </a:solidFill>
              </a:rPr>
              <a:t> ==f</a:t>
            </a:r>
            <a:endParaRPr lang="en-US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1"/>
                </a:solidFill>
              </a:rPr>
              <a:t>入队： </a:t>
            </a:r>
            <a:r>
              <a:rPr lang="en-US" altLang="en-US" sz="2000" b="0" dirty="0" smtClean="0">
                <a:solidFill>
                  <a:schemeClr val="tx1"/>
                </a:solidFill>
              </a:rPr>
              <a:t>r=(r+1)%</a:t>
            </a:r>
            <a:r>
              <a:rPr lang="en-US" altLang="zh-CN" sz="2000" b="0" dirty="0" err="1" smtClean="0">
                <a:solidFill>
                  <a:schemeClr val="tx1"/>
                </a:solidFill>
              </a:rPr>
              <a:t>maxsize</a:t>
            </a:r>
            <a:r>
              <a:rPr lang="en-US" altLang="en-US" sz="2000" b="0" dirty="0" smtClean="0">
                <a:solidFill>
                  <a:schemeClr val="tx1"/>
                </a:solidFill>
              </a:rPr>
              <a:t>;</a:t>
            </a:r>
            <a:endParaRPr lang="en-US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1"/>
                </a:solidFill>
              </a:rPr>
              <a:t>出队： 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f=(f+1)%</a:t>
            </a:r>
            <a:r>
              <a:rPr lang="en-US" altLang="zh-CN" sz="2000" b="0" dirty="0" err="1" smtClean="0">
                <a:solidFill>
                  <a:schemeClr val="tx1"/>
                </a:solidFill>
              </a:rPr>
              <a:t>maxsize</a:t>
            </a:r>
            <a:r>
              <a:rPr lang="en-US" altLang="zh-CN" sz="2000" b="0" dirty="0" smtClean="0">
                <a:solidFill>
                  <a:schemeClr val="tx1"/>
                </a:solidFill>
              </a:rPr>
              <a:t>;</a:t>
            </a:r>
            <a:endParaRPr lang="en-US" altLang="en-US" sz="2000" b="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000" b="0" dirty="0" smtClean="0">
                <a:solidFill>
                  <a:schemeClr val="tx1"/>
                </a:solidFill>
              </a:rPr>
              <a:t>循环队列的几种运算描述：</a:t>
            </a:r>
            <a:endParaRPr lang="zh-CN" altLang="en-US" sz="2000" b="0" dirty="0" smtClean="0">
              <a:solidFill>
                <a:schemeClr val="tx1"/>
              </a:solidFill>
            </a:endParaRP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zh-CN" altLang="en-US" sz="2000" b="0" dirty="0" smtClean="0">
                <a:solidFill>
                  <a:schemeClr val="tx1"/>
                </a:solidFill>
              </a:rPr>
              <a:t>置空队、判空队、入队、出队、取队头元素</a:t>
            </a:r>
            <a:endParaRPr lang="zh-CN" altLang="en-US" sz="2000" b="0" dirty="0" smtClean="0">
              <a:solidFill>
                <a:schemeClr val="tx1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循环队列的操作实现</a:t>
            </a:r>
            <a:endParaRPr lang="zh-CN" altLang="en-US" dirty="0"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ransition spd="med">
    <p:zoom dir="in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71187" y="876861"/>
            <a:ext cx="5624949" cy="326350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队列的链式存储结构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用一个带头结点的单链表来表示队列。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/>
                </a:solidFill>
              </a:rPr>
              <a:t>把线性链表的头指针定义为</a:t>
            </a:r>
            <a:r>
              <a:rPr lang="zh-CN" altLang="en-US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队头指针</a:t>
            </a:r>
            <a:r>
              <a:rPr lang="en-US" altLang="zh-CN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front</a:t>
            </a:r>
            <a:r>
              <a:rPr lang="zh-CN" altLang="en-US" sz="2000" dirty="0" smtClean="0">
                <a:solidFill>
                  <a:schemeClr val="tx1"/>
                </a:solidFill>
              </a:rPr>
              <a:t>，让其指向</a:t>
            </a:r>
            <a:r>
              <a:rPr lang="zh-CN" altLang="en-US" sz="2000" dirty="0" smtClean="0">
                <a:solidFill>
                  <a:schemeClr val="accent1">
                    <a:lumMod val="50000"/>
                    <a:hueOff val="10800000"/>
                  </a:schemeClr>
                </a:solidFill>
              </a:rPr>
              <a:t>头结点</a:t>
            </a:r>
            <a:r>
              <a:rPr lang="zh-CN" altLang="en-US" sz="2000" dirty="0" smtClean="0">
                <a:solidFill>
                  <a:schemeClr val="tx1"/>
                </a:solidFill>
              </a:rPr>
              <a:t>；在链表最后结点建立一个</a:t>
            </a:r>
            <a:r>
              <a:rPr lang="zh-CN" altLang="en-US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队尾指针</a:t>
            </a:r>
            <a:r>
              <a:rPr lang="en-US" altLang="zh-CN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rear</a:t>
            </a:r>
            <a:r>
              <a:rPr lang="zh-CN" altLang="en-US" sz="2000" dirty="0" smtClean="0">
                <a:solidFill>
                  <a:schemeClr val="tx1"/>
                </a:solidFill>
              </a:rPr>
              <a:t>；并且</a:t>
            </a:r>
            <a:r>
              <a:rPr lang="zh-CN" altLang="en-US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</a:rPr>
              <a:t>限定只能在链头进行删除，在链尾进行插入</a:t>
            </a:r>
            <a:r>
              <a:rPr lang="zh-CN" altLang="en-US" sz="2000" dirty="0" smtClean="0">
                <a:solidFill>
                  <a:schemeClr val="tx1"/>
                </a:solidFill>
              </a:rPr>
              <a:t>，这个单链表就构成了一个链队列。 </a:t>
            </a:r>
            <a:endParaRPr lang="zh-CN" altLang="en-US" sz="2000" dirty="0" smtClean="0">
              <a:solidFill>
                <a:schemeClr val="tx1"/>
              </a:solidFill>
            </a:endParaRPr>
          </a:p>
        </p:txBody>
      </p:sp>
      <p:sp>
        <p:nvSpPr>
          <p:cNvPr id="2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ctr" anchorCtr="0" compatLnSpc="1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buChar char="q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/>
            <a:fld id="{D07D75F7-10AB-4870-BDB2-59068C5035F8}" type="slidenum">
              <a:rPr lang="en-US" altLang="zh-CN" sz="1400" smtClean="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en-US" altLang="zh-CN" sz="1400" smtClean="0">
              <a:solidFill>
                <a:schemeClr val="tx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8"/>
          <p:cNvGrpSpPr>
            <a:grpSpLocks noChangeAspect="1"/>
          </p:cNvGrpSpPr>
          <p:nvPr/>
        </p:nvGrpSpPr>
        <p:grpSpPr bwMode="auto">
          <a:xfrm>
            <a:off x="5607882" y="386370"/>
            <a:ext cx="3651703" cy="4306298"/>
            <a:chOff x="1440" y="391"/>
            <a:chExt cx="3745" cy="3004"/>
          </a:xfrm>
        </p:grpSpPr>
        <p:sp>
          <p:nvSpPr>
            <p:cNvPr id="6" name="AutoShape 7"/>
            <p:cNvSpPr>
              <a:spLocks noChangeAspect="1" noChangeArrowheads="1" noTextEdit="1"/>
            </p:cNvSpPr>
            <p:nvPr>
              <p:custDataLst>
                <p:tags r:id="rId3"/>
              </p:custDataLst>
            </p:nvPr>
          </p:nvSpPr>
          <p:spPr bwMode="auto">
            <a:xfrm>
              <a:off x="1440" y="391"/>
              <a:ext cx="3168" cy="3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138" y="613"/>
              <a:ext cx="852" cy="293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000000"/>
              </a:bgClr>
            </a:patt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990" y="613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3399" y="760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Freeform 12"/>
            <p:cNvSpPr/>
            <p:nvPr>
              <p:custDataLst>
                <p:tags r:id="rId7"/>
              </p:custDataLst>
            </p:nvPr>
          </p:nvSpPr>
          <p:spPr bwMode="auto">
            <a:xfrm>
              <a:off x="3360" y="1103"/>
              <a:ext cx="78" cy="67"/>
            </a:xfrm>
            <a:custGeom>
              <a:avLst/>
              <a:gdLst>
                <a:gd name="T0" fmla="*/ 39 w 78"/>
                <a:gd name="T1" fmla="*/ 67 h 67"/>
                <a:gd name="T2" fmla="*/ 0 w 78"/>
                <a:gd name="T3" fmla="*/ 0 h 67"/>
                <a:gd name="T4" fmla="*/ 20 w 78"/>
                <a:gd name="T5" fmla="*/ 6 h 67"/>
                <a:gd name="T6" fmla="*/ 39 w 78"/>
                <a:gd name="T7" fmla="*/ 8 h 67"/>
                <a:gd name="T8" fmla="*/ 59 w 78"/>
                <a:gd name="T9" fmla="*/ 6 h 67"/>
                <a:gd name="T10" fmla="*/ 78 w 78"/>
                <a:gd name="T11" fmla="*/ 0 h 67"/>
                <a:gd name="T12" fmla="*/ 39 w 78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8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21" y="1171"/>
              <a:ext cx="852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73" y="1171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" name="Line 15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399" y="1346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" name="Freeform 16"/>
            <p:cNvSpPr/>
            <p:nvPr>
              <p:custDataLst>
                <p:tags r:id="rId11"/>
              </p:custDataLst>
            </p:nvPr>
          </p:nvSpPr>
          <p:spPr bwMode="auto">
            <a:xfrm>
              <a:off x="3360" y="1690"/>
              <a:ext cx="78" cy="67"/>
            </a:xfrm>
            <a:custGeom>
              <a:avLst/>
              <a:gdLst>
                <a:gd name="T0" fmla="*/ 39 w 78"/>
                <a:gd name="T1" fmla="*/ 67 h 67"/>
                <a:gd name="T2" fmla="*/ 0 w 78"/>
                <a:gd name="T3" fmla="*/ 0 h 67"/>
                <a:gd name="T4" fmla="*/ 20 w 78"/>
                <a:gd name="T5" fmla="*/ 6 h 67"/>
                <a:gd name="T6" fmla="*/ 39 w 78"/>
                <a:gd name="T7" fmla="*/ 7 h 67"/>
                <a:gd name="T8" fmla="*/ 59 w 78"/>
                <a:gd name="T9" fmla="*/ 6 h 67"/>
                <a:gd name="T10" fmla="*/ 78 w 78"/>
                <a:gd name="T11" fmla="*/ 0 h 67"/>
                <a:gd name="T12" fmla="*/ 39 w 78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7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" name="Rectangle 17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391" y="2360"/>
              <a:ext cx="5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6" name="Rectangle 18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3391" y="2484"/>
              <a:ext cx="5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7" name="Rectangle 19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91" y="2608"/>
              <a:ext cx="5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8" name="Rectangle 20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121" y="2982"/>
              <a:ext cx="852" cy="294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" name="Rectangle 2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973" y="2982"/>
              <a:ext cx="853" cy="294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Line 2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3381" y="2747"/>
              <a:ext cx="1" cy="18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" name="Freeform 23"/>
            <p:cNvSpPr/>
            <p:nvPr>
              <p:custDataLst>
                <p:tags r:id="rId18"/>
              </p:custDataLst>
            </p:nvPr>
          </p:nvSpPr>
          <p:spPr bwMode="auto">
            <a:xfrm>
              <a:off x="3342" y="2914"/>
              <a:ext cx="78" cy="68"/>
            </a:xfrm>
            <a:custGeom>
              <a:avLst/>
              <a:gdLst>
                <a:gd name="T0" fmla="*/ 39 w 78"/>
                <a:gd name="T1" fmla="*/ 68 h 68"/>
                <a:gd name="T2" fmla="*/ 0 w 78"/>
                <a:gd name="T3" fmla="*/ 0 h 68"/>
                <a:gd name="T4" fmla="*/ 21 w 78"/>
                <a:gd name="T5" fmla="*/ 7 h 68"/>
                <a:gd name="T6" fmla="*/ 39 w 78"/>
                <a:gd name="T7" fmla="*/ 9 h 68"/>
                <a:gd name="T8" fmla="*/ 59 w 78"/>
                <a:gd name="T9" fmla="*/ 7 h 68"/>
                <a:gd name="T10" fmla="*/ 78 w 78"/>
                <a:gd name="T11" fmla="*/ 0 h 68"/>
                <a:gd name="T12" fmla="*/ 39 w 78"/>
                <a:gd name="T13" fmla="*/ 6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8"/>
                <a:gd name="T23" fmla="*/ 78 w 78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9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Freeform 24"/>
            <p:cNvSpPr/>
            <p:nvPr>
              <p:custDataLst>
                <p:tags r:id="rId19"/>
              </p:custDataLst>
            </p:nvPr>
          </p:nvSpPr>
          <p:spPr bwMode="auto">
            <a:xfrm>
              <a:off x="3314" y="3041"/>
              <a:ext cx="137" cy="175"/>
            </a:xfrm>
            <a:custGeom>
              <a:avLst/>
              <a:gdLst>
                <a:gd name="T0" fmla="*/ 0 w 137"/>
                <a:gd name="T1" fmla="*/ 175 h 175"/>
                <a:gd name="T2" fmla="*/ 67 w 137"/>
                <a:gd name="T3" fmla="*/ 0 h 175"/>
                <a:gd name="T4" fmla="*/ 137 w 137"/>
                <a:gd name="T5" fmla="*/ 175 h 175"/>
                <a:gd name="T6" fmla="*/ 0 60000 65536"/>
                <a:gd name="T7" fmla="*/ 0 60000 65536"/>
                <a:gd name="T8" fmla="*/ 0 60000 65536"/>
                <a:gd name="T9" fmla="*/ 0 w 137"/>
                <a:gd name="T10" fmla="*/ 0 h 175"/>
                <a:gd name="T11" fmla="*/ 137 w 137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7" h="175">
                  <a:moveTo>
                    <a:pt x="0" y="175"/>
                  </a:moveTo>
                  <a:lnTo>
                    <a:pt x="67" y="0"/>
                  </a:lnTo>
                  <a:lnTo>
                    <a:pt x="137" y="175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" name="Line 25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542" y="782"/>
              <a:ext cx="5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Freeform 26"/>
            <p:cNvSpPr/>
            <p:nvPr>
              <p:custDataLst>
                <p:tags r:id="rId21"/>
              </p:custDataLst>
            </p:nvPr>
          </p:nvSpPr>
          <p:spPr bwMode="auto">
            <a:xfrm>
              <a:off x="2043" y="749"/>
              <a:ext cx="78" cy="67"/>
            </a:xfrm>
            <a:custGeom>
              <a:avLst/>
              <a:gdLst>
                <a:gd name="T0" fmla="*/ 78 w 78"/>
                <a:gd name="T1" fmla="*/ 33 h 67"/>
                <a:gd name="T2" fmla="*/ 0 w 78"/>
                <a:gd name="T3" fmla="*/ 67 h 67"/>
                <a:gd name="T4" fmla="*/ 7 w 78"/>
                <a:gd name="T5" fmla="*/ 51 h 67"/>
                <a:gd name="T6" fmla="*/ 10 w 78"/>
                <a:gd name="T7" fmla="*/ 33 h 67"/>
                <a:gd name="T8" fmla="*/ 7 w 78"/>
                <a:gd name="T9" fmla="*/ 16 h 67"/>
                <a:gd name="T10" fmla="*/ 0 w 78"/>
                <a:gd name="T11" fmla="*/ 0 h 67"/>
                <a:gd name="T12" fmla="*/ 78 w 78"/>
                <a:gd name="T13" fmla="*/ 33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1"/>
                  </a:lnTo>
                  <a:lnTo>
                    <a:pt x="10" y="33"/>
                  </a:lnTo>
                  <a:lnTo>
                    <a:pt x="7" y="16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" name="Rectangle 27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439" y="422"/>
              <a:ext cx="394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data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6" name="Rectangle 28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253" y="422"/>
              <a:ext cx="38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next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7" name="Rectangle 29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013" y="670"/>
              <a:ext cx="11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队头（删）</a:t>
              </a:r>
              <a:endPara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8" name="Rectangle 30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980" y="3047"/>
              <a:ext cx="117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队尾（插）</a:t>
              </a:r>
              <a:endPara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9" name="Rectangle 31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557" y="591"/>
              <a:ext cx="45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front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0" name="Rectangle 32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121" y="1757"/>
              <a:ext cx="852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" name="Rectangle 33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973" y="1757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" name="Line 34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381" y="1919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" name="Freeform 35"/>
            <p:cNvSpPr/>
            <p:nvPr>
              <p:custDataLst>
                <p:tags r:id="rId30"/>
              </p:custDataLst>
            </p:nvPr>
          </p:nvSpPr>
          <p:spPr bwMode="auto">
            <a:xfrm>
              <a:off x="3342" y="2262"/>
              <a:ext cx="78" cy="68"/>
            </a:xfrm>
            <a:custGeom>
              <a:avLst/>
              <a:gdLst>
                <a:gd name="T0" fmla="*/ 39 w 78"/>
                <a:gd name="T1" fmla="*/ 68 h 68"/>
                <a:gd name="T2" fmla="*/ 0 w 78"/>
                <a:gd name="T3" fmla="*/ 0 h 68"/>
                <a:gd name="T4" fmla="*/ 21 w 78"/>
                <a:gd name="T5" fmla="*/ 7 h 68"/>
                <a:gd name="T6" fmla="*/ 39 w 78"/>
                <a:gd name="T7" fmla="*/ 8 h 68"/>
                <a:gd name="T8" fmla="*/ 59 w 78"/>
                <a:gd name="T9" fmla="*/ 7 h 68"/>
                <a:gd name="T10" fmla="*/ 78 w 78"/>
                <a:gd name="T11" fmla="*/ 0 h 68"/>
                <a:gd name="T12" fmla="*/ 39 w 78"/>
                <a:gd name="T13" fmla="*/ 6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8"/>
                <a:gd name="T23" fmla="*/ 78 w 78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8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568" y="2938"/>
              <a:ext cx="382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rear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1542" y="3128"/>
              <a:ext cx="5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" name="Freeform 38"/>
            <p:cNvSpPr/>
            <p:nvPr>
              <p:custDataLst>
                <p:tags r:id="rId33"/>
              </p:custDataLst>
            </p:nvPr>
          </p:nvSpPr>
          <p:spPr bwMode="auto">
            <a:xfrm>
              <a:off x="2043" y="3095"/>
              <a:ext cx="78" cy="67"/>
            </a:xfrm>
            <a:custGeom>
              <a:avLst/>
              <a:gdLst>
                <a:gd name="T0" fmla="*/ 78 w 78"/>
                <a:gd name="T1" fmla="*/ 33 h 67"/>
                <a:gd name="T2" fmla="*/ 0 w 78"/>
                <a:gd name="T3" fmla="*/ 67 h 67"/>
                <a:gd name="T4" fmla="*/ 7 w 78"/>
                <a:gd name="T5" fmla="*/ 50 h 67"/>
                <a:gd name="T6" fmla="*/ 10 w 78"/>
                <a:gd name="T7" fmla="*/ 33 h 67"/>
                <a:gd name="T8" fmla="*/ 7 w 78"/>
                <a:gd name="T9" fmla="*/ 17 h 67"/>
                <a:gd name="T10" fmla="*/ 0 w 78"/>
                <a:gd name="T11" fmla="*/ 0 h 67"/>
                <a:gd name="T12" fmla="*/ 78 w 78"/>
                <a:gd name="T13" fmla="*/ 33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0"/>
                  </a:lnTo>
                  <a:lnTo>
                    <a:pt x="10" y="33"/>
                  </a:lnTo>
                  <a:lnTo>
                    <a:pt x="7" y="17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37" name="标题 36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链队列</a:t>
            </a:r>
            <a:endParaRPr lang="zh-CN" altLang="en-US" dirty="0">
              <a:sym typeface="+mn-ea"/>
            </a:endParaRPr>
          </a:p>
        </p:txBody>
      </p:sp>
    </p:spTree>
    <p:custDataLst>
      <p:tags r:id="rId3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35496" y="329274"/>
            <a:ext cx="7826375" cy="46187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AutoNum type="arabicPeriod"/>
            </a:pPr>
            <a:r>
              <a:rPr lang="zh-CN" altLang="en-US" sz="2400" b="0" dirty="0" smtClean="0">
                <a:solidFill>
                  <a:schemeClr val="tx1"/>
                </a:solidFill>
              </a:rPr>
              <a:t>置空队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marL="1098550" lvl="1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front=rear=</a:t>
            </a:r>
            <a:r>
              <a:rPr lang="en-US" altLang="zh-CN" b="0" dirty="0" err="1" smtClean="0">
                <a:solidFill>
                  <a:schemeClr val="tx1"/>
                </a:solidFill>
              </a:rPr>
              <a:t>malloc</a:t>
            </a:r>
            <a:r>
              <a:rPr lang="en-US" altLang="zh-CN" b="0" dirty="0" smtClean="0">
                <a:solidFill>
                  <a:schemeClr val="tx1"/>
                </a:solidFill>
              </a:rPr>
              <a:t>() ; front-&gt;next=NULL;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marL="533400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AutoNum type="arabicPeriod"/>
            </a:pPr>
            <a:r>
              <a:rPr lang="zh-CN" altLang="en-US" sz="2400" b="0" dirty="0" smtClean="0">
                <a:solidFill>
                  <a:schemeClr val="tx1"/>
                </a:solidFill>
              </a:rPr>
              <a:t>判断队空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marL="1098550" lvl="1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front-&gt;next==NULL;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marL="533400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AutoNum type="arabicPeriod"/>
            </a:pPr>
            <a:r>
              <a:rPr lang="zh-CN" altLang="en-US" sz="2400" b="0" dirty="0" smtClean="0">
                <a:solidFill>
                  <a:schemeClr val="tx1"/>
                </a:solidFill>
              </a:rPr>
              <a:t>取队头结点数据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marL="1098550" lvl="1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x=front-&gt;next-&gt;data;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marL="533400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AutoNum type="arabicPeriod"/>
            </a:pPr>
            <a:r>
              <a:rPr lang="zh-CN" altLang="en-US" sz="2400" b="0" dirty="0" smtClean="0">
                <a:solidFill>
                  <a:schemeClr val="tx1"/>
                </a:solidFill>
              </a:rPr>
              <a:t>入队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marL="1098550" lvl="1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p=</a:t>
            </a:r>
            <a:r>
              <a:rPr lang="en-US" altLang="zh-CN" b="0" dirty="0" err="1" smtClean="0">
                <a:solidFill>
                  <a:schemeClr val="tx1"/>
                </a:solidFill>
              </a:rPr>
              <a:t>malloc</a:t>
            </a:r>
            <a:r>
              <a:rPr lang="en-US" altLang="zh-CN" b="0" dirty="0" smtClean="0">
                <a:solidFill>
                  <a:schemeClr val="tx1"/>
                </a:solidFill>
              </a:rPr>
              <a:t>(); rear-&gt;next=p; rear=p;</a:t>
            </a:r>
            <a:endParaRPr lang="en-US" altLang="zh-CN" b="0" dirty="0" smtClean="0">
              <a:solidFill>
                <a:schemeClr val="tx1"/>
              </a:solidFill>
            </a:endParaRPr>
          </a:p>
          <a:p>
            <a:pPr marL="533400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AutoNum type="arabicPeriod"/>
            </a:pPr>
            <a:r>
              <a:rPr lang="zh-CN" altLang="en-US" sz="2400" b="0" dirty="0" smtClean="0">
                <a:solidFill>
                  <a:schemeClr val="tx1"/>
                </a:solidFill>
              </a:rPr>
              <a:t>出队</a:t>
            </a:r>
            <a:endParaRPr lang="zh-CN" altLang="en-US" sz="2400" b="0" dirty="0" smtClean="0">
              <a:solidFill>
                <a:schemeClr val="tx1"/>
              </a:solidFill>
            </a:endParaRPr>
          </a:p>
          <a:p>
            <a:pPr marL="1098550" lvl="1" indent="-533400" defTabSz="1129030" eaLnBrk="1" hangingPunct="1">
              <a:lnSpc>
                <a:spcPct val="120000"/>
              </a:lnSpc>
              <a:spcBef>
                <a:spcPct val="5000"/>
              </a:spcBef>
              <a:buFont typeface="Monotype Sorts" pitchFamily="2" charset="2"/>
              <a:buNone/>
            </a:pPr>
            <a:r>
              <a:rPr lang="en-US" altLang="zh-CN" b="0" dirty="0" smtClean="0">
                <a:solidFill>
                  <a:schemeClr val="tx1"/>
                </a:solidFill>
              </a:rPr>
              <a:t>q=front-&gt;next; front-&gt;next=q-&gt;next; free(q);</a:t>
            </a:r>
            <a:endParaRPr lang="en-US" altLang="zh-CN" b="0" dirty="0" smtClean="0">
              <a:solidFill>
                <a:schemeClr val="tx1"/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17411" name="Group 4"/>
          <p:cNvGrpSpPr/>
          <p:nvPr/>
        </p:nvGrpSpPr>
        <p:grpSpPr bwMode="auto">
          <a:xfrm>
            <a:off x="7353300" y="2319337"/>
            <a:ext cx="1181100" cy="1852613"/>
            <a:chOff x="4512" y="1958"/>
            <a:chExt cx="744" cy="1556"/>
          </a:xfrm>
        </p:grpSpPr>
        <p:graphicFrame>
          <p:nvGraphicFramePr>
            <p:cNvPr id="17414" name="Object 5"/>
            <p:cNvGraphicFramePr/>
            <p:nvPr/>
          </p:nvGraphicFramePr>
          <p:xfrm>
            <a:off x="4560" y="2016"/>
            <a:ext cx="696" cy="1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6" name="" r:id="rId3" imgW="1684020" imgH="3640455" progId="MS_ClipArt_Gallery.2">
                    <p:embed/>
                  </p:oleObj>
                </mc:Choice>
                <mc:Fallback>
                  <p:oleObj name="" r:id="rId3" imgW="1684020" imgH="3640455" progId="MS_ClipArt_Gallery.2">
                    <p:embed/>
                    <p:pic>
                      <p:nvPicPr>
                        <p:cNvPr id="0" name="图片 3893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016"/>
                          <a:ext cx="696" cy="1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6"/>
            <p:cNvGraphicFramePr/>
            <p:nvPr/>
          </p:nvGraphicFramePr>
          <p:xfrm>
            <a:off x="4512" y="1958"/>
            <a:ext cx="696" cy="14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37" name="" r:id="rId5" imgW="1684020" imgH="3640455" progId="MS_ClipArt_Gallery.2">
                    <p:embed/>
                  </p:oleObj>
                </mc:Choice>
                <mc:Fallback>
                  <p:oleObj name="" r:id="rId5" imgW="1684020" imgH="3640455" progId="MS_ClipArt_Gallery.2">
                    <p:embed/>
                    <p:pic>
                      <p:nvPicPr>
                        <p:cNvPr id="0" name="图片 3893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958"/>
                          <a:ext cx="696" cy="14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"/>
          <p:cNvGrpSpPr>
            <a:grpSpLocks noChangeAspect="1"/>
          </p:cNvGrpSpPr>
          <p:nvPr/>
        </p:nvGrpSpPr>
        <p:grpSpPr bwMode="auto">
          <a:xfrm>
            <a:off x="6094656" y="386370"/>
            <a:ext cx="2941840" cy="4306298"/>
            <a:chOff x="1440" y="391"/>
            <a:chExt cx="3168" cy="3004"/>
          </a:xfrm>
        </p:grpSpPr>
        <p:sp>
          <p:nvSpPr>
            <p:cNvPr id="8" name="AutoShape 7"/>
            <p:cNvSpPr>
              <a:spLocks noChangeAspect="1" noChangeArrowheads="1" noTextEdit="1"/>
            </p:cNvSpPr>
            <p:nvPr>
              <p:custDataLst>
                <p:tags r:id="rId7"/>
              </p:custDataLst>
            </p:nvPr>
          </p:nvSpPr>
          <p:spPr bwMode="auto">
            <a:xfrm>
              <a:off x="1440" y="391"/>
              <a:ext cx="3168" cy="30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38" y="613"/>
              <a:ext cx="852" cy="293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000000"/>
              </a:bgClr>
            </a:patt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990" y="613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399" y="760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" name="Freeform 12"/>
            <p:cNvSpPr/>
            <p:nvPr>
              <p:custDataLst>
                <p:tags r:id="rId11"/>
              </p:custDataLst>
            </p:nvPr>
          </p:nvSpPr>
          <p:spPr bwMode="auto">
            <a:xfrm>
              <a:off x="3360" y="1103"/>
              <a:ext cx="78" cy="67"/>
            </a:xfrm>
            <a:custGeom>
              <a:avLst/>
              <a:gdLst>
                <a:gd name="T0" fmla="*/ 39 w 78"/>
                <a:gd name="T1" fmla="*/ 67 h 67"/>
                <a:gd name="T2" fmla="*/ 0 w 78"/>
                <a:gd name="T3" fmla="*/ 0 h 67"/>
                <a:gd name="T4" fmla="*/ 20 w 78"/>
                <a:gd name="T5" fmla="*/ 6 h 67"/>
                <a:gd name="T6" fmla="*/ 39 w 78"/>
                <a:gd name="T7" fmla="*/ 8 h 67"/>
                <a:gd name="T8" fmla="*/ 59 w 78"/>
                <a:gd name="T9" fmla="*/ 6 h 67"/>
                <a:gd name="T10" fmla="*/ 78 w 78"/>
                <a:gd name="T11" fmla="*/ 0 h 67"/>
                <a:gd name="T12" fmla="*/ 39 w 78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8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21" y="1171"/>
              <a:ext cx="852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973" y="1171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3399" y="1346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6" name="Freeform 16"/>
            <p:cNvSpPr/>
            <p:nvPr>
              <p:custDataLst>
                <p:tags r:id="rId15"/>
              </p:custDataLst>
            </p:nvPr>
          </p:nvSpPr>
          <p:spPr bwMode="auto">
            <a:xfrm>
              <a:off x="3360" y="1690"/>
              <a:ext cx="78" cy="67"/>
            </a:xfrm>
            <a:custGeom>
              <a:avLst/>
              <a:gdLst>
                <a:gd name="T0" fmla="*/ 39 w 78"/>
                <a:gd name="T1" fmla="*/ 67 h 67"/>
                <a:gd name="T2" fmla="*/ 0 w 78"/>
                <a:gd name="T3" fmla="*/ 0 h 67"/>
                <a:gd name="T4" fmla="*/ 20 w 78"/>
                <a:gd name="T5" fmla="*/ 6 h 67"/>
                <a:gd name="T6" fmla="*/ 39 w 78"/>
                <a:gd name="T7" fmla="*/ 7 h 67"/>
                <a:gd name="T8" fmla="*/ 59 w 78"/>
                <a:gd name="T9" fmla="*/ 6 h 67"/>
                <a:gd name="T10" fmla="*/ 78 w 78"/>
                <a:gd name="T11" fmla="*/ 0 h 67"/>
                <a:gd name="T12" fmla="*/ 39 w 78"/>
                <a:gd name="T13" fmla="*/ 6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39" y="67"/>
                  </a:moveTo>
                  <a:lnTo>
                    <a:pt x="0" y="0"/>
                  </a:lnTo>
                  <a:lnTo>
                    <a:pt x="20" y="6"/>
                  </a:lnTo>
                  <a:lnTo>
                    <a:pt x="39" y="7"/>
                  </a:lnTo>
                  <a:lnTo>
                    <a:pt x="59" y="6"/>
                  </a:lnTo>
                  <a:lnTo>
                    <a:pt x="78" y="0"/>
                  </a:lnTo>
                  <a:lnTo>
                    <a:pt x="39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391" y="2360"/>
              <a:ext cx="5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391" y="2484"/>
              <a:ext cx="5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3391" y="2608"/>
              <a:ext cx="5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.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121" y="2982"/>
              <a:ext cx="852" cy="294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" name="Rectangle 2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973" y="2982"/>
              <a:ext cx="853" cy="294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381" y="2747"/>
              <a:ext cx="1" cy="184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" name="Freeform 23"/>
            <p:cNvSpPr/>
            <p:nvPr>
              <p:custDataLst>
                <p:tags r:id="rId22"/>
              </p:custDataLst>
            </p:nvPr>
          </p:nvSpPr>
          <p:spPr bwMode="auto">
            <a:xfrm>
              <a:off x="3342" y="2914"/>
              <a:ext cx="78" cy="68"/>
            </a:xfrm>
            <a:custGeom>
              <a:avLst/>
              <a:gdLst>
                <a:gd name="T0" fmla="*/ 39 w 78"/>
                <a:gd name="T1" fmla="*/ 68 h 68"/>
                <a:gd name="T2" fmla="*/ 0 w 78"/>
                <a:gd name="T3" fmla="*/ 0 h 68"/>
                <a:gd name="T4" fmla="*/ 21 w 78"/>
                <a:gd name="T5" fmla="*/ 7 h 68"/>
                <a:gd name="T6" fmla="*/ 39 w 78"/>
                <a:gd name="T7" fmla="*/ 9 h 68"/>
                <a:gd name="T8" fmla="*/ 59 w 78"/>
                <a:gd name="T9" fmla="*/ 7 h 68"/>
                <a:gd name="T10" fmla="*/ 78 w 78"/>
                <a:gd name="T11" fmla="*/ 0 h 68"/>
                <a:gd name="T12" fmla="*/ 39 w 78"/>
                <a:gd name="T13" fmla="*/ 6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8"/>
                <a:gd name="T23" fmla="*/ 78 w 78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9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Freeform 24"/>
            <p:cNvSpPr/>
            <p:nvPr>
              <p:custDataLst>
                <p:tags r:id="rId23"/>
              </p:custDataLst>
            </p:nvPr>
          </p:nvSpPr>
          <p:spPr bwMode="auto">
            <a:xfrm>
              <a:off x="3314" y="3041"/>
              <a:ext cx="137" cy="175"/>
            </a:xfrm>
            <a:custGeom>
              <a:avLst/>
              <a:gdLst>
                <a:gd name="T0" fmla="*/ 0 w 137"/>
                <a:gd name="T1" fmla="*/ 175 h 175"/>
                <a:gd name="T2" fmla="*/ 67 w 137"/>
                <a:gd name="T3" fmla="*/ 0 h 175"/>
                <a:gd name="T4" fmla="*/ 137 w 137"/>
                <a:gd name="T5" fmla="*/ 175 h 175"/>
                <a:gd name="T6" fmla="*/ 0 60000 65536"/>
                <a:gd name="T7" fmla="*/ 0 60000 65536"/>
                <a:gd name="T8" fmla="*/ 0 60000 65536"/>
                <a:gd name="T9" fmla="*/ 0 w 137"/>
                <a:gd name="T10" fmla="*/ 0 h 175"/>
                <a:gd name="T11" fmla="*/ 137 w 137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7" h="175">
                  <a:moveTo>
                    <a:pt x="0" y="175"/>
                  </a:moveTo>
                  <a:lnTo>
                    <a:pt x="67" y="0"/>
                  </a:lnTo>
                  <a:lnTo>
                    <a:pt x="137" y="175"/>
                  </a:lnTo>
                </a:path>
              </a:pathLst>
            </a:cu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5" name="Line 2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1542" y="782"/>
              <a:ext cx="5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6" name="Freeform 26"/>
            <p:cNvSpPr/>
            <p:nvPr>
              <p:custDataLst>
                <p:tags r:id="rId25"/>
              </p:custDataLst>
            </p:nvPr>
          </p:nvSpPr>
          <p:spPr bwMode="auto">
            <a:xfrm>
              <a:off x="2043" y="749"/>
              <a:ext cx="78" cy="67"/>
            </a:xfrm>
            <a:custGeom>
              <a:avLst/>
              <a:gdLst>
                <a:gd name="T0" fmla="*/ 78 w 78"/>
                <a:gd name="T1" fmla="*/ 33 h 67"/>
                <a:gd name="T2" fmla="*/ 0 w 78"/>
                <a:gd name="T3" fmla="*/ 67 h 67"/>
                <a:gd name="T4" fmla="*/ 7 w 78"/>
                <a:gd name="T5" fmla="*/ 51 h 67"/>
                <a:gd name="T6" fmla="*/ 10 w 78"/>
                <a:gd name="T7" fmla="*/ 33 h 67"/>
                <a:gd name="T8" fmla="*/ 7 w 78"/>
                <a:gd name="T9" fmla="*/ 16 h 67"/>
                <a:gd name="T10" fmla="*/ 0 w 78"/>
                <a:gd name="T11" fmla="*/ 0 h 67"/>
                <a:gd name="T12" fmla="*/ 78 w 78"/>
                <a:gd name="T13" fmla="*/ 33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1"/>
                  </a:lnTo>
                  <a:lnTo>
                    <a:pt x="10" y="33"/>
                  </a:lnTo>
                  <a:lnTo>
                    <a:pt x="7" y="16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7" name="Rectangle 27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439" y="422"/>
              <a:ext cx="414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data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8" name="Rectangle 28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53" y="422"/>
              <a:ext cx="401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next</a:t>
              </a:r>
              <a:endParaRPr kumimoji="1" lang="en-US" altLang="zh-CN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29" name="Rectangle 29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4013" y="670"/>
              <a:ext cx="49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队头</a:t>
              </a:r>
              <a:endPara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980" y="3047"/>
              <a:ext cx="49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队尾</a:t>
              </a:r>
              <a:endParaRPr kumimoji="1" lang="zh-CN" altLang="en-US" sz="1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557" y="591"/>
              <a:ext cx="475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front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2" name="Rectangle 32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2121" y="1757"/>
              <a:ext cx="852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3" name="Rectangle 33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973" y="1757"/>
              <a:ext cx="853" cy="293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3381" y="1919"/>
              <a:ext cx="1" cy="360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5" name="Freeform 35"/>
            <p:cNvSpPr/>
            <p:nvPr>
              <p:custDataLst>
                <p:tags r:id="rId34"/>
              </p:custDataLst>
            </p:nvPr>
          </p:nvSpPr>
          <p:spPr bwMode="auto">
            <a:xfrm>
              <a:off x="3342" y="2262"/>
              <a:ext cx="78" cy="68"/>
            </a:xfrm>
            <a:custGeom>
              <a:avLst/>
              <a:gdLst>
                <a:gd name="T0" fmla="*/ 39 w 78"/>
                <a:gd name="T1" fmla="*/ 68 h 68"/>
                <a:gd name="T2" fmla="*/ 0 w 78"/>
                <a:gd name="T3" fmla="*/ 0 h 68"/>
                <a:gd name="T4" fmla="*/ 21 w 78"/>
                <a:gd name="T5" fmla="*/ 7 h 68"/>
                <a:gd name="T6" fmla="*/ 39 w 78"/>
                <a:gd name="T7" fmla="*/ 8 h 68"/>
                <a:gd name="T8" fmla="*/ 59 w 78"/>
                <a:gd name="T9" fmla="*/ 7 h 68"/>
                <a:gd name="T10" fmla="*/ 78 w 78"/>
                <a:gd name="T11" fmla="*/ 0 h 68"/>
                <a:gd name="T12" fmla="*/ 39 w 78"/>
                <a:gd name="T13" fmla="*/ 6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8"/>
                <a:gd name="T23" fmla="*/ 78 w 78"/>
                <a:gd name="T24" fmla="*/ 68 h 6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8">
                  <a:moveTo>
                    <a:pt x="39" y="68"/>
                  </a:moveTo>
                  <a:lnTo>
                    <a:pt x="0" y="0"/>
                  </a:lnTo>
                  <a:lnTo>
                    <a:pt x="21" y="7"/>
                  </a:lnTo>
                  <a:lnTo>
                    <a:pt x="39" y="8"/>
                  </a:lnTo>
                  <a:lnTo>
                    <a:pt x="59" y="7"/>
                  </a:lnTo>
                  <a:lnTo>
                    <a:pt x="78" y="0"/>
                  </a:lnTo>
                  <a:lnTo>
                    <a:pt x="39" y="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6" name="Rectangle 36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568" y="2938"/>
              <a:ext cx="401" cy="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rmAutofit/>
            </a:bodyPr>
            <a:lstStyle>
              <a:lvl1pPr marL="342900" indent="-3429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342900" marR="0" lvl="0" indent="-34290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</a:rPr>
                <a:t>rear</a:t>
              </a:r>
              <a:endPara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endParaRPr>
            </a:p>
          </p:txBody>
        </p:sp>
        <p:sp>
          <p:nvSpPr>
            <p:cNvPr id="37" name="Line 37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1542" y="3128"/>
              <a:ext cx="521" cy="1"/>
            </a:xfrm>
            <a:prstGeom prst="line">
              <a:avLst/>
            </a:prstGeom>
            <a:noFill/>
            <a:ln w="1428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8" name="Freeform 38"/>
            <p:cNvSpPr/>
            <p:nvPr>
              <p:custDataLst>
                <p:tags r:id="rId37"/>
              </p:custDataLst>
            </p:nvPr>
          </p:nvSpPr>
          <p:spPr bwMode="auto">
            <a:xfrm>
              <a:off x="2043" y="3095"/>
              <a:ext cx="78" cy="67"/>
            </a:xfrm>
            <a:custGeom>
              <a:avLst/>
              <a:gdLst>
                <a:gd name="T0" fmla="*/ 78 w 78"/>
                <a:gd name="T1" fmla="*/ 33 h 67"/>
                <a:gd name="T2" fmla="*/ 0 w 78"/>
                <a:gd name="T3" fmla="*/ 67 h 67"/>
                <a:gd name="T4" fmla="*/ 7 w 78"/>
                <a:gd name="T5" fmla="*/ 50 h 67"/>
                <a:gd name="T6" fmla="*/ 10 w 78"/>
                <a:gd name="T7" fmla="*/ 33 h 67"/>
                <a:gd name="T8" fmla="*/ 7 w 78"/>
                <a:gd name="T9" fmla="*/ 17 h 67"/>
                <a:gd name="T10" fmla="*/ 0 w 78"/>
                <a:gd name="T11" fmla="*/ 0 h 67"/>
                <a:gd name="T12" fmla="*/ 78 w 78"/>
                <a:gd name="T13" fmla="*/ 33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8"/>
                <a:gd name="T22" fmla="*/ 0 h 67"/>
                <a:gd name="T23" fmla="*/ 78 w 78"/>
                <a:gd name="T24" fmla="*/ 67 h 6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8" h="67">
                  <a:moveTo>
                    <a:pt x="78" y="33"/>
                  </a:moveTo>
                  <a:lnTo>
                    <a:pt x="0" y="67"/>
                  </a:lnTo>
                  <a:lnTo>
                    <a:pt x="7" y="50"/>
                  </a:lnTo>
                  <a:lnTo>
                    <a:pt x="10" y="33"/>
                  </a:lnTo>
                  <a:lnTo>
                    <a:pt x="7" y="17"/>
                  </a:lnTo>
                  <a:lnTo>
                    <a:pt x="0" y="0"/>
                  </a:lnTo>
                  <a:lnTo>
                    <a:pt x="78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b="1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链队列的几种基本运算</a:t>
            </a:r>
            <a:endParaRPr lang="zh-CN" altLang="en-US" dirty="0">
              <a:sym typeface="+mn-ea"/>
            </a:endParaRPr>
          </a:p>
        </p:txBody>
      </p:sp>
    </p:spTree>
    <p:custDataLst>
      <p:tags r:id="rId39"/>
    </p:custDataLst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dvAuto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179512" y="972292"/>
            <a:ext cx="7772400" cy="2159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zh-CN" altLang="en-US" sz="2400" dirty="0" smtClean="0">
                <a:solidFill>
                  <a:schemeClr val="tx1"/>
                </a:solidFill>
              </a:rPr>
              <a:t>队列和线性表有什么不同？</a:t>
            </a:r>
            <a:endParaRPr lang="zh-CN" altLang="en-US" sz="2400" baseline="-25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 smtClean="0">
                <a:solidFill>
                  <a:schemeClr val="tx1"/>
                </a:solidFill>
              </a:rPr>
              <a:t>实现循环队列的“判队空或满”的方法有哪些？</a:t>
            </a:r>
            <a:endParaRPr lang="zh-CN" altLang="en-US" sz="24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dirty="0" smtClean="0">
                <a:solidFill>
                  <a:schemeClr val="tx1"/>
                </a:solidFill>
              </a:rPr>
              <a:t>在链队列中如何“判队空”和“判队满”？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152581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280036" y="699542"/>
            <a:ext cx="3592512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</a:rPr>
              <a:t>队列限定插入只能在表的一端和删除只能在表的另一端进行</a:t>
            </a:r>
            <a:endParaRPr kumimoji="1" lang="zh-CN" altLang="en-US" sz="2000" dirty="0">
              <a:solidFill>
                <a:schemeClr val="accent1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2582" name="Rectangle 6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8246" y="2499742"/>
            <a:ext cx="4572000" cy="1753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r>
              <a:rPr kumimoji="1" lang="zh-CN" altLang="en-US" sz="180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使用循环队列的最主要的技术问题是如何判断其“满”和“空”的状态。</a:t>
            </a:r>
            <a:endParaRPr kumimoji="1" lang="zh-CN" altLang="en-US" sz="1800" dirty="0">
              <a:solidFill>
                <a:schemeClr val="accent1">
                  <a:lumMod val="50000"/>
                  <a:hueOff val="9600000"/>
                </a:schemeClr>
              </a:solidFill>
              <a:latin typeface="+mn-lt"/>
              <a:ea typeface="+mn-ea"/>
            </a:endParaRPr>
          </a:p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1</a:t>
            </a:r>
            <a:r>
              <a:rPr kumimoji="1" lang="zh-CN" alt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）少用一个元素的存储空间，头尾指针相同作为队空，“队列头指针在队列尾指针的下一位置上” 作为队列满的标志。</a:t>
            </a:r>
            <a:endParaRPr kumimoji="1" lang="zh-CN" altLang="en-US" sz="1800" dirty="0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r>
              <a:rPr kumimoji="1" lang="en-US" altLang="zh-CN" sz="180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2</a:t>
            </a:r>
            <a:r>
              <a:rPr kumimoji="1" lang="zh-CN" altLang="en-US" sz="1800" dirty="0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）使用</a:t>
            </a:r>
            <a:r>
              <a:rPr kumimoji="1" lang="zh-CN" altLang="en-US" sz="180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一个计数器记录队列中元素的总数</a:t>
            </a:r>
            <a:endParaRPr kumimoji="1" lang="zh-CN" altLang="en-US" sz="1800" dirty="0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2583" name="Rectangl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72387" y="2499742"/>
            <a:ext cx="2948940" cy="706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队空条件</a:t>
            </a:r>
            <a:r>
              <a:rPr kumimoji="1" lang="zh-CN" altLang="en-US" sz="2000" dirty="0" smtClean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：</a:t>
            </a:r>
            <a:r>
              <a:rPr kumimoji="1" lang="en-US" altLang="zh-CN" sz="2000" dirty="0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front </a:t>
            </a:r>
            <a:r>
              <a:rPr kumimoji="1" lang="en-US" altLang="zh-CN" sz="2000" dirty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= </a:t>
            </a:r>
            <a:r>
              <a:rPr kumimoji="1" lang="en-US" altLang="zh-CN" sz="2000" dirty="0" smtClean="0">
                <a:solidFill>
                  <a:schemeClr val="accent1">
                    <a:lumMod val="50000"/>
                    <a:hueOff val="10800000"/>
                  </a:schemeClr>
                </a:solidFill>
                <a:latin typeface="+mn-lt"/>
                <a:ea typeface="+mn-ea"/>
              </a:rPr>
              <a:t>=rear</a:t>
            </a:r>
            <a:endParaRPr kumimoji="1" lang="en-US" altLang="zh-CN" sz="2000" dirty="0">
              <a:solidFill>
                <a:schemeClr val="accent1">
                  <a:lumMod val="50000"/>
                  <a:hueOff val="10800000"/>
                </a:schemeClr>
              </a:solidFill>
              <a:latin typeface="+mn-lt"/>
              <a:ea typeface="+mn-ea"/>
            </a:endParaRPr>
          </a:p>
          <a:p>
            <a:pPr algn="l" eaLnBrk="0" hangingPunct="0">
              <a:spcBef>
                <a:spcPct val="0"/>
              </a:spcBef>
              <a:buClrTx/>
              <a:buFontTx/>
              <a:buNone/>
            </a:pPr>
            <a:r>
              <a:rPr kumimoji="1" lang="zh-CN" altLang="en-US" sz="2000" dirty="0">
                <a:solidFill>
                  <a:schemeClr val="accent1">
                    <a:lumMod val="50000"/>
                    <a:hueOff val="9600000"/>
                  </a:schemeClr>
                </a:solidFill>
                <a:latin typeface="+mn-lt"/>
                <a:ea typeface="+mn-ea"/>
              </a:rPr>
              <a:t>链队列不需判队满</a:t>
            </a:r>
            <a:endParaRPr kumimoji="1" lang="zh-CN" altLang="en-US" sz="2000" dirty="0">
              <a:solidFill>
                <a:schemeClr val="accent1">
                  <a:lumMod val="50000"/>
                  <a:hueOff val="960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复习</a:t>
            </a:r>
            <a:endParaRPr lang="zh-CN" altLang="en-US" dirty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bldLvl="0" animBg="1"/>
      <p:bldP spid="152582" grpId="0" bldLvl="0" animBg="1"/>
      <p:bldP spid="152583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  <p:tag name="KSO_WM_UNIT_TEXT_LAYER_COUNT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  <p:tag name="KSO_WM_UNIT_TEXT_LAYER_COUNT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  <p:tag name="KSO_WM_UNIT_TEXT_LAYER_COUNT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20236317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UNIT_TEXT_LAYER_COUNT" val="1"/>
  <p:tag name="KSO_WM_TEMPLATE_CATEGORY" val="custom"/>
  <p:tag name="KSO_WM_TEMPLATE_INDEX" val="20236317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6317"/>
  <p:tag name="KSO_WM_TEMPLATE_THUMBS_INDEX" val="1、9"/>
</p:tagLst>
</file>

<file path=ppt/tags/tag9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6317_1*a*1"/>
  <p:tag name="KSO_WM_TEMPLATE_CATEGORY" val="custom"/>
  <p:tag name="KSO_WM_TEMPLATE_INDEX" val="20236317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&#10;添加文档标题"/>
  <p:tag name="KSO_WM_UNIT_TEXT_TYPE" val="1"/>
</p:tagLst>
</file>

<file path=ppt/tags/tag93.xml><?xml version="1.0" encoding="utf-8"?>
<p:tagLst xmlns:p="http://schemas.openxmlformats.org/presentationml/2006/main">
  <p:tag name="KSO_WM_UNIT_SUBTYPE" val="b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6317_1*f*1"/>
  <p:tag name="KSO_WM_TEMPLATE_CATEGORY" val="custom"/>
  <p:tag name="KSO_WM_TEMPLATE_INDEX" val="20236317"/>
  <p:tag name="KSO_WM_UNIT_LAYERLEVEL" val="1"/>
  <p:tag name="KSO_WM_TAG_VERSION" val="3.0"/>
  <p:tag name="KSO_WM_BEAUTIFY_FLAG" val="#wm#"/>
  <p:tag name="KSO_WM_UNIT_VALUE" val="8"/>
  <p:tag name="KSO_WM_UNIT_TEXT_LAYER_COUNT" val="1"/>
  <p:tag name="KSO_WM_UNIT_PRESET_TEXT" val="汇报人：WPS"/>
  <p:tag name="KSO_WM_UNIT_TEXT_TYPE" val="1"/>
</p:tagLst>
</file>

<file path=ppt/tags/tag94.xml><?xml version="1.0" encoding="utf-8"?>
<p:tagLst xmlns:p="http://schemas.openxmlformats.org/presentationml/2006/main">
  <p:tag name="KSO_WM_SLIDE_ID" val="custom2023631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6317"/>
  <p:tag name="KSO_WM_SLIDE_LAYOUT" val="a_f"/>
  <p:tag name="KSO_WM_SLIDE_LAYOUT_CNT" val="1_1"/>
  <p:tag name="KSO_WM_SLIDE_TYPE" val="title"/>
  <p:tag name="KSO_WM_SLIDE_SUBTYPE" val="pureTxt"/>
  <p:tag name="KSO_WM_TEMPLATE_THUMBS_INDEX" val="1、9"/>
  <p:tag name="KSO_WM_SLIDE_THEME_ID" val="3327167"/>
  <p:tag name="KSO_WM_SLIDE_THEME_NAME" val="商务风绿色教育教学模板"/>
</p:tagLst>
</file>

<file path=ppt/tags/tag9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96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9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0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0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02.xml><?xml version="1.0" encoding="utf-8"?>
<p:tagLst xmlns:p="http://schemas.openxmlformats.org/presentationml/2006/main">
  <p:tag name="KSO_WM_UNIT_TEXT" val="第3章  栈和队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03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4.xml><?xml version="1.0" encoding="utf-8"?>
<p:tagLst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</p:tagLst>
</file>

<file path=ppt/tags/tag105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106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10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UNIT_ID" val="diagram19882022*l_h_a*1_1_1"/>
  <p:tag name="KSO_WM_DIAGRAM_GROUP_CODE" val="l1-1"/>
  <p:tag name="KSO_WM_TAG_VERSION" val="2.0"/>
  <p:tag name="KSO_WM_BEAUTIFY_FLAG" val="#wm#"/>
</p:tagLst>
</file>

<file path=ppt/tags/tag10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UNIT_ID" val="diagram19882022*l_h_f*1_3_2"/>
  <p:tag name="KSO_WM_DIAGRAM_GROUP_CODE" val="l1-1"/>
  <p:tag name="KSO_WM_TAG_VERSION" val="2.0"/>
  <p:tag name="KSO_WM_BEAUTIFY_FLAG" val="#wm#"/>
</p:tagLst>
</file>

<file path=ppt/tags/tag11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UNIT_ID" val="diagram19882022*l_h_a*1_3_1"/>
  <p:tag name="KSO_WM_DIAGRAM_GROUP_CODE" val="l1-1"/>
  <p:tag name="KSO_WM_TAG_VERSION" val="2.0"/>
  <p:tag name="KSO_WM_BEAUTIFY_FLAG" val="#wm#"/>
</p:tagLst>
</file>

<file path=ppt/tags/tag111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UNIT_ID" val="diagram19882022*l_h_f*1_2_2"/>
  <p:tag name="KSO_WM_DIAGRAM_GROUP_CODE" val="l1-1"/>
  <p:tag name="KSO_WM_TAG_VERSION" val="2.0"/>
  <p:tag name="KSO_WM_BEAUTIFY_FLAG" val="#wm#"/>
</p:tagLst>
</file>

<file path=ppt/tags/tag112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</p:tagLst>
</file>

<file path=ppt/tags/tag113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UNIT_ID" val="diagram19882022*l_h_f*1_1_2"/>
  <p:tag name="KSO_WM_DIAGRAM_GROUP_CODE" val="l1-1"/>
  <p:tag name="KSO_WM_TAG_VERSION" val="2.0"/>
  <p:tag name="KSO_WM_BEAUTIFY_FLAG" val="#wm#"/>
</p:tagLst>
</file>

<file path=ppt/tags/tag11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11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1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1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9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2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2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23.xml><?xml version="1.0" encoding="utf-8"?>
<p:tagLst xmlns:p="http://schemas.openxmlformats.org/presentationml/2006/main">
  <p:tag name="KSO_WM_UNIT_TEXT" val="学习目标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2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5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2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12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31.xml><?xml version="1.0" encoding="utf-8"?>
<p:tagLst xmlns:p="http://schemas.openxmlformats.org/presentationml/2006/main">
  <p:tag name="KSO_WM_UNIT_INDEX" val="9"/>
  <p:tag name="KSO_WM_UNIT_TYPE" val="f"/>
  <p:tag name="KSO_WM_BEAUTIFY_FLAG" val="#wm#"/>
  <p:tag name="KSO_WM_UNIT_SUBTYPE" val="a"/>
</p:tagLst>
</file>

<file path=ppt/tags/tag13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3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3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3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38.xml><?xml version="1.0" encoding="utf-8"?>
<p:tagLst xmlns:p="http://schemas.openxmlformats.org/presentationml/2006/main">
  <p:tag name="KSO_WM_UNIT_TEXT" val="4.运算规则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3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41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2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143.xml><?xml version="1.0" encoding="utf-8"?>
<p:tagLst xmlns:p="http://schemas.openxmlformats.org/presentationml/2006/main">
  <p:tag name="KSO_WM_UNIT_TEXT" val="栈与一般线性表的对比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4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47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48.xml><?xml version="1.0" encoding="utf-8"?>
<p:tagLst xmlns:p="http://schemas.openxmlformats.org/presentationml/2006/main">
  <p:tag name="KSO_WM_UNIT_TEXT" val="3.1.2  栈的存储实现和运算实现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14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50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151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152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153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154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155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156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157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158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159.xml><?xml version="1.0" encoding="utf-8"?>
<p:tagLst xmlns:p="http://schemas.openxmlformats.org/presentationml/2006/main">
  <p:tag name="KSO_WM_UNIT_INDEX" val="49"/>
  <p:tag name="KSO_WM_UNIT_TYPE" val="i"/>
  <p:tag name="KSO_WM_BEAUTIFY_FLAG" val="#wm#"/>
</p:tagLst>
</file>

<file path=ppt/tags/tag16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161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16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63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164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165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166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167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169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17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71.xml><?xml version="1.0" encoding="utf-8"?>
<p:tagLst xmlns:p="http://schemas.openxmlformats.org/presentationml/2006/main">
  <p:tag name="KSO_WM_UNIT_INDEX" val="48"/>
  <p:tag name="KSO_WM_UNIT_TYPE" val="i"/>
  <p:tag name="KSO_WM_BEAUTIFY_FLAG" val="#wm#"/>
</p:tagLst>
</file>

<file path=ppt/tags/tag172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173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174.xml><?xml version="1.0" encoding="utf-8"?>
<p:tagLst xmlns:p="http://schemas.openxmlformats.org/presentationml/2006/main">
  <p:tag name="KSO_WM_UNIT_INDEX" val="47"/>
  <p:tag name="KSO_WM_UNIT_TYPE" val="i"/>
  <p:tag name="KSO_WM_BEAUTIFY_FLAG" val="#wm#"/>
</p:tagLst>
</file>

<file path=ppt/tags/tag17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76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177.xml><?xml version="1.0" encoding="utf-8"?>
<p:tagLst xmlns:p="http://schemas.openxmlformats.org/presentationml/2006/main">
  <p:tag name="KSO_WM_UNIT_INDEX" val="43"/>
  <p:tag name="KSO_WM_UNIT_TYPE" val="f"/>
  <p:tag name="KSO_WM_UNIT_SUBTYPE" val="a"/>
  <p:tag name="KSO_WM_BEAUTIFY_FLAG" val="#wm#"/>
</p:tagLst>
</file>

<file path=ppt/tags/tag178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179.xml><?xml version="1.0" encoding="utf-8"?>
<p:tagLst xmlns:p="http://schemas.openxmlformats.org/presentationml/2006/main">
  <p:tag name="KSO_WM_UNIT_INDEX" val="52"/>
  <p:tag name="KSO_WM_UNIT_TYPE" val="f"/>
  <p:tag name="KSO_WM_UNIT_SUBTYPE" val="a"/>
  <p:tag name="KSO_WM_BEAUTIFY_FLAG" val="#wm#"/>
</p:tagLst>
</file>

<file path=ppt/tags/tag180.xml><?xml version="1.0" encoding="utf-8"?>
<p:tagLst xmlns:p="http://schemas.openxmlformats.org/presentationml/2006/main">
  <p:tag name="KSO_WM_UNIT_INDEX" val="54"/>
  <p:tag name="KSO_WM_UNIT_TYPE" val="f"/>
  <p:tag name="KSO_WM_UNIT_SUBTYPE" val="a"/>
  <p:tag name="KSO_WM_BEAUTIFY_FLAG" val="#wm#"/>
</p:tagLst>
</file>

<file path=ppt/tags/tag181.xml><?xml version="1.0" encoding="utf-8"?>
<p:tagLst xmlns:p="http://schemas.openxmlformats.org/presentationml/2006/main">
  <p:tag name="KSO_WM_UNIT_INDEX" val="44"/>
  <p:tag name="KSO_WM_UNIT_TYPE" val="f"/>
  <p:tag name="KSO_WM_UNIT_SUBTYPE" val="a"/>
  <p:tag name="KSO_WM_BEAUTIFY_FLAG" val="#wm#"/>
</p:tagLst>
</file>

<file path=ppt/tags/tag182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83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184.xml><?xml version="1.0" encoding="utf-8"?>
<p:tagLst xmlns:p="http://schemas.openxmlformats.org/presentationml/2006/main">
  <p:tag name="KSO_WM_UNIT_INDEX" val="45"/>
  <p:tag name="KSO_WM_UNIT_TYPE" val="f"/>
  <p:tag name="KSO_WM_UNIT_SUBTYPE" val="a"/>
  <p:tag name="KSO_WM_BEAUTIFY_FLAG" val="#wm#"/>
</p:tagLst>
</file>

<file path=ppt/tags/tag185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186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187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188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189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190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191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192.xml><?xml version="1.0" encoding="utf-8"?>
<p:tagLst xmlns:p="http://schemas.openxmlformats.org/presentationml/2006/main">
  <p:tag name="KSO_WM_UNIT_INDEX" val="38"/>
  <p:tag name="KSO_WM_UNIT_TYPE" val="i"/>
  <p:tag name="KSO_WM_BEAUTIFY_FLAG" val="#wm#"/>
</p:tagLst>
</file>

<file path=ppt/tags/tag193.xml><?xml version="1.0" encoding="utf-8"?>
<p:tagLst xmlns:p="http://schemas.openxmlformats.org/presentationml/2006/main">
  <p:tag name="KSO_WM_UNIT_INDEX" val="46"/>
  <p:tag name="KSO_WM_UNIT_TYPE" val="i"/>
  <p:tag name="KSO_WM_BEAUTIFY_FLAG" val="#wm#"/>
</p:tagLst>
</file>

<file path=ppt/tags/tag194.xml><?xml version="1.0" encoding="utf-8"?>
<p:tagLst xmlns:p="http://schemas.openxmlformats.org/presentationml/2006/main">
  <p:tag name="KSO_WM_UNIT_INDEX" val="50"/>
  <p:tag name="KSO_WM_UNIT_TYPE" val="i"/>
  <p:tag name="KSO_WM_BEAUTIFY_FLAG" val="#wm#"/>
</p:tagLst>
</file>

<file path=ppt/tags/tag195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196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197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19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19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00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0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02.xml><?xml version="1.0" encoding="utf-8"?>
<p:tagLst xmlns:p="http://schemas.openxmlformats.org/presentationml/2006/main">
  <p:tag name="KSO_WM_UNIT_TEXT" val="顺序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03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04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20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06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207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08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0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10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211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212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21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214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215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16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21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18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19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22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22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22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223.xml><?xml version="1.0" encoding="utf-8"?>
<p:tagLst xmlns:p="http://schemas.openxmlformats.org/presentationml/2006/main">
  <p:tag name="KSO_WM_UNIT_INDEX" val="38"/>
  <p:tag name="KSO_WM_UNIT_TYPE" val="i"/>
  <p:tag name="KSO_WM_BEAUTIFY_FLAG" val="#wm#"/>
</p:tagLst>
</file>

<file path=ppt/tags/tag224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22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226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227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228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229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230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231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32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233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23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3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36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37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238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239.xml><?xml version="1.0" encoding="utf-8"?>
<p:tagLst xmlns:p="http://schemas.openxmlformats.org/presentationml/2006/main">
  <p:tag name="KSO_WM_UNIT_INDEX" val="37"/>
  <p:tag name="KSO_WM_UNIT_TYPE" val="i"/>
  <p:tag name="KSO_WM_BEAUTIFY_FLAG" val="#wm#"/>
</p:tagLst>
</file>

<file path=ppt/tags/tag240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241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242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244.xml><?xml version="1.0" encoding="utf-8"?>
<p:tagLst xmlns:p="http://schemas.openxmlformats.org/presentationml/2006/main">
  <p:tag name="KSO_WM_UNIT_INDEX" val="40"/>
  <p:tag name="KSO_WM_UNIT_TYPE" val="i"/>
  <p:tag name="KSO_WM_BEAUTIFY_FLAG" val="#wm#"/>
</p:tagLst>
</file>

<file path=ppt/tags/tag245.xml><?xml version="1.0" encoding="utf-8"?>
<p:tagLst xmlns:p="http://schemas.openxmlformats.org/presentationml/2006/main">
  <p:tag name="KSO_WM_UNIT_TEXT" val="3.1.1 　栈的定义和基本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46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48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4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50.xml><?xml version="1.0" encoding="utf-8"?>
<p:tagLst xmlns:p="http://schemas.openxmlformats.org/presentationml/2006/main">
  <p:tag name="KSO_WM_UNIT_TEXT" val="顺序栈与顺序表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51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2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54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255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TEXT" val="顺序栈的主要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5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58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6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61.xml><?xml version="1.0" encoding="utf-8"?>
<p:tagLst xmlns:p="http://schemas.openxmlformats.org/presentationml/2006/main">
  <p:tag name="KSO_WM_UNIT_TEXT" val="⑴ 置空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6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63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6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6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67.xml><?xml version="1.0" encoding="utf-8"?>
<p:tagLst xmlns:p="http://schemas.openxmlformats.org/presentationml/2006/main">
  <p:tag name="KSO_WM_UNIT_TEXT" val="⑵判空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6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69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7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272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273.xml><?xml version="1.0" encoding="utf-8"?>
<p:tagLst xmlns:p="http://schemas.openxmlformats.org/presentationml/2006/main">
  <p:tag name="KSO_WM_UNIT_TEXT" val="⑶入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7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75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77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7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79.xml><?xml version="1.0" encoding="utf-8"?>
<p:tagLst xmlns:p="http://schemas.openxmlformats.org/presentationml/2006/main">
  <p:tag name="KSO_WM_UNIT_TEXT" val="⑷出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80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8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282.xml><?xml version="1.0" encoding="utf-8"?>
<p:tagLst xmlns:p="http://schemas.openxmlformats.org/presentationml/2006/main">
  <p:tag name="KSO_WM_UNIT_INDEX" val="5"/>
  <p:tag name="KSO_WM_UNIT_TYPE" val="f"/>
  <p:tag name="KSO_WM_BEAUTIFY_FLAG" val="#wm#"/>
  <p:tag name="KSO_WM_UNIT_SUBTYPE" val="a"/>
</p:tagLst>
</file>

<file path=ppt/tags/tag283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8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85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8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8.xml><?xml version="1.0" encoding="utf-8"?>
<p:tagLst xmlns:p="http://schemas.openxmlformats.org/presentationml/2006/main">
  <p:tag name="KSO_WM_UNIT_TEXT" val="⑸取栈顶元素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28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290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292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2*l_h_i*1_2_1"/>
  <p:tag name="KSO_WM_TEMPLATE_INDEX" val="19882022"/>
  <p:tag name="KSO_WM_TAG_VERSION" val="2.0"/>
  <p:tag name="KSO_WM_DIAGRAM_GROUP_CODE" val="l1-1"/>
</p:tagLst>
</file>

<file path=ppt/tags/tag29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294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2*l_h_i*1_1_1"/>
  <p:tag name="KSO_WM_TEMPLATE_INDEX" val="19882022"/>
  <p:tag name="KSO_WM_TAG_VERSION" val="2.0"/>
  <p:tag name="KSO_WM_DIAGRAM_GROUP_CODE" val="l1-1"/>
</p:tagLst>
</file>

<file path=ppt/tags/tag29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2*l_i*1_1"/>
  <p:tag name="KSO_WM_TEMPLATE_INDEX" val="19882022"/>
  <p:tag name="KSO_WM_TAG_VERSION" val="2.0"/>
  <p:tag name="KSO_WM_DIAGRAM_GROUP_CODE" val="l1-1"/>
</p:tagLst>
</file>

<file path=ppt/tags/tag29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2*l_i*1_1"/>
  <p:tag name="KSO_WM_TEMPLATE_INDEX" val="19882022"/>
  <p:tag name="KSO_WM_TAG_VERSION" val="2.0"/>
  <p:tag name="KSO_WM_DIAGRAM_GROUP_CODE" val="l1-1"/>
</p:tagLst>
</file>

<file path=ppt/tags/tag297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2*l_h_x*1_1_1"/>
  <p:tag name="KSO_WM_TEMPLATE_INDEX" val="19882022"/>
  <p:tag name="KSO_WM_TAG_VERSION" val="2.0"/>
  <p:tag name="KSO_WM_DIAGRAM_GROUP_CODE" val="l1-1"/>
</p:tagLst>
</file>

<file path=ppt/tags/tag298.xml><?xml version="1.0" encoding="utf-8"?>
<p:tagLst xmlns:p="http://schemas.openxmlformats.org/presentationml/2006/main">
  <p:tag name="KSO_WM_BEAUTIFY_FLAG" val="#wm#"/>
  <p:tag name="KSO_WM_UNIT_TYPE" val="l_h_x"/>
  <p:tag name="KSO_WM_UNIT_INDEX" val="1_1_2"/>
  <p:tag name="KSO_WM_UNIT_ID" val="diagram19882022_2*l_h_x*1_1_2"/>
  <p:tag name="KSO_WM_TEMPLATE_INDEX" val="19882022"/>
  <p:tag name="KSO_WM_TAG_VERSION" val="2.0"/>
  <p:tag name="KSO_WM_DIAGRAM_GROUP_CODE" val="l1-1"/>
</p:tagLst>
</file>

<file path=ppt/tags/tag299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2*l_h_x*1_2_1"/>
  <p:tag name="KSO_WM_TEMPLATE_INDEX" val="19882022"/>
  <p:tag name="KSO_WM_TAG_VERSION" val="2.0"/>
  <p:tag name="KSO_WM_DIAGRAM_GROUP_CODE" val="l1-1"/>
</p:tagLst>
</file>

<file path=ppt/tags/tag300.xml><?xml version="1.0" encoding="utf-8"?>
<p:tagLst xmlns:p="http://schemas.openxmlformats.org/presentationml/2006/main">
  <p:tag name="KSO_WM_BEAUTIFY_FLAG" val="#wm#"/>
  <p:tag name="KSO_WM_UNIT_TYPE" val="l_h_x"/>
  <p:tag name="KSO_WM_UNIT_INDEX" val="1_2_2"/>
  <p:tag name="KSO_WM_UNIT_ID" val="diagram19882022_2*l_h_x*1_2_2"/>
  <p:tag name="KSO_WM_TEMPLATE_INDEX" val="19882022"/>
  <p:tag name="KSO_WM_TAG_VERSION" val="2.0"/>
  <p:tag name="KSO_WM_DIAGRAM_GROUP_CODE" val="l1-1"/>
</p:tagLst>
</file>

<file path=ppt/tags/tag301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2*l_h_a*1_1_1"/>
  <p:tag name="KSO_WM_TEMPLATE_INDEX" val="19882022"/>
  <p:tag name="KSO_WM_TAG_VERSION" val="2.0"/>
  <p:tag name="KSO_WM_DIAGRAM_GROUP_CODE" val="l1-1"/>
</p:tagLst>
</file>

<file path=ppt/tags/tag302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2*l_h_a*1_2_1"/>
  <p:tag name="KSO_WM_TEMPLATE_INDEX" val="19882022"/>
  <p:tag name="KSO_WM_TAG_VERSION" val="2.0"/>
  <p:tag name="KSO_WM_DIAGRAM_GROUP_CODE" val="l1-1"/>
</p:tagLst>
</file>

<file path=ppt/tags/tag303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2*l_h_f*1_1_1"/>
  <p:tag name="KSO_WM_TEMPLATE_INDEX" val="19882022"/>
  <p:tag name="KSO_WM_TAG_VERSION" val="2.0"/>
  <p:tag name="KSO_WM_DIAGRAM_GROUP_CODE" val="l1-1"/>
</p:tagLst>
</file>

<file path=ppt/tags/tag304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2*l_h_f*1_2_1"/>
  <p:tag name="KSO_WM_TEMPLATE_INDEX" val="19882022"/>
  <p:tag name="KSO_WM_TAG_VERSION" val="2.0"/>
  <p:tag name="KSO_WM_DIAGRAM_GROUP_CODE" val="l1-1"/>
</p:tagLst>
</file>

<file path=ppt/tags/tag30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2*l_i*1_1"/>
  <p:tag name="KSO_WM_TEMPLATE_INDEX" val="19882022"/>
  <p:tag name="KSO_WM_TAG_VERSION" val="2.0"/>
  <p:tag name="KSO_WM_DIAGRAM_GROUP_CODE" val="l1-1"/>
</p:tagLst>
</file>

<file path=ppt/tags/tag30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2*l_i*1_1"/>
  <p:tag name="KSO_WM_TEMPLATE_INDEX" val="19882022"/>
  <p:tag name="KSO_WM_TAG_VERSION" val="2.0"/>
  <p:tag name="KSO_WM_DIAGRAM_GROUP_CODE" val="l1-1"/>
</p:tagLst>
</file>

<file path=ppt/tags/tag307.xml><?xml version="1.0" encoding="utf-8"?>
<p:tagLst xmlns:p="http://schemas.openxmlformats.org/presentationml/2006/main">
  <p:tag name="KSO_WM_UNIT_TEXT" val="练习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0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09.xml><?xml version="1.0" encoding="utf-8"?>
<p:tagLst xmlns:p="http://schemas.openxmlformats.org/presentationml/2006/main">
  <p:tag name="KSO_WM_UNIT_INDEX" val="1_5_1"/>
  <p:tag name="KSO_WM_UNIT_TYPE" val="l_h_f"/>
  <p:tag name="KSO_WM_UNIT_SUBTYPE" val="a"/>
  <p:tag name="KSO_WM_BEAUTIFY_FLAG" val="#wm#"/>
  <p:tag name="KSO_WM_TEMPLATE_CATEGORY" val="diagram"/>
  <p:tag name="KSO_WM_TEMPLATE_INDEX" val="19882022"/>
  <p:tag name="KSO_WM_UNIT_ID" val="diagram19882022*l_h_f*1_5_1"/>
  <p:tag name="KSO_WM_DIAGRAM_GROUP_CODE" val="l1-1"/>
  <p:tag name="KSO_WM_TAG_VERSION" val="2.0"/>
</p:tagLst>
</file>

<file path=ppt/tags/tag310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31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312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13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14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1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16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17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318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19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2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2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22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2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24.xml><?xml version="1.0" encoding="utf-8"?>
<p:tagLst xmlns:p="http://schemas.openxmlformats.org/presentationml/2006/main">
  <p:tag name="KSO_WM_UNIT_TEXT" val="顺序栈操作的示意图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25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26.xml><?xml version="1.0" encoding="utf-8"?>
<p:tagLst xmlns:p="http://schemas.openxmlformats.org/presentationml/2006/main">
  <p:tag name="KSO_WM_UNIT_INDEX" val="1_6_1"/>
  <p:tag name="KSO_WM_UNIT_TYPE" val="l_h_f"/>
  <p:tag name="KSO_WM_UNIT_SUBTYPE" val="a"/>
  <p:tag name="KSO_WM_TEMPLATE_CATEGORY" val="diagram"/>
  <p:tag name="KSO_WM_TEMPLATE_INDEX" val="19882022"/>
  <p:tag name="KSO_WM_UNIT_ID" val="diagram19882022*l_h_f*1_6_1"/>
  <p:tag name="KSO_WM_DIAGRAM_GROUP_CODE" val="l1-1"/>
  <p:tag name="KSO_WM_TAG_VERSION" val="2.0"/>
  <p:tag name="KSO_WM_BEAUTIFY_FLAG" val="#wm#"/>
</p:tagLst>
</file>

<file path=ppt/tags/tag327.xml><?xml version="1.0" encoding="utf-8"?>
<p:tagLst xmlns:p="http://schemas.openxmlformats.org/presentationml/2006/main">
  <p:tag name="KSO_WM_UNIT_TEXT" val="⒉链栈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2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29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3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32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333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34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335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33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37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338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339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340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341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342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343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344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345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46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347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48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49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50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51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52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353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354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55.xml><?xml version="1.0" encoding="utf-8"?>
<p:tagLst xmlns:p="http://schemas.openxmlformats.org/presentationml/2006/main">
  <p:tag name="KSO_WM_UNIT_TEXT" val="栈溢出及解决方法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56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58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359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360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361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362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363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364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365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366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367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368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369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370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371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372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373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374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375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376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377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378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379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38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381.xml><?xml version="1.0" encoding="utf-8"?>
<p:tagLst xmlns:p="http://schemas.openxmlformats.org/presentationml/2006/main">
  <p:tag name="KSO_WM_UNIT_TEXT" val="链栈入栈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8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384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8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38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87.xml><?xml version="1.0" encoding="utf-8"?>
<p:tagLst xmlns:p="http://schemas.openxmlformats.org/presentationml/2006/main">
  <p:tag name="KSO_WM_UNIT_TEXT" val="链栈出栈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38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89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39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91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392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393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39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395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96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3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9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399.xml><?xml version="1.0" encoding="utf-8"?>
<p:tagLst xmlns:p="http://schemas.openxmlformats.org/presentationml/2006/main">
  <p:tag name="KSO_WM_UNIT_INDEX" val="17"/>
  <p:tag name="KSO_WM_UNIT_TYPE" val="f"/>
  <p:tag name="KSO_WM_BEAUTIFY_FLAG" val="#wm#"/>
  <p:tag name="KSO_WM_UNIT_SUBTYPE" val="a"/>
</p:tagLst>
</file>

<file path=ppt/tags/tag400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01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0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03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405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06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407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40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09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1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411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12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13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14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415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16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417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18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19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42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2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22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42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24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425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26.xml><?xml version="1.0" encoding="utf-8"?>
<p:tagLst xmlns:p="http://schemas.openxmlformats.org/presentationml/2006/main">
  <p:tag name="KSO_WM_UNIT_TEXT" val="3.2  栈的应用举例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2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2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43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31.xml><?xml version="1.0" encoding="utf-8"?>
<p:tagLst xmlns:p="http://schemas.openxmlformats.org/presentationml/2006/main">
  <p:tag name="KSO_WM_UNIT_TEXT" val="3.3.1  队列的定义及基本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3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3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435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436.xml><?xml version="1.0" encoding="utf-8"?>
<p:tagLst xmlns:p="http://schemas.openxmlformats.org/presentationml/2006/main">
  <p:tag name="KSO_WM_UNIT_TEXT" val="队列的基本概念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3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439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440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441.xml><?xml version="1.0" encoding="utf-8"?>
<p:tagLst xmlns:p="http://schemas.openxmlformats.org/presentationml/2006/main">
  <p:tag name="KSO_WM_UNIT_INDEX" val="53"/>
  <p:tag name="KSO_WM_UNIT_TYPE" val="i"/>
  <p:tag name="KSO_WM_UNIT_SUBTYPE" val="h"/>
  <p:tag name="KSO_WM_BEAUTIFY_FLAG" val="#wm#"/>
</p:tagLst>
</file>

<file path=ppt/tags/tag442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443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444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445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446.xml><?xml version="1.0" encoding="utf-8"?>
<p:tagLst xmlns:p="http://schemas.openxmlformats.org/presentationml/2006/main">
  <p:tag name="KSO_WM_UNIT_INDEX" val="37"/>
  <p:tag name="KSO_WM_UNIT_TYPE" val="i"/>
  <p:tag name="KSO_WM_BEAUTIFY_FLAG" val="#wm#"/>
</p:tagLst>
</file>

<file path=ppt/tags/tag447.xml><?xml version="1.0" encoding="utf-8"?>
<p:tagLst xmlns:p="http://schemas.openxmlformats.org/presentationml/2006/main">
  <p:tag name="KSO_WM_UNIT_INDEX" val="38"/>
  <p:tag name="KSO_WM_UNIT_TYPE" val="i"/>
  <p:tag name="KSO_WM_BEAUTIFY_FLAG" val="#wm#"/>
</p:tagLst>
</file>

<file path=ppt/tags/tag448.xml><?xml version="1.0" encoding="utf-8"?>
<p:tagLst xmlns:p="http://schemas.openxmlformats.org/presentationml/2006/main">
  <p:tag name="KSO_WM_UNIT_INDEX" val="43"/>
  <p:tag name="KSO_WM_UNIT_TYPE" val="i"/>
  <p:tag name="KSO_WM_BEAUTIFY_FLAG" val="#wm#"/>
</p:tagLst>
</file>

<file path=ppt/tags/tag449.xml><?xml version="1.0" encoding="utf-8"?>
<p:tagLst xmlns:p="http://schemas.openxmlformats.org/presentationml/2006/main">
  <p:tag name="KSO_WM_UNIT_INDEX" val="44"/>
  <p:tag name="KSO_WM_UNIT_TYPE" val="i"/>
  <p:tag name="KSO_WM_BEAUTIFY_FLAG" val="#wm#"/>
</p:tagLst>
</file>

<file path=ppt/tags/tag450.xml><?xml version="1.0" encoding="utf-8"?>
<p:tagLst xmlns:p="http://schemas.openxmlformats.org/presentationml/2006/main">
  <p:tag name="KSO_WM_UNIT_INDEX" val="48"/>
  <p:tag name="KSO_WM_UNIT_TYPE" val="i"/>
  <p:tag name="KSO_WM_BEAUTIFY_FLAG" val="#wm#"/>
</p:tagLst>
</file>

<file path=ppt/tags/tag451.xml><?xml version="1.0" encoding="utf-8"?>
<p:tagLst xmlns:p="http://schemas.openxmlformats.org/presentationml/2006/main">
  <p:tag name="KSO_WM_UNIT_INDEX" val="49"/>
  <p:tag name="KSO_WM_UNIT_TYPE" val="i"/>
  <p:tag name="KSO_WM_BEAUTIFY_FLAG" val="#wm#"/>
</p:tagLst>
</file>

<file path=ppt/tags/tag452.xml><?xml version="1.0" encoding="utf-8"?>
<p:tagLst xmlns:p="http://schemas.openxmlformats.org/presentationml/2006/main">
  <p:tag name="KSO_WM_UNIT_INDEX" val="51"/>
  <p:tag name="KSO_WM_UNIT_TYPE" val="i"/>
  <p:tag name="KSO_WM_UNIT_SUBTYPE" val="h"/>
  <p:tag name="KSO_WM_BEAUTIFY_FLAG" val="#wm#"/>
</p:tagLst>
</file>

<file path=ppt/tags/tag453.xml><?xml version="1.0" encoding="utf-8"?>
<p:tagLst xmlns:p="http://schemas.openxmlformats.org/presentationml/2006/main">
  <p:tag name="KSO_WM_UNIT_INDEX" val="52"/>
  <p:tag name="KSO_WM_UNIT_TYPE" val="i"/>
  <p:tag name="KSO_WM_UNIT_SUBTYPE" val="h"/>
  <p:tag name="KSO_WM_BEAUTIFY_FLAG" val="#wm#"/>
</p:tagLst>
</file>

<file path=ppt/tags/tag454.xml><?xml version="1.0" encoding="utf-8"?>
<p:tagLst xmlns:p="http://schemas.openxmlformats.org/presentationml/2006/main">
  <p:tag name="KSO_WM_UNIT_INDEX" val="33"/>
  <p:tag name="KSO_WM_UNIT_TYPE" val="f"/>
  <p:tag name="KSO_WM_UNIT_SUBTYPE" val="a"/>
  <p:tag name="KSO_WM_BEAUTIFY_FLAG" val="#wm#"/>
</p:tagLst>
</file>

<file path=ppt/tags/tag455.xml><?xml version="1.0" encoding="utf-8"?>
<p:tagLst xmlns:p="http://schemas.openxmlformats.org/presentationml/2006/main">
  <p:tag name="KSO_WM_UNIT_INDEX" val="45"/>
  <p:tag name="KSO_WM_UNIT_TYPE" val="i"/>
  <p:tag name="KSO_WM_BEAUTIFY_FLAG" val="#wm#"/>
</p:tagLst>
</file>

<file path=ppt/tags/tag456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457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458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459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460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461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462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63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464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465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466.xml><?xml version="1.0" encoding="utf-8"?>
<p:tagLst xmlns:p="http://schemas.openxmlformats.org/presentationml/2006/main">
  <p:tag name="KSO_WM_UNIT_INDEX" val="46"/>
  <p:tag name="KSO_WM_UNIT_TYPE" val="i"/>
  <p:tag name="KSO_WM_BEAUTIFY_FLAG" val="#wm#"/>
</p:tagLst>
</file>

<file path=ppt/tags/tag467.xml><?xml version="1.0" encoding="utf-8"?>
<p:tagLst xmlns:p="http://schemas.openxmlformats.org/presentationml/2006/main">
  <p:tag name="KSO_WM_UNIT_INDEX" val="50"/>
  <p:tag name="KSO_WM_UNIT_TYPE" val="i"/>
  <p:tag name="KSO_WM_UNIT_SUBTYPE" val="h"/>
  <p:tag name="KSO_WM_BEAUTIFY_FLAG" val="#wm#"/>
</p:tagLst>
</file>

<file path=ppt/tags/tag468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469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470.xml><?xml version="1.0" encoding="utf-8"?>
<p:tagLst xmlns:p="http://schemas.openxmlformats.org/presentationml/2006/main">
  <p:tag name="KSO_WM_UNIT_INDEX" val="41"/>
  <p:tag name="KSO_WM_UNIT_TYPE" val="i"/>
  <p:tag name="KSO_WM_BEAUTIFY_FLAG" val="#wm#"/>
</p:tagLst>
</file>

<file path=ppt/tags/tag471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472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473.xml><?xml version="1.0" encoding="utf-8"?>
<p:tagLst xmlns:p="http://schemas.openxmlformats.org/presentationml/2006/main">
  <p:tag name="KSO_WM_UNIT_INDEX" val="36"/>
  <p:tag name="KSO_WM_UNIT_TYPE" val="f"/>
  <p:tag name="KSO_WM_UNIT_SUBTYPE" val="a"/>
  <p:tag name="KSO_WM_BEAUTIFY_FLAG" val="#wm#"/>
</p:tagLst>
</file>

<file path=ppt/tags/tag474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475.xml><?xml version="1.0" encoding="utf-8"?>
<p:tagLst xmlns:p="http://schemas.openxmlformats.org/presentationml/2006/main">
  <p:tag name="KSO_WM_UNIT_INDEX" val="47"/>
  <p:tag name="KSO_WM_UNIT_TYPE" val="f"/>
  <p:tag name="KSO_WM_UNIT_SUBTYPE" val="a"/>
  <p:tag name="KSO_WM_BEAUTIFY_FLAG" val="#wm#"/>
</p:tagLst>
</file>

<file path=ppt/tags/tag476.xml><?xml version="1.0" encoding="utf-8"?>
<p:tagLst xmlns:p="http://schemas.openxmlformats.org/presentationml/2006/main">
  <p:tag name="KSO_WM_UNIT_INDEX" val="42"/>
  <p:tag name="KSO_WM_UNIT_TYPE" val="f"/>
  <p:tag name="KSO_WM_UNIT_SUBTYPE" val="a"/>
  <p:tag name="KSO_WM_BEAUTIFY_FLAG" val="#wm#"/>
</p:tagLst>
</file>

<file path=ppt/tags/tag477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478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479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480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481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482.xml><?xml version="1.0" encoding="utf-8"?>
<p:tagLst xmlns:p="http://schemas.openxmlformats.org/presentationml/2006/main">
  <p:tag name="KSO_WM_UNIT_INDEX" val="39"/>
  <p:tag name="KSO_WM_UNIT_TYPE" val="i"/>
  <p:tag name="KSO_WM_BEAUTIFY_FLAG" val="#wm#"/>
</p:tagLst>
</file>

<file path=ppt/tags/tag483.xml><?xml version="1.0" encoding="utf-8"?>
<p:tagLst xmlns:p="http://schemas.openxmlformats.org/presentationml/2006/main">
  <p:tag name="KSO_WM_UNIT_TEXT" val="队列的基本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48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8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86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48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488.xml><?xml version="1.0" encoding="utf-8"?>
<p:tagLst xmlns:p="http://schemas.openxmlformats.org/presentationml/2006/main">
  <p:tag name="KSO_WM_UNIT_INDEX" val="4"/>
  <p:tag name="KSO_WM_UNIT_TYPE" val="α"/>
  <p:tag name="KSO_WM_BEAUTIFY_FLAG" val="#wm#"/>
</p:tagLst>
</file>

<file path=ppt/tags/tag489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490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491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49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49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494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495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49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497.xml><?xml version="1.0" encoding="utf-8"?>
<p:tagLst xmlns:p="http://schemas.openxmlformats.org/presentationml/2006/main">
  <p:tag name="KSO_WM_UNIT_INDEX" val="21"/>
  <p:tag name="KSO_WM_UNIT_TYPE" val="j"/>
  <p:tag name="KSO_WM_BEAUTIFY_FLAG" val="#wm#"/>
</p:tagLst>
</file>

<file path=ppt/tags/tag498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499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500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501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502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503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504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505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506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07.xml><?xml version="1.0" encoding="utf-8"?>
<p:tagLst xmlns:p="http://schemas.openxmlformats.org/presentationml/2006/main">
  <p:tag name="KSO_WM_UNIT_INDEX" val="23"/>
  <p:tag name="KSO_WM_UNIT_TYPE" val="α"/>
  <p:tag name="KSO_WM_BEAUTIFY_FLAG" val="#wm#"/>
</p:tagLst>
</file>

<file path=ppt/tags/tag508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509.xml><?xml version="1.0" encoding="utf-8"?>
<p:tagLst xmlns:p="http://schemas.openxmlformats.org/presentationml/2006/main">
  <p:tag name="KSO_WM_UNIT_INDEX" val="37"/>
  <p:tag name="KSO_WM_UNIT_TYPE" val="i"/>
  <p:tag name="KSO_WM_BEAUTIFY_FLAG" val="#wm#"/>
</p:tagLst>
</file>

<file path=ppt/tags/tag510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11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512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513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514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51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516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51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518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519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520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521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522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523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24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525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26.xml><?xml version="1.0" encoding="utf-8"?>
<p:tagLst xmlns:p="http://schemas.openxmlformats.org/presentationml/2006/main">
  <p:tag name="KSO_WM_UNIT_TEXT" val="链栈的特点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52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529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30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31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532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533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534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535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536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37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538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53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540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541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542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543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544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545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546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54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4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549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550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551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552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553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554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555.xml><?xml version="1.0" encoding="utf-8"?>
<p:tagLst xmlns:p="http://schemas.openxmlformats.org/presentationml/2006/main">
  <p:tag name="KSO_WM_UNIT_INDEX" val="17"/>
  <p:tag name="KSO_WM_UNIT_TYPE" val="f"/>
  <p:tag name="KSO_WM_UNIT_SUBTYPE" val="a"/>
  <p:tag name="KSO_WM_BEAUTIFY_FLAG" val="#wm#"/>
</p:tagLst>
</file>

<file path=ppt/tags/tag556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557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58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59.xml><?xml version="1.0" encoding="utf-8"?>
<p:tagLst xmlns:p="http://schemas.openxmlformats.org/presentationml/2006/main">
  <p:tag name="KSO_WM_UNIT_TEXT" val="顺序队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560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562.xml><?xml version="1.0" encoding="utf-8"?>
<p:tagLst xmlns:p="http://schemas.openxmlformats.org/presentationml/2006/main">
  <p:tag name="KSO_WM_UNIT_INDEX" val="19"/>
  <p:tag name="KSO_WM_UNIT_TYPE" val="f"/>
  <p:tag name="KSO_WM_UNIT_SUBTYPE" val="a"/>
  <p:tag name="KSO_WM_BEAUTIFY_FLAG" val="#wm#"/>
</p:tagLst>
</file>

<file path=ppt/tags/tag563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564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56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566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567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6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569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70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571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572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573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574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575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57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77.xml><?xml version="1.0" encoding="utf-8"?>
<p:tagLst xmlns:p="http://schemas.openxmlformats.org/presentationml/2006/main">
  <p:tag name="KSO_WM_UNIT_INDEX" val="8"/>
  <p:tag name="KSO_WM_UNIT_TYPE" val="i"/>
  <p:tag name="KSO_WM_UNIT_SUBTYPE" val="h"/>
  <p:tag name="KSO_WM_BEAUTIFY_FLAG" val="#wm#"/>
</p:tagLst>
</file>

<file path=ppt/tags/tag578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579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8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581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582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583.xml><?xml version="1.0" encoding="utf-8"?>
<p:tagLst xmlns:p="http://schemas.openxmlformats.org/presentationml/2006/main">
  <p:tag name="KSO_WM_UNIT_INDEX" val="29"/>
  <p:tag name="KSO_WM_UNIT_TYPE" val="f"/>
  <p:tag name="KSO_WM_UNIT_SUBTYPE" val="a"/>
  <p:tag name="KSO_WM_BEAUTIFY_FLAG" val="#wm#"/>
</p:tagLst>
</file>

<file path=ppt/tags/tag584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585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58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587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58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8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590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591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592.xml><?xml version="1.0" encoding="utf-8"?>
<p:tagLst xmlns:p="http://schemas.openxmlformats.org/presentationml/2006/main">
  <p:tag name="KSO_WM_UNIT_TEXT" val="顺序队列的主要运算(一)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593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59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595.xml><?xml version="1.0" encoding="utf-8"?>
<p:tagLst xmlns:p="http://schemas.openxmlformats.org/presentationml/2006/main">
  <p:tag name="KSO_WM_UNIT_TEXT" val="顺序队列运算时的头、尾指针变化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596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597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598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99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600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601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602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603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604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605.xml><?xml version="1.0" encoding="utf-8"?>
<p:tagLst xmlns:p="http://schemas.openxmlformats.org/presentationml/2006/main">
  <p:tag name="KSO_WM_UNIT_INDEX" val="25"/>
  <p:tag name="KSO_WM_UNIT_TYPE" val="f"/>
  <p:tag name="KSO_WM_UNIT_SUBTYPE" val="a"/>
  <p:tag name="KSO_WM_BEAUTIFY_FLAG" val="#wm#"/>
</p:tagLst>
</file>

<file path=ppt/tags/tag606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607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608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609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610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611.xml><?xml version="1.0" encoding="utf-8"?>
<p:tagLst xmlns:p="http://schemas.openxmlformats.org/presentationml/2006/main">
  <p:tag name="KSO_WM_UNIT_INDEX" val="37"/>
  <p:tag name="KSO_WM_UNIT_TYPE" val="i"/>
  <p:tag name="KSO_WM_BEAUTIFY_FLAG" val="#wm#"/>
</p:tagLst>
</file>

<file path=ppt/tags/tag612.xml><?xml version="1.0" encoding="utf-8"?>
<p:tagLst xmlns:p="http://schemas.openxmlformats.org/presentationml/2006/main">
  <p:tag name="KSO_WM_UNIT_INDEX" val="43"/>
  <p:tag name="KSO_WM_UNIT_TYPE" val="i"/>
  <p:tag name="KSO_WM_BEAUTIFY_FLAG" val="#wm#"/>
</p:tagLst>
</file>

<file path=ppt/tags/tag613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614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6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616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617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618.xml><?xml version="1.0" encoding="utf-8"?>
<p:tagLst xmlns:p="http://schemas.openxmlformats.org/presentationml/2006/main">
  <p:tag name="KSO_WM_UNIT_INDEX" val="23"/>
  <p:tag name="KSO_WM_UNIT_TYPE" val="i"/>
  <p:tag name="KSO_WM_BEAUTIFY_FLAG" val="#wm#"/>
</p:tagLst>
</file>

<file path=ppt/tags/tag619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620.xml><?xml version="1.0" encoding="utf-8"?>
<p:tagLst xmlns:p="http://schemas.openxmlformats.org/presentationml/2006/main">
  <p:tag name="KSO_WM_UNIT_INDEX" val="35"/>
  <p:tag name="KSO_WM_UNIT_TYPE" val="i"/>
  <p:tag name="KSO_WM_BEAUTIFY_FLAG" val="#wm#"/>
</p:tagLst>
</file>

<file path=ppt/tags/tag621.xml><?xml version="1.0" encoding="utf-8"?>
<p:tagLst xmlns:p="http://schemas.openxmlformats.org/presentationml/2006/main">
  <p:tag name="KSO_WM_UNIT_INDEX" val="41"/>
  <p:tag name="KSO_WM_UNIT_TYPE" val="i"/>
  <p:tag name="KSO_WM_BEAUTIFY_FLAG" val="#wm#"/>
</p:tagLst>
</file>

<file path=ppt/tags/tag622.xml><?xml version="1.0" encoding="utf-8"?>
<p:tagLst xmlns:p="http://schemas.openxmlformats.org/presentationml/2006/main">
  <p:tag name="KSO_WM_UNIT_INDEX" val="50"/>
  <p:tag name="KSO_WM_UNIT_TYPE" val="i"/>
  <p:tag name="KSO_WM_BEAUTIFY_FLAG" val="#wm#"/>
</p:tagLst>
</file>

<file path=ppt/tags/tag623.xml><?xml version="1.0" encoding="utf-8"?>
<p:tagLst xmlns:p="http://schemas.openxmlformats.org/presentationml/2006/main">
  <p:tag name="KSO_WM_UNIT_INDEX" val="49"/>
  <p:tag name="KSO_WM_UNIT_TYPE" val="i"/>
  <p:tag name="KSO_WM_BEAUTIFY_FLAG" val="#wm#"/>
</p:tagLst>
</file>

<file path=ppt/tags/tag624.xml><?xml version="1.0" encoding="utf-8"?>
<p:tagLst xmlns:p="http://schemas.openxmlformats.org/presentationml/2006/main">
  <p:tag name="KSO_WM_UNIT_INDEX" val="48"/>
  <p:tag name="KSO_WM_UNIT_TYPE" val="f"/>
  <p:tag name="KSO_WM_UNIT_SUBTYPE" val="a"/>
  <p:tag name="KSO_WM_BEAUTIFY_FLAG" val="#wm#"/>
</p:tagLst>
</file>

<file path=ppt/tags/tag625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626.xml><?xml version="1.0" encoding="utf-8"?>
<p:tagLst xmlns:p="http://schemas.openxmlformats.org/presentationml/2006/main">
  <p:tag name="KSO_WM_UNIT_INDEX" val="47"/>
  <p:tag name="KSO_WM_UNIT_TYPE" val="f"/>
  <p:tag name="KSO_WM_UNIT_SUBTYPE" val="a"/>
  <p:tag name="KSO_WM_BEAUTIFY_FLAG" val="#wm#"/>
</p:tagLst>
</file>

<file path=ppt/tags/tag627.xml><?xml version="1.0" encoding="utf-8"?>
<p:tagLst xmlns:p="http://schemas.openxmlformats.org/presentationml/2006/main">
  <p:tag name="KSO_WM_UNIT_INDEX" val="39"/>
  <p:tag name="KSO_WM_UNIT_TYPE" val="f"/>
  <p:tag name="KSO_WM_UNIT_SUBTYPE" val="a"/>
  <p:tag name="KSO_WM_BEAUTIFY_FLAG" val="#wm#"/>
</p:tagLst>
</file>

<file path=ppt/tags/tag628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629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630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631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63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63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634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63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636.xml><?xml version="1.0" encoding="utf-8"?>
<p:tagLst xmlns:p="http://schemas.openxmlformats.org/presentationml/2006/main">
  <p:tag name="KSO_WM_UNIT_INDEX" val="40"/>
  <p:tag name="KSO_WM_UNIT_TYPE" val="f"/>
  <p:tag name="KSO_WM_UNIT_SUBTYPE" val="a"/>
  <p:tag name="KSO_WM_BEAUTIFY_FLAG" val="#wm#"/>
</p:tagLst>
</file>

<file path=ppt/tags/tag637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638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639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640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641.xml><?xml version="1.0" encoding="utf-8"?>
<p:tagLst xmlns:p="http://schemas.openxmlformats.org/presentationml/2006/main">
  <p:tag name="KSO_WM_UNIT_INDEX" val="46"/>
  <p:tag name="KSO_WM_UNIT_TYPE" val="f"/>
  <p:tag name="KSO_WM_UNIT_SUBTYPE" val="a"/>
  <p:tag name="KSO_WM_BEAUTIFY_FLAG" val="#wm#"/>
</p:tagLst>
</file>

<file path=ppt/tags/tag642.xml><?xml version="1.0" encoding="utf-8"?>
<p:tagLst xmlns:p="http://schemas.openxmlformats.org/presentationml/2006/main">
  <p:tag name="KSO_WM_UNIT_TEXT" val="顺序队列的主要运算(二)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643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6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64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646.xml><?xml version="1.0" encoding="utf-8"?>
<p:tagLst xmlns:p="http://schemas.openxmlformats.org/presentationml/2006/main">
  <p:tag name="KSO_WM_UNIT_TEXT" val="顺序队列的上溢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647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64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650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651.xml><?xml version="1.0" encoding="utf-8"?>
<p:tagLst xmlns:p="http://schemas.openxmlformats.org/presentationml/2006/main">
  <p:tag name="KSO_WM_UNIT_TEXT" val="循环队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65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653.xml><?xml version="1.0" encoding="utf-8"?>
<p:tagLst xmlns:p="http://schemas.openxmlformats.org/presentationml/2006/main">
  <p:tag name="KSO_WM_UNIT_INDEX" val="44"/>
  <p:tag name="KSO_WM_UNIT_TYPE" val="j"/>
  <p:tag name="KSO_WM_BEAUTIFY_FLAG" val="#wm#"/>
</p:tagLst>
</file>

<file path=ppt/tags/tag654.xml><?xml version="1.0" encoding="utf-8"?>
<p:tagLst xmlns:p="http://schemas.openxmlformats.org/presentationml/2006/main">
  <p:tag name="KSO_WM_UNIT_INDEX" val="53"/>
  <p:tag name="KSO_WM_UNIT_TYPE" val="i"/>
  <p:tag name="KSO_WM_BEAUTIFY_FLAG" val="#wm#"/>
</p:tagLst>
</file>

<file path=ppt/tags/tag655.xml><?xml version="1.0" encoding="utf-8"?>
<p:tagLst xmlns:p="http://schemas.openxmlformats.org/presentationml/2006/main">
  <p:tag name="KSO_WM_UNIT_INDEX" val="56"/>
  <p:tag name="KSO_WM_UNIT_TYPE" val="i"/>
  <p:tag name="KSO_WM_BEAUTIFY_FLAG" val="#wm#"/>
</p:tagLst>
</file>

<file path=ppt/tags/tag656.xml><?xml version="1.0" encoding="utf-8"?>
<p:tagLst xmlns:p="http://schemas.openxmlformats.org/presentationml/2006/main">
  <p:tag name="KSO_WM_UNIT_INDEX" val="46"/>
  <p:tag name="KSO_WM_UNIT_TYPE" val="i"/>
  <p:tag name="KSO_WM_BEAUTIFY_FLAG" val="#wm#"/>
</p:tagLst>
</file>

<file path=ppt/tags/tag657.xml><?xml version="1.0" encoding="utf-8"?>
<p:tagLst xmlns:p="http://schemas.openxmlformats.org/presentationml/2006/main">
  <p:tag name="KSO_WM_UNIT_INDEX" val="62"/>
  <p:tag name="KSO_WM_UNIT_TYPE" val="i"/>
  <p:tag name="KSO_WM_BEAUTIFY_FLAG" val="#wm#"/>
</p:tagLst>
</file>

<file path=ppt/tags/tag658.xml><?xml version="1.0" encoding="utf-8"?>
<p:tagLst xmlns:p="http://schemas.openxmlformats.org/presentationml/2006/main">
  <p:tag name="KSO_WM_UNIT_INDEX" val="47"/>
  <p:tag name="KSO_WM_UNIT_TYPE" val="i"/>
  <p:tag name="KSO_WM_BEAUTIFY_FLAG" val="#wm#"/>
</p:tagLst>
</file>

<file path=ppt/tags/tag659.xml><?xml version="1.0" encoding="utf-8"?>
<p:tagLst xmlns:p="http://schemas.openxmlformats.org/presentationml/2006/main">
  <p:tag name="KSO_WM_UNIT_INDEX" val="63"/>
  <p:tag name="KSO_WM_UNIT_TYPE" val="i"/>
  <p:tag name="KSO_WM_BEAUTIFY_FLAG" val="#wm#"/>
</p:tagLst>
</file>

<file path=ppt/tags/tag660.xml><?xml version="1.0" encoding="utf-8"?>
<p:tagLst xmlns:p="http://schemas.openxmlformats.org/presentationml/2006/main">
  <p:tag name="KSO_WM_UNIT_INDEX" val="49"/>
  <p:tag name="KSO_WM_UNIT_TYPE" val="f"/>
  <p:tag name="KSO_WM_UNIT_SUBTYPE" val="a"/>
  <p:tag name="KSO_WM_BEAUTIFY_FLAG" val="#wm#"/>
</p:tagLst>
</file>

<file path=ppt/tags/tag661.xml><?xml version="1.0" encoding="utf-8"?>
<p:tagLst xmlns:p="http://schemas.openxmlformats.org/presentationml/2006/main">
  <p:tag name="KSO_WM_UNIT_INDEX" val="45"/>
  <p:tag name="KSO_WM_UNIT_TYPE" val="f"/>
  <p:tag name="KSO_WM_UNIT_SUBTYPE" val="a"/>
  <p:tag name="KSO_WM_BEAUTIFY_FLAG" val="#wm#"/>
</p:tagLst>
</file>

<file path=ppt/tags/tag662.xml><?xml version="1.0" encoding="utf-8"?>
<p:tagLst xmlns:p="http://schemas.openxmlformats.org/presentationml/2006/main">
  <p:tag name="KSO_WM_UNIT_INDEX" val="48"/>
  <p:tag name="KSO_WM_UNIT_TYPE" val="f"/>
  <p:tag name="KSO_WM_UNIT_SUBTYPE" val="a"/>
  <p:tag name="KSO_WM_BEAUTIFY_FLAG" val="#wm#"/>
</p:tagLst>
</file>

<file path=ppt/tags/tag663.xml><?xml version="1.0" encoding="utf-8"?>
<p:tagLst xmlns:p="http://schemas.openxmlformats.org/presentationml/2006/main">
  <p:tag name="KSO_WM_UNIT_INDEX" val="52"/>
  <p:tag name="KSO_WM_UNIT_TYPE" val="f"/>
  <p:tag name="KSO_WM_UNIT_SUBTYPE" val="a"/>
  <p:tag name="KSO_WM_BEAUTIFY_FLAG" val="#wm#"/>
</p:tagLst>
</file>

<file path=ppt/tags/tag664.xml><?xml version="1.0" encoding="utf-8"?>
<p:tagLst xmlns:p="http://schemas.openxmlformats.org/presentationml/2006/main">
  <p:tag name="KSO_WM_UNIT_INDEX" val="55"/>
  <p:tag name="KSO_WM_UNIT_TYPE" val="f"/>
  <p:tag name="KSO_WM_UNIT_SUBTYPE" val="a"/>
  <p:tag name="KSO_WM_BEAUTIFY_FLAG" val="#wm#"/>
</p:tagLst>
</file>

<file path=ppt/tags/tag665.xml><?xml version="1.0" encoding="utf-8"?>
<p:tagLst xmlns:p="http://schemas.openxmlformats.org/presentationml/2006/main">
  <p:tag name="KSO_WM_UNIT_INDEX" val="60"/>
  <p:tag name="KSO_WM_UNIT_TYPE" val="f"/>
  <p:tag name="KSO_WM_UNIT_SUBTYPE" val="a"/>
  <p:tag name="KSO_WM_BEAUTIFY_FLAG" val="#wm#"/>
</p:tagLst>
</file>

<file path=ppt/tags/tag666.xml><?xml version="1.0" encoding="utf-8"?>
<p:tagLst xmlns:p="http://schemas.openxmlformats.org/presentationml/2006/main">
  <p:tag name="KSO_WM_UNIT_INDEX" val="54"/>
  <p:tag name="KSO_WM_UNIT_TYPE" val="f"/>
  <p:tag name="KSO_WM_UNIT_SUBTYPE" val="a"/>
  <p:tag name="KSO_WM_BEAUTIFY_FLAG" val="#wm#"/>
</p:tagLst>
</file>

<file path=ppt/tags/tag667.xml><?xml version="1.0" encoding="utf-8"?>
<p:tagLst xmlns:p="http://schemas.openxmlformats.org/presentationml/2006/main">
  <p:tag name="KSO_WM_UNIT_INDEX" val="51"/>
  <p:tag name="KSO_WM_UNIT_TYPE" val="f"/>
  <p:tag name="KSO_WM_UNIT_SUBTYPE" val="a"/>
  <p:tag name="KSO_WM_BEAUTIFY_FLAG" val="#wm#"/>
</p:tagLst>
</file>

<file path=ppt/tags/tag668.xml><?xml version="1.0" encoding="utf-8"?>
<p:tagLst xmlns:p="http://schemas.openxmlformats.org/presentationml/2006/main">
  <p:tag name="KSO_WM_UNIT_INDEX" val="50"/>
  <p:tag name="KSO_WM_UNIT_TYPE" val="f"/>
  <p:tag name="KSO_WM_UNIT_SUBTYPE" val="a"/>
  <p:tag name="KSO_WM_BEAUTIFY_FLAG" val="#wm#"/>
</p:tagLst>
</file>

<file path=ppt/tags/tag669.xml><?xml version="1.0" encoding="utf-8"?>
<p:tagLst xmlns:p="http://schemas.openxmlformats.org/presentationml/2006/main">
  <p:tag name="KSO_WM_UNIT_INDEX" val="66"/>
  <p:tag name="KSO_WM_UNIT_TYPE" val="f"/>
  <p:tag name="KSO_WM_UNIT_SUBTYPE" val="a"/>
  <p:tag name="KSO_WM_BEAUTIFY_FLAG" val="#wm#"/>
</p:tagLst>
</file>

<file path=ppt/tags/tag670.xml><?xml version="1.0" encoding="utf-8"?>
<p:tagLst xmlns:p="http://schemas.openxmlformats.org/presentationml/2006/main">
  <p:tag name="KSO_WM_UNIT_INDEX" val="61"/>
  <p:tag name="KSO_WM_UNIT_TYPE" val="i"/>
  <p:tag name="KSO_WM_BEAUTIFY_FLAG" val="#wm#"/>
</p:tagLst>
</file>

<file path=ppt/tags/tag671.xml><?xml version="1.0" encoding="utf-8"?>
<p:tagLst xmlns:p="http://schemas.openxmlformats.org/presentationml/2006/main">
  <p:tag name="KSO_WM_UNIT_INDEX" val="57"/>
  <p:tag name="KSO_WM_UNIT_TYPE" val="f"/>
  <p:tag name="KSO_WM_UNIT_SUBTYPE" val="a"/>
  <p:tag name="KSO_WM_BEAUTIFY_FLAG" val="#wm#"/>
</p:tagLst>
</file>

<file path=ppt/tags/tag672.xml><?xml version="1.0" encoding="utf-8"?>
<p:tagLst xmlns:p="http://schemas.openxmlformats.org/presentationml/2006/main">
  <p:tag name="KSO_WM_UNIT_INDEX" val="59"/>
  <p:tag name="KSO_WM_UNIT_TYPE" val="f"/>
  <p:tag name="KSO_WM_UNIT_SUBTYPE" val="a"/>
  <p:tag name="KSO_WM_BEAUTIFY_FLAG" val="#wm#"/>
</p:tagLst>
</file>

<file path=ppt/tags/tag673.xml><?xml version="1.0" encoding="utf-8"?>
<p:tagLst xmlns:p="http://schemas.openxmlformats.org/presentationml/2006/main">
  <p:tag name="KSO_WM_UNIT_INDEX" val="65"/>
  <p:tag name="KSO_WM_UNIT_TYPE" val="f"/>
  <p:tag name="KSO_WM_UNIT_SUBTYPE" val="a"/>
  <p:tag name="KSO_WM_BEAUTIFY_FLAG" val="#wm#"/>
</p:tagLst>
</file>

<file path=ppt/tags/tag674.xml><?xml version="1.0" encoding="utf-8"?>
<p:tagLst xmlns:p="http://schemas.openxmlformats.org/presentationml/2006/main">
  <p:tag name="KSO_WM_UNIT_INDEX" val="58"/>
  <p:tag name="KSO_WM_UNIT_TYPE" val="f"/>
  <p:tag name="KSO_WM_UNIT_SUBTYPE" val="a"/>
  <p:tag name="KSO_WM_BEAUTIFY_FLAG" val="#wm#"/>
</p:tagLst>
</file>

<file path=ppt/tags/tag675.xml><?xml version="1.0" encoding="utf-8"?>
<p:tagLst xmlns:p="http://schemas.openxmlformats.org/presentationml/2006/main">
  <p:tag name="KSO_WM_UNIT_INDEX" val="64"/>
  <p:tag name="KSO_WM_UNIT_TYPE" val="i"/>
  <p:tag name="KSO_WM_BEAUTIFY_FLAG" val="#wm#"/>
</p:tagLst>
</file>

<file path=ppt/tags/tag676.xml><?xml version="1.0" encoding="utf-8"?>
<p:tagLst xmlns:p="http://schemas.openxmlformats.org/presentationml/2006/main">
  <p:tag name="KSO_WM_UNIT_INDEX" val="37"/>
  <p:tag name="KSO_WM_UNIT_TYPE" val="f"/>
  <p:tag name="KSO_WM_UNIT_SUBTYPE" val="a"/>
  <p:tag name="KSO_WM_BEAUTIFY_FLAG" val="#wm#"/>
</p:tagLst>
</file>

<file path=ppt/tags/tag67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678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679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680.xml><?xml version="1.0" encoding="utf-8"?>
<p:tagLst xmlns:p="http://schemas.openxmlformats.org/presentationml/2006/main">
  <p:tag name="KSO_WM_UNIT_INDEX" val="36"/>
  <p:tag name="KSO_WM_UNIT_TYPE" val="i"/>
  <p:tag name="KSO_WM_BEAUTIFY_FLAG" val="#wm#"/>
</p:tagLst>
</file>

<file path=ppt/tags/tag681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682.xml><?xml version="1.0" encoding="utf-8"?>
<p:tagLst xmlns:p="http://schemas.openxmlformats.org/presentationml/2006/main">
  <p:tag name="KSO_WM_UNIT_INDEX" val="39"/>
  <p:tag name="KSO_WM_UNIT_TYPE" val="i"/>
  <p:tag name="KSO_WM_BEAUTIFY_FLAG" val="#wm#"/>
</p:tagLst>
</file>

<file path=ppt/tags/tag683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684.xml><?xml version="1.0" encoding="utf-8"?>
<p:tagLst xmlns:p="http://schemas.openxmlformats.org/presentationml/2006/main">
  <p:tag name="KSO_WM_UNIT_INDEX" val="40"/>
  <p:tag name="KSO_WM_UNIT_TYPE" val="i"/>
  <p:tag name="KSO_WM_BEAUTIFY_FLAG" val="#wm#"/>
</p:tagLst>
</file>

<file path=ppt/tags/tag685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686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687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688.xml><?xml version="1.0" encoding="utf-8"?>
<p:tagLst xmlns:p="http://schemas.openxmlformats.org/presentationml/2006/main">
  <p:tag name="KSO_WM_UNIT_INDEX" val="32"/>
  <p:tag name="KSO_WM_UNIT_TYPE" val="f"/>
  <p:tag name="KSO_WM_UNIT_SUBTYPE" val="a"/>
  <p:tag name="KSO_WM_BEAUTIFY_FLAG" val="#wm#"/>
</p:tagLst>
</file>

<file path=ppt/tags/tag689.xml><?xml version="1.0" encoding="utf-8"?>
<p:tagLst xmlns:p="http://schemas.openxmlformats.org/presentationml/2006/main">
  <p:tag name="KSO_WM_UNIT_INDEX" val="35"/>
  <p:tag name="KSO_WM_UNIT_TYPE" val="f"/>
  <p:tag name="KSO_WM_UNIT_SUBTYPE" val="a"/>
  <p:tag name="KSO_WM_BEAUTIFY_FLAG" val="#wm#"/>
</p:tagLst>
</file>

<file path=ppt/tags/tag690.xml><?xml version="1.0" encoding="utf-8"?>
<p:tagLst xmlns:p="http://schemas.openxmlformats.org/presentationml/2006/main">
  <p:tag name="KSO_WM_UNIT_INDEX" val="38"/>
  <p:tag name="KSO_WM_UNIT_TYPE" val="f"/>
  <p:tag name="KSO_WM_UNIT_SUBTYPE" val="a"/>
  <p:tag name="KSO_WM_BEAUTIFY_FLAG" val="#wm#"/>
</p:tagLst>
</file>

<file path=ppt/tags/tag691.xml><?xml version="1.0" encoding="utf-8"?>
<p:tagLst xmlns:p="http://schemas.openxmlformats.org/presentationml/2006/main">
  <p:tag name="KSO_WM_UNIT_INDEX" val="34"/>
  <p:tag name="KSO_WM_UNIT_TYPE" val="f"/>
  <p:tag name="KSO_WM_UNIT_SUBTYPE" val="a"/>
  <p:tag name="KSO_WM_BEAUTIFY_FLAG" val="#wm#"/>
</p:tagLst>
</file>

<file path=ppt/tags/tag692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693.xml><?xml version="1.0" encoding="utf-8"?>
<p:tagLst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694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695.xml><?xml version="1.0" encoding="utf-8"?>
<p:tagLst xmlns:p="http://schemas.openxmlformats.org/presentationml/2006/main">
  <p:tag name="KSO_WM_UNIT_INDEX" val="42"/>
  <p:tag name="KSO_WM_UNIT_TYPE" val="i"/>
  <p:tag name="KSO_WM_BEAUTIFY_FLAG" val="#wm#"/>
</p:tagLst>
</file>

<file path=ppt/tags/tag696.xml><?xml version="1.0" encoding="utf-8"?>
<p:tagLst xmlns:p="http://schemas.openxmlformats.org/presentationml/2006/main">
  <p:tag name="KSO_WM_UNIT_INDEX" val="41"/>
  <p:tag name="KSO_WM_UNIT_TYPE" val="f"/>
  <p:tag name="KSO_WM_UNIT_SUBTYPE" val="a"/>
  <p:tag name="KSO_WM_BEAUTIFY_FLAG" val="#wm#"/>
</p:tagLst>
</file>

<file path=ppt/tags/tag697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698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699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700.xml><?xml version="1.0" encoding="utf-8"?>
<p:tagLst xmlns:p="http://schemas.openxmlformats.org/presentationml/2006/main">
  <p:tag name="KSO_WM_UNIT_INDEX" val="22"/>
  <p:tag name="KSO_WM_UNIT_TYPE" val="i"/>
  <p:tag name="KSO_WM_BEAUTIFY_FLAG" val="#wm#"/>
</p:tagLst>
</file>

<file path=ppt/tags/tag701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702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703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704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705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70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707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708.xml><?xml version="1.0" encoding="utf-8"?>
<p:tagLst xmlns:p="http://schemas.openxmlformats.org/presentationml/2006/main">
  <p:tag name="KSO_WM_UNIT_INDEX" val="20"/>
  <p:tag name="KSO_WM_UNIT_TYPE" val="f"/>
  <p:tag name="KSO_WM_UNIT_SUBTYPE" val="a"/>
  <p:tag name="KSO_WM_BEAUTIFY_FLAG" val="#wm#"/>
</p:tagLst>
</file>

<file path=ppt/tags/tag70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71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711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1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71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14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71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16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717.xml><?xml version="1.0" encoding="utf-8"?>
<p:tagLst xmlns:p="http://schemas.openxmlformats.org/presentationml/2006/main">
  <p:tag name="KSO_WM_UNIT_INDEX" val="43"/>
  <p:tag name="KSO_WM_UNIT_TYPE" val="i"/>
  <p:tag name="KSO_WM_BEAUTIFY_FLAG" val="#wm#"/>
</p:tagLst>
</file>

<file path=ppt/tags/tag718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19.xml><?xml version="1.0" encoding="utf-8"?>
<p:tagLst xmlns:p="http://schemas.openxmlformats.org/presentationml/2006/main">
  <p:tag name="KSO_WM_UNIT_INDEX" val="12"/>
  <p:tag name="KSO_WM_UNIT_TYPE" val="f"/>
  <p:tag name="KSO_WM_BEAUTIFY_FLAG" val="#wm#"/>
  <p:tag name="KSO_WM_UNIT_SUBTYPE" val="a"/>
</p:tagLst>
</file>

<file path=ppt/tags/tag72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721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22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723.xml><?xml version="1.0" encoding="utf-8"?>
<p:tagLst xmlns:p="http://schemas.openxmlformats.org/presentationml/2006/main">
  <p:tag name="KSO_WM_UNIT_INDEX" val="14"/>
  <p:tag name="KSO_WM_UNIT_TYPE" val="f"/>
  <p:tag name="KSO_WM_UNIT_SUBTYPE" val="a"/>
  <p:tag name="KSO_WM_BEAUTIFY_FLAG" val="#wm#"/>
</p:tagLst>
</file>

<file path=ppt/tags/tag72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725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726.xml><?xml version="1.0" encoding="utf-8"?>
<p:tagLst xmlns:p="http://schemas.openxmlformats.org/presentationml/2006/main">
  <p:tag name="KSO_WM_UNIT_INDEX" val="8"/>
  <p:tag name="KSO_WM_UNIT_TYPE" val="i"/>
  <p:tag name="KSO_WM_BEAUTIFY_FLAG" val="#wm#"/>
</p:tagLst>
</file>

<file path=ppt/tags/tag727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728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72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30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731.xml><?xml version="1.0" encoding="utf-8"?>
<p:tagLst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732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33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734.xml><?xml version="1.0" encoding="utf-8"?>
<p:tagLst xmlns:p="http://schemas.openxmlformats.org/presentationml/2006/main">
  <p:tag name="KSO_WM_UNIT_INDEX" val="7"/>
  <p:tag name="KSO_WM_UNIT_TYPE" val="f"/>
  <p:tag name="KSO_WM_BEAUTIFY_FLAG" val="#wm#"/>
  <p:tag name="KSO_WM_UNIT_SUBTYPE" val="a"/>
</p:tagLst>
</file>

<file path=ppt/tags/tag735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36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7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738.xml><?xml version="1.0" encoding="utf-8"?>
<p:tagLst xmlns:p="http://schemas.openxmlformats.org/presentationml/2006/main">
  <p:tag name="KSO_WM_UNIT_TEXT" val="循环队列的操作实现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73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40.xml><?xml version="1.0" encoding="utf-8"?>
<p:tagLst xmlns:p="http://schemas.openxmlformats.org/presentationml/2006/main">
  <p:tag name="KSO_WM_UNIT_INDEX" val="1_2_1"/>
  <p:tag name="KSO_WM_UNIT_TYPE" val="l_h_f"/>
  <p:tag name="KSO_WM_UNIT_SUBTYPE" val="a"/>
  <p:tag name="KSO_WM_BEAUTIFY_FLAG" val="#wm#"/>
  <p:tag name="KSO_WM_TEMPLATE_CATEGORY" val="diagram"/>
  <p:tag name="KSO_WM_TEMPLATE_INDEX" val="19882022"/>
  <p:tag name="KSO_WM_UNIT_ID" val="diagram19882022*l_h_f*1_2_1"/>
  <p:tag name="KSO_WM_DIAGRAM_GROUP_CODE" val="l1-1"/>
  <p:tag name="KSO_WM_TAG_VERSION" val="2.0"/>
</p:tagLst>
</file>

<file path=ppt/tags/tag741.xml><?xml version="1.0" encoding="utf-8"?>
<p:tagLst xmlns:p="http://schemas.openxmlformats.org/presentationml/2006/main">
  <p:tag name="KSO_WM_UNIT_INDEX" val="34"/>
  <p:tag name="KSO_WM_UNIT_TYPE" val="i"/>
  <p:tag name="KSO_WM_BEAUTIFY_FLAG" val="#wm#"/>
</p:tagLst>
</file>

<file path=ppt/tags/tag74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43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74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45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746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747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748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749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750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751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752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753.xml><?xml version="1.0" encoding="utf-8"?>
<p:tagLst xmlns:p="http://schemas.openxmlformats.org/presentationml/2006/main">
  <p:tag name="KSO_WM_UNIT_INDEX" val="24"/>
  <p:tag name="KSO_WM_UNIT_TYPE" val="f"/>
  <p:tag name="KSO_WM_UNIT_SUBTYPE" val="a"/>
  <p:tag name="KSO_WM_BEAUTIFY_FLAG" val="#wm#"/>
</p:tagLst>
</file>

<file path=ppt/tags/tag754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755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756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757.xml><?xml version="1.0" encoding="utf-8"?>
<p:tagLst xmlns:p="http://schemas.openxmlformats.org/presentationml/2006/main">
  <p:tag name="KSO_WM_UNIT_INDEX" val="26"/>
  <p:tag name="KSO_WM_UNIT_TYPE" val="i"/>
  <p:tag name="KSO_WM_BEAUTIFY_FLAG" val="#wm#"/>
</p:tagLst>
</file>

<file path=ppt/tags/tag758.xml><?xml version="1.0" encoding="utf-8"?>
<p:tagLst xmlns:p="http://schemas.openxmlformats.org/presentationml/2006/main">
  <p:tag name="KSO_WM_UNIT_INDEX" val="30"/>
  <p:tag name="KSO_WM_UNIT_TYPE" val="i"/>
  <p:tag name="KSO_WM_BEAUTIFY_FLAG" val="#wm#"/>
</p:tagLst>
</file>

<file path=ppt/tags/tag759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76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761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62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763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764.xml><?xml version="1.0" encoding="utf-8"?>
<p:tagLst xmlns:p="http://schemas.openxmlformats.org/presentationml/2006/main">
  <p:tag name="KSO_WM_UNIT_INDEX" val="31"/>
  <p:tag name="KSO_WM_UNIT_TYPE" val="f"/>
  <p:tag name="KSO_WM_UNIT_SUBTYPE" val="a"/>
  <p:tag name="KSO_WM_BEAUTIFY_FLAG" val="#wm#"/>
</p:tagLst>
</file>

<file path=ppt/tags/tag76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766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767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768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769.xml><?xml version="1.0" encoding="utf-8"?>
<p:tagLst xmlns:p="http://schemas.openxmlformats.org/presentationml/2006/main">
  <p:tag name="KSO_WM_UNIT_INDEX" val="21"/>
  <p:tag name="KSO_WM_UNIT_TYPE" val="i"/>
  <p:tag name="KSO_WM_BEAUTIFY_FLAG" val="#wm#"/>
</p:tagLst>
</file>

<file path=ppt/tags/tag770.xml><?xml version="1.0" encoding="utf-8"?>
<p:tagLst xmlns:p="http://schemas.openxmlformats.org/presentationml/2006/main">
  <p:tag name="KSO_WM_UNIT_INDEX" val="27"/>
  <p:tag name="KSO_WM_UNIT_TYPE" val="f"/>
  <p:tag name="KSO_WM_UNIT_SUBTYPE" val="a"/>
  <p:tag name="KSO_WM_BEAUTIFY_FLAG" val="#wm#"/>
</p:tagLst>
</file>

<file path=ppt/tags/tag771.xml><?xml version="1.0" encoding="utf-8"?>
<p:tagLst xmlns:p="http://schemas.openxmlformats.org/presentationml/2006/main">
  <p:tag name="KSO_WM_UNIT_INDEX" val="33"/>
  <p:tag name="KSO_WM_UNIT_TYPE" val="i"/>
  <p:tag name="KSO_WM_BEAUTIFY_FLAG" val="#wm#"/>
</p:tagLst>
</file>

<file path=ppt/tags/tag772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773.xml><?xml version="1.0" encoding="utf-8"?>
<p:tagLst xmlns:p="http://schemas.openxmlformats.org/presentationml/2006/main">
  <p:tag name="KSO_WM_UNIT_TEXT" val="设MAXSIZE=10。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774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75.xml><?xml version="1.0" encoding="utf-8"?>
<p:tagLst xmlns:p="http://schemas.openxmlformats.org/presentationml/2006/main">
  <p:tag name="KSO_WM_UNIT_INDEX" val="42"/>
  <p:tag name="KSO_WM_UNIT_TYPE" val="f"/>
  <p:tag name="KSO_WM_UNIT_SUBTYPE" val="a"/>
  <p:tag name="KSO_WM_BEAUTIFY_FLAG" val="#wm#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77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778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779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780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781.xml><?xml version="1.0" encoding="utf-8"?>
<p:tagLst xmlns:p="http://schemas.openxmlformats.org/presentationml/2006/main">
  <p:tag name="KSO_WM_UNIT_INDEX" val="12"/>
  <p:tag name="KSO_WM_UNIT_TYPE" val="i"/>
  <p:tag name="KSO_WM_BEAUTIFY_FLAG" val="#wm#"/>
</p:tagLst>
</file>

<file path=ppt/tags/tag782.xml><?xml version="1.0" encoding="utf-8"?>
<p:tagLst xmlns:p="http://schemas.openxmlformats.org/presentationml/2006/main">
  <p:tag name="KSO_WM_UNIT_INDEX" val="13"/>
  <p:tag name="KSO_WM_UNIT_TYPE" val="i"/>
  <p:tag name="KSO_WM_BEAUTIFY_FLAG" val="#wm#"/>
</p:tagLst>
</file>

<file path=ppt/tags/tag783.xml><?xml version="1.0" encoding="utf-8"?>
<p:tagLst xmlns:p="http://schemas.openxmlformats.org/presentationml/2006/main">
  <p:tag name="KSO_WM_UNIT_INDEX" val="14"/>
  <p:tag name="KSO_WM_UNIT_TYPE" val="i"/>
  <p:tag name="KSO_WM_BEAUTIFY_FLAG" val="#wm#"/>
</p:tagLst>
</file>

<file path=ppt/tags/tag784.xml><?xml version="1.0" encoding="utf-8"?>
<p:tagLst xmlns:p="http://schemas.openxmlformats.org/presentationml/2006/main">
  <p:tag name="KSO_WM_UNIT_INDEX" val="15"/>
  <p:tag name="KSO_WM_UNIT_TYPE" val="i"/>
  <p:tag name="KSO_WM_BEAUTIFY_FLAG" val="#wm#"/>
</p:tagLst>
</file>

<file path=ppt/tags/tag785.xml><?xml version="1.0" encoding="utf-8"?>
<p:tagLst xmlns:p="http://schemas.openxmlformats.org/presentationml/2006/main">
  <p:tag name="KSO_WM_UNIT_INDEX" val="16"/>
  <p:tag name="KSO_WM_UNIT_TYPE" val="i"/>
  <p:tag name="KSO_WM_BEAUTIFY_FLAG" val="#wm#"/>
</p:tagLst>
</file>

<file path=ppt/tags/tag786.xml><?xml version="1.0" encoding="utf-8"?>
<p:tagLst xmlns:p="http://schemas.openxmlformats.org/presentationml/2006/main">
  <p:tag name="KSO_WM_UNIT_INDEX" val="21"/>
  <p:tag name="KSO_WM_UNIT_TYPE" val="f"/>
  <p:tag name="KSO_WM_UNIT_SUBTYPE" val="a"/>
  <p:tag name="KSO_WM_BEAUTIFY_FLAG" val="#wm#"/>
</p:tagLst>
</file>

<file path=ppt/tags/tag787.xml><?xml version="1.0" encoding="utf-8"?>
<p:tagLst xmlns:p="http://schemas.openxmlformats.org/presentationml/2006/main">
  <p:tag name="KSO_WM_UNIT_INDEX" val="22"/>
  <p:tag name="KSO_WM_UNIT_TYPE" val="f"/>
  <p:tag name="KSO_WM_UNIT_SUBTYPE" val="a"/>
  <p:tag name="KSO_WM_BEAUTIFY_FLAG" val="#wm#"/>
</p:tagLst>
</file>

<file path=ppt/tags/tag788.xml><?xml version="1.0" encoding="utf-8"?>
<p:tagLst xmlns:p="http://schemas.openxmlformats.org/presentationml/2006/main">
  <p:tag name="KSO_WM_UNIT_INDEX" val="23"/>
  <p:tag name="KSO_WM_UNIT_TYPE" val="f"/>
  <p:tag name="KSO_WM_UNIT_SUBTYPE" val="a"/>
  <p:tag name="KSO_WM_BEAUTIFY_FLAG" val="#wm#"/>
</p:tagLst>
</file>

<file path=ppt/tags/tag789.xml><?xml version="1.0" encoding="utf-8"?>
<p:tagLst xmlns:p="http://schemas.openxmlformats.org/presentationml/2006/main">
  <p:tag name="KSO_WM_UNIT_INDEX" val="27"/>
  <p:tag name="KSO_WM_UNIT_TYPE" val="i"/>
  <p:tag name="KSO_WM_BEAUTIFY_FLAG" val="#wm#"/>
</p:tagLst>
</file>

<file path=ppt/tags/tag790.xml><?xml version="1.0" encoding="utf-8"?>
<p:tagLst xmlns:p="http://schemas.openxmlformats.org/presentationml/2006/main">
  <p:tag name="KSO_WM_UNIT_INDEX" val="28"/>
  <p:tag name="KSO_WM_UNIT_TYPE" val="i"/>
  <p:tag name="KSO_WM_BEAUTIFY_FLAG" val="#wm#"/>
</p:tagLst>
</file>

<file path=ppt/tags/tag791.xml><?xml version="1.0" encoding="utf-8"?>
<p:tagLst xmlns:p="http://schemas.openxmlformats.org/presentationml/2006/main">
  <p:tag name="KSO_WM_UNIT_INDEX" val="24"/>
  <p:tag name="KSO_WM_UNIT_TYPE" val="i"/>
  <p:tag name="KSO_WM_BEAUTIFY_FLAG" val="#wm#"/>
</p:tagLst>
</file>

<file path=ppt/tags/tag792.xml><?xml version="1.0" encoding="utf-8"?>
<p:tagLst xmlns:p="http://schemas.openxmlformats.org/presentationml/2006/main">
  <p:tag name="KSO_WM_UNIT_INDEX" val="25"/>
  <p:tag name="KSO_WM_UNIT_TYPE" val="i"/>
  <p:tag name="KSO_WM_BEAUTIFY_FLAG" val="#wm#"/>
</p:tagLst>
</file>

<file path=ppt/tags/tag793.xml><?xml version="1.0" encoding="utf-8"?>
<p:tagLst xmlns:p="http://schemas.openxmlformats.org/presentationml/2006/main">
  <p:tag name="KSO_WM_UNIT_INDEX" val="29"/>
  <p:tag name="KSO_WM_UNIT_TYPE" val="i"/>
  <p:tag name="KSO_WM_BEAUTIFY_FLAG" val="#wm#"/>
</p:tagLst>
</file>

<file path=ppt/tags/tag794.xml><?xml version="1.0" encoding="utf-8"?>
<p:tagLst xmlns:p="http://schemas.openxmlformats.org/presentationml/2006/main">
  <p:tag name="KSO_WM_UNIT_INDEX" val="11"/>
  <p:tag name="KSO_WM_UNIT_TYPE" val="i"/>
  <p:tag name="KSO_WM_BEAUTIFY_FLAG" val="#wm#"/>
</p:tagLst>
</file>

<file path=ppt/tags/tag795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796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97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798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799.xml><?xml version="1.0" encoding="utf-8"?>
<p:tagLst xmlns:p="http://schemas.openxmlformats.org/presentationml/2006/main">
  <p:tag name="KSO_WM_UNIT_INDEX" val="30"/>
  <p:tag name="KSO_WM_UNIT_TYPE" val="f"/>
  <p:tag name="KSO_WM_UNIT_SUBTYPE" val="a"/>
  <p:tag name="KSO_WM_BEAUTIFY_FLAG" val="#wm#"/>
</p:tagLst>
</file>

<file path=ppt/tags/tag80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801.xml><?xml version="1.0" encoding="utf-8"?>
<p:tagLst xmlns:p="http://schemas.openxmlformats.org/presentationml/2006/main">
  <p:tag name="KSO_WM_UNIT_INDEX" val="17"/>
  <p:tag name="KSO_WM_UNIT_TYPE" val="i"/>
  <p:tag name="KSO_WM_BEAUTIFY_FLAG" val="#wm#"/>
</p:tagLst>
</file>

<file path=ppt/tags/tag802.xml><?xml version="1.0" encoding="utf-8"?>
<p:tagLst xmlns:p="http://schemas.openxmlformats.org/presentationml/2006/main">
  <p:tag name="KSO_WM_UNIT_INDEX" val="18"/>
  <p:tag name="KSO_WM_UNIT_TYPE" val="i"/>
  <p:tag name="KSO_WM_BEAUTIFY_FLAG" val="#wm#"/>
</p:tagLst>
</file>

<file path=ppt/tags/tag803.xml><?xml version="1.0" encoding="utf-8"?>
<p:tagLst xmlns:p="http://schemas.openxmlformats.org/presentationml/2006/main">
  <p:tag name="KSO_WM_UNIT_INDEX" val="19"/>
  <p:tag name="KSO_WM_UNIT_TYPE" val="i"/>
  <p:tag name="KSO_WM_BEAUTIFY_FLAG" val="#wm#"/>
</p:tagLst>
</file>

<file path=ppt/tags/tag804.xml><?xml version="1.0" encoding="utf-8"?>
<p:tagLst xmlns:p="http://schemas.openxmlformats.org/presentationml/2006/main">
  <p:tag name="KSO_WM_UNIT_INDEX" val="20"/>
  <p:tag name="KSO_WM_UNIT_TYPE" val="i"/>
  <p:tag name="KSO_WM_BEAUTIFY_FLAG" val="#wm#"/>
</p:tagLst>
</file>

<file path=ppt/tags/tag805.xml><?xml version="1.0" encoding="utf-8"?>
<p:tagLst xmlns:p="http://schemas.openxmlformats.org/presentationml/2006/main">
  <p:tag name="KSO_WM_UNIT_INDEX" val="26"/>
  <p:tag name="KSO_WM_UNIT_TYPE" val="f"/>
  <p:tag name="KSO_WM_UNIT_SUBTYPE" val="a"/>
  <p:tag name="KSO_WM_BEAUTIFY_FLAG" val="#wm#"/>
</p:tagLst>
</file>

<file path=ppt/tags/tag806.xml><?xml version="1.0" encoding="utf-8"?>
<p:tagLst xmlns:p="http://schemas.openxmlformats.org/presentationml/2006/main">
  <p:tag name="KSO_WM_UNIT_INDEX" val="32"/>
  <p:tag name="KSO_WM_UNIT_TYPE" val="i"/>
  <p:tag name="KSO_WM_BEAUTIFY_FLAG" val="#wm#"/>
</p:tagLst>
</file>

<file path=ppt/tags/tag807.xml><?xml version="1.0" encoding="utf-8"?>
<p:tagLst xmlns:p="http://schemas.openxmlformats.org/presentationml/2006/main">
  <p:tag name="KSO_WM_UNIT_INDEX" val="31"/>
  <p:tag name="KSO_WM_UNIT_TYPE" val="i"/>
  <p:tag name="KSO_WM_BEAUTIFY_FLAG" val="#wm#"/>
</p:tagLst>
</file>

<file path=ppt/tags/tag808.xml><?xml version="1.0" encoding="utf-8"?>
<p:tagLst xmlns:p="http://schemas.openxmlformats.org/presentationml/2006/main">
  <p:tag name="KSO_WM_UNIT_TEXT" val="循环队列的操作实现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809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1"/>
</p:tagLst>
</file>

<file path=ppt/tags/tag811.xml><?xml version="1.0" encoding="utf-8"?>
<p:tagLst xmlns:p="http://schemas.openxmlformats.org/presentationml/2006/main">
  <p:tag name="KSO_WM_UNIT_INDEX" val="1_3_1"/>
  <p:tag name="KSO_WM_UNIT_TYPE" val="l_h_f"/>
  <p:tag name="KSO_WM_UNIT_SUBTYPE" val="a"/>
  <p:tag name="KSO_WM_TEMPLATE_CATEGORY" val="diagram"/>
  <p:tag name="KSO_WM_TEMPLATE_INDEX" val="19882022"/>
  <p:tag name="KSO_WM_UNIT_ID" val="diagram19882022*l_h_f*1_3_1"/>
  <p:tag name="KSO_WM_DIAGRAM_GROUP_CODE" val="l1-1"/>
  <p:tag name="KSO_WM_TAG_VERSION" val="2.0"/>
  <p:tag name="KSO_WM_BEAUTIFY_FLAG" val="#wm#"/>
</p:tagLst>
</file>

<file path=ppt/tags/tag812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13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UNIT_ID" val="diagram19882022*l_h_f*1_4_3"/>
  <p:tag name="KSO_WM_DIAGRAM_GROUP_CODE" val="l1-1"/>
  <p:tag name="KSO_WM_TAG_VERSION" val="2.0"/>
  <p:tag name="KSO_WM_BEAUTIFY_FLAG" val="#wm#"/>
</p:tagLst>
</file>

<file path=ppt/tags/tag814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UNIT_ID" val="diagram19882022*l_h_f*1_5_2"/>
  <p:tag name="KSO_WM_DIAGRAM_GROUP_CODE" val="l1-1"/>
  <p:tag name="KSO_WM_TAG_VERSION" val="2.0"/>
  <p:tag name="KSO_WM_BEAUTIFY_FLAG" val="#wm#"/>
</p:tagLst>
</file>

<file path=ppt/tags/tag815.xml><?xml version="1.0" encoding="utf-8"?>
<p:tagLst xmlns:p="http://schemas.openxmlformats.org/presentationml/2006/main">
  <p:tag name="KSO_WM_UNIT_TEXT" val="链队列的几种基本运算"/>
  <p:tag name="KSO_WM_UNIT_INDEX" val="1"/>
  <p:tag name="KSO_WM_UNIT_TYPE" val="a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</p:tagLst>
</file>

<file path=ppt/tags/tag816.xml><?xml version="1.0" encoding="utf-8"?>
<p:tagLst xmlns:p="http://schemas.openxmlformats.org/presentationml/2006/main">
  <p:tag name="KSO_WM_SLIDE_TYPE" val="text"/>
  <p:tag name="KSO_WM_BEAUTIFY_FLAG" val="#wm#"/>
  <p:tag name="KSO_WM_SLIDE_ID" val="custom20236317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17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817.xml><?xml version="1.0" encoding="utf-8"?>
<p:tagLst xmlns:p="http://schemas.openxmlformats.org/presentationml/2006/main">
  <p:tag name="ISPRING_RESOURCE_PATHS_HASH" val="6161bf23964febf341e96f464fc16cc1b438f2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商务风绿色教育教学模板">
  <a:themeElements>
    <a:clrScheme name="答辩">
      <a:dk1>
        <a:sysClr val="windowText" lastClr="000000"/>
      </a:dk1>
      <a:lt1>
        <a:sysClr val="window" lastClr="FFFFFF"/>
      </a:lt1>
      <a:dk2>
        <a:srgbClr val="05413B"/>
      </a:dk2>
      <a:lt2>
        <a:srgbClr val="EDF4F3"/>
      </a:lt2>
      <a:accent1>
        <a:srgbClr val="00BE89"/>
      </a:accent1>
      <a:accent2>
        <a:srgbClr val="0E9AC7"/>
      </a:accent2>
      <a:accent3>
        <a:srgbClr val="2177DB"/>
      </a:accent3>
      <a:accent4>
        <a:srgbClr val="51AA55"/>
      </a:accent4>
      <a:accent5>
        <a:srgbClr val="D1A745"/>
      </a:accent5>
      <a:accent6>
        <a:srgbClr val="E67E64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完整框架创业型公司融资计划书ppt模板</Template>
  <TotalTime>0</TotalTime>
  <Words>7618</Words>
  <Application>WPS 演示</Application>
  <PresentationFormat>全屏显示(16:9)</PresentationFormat>
  <Paragraphs>973</Paragraphs>
  <Slides>49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49</vt:i4>
      </vt:variant>
    </vt:vector>
  </HeadingPairs>
  <TitlesOfParts>
    <vt:vector size="77" baseType="lpstr">
      <vt:lpstr>Arial</vt:lpstr>
      <vt:lpstr>宋体</vt:lpstr>
      <vt:lpstr>Wingdings</vt:lpstr>
      <vt:lpstr>黑体</vt:lpstr>
      <vt:lpstr>Calibri Light</vt:lpstr>
      <vt:lpstr>微软雅黑</vt:lpstr>
      <vt:lpstr>Calibri</vt:lpstr>
      <vt:lpstr>Calibri</vt:lpstr>
      <vt:lpstr>Verdana</vt:lpstr>
      <vt:lpstr>Times New Roman</vt:lpstr>
      <vt:lpstr>楷体_GB2312</vt:lpstr>
      <vt:lpstr>新宋体</vt:lpstr>
      <vt:lpstr>仿宋_GB2312</vt:lpstr>
      <vt:lpstr>Arial Unicode MS</vt:lpstr>
      <vt:lpstr>Tahoma</vt:lpstr>
      <vt:lpstr>仿宋</vt:lpstr>
      <vt:lpstr>隶书</vt:lpstr>
      <vt:lpstr>Monotype Sorts</vt:lpstr>
      <vt:lpstr>Wingdings</vt:lpstr>
      <vt:lpstr>KSOF3FA5480E</vt:lpstr>
      <vt:lpstr>KSOF3FB35F8F</vt:lpstr>
      <vt:lpstr>第一PPT，www.1ppt.com</vt:lpstr>
      <vt:lpstr>1_Office 主题</vt:lpstr>
      <vt:lpstr>商务风绿色教育教学模板</vt:lpstr>
      <vt:lpstr>Paint.Picture</vt:lpstr>
      <vt:lpstr>PBrush</vt:lpstr>
      <vt:lpstr>MS_ClipArt_Gallery.2</vt:lpstr>
      <vt:lpstr>MS_ClipArt_Gallery.2</vt:lpstr>
      <vt:lpstr>单击此处
添加文档标题</vt:lpstr>
      <vt:lpstr>第3章  栈和队列</vt:lpstr>
      <vt:lpstr>学习目标</vt:lpstr>
      <vt:lpstr>3.1  栈stack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3.1.2  栈的存储实现和运算实现</vt:lpstr>
      <vt:lpstr>顺序栈</vt:lpstr>
      <vt:lpstr>PowerPoint 演示文稿</vt:lpstr>
      <vt:lpstr>顺序栈操作的示意图</vt:lpstr>
      <vt:lpstr>顺序栈的主要运算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链栈的特点</vt:lpstr>
      <vt:lpstr>PowerPoint 演示文稿</vt:lpstr>
      <vt:lpstr>PowerPoint 演示文稿</vt:lpstr>
      <vt:lpstr>3.2  栈的应用举例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链队列</vt:lpstr>
      <vt:lpstr>PowerPoint 演示文稿</vt:lpstr>
      <vt:lpstr>复习</vt:lpstr>
    </vt:vector>
  </TitlesOfParts>
  <Company>BeiJing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YAOYUAN</dc:creator>
  <cp:lastModifiedBy>徐惠红</cp:lastModifiedBy>
  <cp:revision>1643</cp:revision>
  <dcterms:created xsi:type="dcterms:W3CDTF">2005-06-22T06:00:00Z</dcterms:created>
  <dcterms:modified xsi:type="dcterms:W3CDTF">2026-07-30T12:57:16Z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B0F97553AADB4809B158052273DF816C_12</vt:lpwstr>
  </property>
  <property fmtid="{D5CDD505-2E9C-101B-9397-08002B2CF9AE}" pid="3" name="KSOProductBuildVer">
    <vt:lpwstr>2052-12.1.0.26895</vt:lpwstr>
  </property>
</Properties>
</file>